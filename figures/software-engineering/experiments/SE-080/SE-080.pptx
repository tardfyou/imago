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71ba03fad49b9" /><Relationship Type="http://schemas.openxmlformats.org/officeDocument/2006/relationships/extended-properties" Target="/docProps/app.xml" Id="R338b865091dc49bb" /><Relationship Type="http://schemas.openxmlformats.org/officeDocument/2006/relationships/officeDocument" Target="/ppt/presentation.xml" Id="Rf399dde560934c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2b56b339d942ec"/>
  </p:sldMasterIdLst>
  <p:notesMasterIdLst>
    <p:notesMasterId xmlns:r="http://schemas.openxmlformats.org/officeDocument/2006/relationships" r:id="Rf6e26221e4034c76"/>
  </p:notesMasterIdLst>
  <p:sldIdLst>
    <p:sldId xmlns:r="http://schemas.openxmlformats.org/officeDocument/2006/relationships" id="256" r:id="R50b25c73e4094aad"/>
  </p:sldIdLst>
  <p:sldSz cx="9944100" cy="3714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bcecfddbf74bce" /><Relationship Type="http://schemas.openxmlformats.org/officeDocument/2006/relationships/slideMaster" Target="/ppt/slideMasters/slideMaster1.xml" Id="R572b56b339d942ec" /><Relationship Type="http://schemas.openxmlformats.org/officeDocument/2006/relationships/notesMaster" Target="/ppt/notesMasters/notesMaster1.xml" Id="Rf6e26221e4034c76" /><Relationship Type="http://schemas.openxmlformats.org/officeDocument/2006/relationships/presProps" Target="/ppt/presProps.xml" Id="R6d7b3e65f8664844" /><Relationship Type="http://schemas.openxmlformats.org/officeDocument/2006/relationships/tableStyles" Target="/ppt/tableStyles.xml" Id="Ra057d7ac9c994071" /><Relationship Type="http://schemas.openxmlformats.org/officeDocument/2006/relationships/slide" Target="/ppt/slides/slide1.xml" Id="R50b25c73e4094a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20e5ec933740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e548b0f0fb41a7" /><Relationship Type="http://schemas.openxmlformats.org/officeDocument/2006/relationships/notesMaster" Target="/ppt/notesMasters/notesMaster1.xml" Id="R21c6b52c0ffa44de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素材ID：SE-080</ns1:t>
            </ns1:r>
          </ns1:p>
          <ns1:p>
            <ns1:r>
              <ns1:t>论文：A Transferability Study of Interpolation-Based Hardware Model Checking for Software Verification</ns1:t>
            </ns1:r>
          </ns1:p>
          <ns1:p>
            <ns1:r>
              <ns1:t>会议：FSE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2，PDF第16页</ns1:t>
            </ns1:r>
          </ns1:p>
          <ns1:p>
            <ns1:r>
              <ns1:t>类型：实验图表</ns1:t>
            </ns1:r>
          </ns1:p>
          <ns1:p>
            <ns1:r>
              <ns1:t>借鉴点：用对数运行时间对齐逐步解决的实例数，实线/虚线与圆方三角标记区分三种方法；分别展示反例和证明任务。</ns1:t>
            </ns1:r>
          </ns1:p>
          <ns1:p>
            <ns1:r>
              <ns1:t>论文URL：https://www.sosy-lab.org/research/pub/2024-FSE.A_Transferability_Study_of_Interpolation-Based_Hardware_Model_Checking_for_Software_Verification.pdf</ns1:t>
            </ns1:r>
          </ns1:p>
          <ns1:p>
            <ns1:r>
              <ns1:t>官方获奖URL：https://www2.sigsoft.org/awards/distinguishedpaper/#the-acm-international-conference-on-the-foundations-of-software-engineering-fse-2024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3815a4b3849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f47ba5cacf42fe" /><Relationship Type="http://schemas.openxmlformats.org/officeDocument/2006/relationships/slideLayout" Target="/ppt/slideLayouts/slideLayout1.xml" Id="R54b329a1e98c4f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b329a1e98c4f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35c451bfd4323" /><Relationship Type="http://schemas.openxmlformats.org/officeDocument/2006/relationships/notesSlide" Target="/ppt/notesSlides/notesSlide1.xml" Id="R2101814bf89a42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314C3-9F33-45D0-8F59-DB304A7A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93" y="104127"/>
            <a:ext cx="3534570" cy="2591924"/>
          </a:xfrm>
          <a:custGeom xmlns:a="http://schemas.openxmlformats.org/drawingml/2006/main">
            <a:pathLst>
              <a:path w="3534570" h="2591924" fill="none">
                <a:moveTo>
                  <a:pt x="0" y="2591924"/>
                </a:moveTo>
                <a:lnTo>
                  <a:pt x="0" y="2494855"/>
                </a:lnTo>
                <a:moveTo>
                  <a:pt x="706903" y="2591924"/>
                </a:moveTo>
                <a:lnTo>
                  <a:pt x="706903" y="2494855"/>
                </a:lnTo>
                <a:moveTo>
                  <a:pt x="1413820" y="2591924"/>
                </a:moveTo>
                <a:lnTo>
                  <a:pt x="1413820" y="2494855"/>
                </a:lnTo>
                <a:moveTo>
                  <a:pt x="2120736" y="2591924"/>
                </a:moveTo>
                <a:lnTo>
                  <a:pt x="2120736" y="2494855"/>
                </a:lnTo>
                <a:moveTo>
                  <a:pt x="2827653" y="2591924"/>
                </a:moveTo>
                <a:lnTo>
                  <a:pt x="2827653" y="2494855"/>
                </a:lnTo>
                <a:moveTo>
                  <a:pt x="3534570" y="2591924"/>
                </a:moveTo>
                <a:lnTo>
                  <a:pt x="3534570" y="2494855"/>
                </a:lnTo>
                <a:moveTo>
                  <a:pt x="0" y="0"/>
                </a:moveTo>
                <a:lnTo>
                  <a:pt x="0" y="97069"/>
                </a:lnTo>
                <a:moveTo>
                  <a:pt x="706903" y="0"/>
                </a:moveTo>
                <a:lnTo>
                  <a:pt x="706903" y="97069"/>
                </a:lnTo>
                <a:moveTo>
                  <a:pt x="1413820" y="0"/>
                </a:moveTo>
                <a:lnTo>
                  <a:pt x="1413820" y="97069"/>
                </a:lnTo>
                <a:moveTo>
                  <a:pt x="2120736" y="0"/>
                </a:moveTo>
                <a:lnTo>
                  <a:pt x="2120736" y="97069"/>
                </a:lnTo>
                <a:moveTo>
                  <a:pt x="2827653" y="0"/>
                </a:moveTo>
                <a:lnTo>
                  <a:pt x="2827653" y="97069"/>
                </a:lnTo>
                <a:moveTo>
                  <a:pt x="3534570" y="0"/>
                </a:moveTo>
                <a:lnTo>
                  <a:pt x="3534570" y="97069"/>
                </a:lnTo>
              </a:path>
            </a:pathLst>
          </a:custGeom>
          <a:noFill xmlns:a="http://schemas.openxmlformats.org/drawingml/2006/main"/>
          <a:ln xmlns:a="http://schemas.openxmlformats.org/drawingml/2006/main" w="4555" cap="flat">
            <a:solidFill>
              <a:srgbClr val="7F807F"/>
            </a:solidFill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1B89B-0554-48A1-B8CA-67EAB456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93" y="376390"/>
            <a:ext cx="3888015" cy="2319661"/>
          </a:xfrm>
          <a:custGeom xmlns:a="http://schemas.openxmlformats.org/drawingml/2006/main">
            <a:pathLst>
              <a:path w="3888015" h="2319661" fill="none">
                <a:moveTo>
                  <a:pt x="0" y="2319661"/>
                </a:moveTo>
                <a:lnTo>
                  <a:pt x="64817" y="2319661"/>
                </a:lnTo>
                <a:moveTo>
                  <a:pt x="0" y="2083318"/>
                </a:moveTo>
                <a:lnTo>
                  <a:pt x="64817" y="2083318"/>
                </a:lnTo>
                <a:moveTo>
                  <a:pt x="0" y="1945015"/>
                </a:moveTo>
                <a:lnTo>
                  <a:pt x="64817" y="1945015"/>
                </a:lnTo>
                <a:moveTo>
                  <a:pt x="0" y="1846945"/>
                </a:moveTo>
                <a:lnTo>
                  <a:pt x="64817" y="1846945"/>
                </a:lnTo>
                <a:moveTo>
                  <a:pt x="0" y="1770850"/>
                </a:moveTo>
                <a:lnTo>
                  <a:pt x="64817" y="1770850"/>
                </a:lnTo>
                <a:moveTo>
                  <a:pt x="0" y="1708671"/>
                </a:moveTo>
                <a:lnTo>
                  <a:pt x="64817" y="1708671"/>
                </a:lnTo>
                <a:moveTo>
                  <a:pt x="0" y="1656093"/>
                </a:moveTo>
                <a:lnTo>
                  <a:pt x="64817" y="1656093"/>
                </a:lnTo>
                <a:moveTo>
                  <a:pt x="0" y="1610573"/>
                </a:moveTo>
                <a:lnTo>
                  <a:pt x="64817" y="1610573"/>
                </a:lnTo>
                <a:moveTo>
                  <a:pt x="0" y="1570396"/>
                </a:moveTo>
                <a:lnTo>
                  <a:pt x="64817" y="1570396"/>
                </a:lnTo>
                <a:moveTo>
                  <a:pt x="0" y="1534477"/>
                </a:moveTo>
                <a:lnTo>
                  <a:pt x="64817" y="1534477"/>
                </a:lnTo>
                <a:moveTo>
                  <a:pt x="0" y="1298105"/>
                </a:moveTo>
                <a:lnTo>
                  <a:pt x="64817" y="1298105"/>
                </a:lnTo>
                <a:moveTo>
                  <a:pt x="0" y="1159831"/>
                </a:moveTo>
                <a:lnTo>
                  <a:pt x="64817" y="1159831"/>
                </a:lnTo>
                <a:moveTo>
                  <a:pt x="0" y="1061733"/>
                </a:moveTo>
                <a:lnTo>
                  <a:pt x="64817" y="1061733"/>
                </a:lnTo>
                <a:moveTo>
                  <a:pt x="0" y="985637"/>
                </a:moveTo>
                <a:lnTo>
                  <a:pt x="64817" y="985637"/>
                </a:lnTo>
                <a:moveTo>
                  <a:pt x="0" y="923458"/>
                </a:moveTo>
                <a:lnTo>
                  <a:pt x="64817" y="923458"/>
                </a:lnTo>
                <a:moveTo>
                  <a:pt x="0" y="870909"/>
                </a:moveTo>
                <a:lnTo>
                  <a:pt x="64817" y="870909"/>
                </a:lnTo>
                <a:moveTo>
                  <a:pt x="0" y="825360"/>
                </a:moveTo>
                <a:lnTo>
                  <a:pt x="64817" y="825360"/>
                </a:lnTo>
                <a:moveTo>
                  <a:pt x="0" y="785184"/>
                </a:moveTo>
                <a:lnTo>
                  <a:pt x="64817" y="785184"/>
                </a:lnTo>
                <a:moveTo>
                  <a:pt x="0" y="749265"/>
                </a:moveTo>
                <a:lnTo>
                  <a:pt x="64817" y="749265"/>
                </a:lnTo>
                <a:moveTo>
                  <a:pt x="0" y="512893"/>
                </a:moveTo>
                <a:lnTo>
                  <a:pt x="64817" y="512893"/>
                </a:lnTo>
                <a:moveTo>
                  <a:pt x="0" y="374618"/>
                </a:moveTo>
                <a:lnTo>
                  <a:pt x="64817" y="374618"/>
                </a:lnTo>
                <a:moveTo>
                  <a:pt x="0" y="276549"/>
                </a:moveTo>
                <a:lnTo>
                  <a:pt x="64817" y="276549"/>
                </a:lnTo>
                <a:moveTo>
                  <a:pt x="0" y="200425"/>
                </a:moveTo>
                <a:lnTo>
                  <a:pt x="64817" y="200425"/>
                </a:lnTo>
                <a:moveTo>
                  <a:pt x="0" y="138274"/>
                </a:moveTo>
                <a:lnTo>
                  <a:pt x="64817" y="138274"/>
                </a:lnTo>
                <a:moveTo>
                  <a:pt x="0" y="85696"/>
                </a:moveTo>
                <a:lnTo>
                  <a:pt x="64817" y="85696"/>
                </a:lnTo>
                <a:moveTo>
                  <a:pt x="0" y="40176"/>
                </a:moveTo>
                <a:lnTo>
                  <a:pt x="64817" y="40176"/>
                </a:lnTo>
                <a:moveTo>
                  <a:pt x="0" y="0"/>
                </a:moveTo>
                <a:lnTo>
                  <a:pt x="64817" y="0"/>
                </a:lnTo>
                <a:moveTo>
                  <a:pt x="3888015" y="2319661"/>
                </a:moveTo>
                <a:lnTo>
                  <a:pt x="3823206" y="2319661"/>
                </a:lnTo>
                <a:moveTo>
                  <a:pt x="3888015" y="2083318"/>
                </a:moveTo>
                <a:lnTo>
                  <a:pt x="3823206" y="2083318"/>
                </a:lnTo>
                <a:moveTo>
                  <a:pt x="3888015" y="1945015"/>
                </a:moveTo>
                <a:lnTo>
                  <a:pt x="3823206" y="1945015"/>
                </a:lnTo>
                <a:moveTo>
                  <a:pt x="3888015" y="1846945"/>
                </a:moveTo>
                <a:lnTo>
                  <a:pt x="3823206" y="1846945"/>
                </a:lnTo>
                <a:moveTo>
                  <a:pt x="3888015" y="1770850"/>
                </a:moveTo>
                <a:lnTo>
                  <a:pt x="3823206" y="1770850"/>
                </a:lnTo>
                <a:moveTo>
                  <a:pt x="3888015" y="1708671"/>
                </a:moveTo>
                <a:lnTo>
                  <a:pt x="3823206" y="1708671"/>
                </a:lnTo>
                <a:moveTo>
                  <a:pt x="3888015" y="1656093"/>
                </a:moveTo>
                <a:lnTo>
                  <a:pt x="3823206" y="1656093"/>
                </a:lnTo>
                <a:moveTo>
                  <a:pt x="3888015" y="1610573"/>
                </a:moveTo>
                <a:lnTo>
                  <a:pt x="3823206" y="1610573"/>
                </a:lnTo>
                <a:moveTo>
                  <a:pt x="3888015" y="1570396"/>
                </a:moveTo>
                <a:lnTo>
                  <a:pt x="3823206" y="1570396"/>
                </a:lnTo>
                <a:moveTo>
                  <a:pt x="3888015" y="1534477"/>
                </a:moveTo>
                <a:lnTo>
                  <a:pt x="3823206" y="1534477"/>
                </a:lnTo>
                <a:moveTo>
                  <a:pt x="3888015" y="1298105"/>
                </a:moveTo>
                <a:lnTo>
                  <a:pt x="3823206" y="1298105"/>
                </a:lnTo>
                <a:moveTo>
                  <a:pt x="3888015" y="1159831"/>
                </a:moveTo>
                <a:lnTo>
                  <a:pt x="3823206" y="1159831"/>
                </a:lnTo>
                <a:moveTo>
                  <a:pt x="3888015" y="1061733"/>
                </a:moveTo>
                <a:lnTo>
                  <a:pt x="3823206" y="1061733"/>
                </a:lnTo>
                <a:moveTo>
                  <a:pt x="3888015" y="985637"/>
                </a:moveTo>
                <a:lnTo>
                  <a:pt x="3823206" y="985637"/>
                </a:lnTo>
                <a:moveTo>
                  <a:pt x="3888015" y="923458"/>
                </a:moveTo>
                <a:lnTo>
                  <a:pt x="3823206" y="923458"/>
                </a:lnTo>
                <a:moveTo>
                  <a:pt x="3888015" y="870909"/>
                </a:moveTo>
                <a:lnTo>
                  <a:pt x="3823206" y="870909"/>
                </a:lnTo>
                <a:moveTo>
                  <a:pt x="3888015" y="825360"/>
                </a:moveTo>
                <a:lnTo>
                  <a:pt x="3823206" y="825360"/>
                </a:lnTo>
                <a:moveTo>
                  <a:pt x="3888015" y="785184"/>
                </a:moveTo>
                <a:lnTo>
                  <a:pt x="3823206" y="785184"/>
                </a:lnTo>
                <a:moveTo>
                  <a:pt x="3888015" y="749265"/>
                </a:moveTo>
                <a:lnTo>
                  <a:pt x="3823206" y="749265"/>
                </a:lnTo>
                <a:moveTo>
                  <a:pt x="3888015" y="512893"/>
                </a:moveTo>
                <a:lnTo>
                  <a:pt x="3823206" y="512893"/>
                </a:lnTo>
                <a:moveTo>
                  <a:pt x="3888015" y="374618"/>
                </a:moveTo>
                <a:lnTo>
                  <a:pt x="3823206" y="374618"/>
                </a:lnTo>
                <a:moveTo>
                  <a:pt x="3888015" y="276549"/>
                </a:moveTo>
                <a:lnTo>
                  <a:pt x="3823206" y="276549"/>
                </a:lnTo>
                <a:moveTo>
                  <a:pt x="3888015" y="200425"/>
                </a:moveTo>
                <a:lnTo>
                  <a:pt x="3823206" y="200425"/>
                </a:lnTo>
                <a:moveTo>
                  <a:pt x="3888015" y="138274"/>
                </a:moveTo>
                <a:lnTo>
                  <a:pt x="3823206" y="138274"/>
                </a:lnTo>
                <a:moveTo>
                  <a:pt x="3888015" y="85696"/>
                </a:moveTo>
                <a:lnTo>
                  <a:pt x="3823206" y="85696"/>
                </a:lnTo>
                <a:moveTo>
                  <a:pt x="3888015" y="40176"/>
                </a:moveTo>
                <a:lnTo>
                  <a:pt x="3823206" y="40176"/>
                </a:lnTo>
                <a:moveTo>
                  <a:pt x="3888015" y="0"/>
                </a:moveTo>
                <a:lnTo>
                  <a:pt x="38232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" cap="flat">
            <a:solidFill>
              <a:srgbClr val="7F807F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91BE7-F055-4A12-A5CF-4577182B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93" y="340443"/>
            <a:ext cx="3888015" cy="2355609"/>
          </a:xfrm>
          <a:custGeom xmlns:a="http://schemas.openxmlformats.org/drawingml/2006/main">
            <a:pathLst>
              <a:path w="3888015" h="2355609" fill="none">
                <a:moveTo>
                  <a:pt x="0" y="2355609"/>
                </a:moveTo>
                <a:lnTo>
                  <a:pt x="97209" y="2355609"/>
                </a:lnTo>
                <a:moveTo>
                  <a:pt x="0" y="1570425"/>
                </a:moveTo>
                <a:lnTo>
                  <a:pt x="97209" y="1570425"/>
                </a:lnTo>
                <a:moveTo>
                  <a:pt x="0" y="785212"/>
                </a:moveTo>
                <a:lnTo>
                  <a:pt x="97209" y="785212"/>
                </a:lnTo>
                <a:moveTo>
                  <a:pt x="0" y="0"/>
                </a:moveTo>
                <a:lnTo>
                  <a:pt x="97209" y="0"/>
                </a:lnTo>
                <a:moveTo>
                  <a:pt x="3888015" y="2355609"/>
                </a:moveTo>
                <a:lnTo>
                  <a:pt x="3790802" y="2355609"/>
                </a:lnTo>
                <a:moveTo>
                  <a:pt x="3888015" y="1570425"/>
                </a:moveTo>
                <a:lnTo>
                  <a:pt x="3790802" y="1570425"/>
                </a:lnTo>
                <a:moveTo>
                  <a:pt x="3888015" y="785212"/>
                </a:moveTo>
                <a:lnTo>
                  <a:pt x="3790802" y="785212"/>
                </a:lnTo>
                <a:moveTo>
                  <a:pt x="3888015" y="0"/>
                </a:moveTo>
                <a:lnTo>
                  <a:pt x="3790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" cap="flat">
            <a:solidFill>
              <a:srgbClr val="7F807F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7172C-F986-49CB-ABE8-F41142E3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93" y="104127"/>
            <a:ext cx="3888015" cy="2591924"/>
          </a:xfrm>
          <a:custGeom xmlns:a="http://schemas.openxmlformats.org/drawingml/2006/main">
            <a:pathLst>
              <a:path w="3888015" h="2591924" fill="none">
                <a:moveTo>
                  <a:pt x="0" y="2591924"/>
                </a:moveTo>
                <a:lnTo>
                  <a:pt x="0" y="0"/>
                </a:lnTo>
                <a:lnTo>
                  <a:pt x="3888015" y="0"/>
                </a:lnTo>
                <a:lnTo>
                  <a:pt x="3888015" y="2591924"/>
                </a:lnTo>
                <a:lnTo>
                  <a:pt x="0" y="25919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110" cap="flat">
            <a:solidFill>
              <a:srgbClr val="000000"/>
            </a:solidFill>
            <a:miter/>
          </a:ln>
        </p:spPr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F817B542-54C3-4D32-ACAF-7F13F5B4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4" y="2777443"/>
            <a:ext cx="69783" cy="112983"/>
          </a:xfrm>
          <a:custGeom xmlns:a="http://schemas.openxmlformats.org/drawingml/2006/main">
            <a:pathLst>
              <a:path w="69783" h="112983">
                <a:moveTo>
                  <a:pt x="35165" y="6378"/>
                </a:moveTo>
                <a:cubicBezTo>
                  <a:pt x="38262" y="6378"/>
                  <a:pt x="41179" y="7473"/>
                  <a:pt x="43364" y="9477"/>
                </a:cubicBezTo>
                <a:cubicBezTo>
                  <a:pt x="49013" y="14215"/>
                  <a:pt x="53931" y="28065"/>
                  <a:pt x="53931" y="52483"/>
                </a:cubicBezTo>
                <a:cubicBezTo>
                  <a:pt x="53931" y="69249"/>
                  <a:pt x="53383" y="80731"/>
                  <a:pt x="50834" y="90025"/>
                </a:cubicBezTo>
                <a:cubicBezTo>
                  <a:pt x="46825" y="104968"/>
                  <a:pt x="37898" y="106608"/>
                  <a:pt x="34618" y="106608"/>
                </a:cubicBezTo>
                <a:cubicBezTo>
                  <a:pt x="17673" y="106608"/>
                  <a:pt x="15852" y="75446"/>
                  <a:pt x="15852" y="59591"/>
                </a:cubicBezTo>
                <a:cubicBezTo>
                  <a:pt x="15852" y="14762"/>
                  <a:pt x="26967" y="6378"/>
                  <a:pt x="35165" y="6378"/>
                </a:cubicBezTo>
                <a:moveTo>
                  <a:pt x="34437" y="112983"/>
                </a:moveTo>
                <a:cubicBezTo>
                  <a:pt x="48465" y="112983"/>
                  <a:pt x="69783" y="98771"/>
                  <a:pt x="69783" y="55947"/>
                </a:cubicBezTo>
                <a:cubicBezTo>
                  <a:pt x="69783" y="37904"/>
                  <a:pt x="65410" y="22416"/>
                  <a:pt x="57392" y="11846"/>
                </a:cubicBezTo>
                <a:cubicBezTo>
                  <a:pt x="52655" y="5468"/>
                  <a:pt x="45004" y="0"/>
                  <a:pt x="35165" y="0"/>
                </a:cubicBezTo>
                <a:cubicBezTo>
                  <a:pt x="17128" y="0"/>
                  <a:pt x="0" y="21504"/>
                  <a:pt x="0" y="57587"/>
                </a:cubicBezTo>
                <a:cubicBezTo>
                  <a:pt x="0" y="77087"/>
                  <a:pt x="6013" y="95310"/>
                  <a:pt x="16036" y="105332"/>
                </a:cubicBezTo>
                <a:cubicBezTo>
                  <a:pt x="21137" y="110434"/>
                  <a:pt x="27331" y="112983"/>
                  <a:pt x="34437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200">
            <a:extLst xmlns:a="http://schemas.openxmlformats.org/drawingml/2006/main">
              <a:ext uri="{FF2B5EF4-FFF2-40B4-BE49-F238E27FC236}">
                <a16:creationId xmlns:a16="http://schemas.microsoft.com/office/drawing/2014/main" id="{96C0973A-8EF2-4AD1-AA2E-CD654D97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378" y="2777443"/>
            <a:ext cx="236857" cy="112983"/>
          </a:xfrm>
          <a:custGeom xmlns:a="http://schemas.openxmlformats.org/drawingml/2006/main">
            <a:pathLst>
              <a:path w="236857" h="112983">
                <a:moveTo>
                  <a:pt x="1640" y="25827"/>
                </a:moveTo>
                <a:cubicBezTo>
                  <a:pt x="1640" y="29647"/>
                  <a:pt x="5101" y="32916"/>
                  <a:pt x="8930" y="32916"/>
                </a:cubicBezTo>
                <a:cubicBezTo>
                  <a:pt x="12027" y="32916"/>
                  <a:pt x="17492" y="29647"/>
                  <a:pt x="17492" y="25646"/>
                </a:cubicBezTo>
                <a:cubicBezTo>
                  <a:pt x="17492" y="24192"/>
                  <a:pt x="17128" y="23103"/>
                  <a:pt x="16764" y="21829"/>
                </a:cubicBezTo>
                <a:cubicBezTo>
                  <a:pt x="16400" y="20556"/>
                  <a:pt x="15304" y="18921"/>
                  <a:pt x="15304" y="17467"/>
                </a:cubicBezTo>
                <a:cubicBezTo>
                  <a:pt x="15304" y="12922"/>
                  <a:pt x="20042" y="6378"/>
                  <a:pt x="33342" y="6378"/>
                </a:cubicBezTo>
                <a:cubicBezTo>
                  <a:pt x="39903" y="6378"/>
                  <a:pt x="49194" y="10923"/>
                  <a:pt x="49194" y="28374"/>
                </a:cubicBezTo>
                <a:cubicBezTo>
                  <a:pt x="49194" y="40036"/>
                  <a:pt x="45004" y="49527"/>
                  <a:pt x="34254" y="60481"/>
                </a:cubicBezTo>
                <a:lnTo>
                  <a:pt x="20770" y="73806"/>
                </a:lnTo>
                <a:cubicBezTo>
                  <a:pt x="2916" y="92060"/>
                  <a:pt x="0" y="100820"/>
                  <a:pt x="0" y="111571"/>
                </a:cubicBezTo>
                <a:cubicBezTo>
                  <a:pt x="0" y="111571"/>
                  <a:pt x="9294" y="111204"/>
                  <a:pt x="15124" y="111204"/>
                </a:cubicBezTo>
                <a:lnTo>
                  <a:pt x="47009" y="111204"/>
                </a:lnTo>
                <a:cubicBezTo>
                  <a:pt x="52839" y="111204"/>
                  <a:pt x="61221" y="111571"/>
                  <a:pt x="61221" y="111571"/>
                </a:cubicBezTo>
                <a:cubicBezTo>
                  <a:pt x="63586" y="101913"/>
                  <a:pt x="65410" y="88226"/>
                  <a:pt x="65591" y="82752"/>
                </a:cubicBezTo>
                <a:cubicBezTo>
                  <a:pt x="64498" y="81838"/>
                  <a:pt x="62130" y="81474"/>
                  <a:pt x="60309" y="81838"/>
                </a:cubicBezTo>
                <a:cubicBezTo>
                  <a:pt x="57212" y="94799"/>
                  <a:pt x="54115" y="99363"/>
                  <a:pt x="47554" y="99363"/>
                </a:cubicBezTo>
                <a:lnTo>
                  <a:pt x="15124" y="99363"/>
                </a:lnTo>
                <a:cubicBezTo>
                  <a:pt x="15124" y="90601"/>
                  <a:pt x="27695" y="78187"/>
                  <a:pt x="28607" y="77276"/>
                </a:cubicBezTo>
                <a:lnTo>
                  <a:pt x="47009" y="59569"/>
                </a:lnTo>
                <a:cubicBezTo>
                  <a:pt x="57392" y="49527"/>
                  <a:pt x="65227" y="41496"/>
                  <a:pt x="65227" y="27645"/>
                </a:cubicBezTo>
                <a:cubicBezTo>
                  <a:pt x="65227" y="8015"/>
                  <a:pt x="49194" y="0"/>
                  <a:pt x="34437" y="0"/>
                </a:cubicBezTo>
                <a:cubicBezTo>
                  <a:pt x="14212" y="0"/>
                  <a:pt x="1640" y="14921"/>
                  <a:pt x="1640" y="25827"/>
                </a:cubicBezTo>
                <a:close/>
                <a:moveTo>
                  <a:pt x="117518" y="6378"/>
                </a:moveTo>
                <a:cubicBezTo>
                  <a:pt x="120615" y="6378"/>
                  <a:pt x="123531" y="7473"/>
                  <a:pt x="125717" y="9477"/>
                </a:cubicBezTo>
                <a:cubicBezTo>
                  <a:pt x="131366" y="14215"/>
                  <a:pt x="136284" y="28065"/>
                  <a:pt x="136284" y="52483"/>
                </a:cubicBezTo>
                <a:cubicBezTo>
                  <a:pt x="136284" y="69249"/>
                  <a:pt x="135736" y="80731"/>
                  <a:pt x="133187" y="90025"/>
                </a:cubicBezTo>
                <a:cubicBezTo>
                  <a:pt x="129178" y="104968"/>
                  <a:pt x="120251" y="106608"/>
                  <a:pt x="116970" y="106608"/>
                </a:cubicBezTo>
                <a:cubicBezTo>
                  <a:pt x="100026" y="106608"/>
                  <a:pt x="98205" y="75446"/>
                  <a:pt x="98205" y="59591"/>
                </a:cubicBezTo>
                <a:cubicBezTo>
                  <a:pt x="98205" y="14762"/>
                  <a:pt x="109320" y="6378"/>
                  <a:pt x="117518" y="6378"/>
                </a:cubicBezTo>
                <a:moveTo>
                  <a:pt x="116790" y="112983"/>
                </a:moveTo>
                <a:cubicBezTo>
                  <a:pt x="130818" y="112983"/>
                  <a:pt x="152136" y="98771"/>
                  <a:pt x="152136" y="55947"/>
                </a:cubicBezTo>
                <a:cubicBezTo>
                  <a:pt x="152136" y="37904"/>
                  <a:pt x="147763" y="22416"/>
                  <a:pt x="139745" y="11846"/>
                </a:cubicBezTo>
                <a:cubicBezTo>
                  <a:pt x="135008" y="5468"/>
                  <a:pt x="127357" y="0"/>
                  <a:pt x="117518" y="0"/>
                </a:cubicBezTo>
                <a:cubicBezTo>
                  <a:pt x="99481" y="0"/>
                  <a:pt x="82353" y="21504"/>
                  <a:pt x="82353" y="57587"/>
                </a:cubicBezTo>
                <a:cubicBezTo>
                  <a:pt x="82353" y="77087"/>
                  <a:pt x="88366" y="95310"/>
                  <a:pt x="98388" y="105332"/>
                </a:cubicBezTo>
                <a:cubicBezTo>
                  <a:pt x="103490" y="110434"/>
                  <a:pt x="109684" y="112983"/>
                  <a:pt x="116790" y="112983"/>
                </a:cubicBezTo>
                <a:close/>
                <a:moveTo>
                  <a:pt x="202239" y="6378"/>
                </a:moveTo>
                <a:cubicBezTo>
                  <a:pt x="205336" y="6378"/>
                  <a:pt x="208253" y="7473"/>
                  <a:pt x="210438" y="9477"/>
                </a:cubicBezTo>
                <a:cubicBezTo>
                  <a:pt x="216087" y="14215"/>
                  <a:pt x="221005" y="28065"/>
                  <a:pt x="221005" y="52483"/>
                </a:cubicBezTo>
                <a:cubicBezTo>
                  <a:pt x="221005" y="69249"/>
                  <a:pt x="220457" y="80731"/>
                  <a:pt x="217908" y="90025"/>
                </a:cubicBezTo>
                <a:cubicBezTo>
                  <a:pt x="213899" y="104968"/>
                  <a:pt x="204972" y="106608"/>
                  <a:pt x="201692" y="106608"/>
                </a:cubicBezTo>
                <a:cubicBezTo>
                  <a:pt x="184747" y="106608"/>
                  <a:pt x="182926" y="75446"/>
                  <a:pt x="182926" y="59591"/>
                </a:cubicBezTo>
                <a:cubicBezTo>
                  <a:pt x="182926" y="14762"/>
                  <a:pt x="194041" y="6378"/>
                  <a:pt x="202239" y="6378"/>
                </a:cubicBezTo>
                <a:moveTo>
                  <a:pt x="201511" y="112983"/>
                </a:moveTo>
                <a:cubicBezTo>
                  <a:pt x="215539" y="112983"/>
                  <a:pt x="236857" y="98771"/>
                  <a:pt x="236857" y="55947"/>
                </a:cubicBezTo>
                <a:cubicBezTo>
                  <a:pt x="236857" y="37904"/>
                  <a:pt x="232484" y="22416"/>
                  <a:pt x="224466" y="11846"/>
                </a:cubicBezTo>
                <a:cubicBezTo>
                  <a:pt x="219729" y="5468"/>
                  <a:pt x="212078" y="0"/>
                  <a:pt x="202239" y="0"/>
                </a:cubicBezTo>
                <a:cubicBezTo>
                  <a:pt x="184202" y="0"/>
                  <a:pt x="167074" y="21504"/>
                  <a:pt x="167074" y="57587"/>
                </a:cubicBezTo>
                <a:cubicBezTo>
                  <a:pt x="167074" y="77087"/>
                  <a:pt x="173087" y="95310"/>
                  <a:pt x="183109" y="105332"/>
                </a:cubicBezTo>
                <a:cubicBezTo>
                  <a:pt x="188211" y="110434"/>
                  <a:pt x="194405" y="112983"/>
                  <a:pt x="201511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400">
            <a:extLst xmlns:a="http://schemas.openxmlformats.org/drawingml/2006/main">
              <a:ext uri="{FF2B5EF4-FFF2-40B4-BE49-F238E27FC236}">
                <a16:creationId xmlns:a16="http://schemas.microsoft.com/office/drawing/2014/main" id="{552982D1-9EF6-49F0-A618-1EF4108F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937" y="2777443"/>
            <a:ext cx="241227" cy="112983"/>
          </a:xfrm>
          <a:custGeom xmlns:a="http://schemas.openxmlformats.org/drawingml/2006/main">
            <a:pathLst>
              <a:path w="241227" h="112983">
                <a:moveTo>
                  <a:pt x="44273" y="18791"/>
                </a:moveTo>
                <a:lnTo>
                  <a:pt x="44273" y="71326"/>
                </a:lnTo>
                <a:lnTo>
                  <a:pt x="9472" y="71326"/>
                </a:lnTo>
                <a:cubicBezTo>
                  <a:pt x="18766" y="56369"/>
                  <a:pt x="31701" y="35938"/>
                  <a:pt x="44273" y="18791"/>
                </a:cubicBezTo>
                <a:moveTo>
                  <a:pt x="73242" y="71326"/>
                </a:moveTo>
                <a:lnTo>
                  <a:pt x="58121" y="71326"/>
                </a:lnTo>
                <a:lnTo>
                  <a:pt x="58121" y="18060"/>
                </a:lnTo>
                <a:cubicBezTo>
                  <a:pt x="58121" y="8941"/>
                  <a:pt x="58121" y="1827"/>
                  <a:pt x="58485" y="367"/>
                </a:cubicBezTo>
                <a:lnTo>
                  <a:pt x="58121" y="0"/>
                </a:lnTo>
                <a:lnTo>
                  <a:pt x="52288" y="0"/>
                </a:lnTo>
                <a:cubicBezTo>
                  <a:pt x="51015" y="0"/>
                  <a:pt x="50103" y="1095"/>
                  <a:pt x="49375" y="2007"/>
                </a:cubicBezTo>
                <a:cubicBezTo>
                  <a:pt x="37896" y="16055"/>
                  <a:pt x="16761" y="46152"/>
                  <a:pt x="0" y="72238"/>
                </a:cubicBezTo>
                <a:cubicBezTo>
                  <a:pt x="545" y="74971"/>
                  <a:pt x="1637" y="79889"/>
                  <a:pt x="7103" y="79889"/>
                </a:cubicBezTo>
                <a:lnTo>
                  <a:pt x="44273" y="79889"/>
                </a:lnTo>
                <a:lnTo>
                  <a:pt x="44273" y="96631"/>
                </a:lnTo>
                <a:cubicBezTo>
                  <a:pt x="44273" y="105002"/>
                  <a:pt x="37348" y="105002"/>
                  <a:pt x="29514" y="105549"/>
                </a:cubicBezTo>
                <a:cubicBezTo>
                  <a:pt x="28421" y="106642"/>
                  <a:pt x="28421" y="110467"/>
                  <a:pt x="29514" y="111560"/>
                </a:cubicBezTo>
                <a:cubicBezTo>
                  <a:pt x="35346" y="111379"/>
                  <a:pt x="42633" y="111196"/>
                  <a:pt x="51015" y="111196"/>
                </a:cubicBezTo>
                <a:cubicBezTo>
                  <a:pt x="58121" y="111196"/>
                  <a:pt x="65043" y="111379"/>
                  <a:pt x="70873" y="111560"/>
                </a:cubicBezTo>
                <a:cubicBezTo>
                  <a:pt x="71966" y="110467"/>
                  <a:pt x="71966" y="106642"/>
                  <a:pt x="70873" y="105549"/>
                </a:cubicBezTo>
                <a:cubicBezTo>
                  <a:pt x="61946" y="104821"/>
                  <a:pt x="58121" y="105185"/>
                  <a:pt x="58121" y="96631"/>
                </a:cubicBezTo>
                <a:lnTo>
                  <a:pt x="58121" y="79889"/>
                </a:lnTo>
                <a:lnTo>
                  <a:pt x="70692" y="79889"/>
                </a:lnTo>
                <a:cubicBezTo>
                  <a:pt x="73242" y="79889"/>
                  <a:pt x="75975" y="76428"/>
                  <a:pt x="75975" y="74243"/>
                </a:cubicBezTo>
                <a:cubicBezTo>
                  <a:pt x="75975" y="72422"/>
                  <a:pt x="75246" y="71326"/>
                  <a:pt x="73242" y="71326"/>
                </a:cubicBezTo>
                <a:close/>
                <a:moveTo>
                  <a:pt x="121888" y="6378"/>
                </a:moveTo>
                <a:cubicBezTo>
                  <a:pt x="124985" y="6378"/>
                  <a:pt x="127902" y="7473"/>
                  <a:pt x="130087" y="9477"/>
                </a:cubicBezTo>
                <a:cubicBezTo>
                  <a:pt x="135736" y="14215"/>
                  <a:pt x="140654" y="28065"/>
                  <a:pt x="140654" y="52483"/>
                </a:cubicBezTo>
                <a:cubicBezTo>
                  <a:pt x="140654" y="69249"/>
                  <a:pt x="140106" y="80731"/>
                  <a:pt x="137557" y="90025"/>
                </a:cubicBezTo>
                <a:cubicBezTo>
                  <a:pt x="133548" y="104968"/>
                  <a:pt x="124621" y="106608"/>
                  <a:pt x="121341" y="106608"/>
                </a:cubicBezTo>
                <a:cubicBezTo>
                  <a:pt x="104396" y="106608"/>
                  <a:pt x="102575" y="75446"/>
                  <a:pt x="102575" y="59591"/>
                </a:cubicBezTo>
                <a:cubicBezTo>
                  <a:pt x="102575" y="14762"/>
                  <a:pt x="113690" y="6378"/>
                  <a:pt x="121888" y="6378"/>
                </a:cubicBezTo>
                <a:moveTo>
                  <a:pt x="121160" y="112983"/>
                </a:moveTo>
                <a:cubicBezTo>
                  <a:pt x="135188" y="112983"/>
                  <a:pt x="156506" y="98771"/>
                  <a:pt x="156506" y="55947"/>
                </a:cubicBezTo>
                <a:cubicBezTo>
                  <a:pt x="156506" y="37904"/>
                  <a:pt x="152133" y="22416"/>
                  <a:pt x="144115" y="11846"/>
                </a:cubicBezTo>
                <a:cubicBezTo>
                  <a:pt x="139378" y="5468"/>
                  <a:pt x="131727" y="0"/>
                  <a:pt x="121888" y="0"/>
                </a:cubicBezTo>
                <a:cubicBezTo>
                  <a:pt x="103851" y="0"/>
                  <a:pt x="86723" y="21504"/>
                  <a:pt x="86723" y="57587"/>
                </a:cubicBezTo>
                <a:cubicBezTo>
                  <a:pt x="86723" y="77087"/>
                  <a:pt x="92736" y="95310"/>
                  <a:pt x="102758" y="105332"/>
                </a:cubicBezTo>
                <a:cubicBezTo>
                  <a:pt x="107860" y="110434"/>
                  <a:pt x="114054" y="112983"/>
                  <a:pt x="121160" y="112983"/>
                </a:cubicBezTo>
                <a:close/>
                <a:moveTo>
                  <a:pt x="206610" y="6378"/>
                </a:moveTo>
                <a:cubicBezTo>
                  <a:pt x="209707" y="6378"/>
                  <a:pt x="212623" y="7473"/>
                  <a:pt x="214808" y="9477"/>
                </a:cubicBezTo>
                <a:cubicBezTo>
                  <a:pt x="220457" y="14215"/>
                  <a:pt x="225375" y="28065"/>
                  <a:pt x="225375" y="52483"/>
                </a:cubicBezTo>
                <a:cubicBezTo>
                  <a:pt x="225375" y="69249"/>
                  <a:pt x="224827" y="80731"/>
                  <a:pt x="222278" y="90025"/>
                </a:cubicBezTo>
                <a:cubicBezTo>
                  <a:pt x="218269" y="104968"/>
                  <a:pt x="209342" y="106608"/>
                  <a:pt x="206062" y="106608"/>
                </a:cubicBezTo>
                <a:cubicBezTo>
                  <a:pt x="189117" y="106608"/>
                  <a:pt x="187296" y="75446"/>
                  <a:pt x="187296" y="59591"/>
                </a:cubicBezTo>
                <a:cubicBezTo>
                  <a:pt x="187296" y="14762"/>
                  <a:pt x="198411" y="6378"/>
                  <a:pt x="206610" y="6378"/>
                </a:cubicBezTo>
                <a:moveTo>
                  <a:pt x="205881" y="112983"/>
                </a:moveTo>
                <a:cubicBezTo>
                  <a:pt x="219909" y="112983"/>
                  <a:pt x="241227" y="98771"/>
                  <a:pt x="241227" y="55947"/>
                </a:cubicBezTo>
                <a:cubicBezTo>
                  <a:pt x="241227" y="37904"/>
                  <a:pt x="236854" y="22416"/>
                  <a:pt x="228836" y="11846"/>
                </a:cubicBezTo>
                <a:cubicBezTo>
                  <a:pt x="224099" y="5468"/>
                  <a:pt x="216448" y="0"/>
                  <a:pt x="206610" y="0"/>
                </a:cubicBezTo>
                <a:cubicBezTo>
                  <a:pt x="188572" y="0"/>
                  <a:pt x="171444" y="21504"/>
                  <a:pt x="171444" y="57587"/>
                </a:cubicBezTo>
                <a:cubicBezTo>
                  <a:pt x="171444" y="77087"/>
                  <a:pt x="177457" y="95310"/>
                  <a:pt x="187480" y="105332"/>
                </a:cubicBezTo>
                <a:cubicBezTo>
                  <a:pt x="192581" y="110434"/>
                  <a:pt x="198775" y="112983"/>
                  <a:pt x="205881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600">
            <a:extLst xmlns:a="http://schemas.openxmlformats.org/drawingml/2006/main">
              <a:ext uri="{FF2B5EF4-FFF2-40B4-BE49-F238E27FC236}">
                <a16:creationId xmlns:a16="http://schemas.microsoft.com/office/drawing/2014/main" id="{35EAC954-5BDE-4B23-8496-3D1901CA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47" y="2777265"/>
            <a:ext cx="238314" cy="113339"/>
          </a:xfrm>
          <a:custGeom xmlns:a="http://schemas.openxmlformats.org/drawingml/2006/main">
            <a:pathLst>
              <a:path w="238314" h="113339">
                <a:moveTo>
                  <a:pt x="16581" y="55405"/>
                </a:moveTo>
                <a:cubicBezTo>
                  <a:pt x="22594" y="51398"/>
                  <a:pt x="28604" y="51215"/>
                  <a:pt x="31701" y="51215"/>
                </a:cubicBezTo>
                <a:cubicBezTo>
                  <a:pt x="49558" y="51215"/>
                  <a:pt x="53567" y="68705"/>
                  <a:pt x="53567" y="77815"/>
                </a:cubicBezTo>
                <a:cubicBezTo>
                  <a:pt x="53567" y="97854"/>
                  <a:pt x="45913" y="106964"/>
                  <a:pt x="36986" y="106964"/>
                </a:cubicBezTo>
                <a:cubicBezTo>
                  <a:pt x="25507" y="106964"/>
                  <a:pt x="15124" y="100770"/>
                  <a:pt x="15124" y="69616"/>
                </a:cubicBezTo>
                <a:cubicBezTo>
                  <a:pt x="15124" y="65427"/>
                  <a:pt x="15488" y="60690"/>
                  <a:pt x="16581" y="55405"/>
                </a:cubicBezTo>
                <a:moveTo>
                  <a:pt x="18221" y="48846"/>
                </a:moveTo>
                <a:cubicBezTo>
                  <a:pt x="23139" y="32263"/>
                  <a:pt x="34798" y="13853"/>
                  <a:pt x="59033" y="4737"/>
                </a:cubicBezTo>
                <a:cubicBezTo>
                  <a:pt x="59033" y="2552"/>
                  <a:pt x="58304" y="912"/>
                  <a:pt x="56845" y="0"/>
                </a:cubicBezTo>
                <a:cubicBezTo>
                  <a:pt x="38443" y="5468"/>
                  <a:pt x="27148" y="13122"/>
                  <a:pt x="16945" y="24971"/>
                </a:cubicBezTo>
                <a:cubicBezTo>
                  <a:pt x="5649" y="38096"/>
                  <a:pt x="0" y="54676"/>
                  <a:pt x="0" y="69069"/>
                </a:cubicBezTo>
                <a:cubicBezTo>
                  <a:pt x="0" y="106052"/>
                  <a:pt x="20954" y="113339"/>
                  <a:pt x="34982" y="113339"/>
                </a:cubicBezTo>
                <a:cubicBezTo>
                  <a:pt x="58849" y="113339"/>
                  <a:pt x="68688" y="90203"/>
                  <a:pt x="68688" y="74534"/>
                </a:cubicBezTo>
                <a:cubicBezTo>
                  <a:pt x="68688" y="58866"/>
                  <a:pt x="60309" y="44837"/>
                  <a:pt x="35530" y="44837"/>
                </a:cubicBezTo>
                <a:cubicBezTo>
                  <a:pt x="30792" y="44837"/>
                  <a:pt x="23686" y="46297"/>
                  <a:pt x="18221" y="48846"/>
                </a:cubicBezTo>
                <a:close/>
                <a:moveTo>
                  <a:pt x="118975" y="6555"/>
                </a:moveTo>
                <a:cubicBezTo>
                  <a:pt x="122072" y="6555"/>
                  <a:pt x="124988" y="7651"/>
                  <a:pt x="127173" y="9655"/>
                </a:cubicBezTo>
                <a:cubicBezTo>
                  <a:pt x="132823" y="14393"/>
                  <a:pt x="137741" y="28243"/>
                  <a:pt x="137741" y="52661"/>
                </a:cubicBezTo>
                <a:cubicBezTo>
                  <a:pt x="137741" y="69427"/>
                  <a:pt x="137193" y="80909"/>
                  <a:pt x="134644" y="90203"/>
                </a:cubicBezTo>
                <a:cubicBezTo>
                  <a:pt x="130635" y="105146"/>
                  <a:pt x="121708" y="106786"/>
                  <a:pt x="118427" y="106786"/>
                </a:cubicBezTo>
                <a:cubicBezTo>
                  <a:pt x="101483" y="106786"/>
                  <a:pt x="99662" y="75624"/>
                  <a:pt x="99662" y="59769"/>
                </a:cubicBezTo>
                <a:cubicBezTo>
                  <a:pt x="99662" y="14940"/>
                  <a:pt x="110776" y="6555"/>
                  <a:pt x="118975" y="6555"/>
                </a:cubicBezTo>
                <a:moveTo>
                  <a:pt x="118247" y="113161"/>
                </a:moveTo>
                <a:cubicBezTo>
                  <a:pt x="132275" y="113161"/>
                  <a:pt x="153593" y="98949"/>
                  <a:pt x="153593" y="56125"/>
                </a:cubicBezTo>
                <a:cubicBezTo>
                  <a:pt x="153593" y="38082"/>
                  <a:pt x="149220" y="22594"/>
                  <a:pt x="141202" y="12024"/>
                </a:cubicBezTo>
                <a:cubicBezTo>
                  <a:pt x="136465" y="5646"/>
                  <a:pt x="128814" y="178"/>
                  <a:pt x="118975" y="178"/>
                </a:cubicBezTo>
                <a:cubicBezTo>
                  <a:pt x="100938" y="178"/>
                  <a:pt x="83810" y="21682"/>
                  <a:pt x="83810" y="57765"/>
                </a:cubicBezTo>
                <a:cubicBezTo>
                  <a:pt x="83810" y="77264"/>
                  <a:pt x="89823" y="95488"/>
                  <a:pt x="99845" y="105510"/>
                </a:cubicBezTo>
                <a:cubicBezTo>
                  <a:pt x="104947" y="110612"/>
                  <a:pt x="111141" y="113161"/>
                  <a:pt x="118247" y="113161"/>
                </a:cubicBezTo>
                <a:close/>
                <a:moveTo>
                  <a:pt x="203696" y="6555"/>
                </a:moveTo>
                <a:cubicBezTo>
                  <a:pt x="206793" y="6555"/>
                  <a:pt x="209710" y="7651"/>
                  <a:pt x="211895" y="9655"/>
                </a:cubicBezTo>
                <a:cubicBezTo>
                  <a:pt x="217544" y="14393"/>
                  <a:pt x="222462" y="28243"/>
                  <a:pt x="222462" y="52661"/>
                </a:cubicBezTo>
                <a:cubicBezTo>
                  <a:pt x="222462" y="69427"/>
                  <a:pt x="221914" y="80909"/>
                  <a:pt x="219365" y="90203"/>
                </a:cubicBezTo>
                <a:cubicBezTo>
                  <a:pt x="215356" y="105146"/>
                  <a:pt x="206429" y="106786"/>
                  <a:pt x="203149" y="106786"/>
                </a:cubicBezTo>
                <a:cubicBezTo>
                  <a:pt x="186204" y="106786"/>
                  <a:pt x="184383" y="75624"/>
                  <a:pt x="184383" y="59769"/>
                </a:cubicBezTo>
                <a:cubicBezTo>
                  <a:pt x="184383" y="14940"/>
                  <a:pt x="195498" y="6555"/>
                  <a:pt x="203696" y="6555"/>
                </a:cubicBezTo>
                <a:moveTo>
                  <a:pt x="202968" y="113161"/>
                </a:moveTo>
                <a:cubicBezTo>
                  <a:pt x="216996" y="113161"/>
                  <a:pt x="238314" y="98949"/>
                  <a:pt x="238314" y="56125"/>
                </a:cubicBezTo>
                <a:cubicBezTo>
                  <a:pt x="238314" y="38082"/>
                  <a:pt x="233941" y="22594"/>
                  <a:pt x="225923" y="12024"/>
                </a:cubicBezTo>
                <a:cubicBezTo>
                  <a:pt x="221186" y="5646"/>
                  <a:pt x="213535" y="178"/>
                  <a:pt x="203696" y="178"/>
                </a:cubicBezTo>
                <a:cubicBezTo>
                  <a:pt x="185659" y="178"/>
                  <a:pt x="168531" y="21682"/>
                  <a:pt x="168531" y="57765"/>
                </a:cubicBezTo>
                <a:cubicBezTo>
                  <a:pt x="168531" y="77264"/>
                  <a:pt x="174544" y="95488"/>
                  <a:pt x="184566" y="105510"/>
                </a:cubicBezTo>
                <a:cubicBezTo>
                  <a:pt x="189668" y="110612"/>
                  <a:pt x="195862" y="113161"/>
                  <a:pt x="202968" y="1131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800">
            <a:extLst xmlns:a="http://schemas.openxmlformats.org/drawingml/2006/main">
              <a:ext uri="{FF2B5EF4-FFF2-40B4-BE49-F238E27FC236}">
                <a16:creationId xmlns:a16="http://schemas.microsoft.com/office/drawing/2014/main" id="{A3643329-EE7A-4B1F-80CB-F5C1E3E0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008" y="2777443"/>
            <a:ext cx="237950" cy="112983"/>
          </a:xfrm>
          <a:custGeom xmlns:a="http://schemas.openxmlformats.org/drawingml/2006/main">
            <a:pathLst>
              <a:path w="237950" h="112983">
                <a:moveTo>
                  <a:pt x="34254" y="6378"/>
                </a:moveTo>
                <a:cubicBezTo>
                  <a:pt x="46097" y="6378"/>
                  <a:pt x="50470" y="14215"/>
                  <a:pt x="50470" y="22597"/>
                </a:cubicBezTo>
                <a:cubicBezTo>
                  <a:pt x="50470" y="32438"/>
                  <a:pt x="40812" y="40639"/>
                  <a:pt x="35894" y="44284"/>
                </a:cubicBezTo>
                <a:lnTo>
                  <a:pt x="30245" y="40820"/>
                </a:lnTo>
                <a:cubicBezTo>
                  <a:pt x="18766" y="33350"/>
                  <a:pt x="17492" y="27337"/>
                  <a:pt x="17492" y="21688"/>
                </a:cubicBezTo>
                <a:cubicBezTo>
                  <a:pt x="17492" y="13303"/>
                  <a:pt x="23322" y="6378"/>
                  <a:pt x="34254" y="6378"/>
                </a:cubicBezTo>
                <a:moveTo>
                  <a:pt x="63222" y="22780"/>
                </a:moveTo>
                <a:cubicBezTo>
                  <a:pt x="63222" y="9658"/>
                  <a:pt x="53019" y="0"/>
                  <a:pt x="35165" y="0"/>
                </a:cubicBezTo>
                <a:cubicBezTo>
                  <a:pt x="16581" y="0"/>
                  <a:pt x="4557" y="11118"/>
                  <a:pt x="4557" y="25149"/>
                </a:cubicBezTo>
                <a:cubicBezTo>
                  <a:pt x="4557" y="35355"/>
                  <a:pt x="9475" y="42825"/>
                  <a:pt x="20589" y="49750"/>
                </a:cubicBezTo>
                <a:lnTo>
                  <a:pt x="25327" y="52666"/>
                </a:lnTo>
                <a:cubicBezTo>
                  <a:pt x="20042" y="55399"/>
                  <a:pt x="15124" y="58680"/>
                  <a:pt x="10567" y="62688"/>
                </a:cubicBezTo>
                <a:cubicBezTo>
                  <a:pt x="3097" y="69249"/>
                  <a:pt x="0" y="77451"/>
                  <a:pt x="0" y="84557"/>
                </a:cubicBezTo>
                <a:cubicBezTo>
                  <a:pt x="0" y="103144"/>
                  <a:pt x="13119" y="112983"/>
                  <a:pt x="32433" y="112983"/>
                </a:cubicBezTo>
                <a:cubicBezTo>
                  <a:pt x="56300" y="112983"/>
                  <a:pt x="67959" y="95491"/>
                  <a:pt x="67959" y="81640"/>
                </a:cubicBezTo>
                <a:cubicBezTo>
                  <a:pt x="67959" y="71073"/>
                  <a:pt x="63406" y="61777"/>
                  <a:pt x="53748" y="55947"/>
                </a:cubicBezTo>
                <a:lnTo>
                  <a:pt x="40812" y="48110"/>
                </a:lnTo>
                <a:cubicBezTo>
                  <a:pt x="49375" y="43920"/>
                  <a:pt x="63222" y="34443"/>
                  <a:pt x="63222" y="22780"/>
                </a:cubicBezTo>
                <a:moveTo>
                  <a:pt x="32797" y="106608"/>
                </a:moveTo>
                <a:cubicBezTo>
                  <a:pt x="24598" y="106608"/>
                  <a:pt x="12207" y="100959"/>
                  <a:pt x="12207" y="84557"/>
                </a:cubicBezTo>
                <a:cubicBezTo>
                  <a:pt x="12207" y="79091"/>
                  <a:pt x="14576" y="66333"/>
                  <a:pt x="30245" y="55947"/>
                </a:cubicBezTo>
                <a:lnTo>
                  <a:pt x="38807" y="61048"/>
                </a:lnTo>
                <a:cubicBezTo>
                  <a:pt x="50106" y="67973"/>
                  <a:pt x="54660" y="76539"/>
                  <a:pt x="54660" y="85285"/>
                </a:cubicBezTo>
                <a:cubicBezTo>
                  <a:pt x="54660" y="103509"/>
                  <a:pt x="40995" y="106608"/>
                  <a:pt x="32797" y="106608"/>
                </a:cubicBezTo>
                <a:close/>
                <a:moveTo>
                  <a:pt x="118611" y="6378"/>
                </a:moveTo>
                <a:cubicBezTo>
                  <a:pt x="121708" y="6378"/>
                  <a:pt x="124624" y="7473"/>
                  <a:pt x="126809" y="9477"/>
                </a:cubicBezTo>
                <a:cubicBezTo>
                  <a:pt x="132458" y="14215"/>
                  <a:pt x="137376" y="28065"/>
                  <a:pt x="137376" y="52483"/>
                </a:cubicBezTo>
                <a:cubicBezTo>
                  <a:pt x="137376" y="69249"/>
                  <a:pt x="136829" y="80731"/>
                  <a:pt x="134279" y="90025"/>
                </a:cubicBezTo>
                <a:cubicBezTo>
                  <a:pt x="130270" y="104968"/>
                  <a:pt x="121343" y="106608"/>
                  <a:pt x="118063" y="106608"/>
                </a:cubicBezTo>
                <a:cubicBezTo>
                  <a:pt x="101118" y="106608"/>
                  <a:pt x="99297" y="75446"/>
                  <a:pt x="99297" y="59591"/>
                </a:cubicBezTo>
                <a:cubicBezTo>
                  <a:pt x="99297" y="14762"/>
                  <a:pt x="110412" y="6378"/>
                  <a:pt x="118611" y="6378"/>
                </a:cubicBezTo>
                <a:moveTo>
                  <a:pt x="117882" y="112983"/>
                </a:moveTo>
                <a:cubicBezTo>
                  <a:pt x="131911" y="112983"/>
                  <a:pt x="153228" y="98771"/>
                  <a:pt x="153228" y="55947"/>
                </a:cubicBezTo>
                <a:cubicBezTo>
                  <a:pt x="153228" y="37904"/>
                  <a:pt x="148855" y="22416"/>
                  <a:pt x="140837" y="11846"/>
                </a:cubicBezTo>
                <a:cubicBezTo>
                  <a:pt x="136100" y="5468"/>
                  <a:pt x="128449" y="0"/>
                  <a:pt x="118611" y="0"/>
                </a:cubicBezTo>
                <a:cubicBezTo>
                  <a:pt x="100573" y="0"/>
                  <a:pt x="83445" y="21504"/>
                  <a:pt x="83445" y="57587"/>
                </a:cubicBezTo>
                <a:cubicBezTo>
                  <a:pt x="83445" y="77087"/>
                  <a:pt x="89458" y="95310"/>
                  <a:pt x="99481" y="105332"/>
                </a:cubicBezTo>
                <a:cubicBezTo>
                  <a:pt x="104582" y="110434"/>
                  <a:pt x="110776" y="112983"/>
                  <a:pt x="117882" y="112983"/>
                </a:cubicBezTo>
                <a:close/>
                <a:moveTo>
                  <a:pt x="203332" y="6378"/>
                </a:moveTo>
                <a:cubicBezTo>
                  <a:pt x="206429" y="6378"/>
                  <a:pt x="209345" y="7473"/>
                  <a:pt x="211530" y="9477"/>
                </a:cubicBezTo>
                <a:cubicBezTo>
                  <a:pt x="217180" y="14215"/>
                  <a:pt x="222098" y="28065"/>
                  <a:pt x="222098" y="52483"/>
                </a:cubicBezTo>
                <a:cubicBezTo>
                  <a:pt x="222098" y="69249"/>
                  <a:pt x="221550" y="80731"/>
                  <a:pt x="219001" y="90025"/>
                </a:cubicBezTo>
                <a:cubicBezTo>
                  <a:pt x="214992" y="104968"/>
                  <a:pt x="206065" y="106608"/>
                  <a:pt x="202784" y="106608"/>
                </a:cubicBezTo>
                <a:cubicBezTo>
                  <a:pt x="185840" y="106608"/>
                  <a:pt x="184019" y="75446"/>
                  <a:pt x="184019" y="59591"/>
                </a:cubicBezTo>
                <a:cubicBezTo>
                  <a:pt x="184019" y="14762"/>
                  <a:pt x="195133" y="6378"/>
                  <a:pt x="203332" y="6378"/>
                </a:cubicBezTo>
                <a:moveTo>
                  <a:pt x="202604" y="112983"/>
                </a:moveTo>
                <a:cubicBezTo>
                  <a:pt x="216632" y="112983"/>
                  <a:pt x="237950" y="98771"/>
                  <a:pt x="237950" y="55947"/>
                </a:cubicBezTo>
                <a:cubicBezTo>
                  <a:pt x="237950" y="37904"/>
                  <a:pt x="233577" y="22416"/>
                  <a:pt x="225559" y="11846"/>
                </a:cubicBezTo>
                <a:cubicBezTo>
                  <a:pt x="220822" y="5468"/>
                  <a:pt x="213171" y="0"/>
                  <a:pt x="203332" y="0"/>
                </a:cubicBezTo>
                <a:cubicBezTo>
                  <a:pt x="185295" y="0"/>
                  <a:pt x="168167" y="21504"/>
                  <a:pt x="168167" y="57587"/>
                </a:cubicBezTo>
                <a:cubicBezTo>
                  <a:pt x="168167" y="77087"/>
                  <a:pt x="174180" y="95310"/>
                  <a:pt x="184202" y="105332"/>
                </a:cubicBezTo>
                <a:cubicBezTo>
                  <a:pt x="189304" y="110434"/>
                  <a:pt x="195498" y="112983"/>
                  <a:pt x="202604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1000">
            <a:extLst xmlns:a="http://schemas.openxmlformats.org/drawingml/2006/main">
              <a:ext uri="{FF2B5EF4-FFF2-40B4-BE49-F238E27FC236}">
                <a16:creationId xmlns:a16="http://schemas.microsoft.com/office/drawing/2014/main" id="{E4B88A67-456F-4767-8187-D4768CEA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89" y="2777443"/>
            <a:ext cx="314836" cy="112983"/>
          </a:xfrm>
          <a:custGeom xmlns:a="http://schemas.openxmlformats.org/drawingml/2006/main">
            <a:pathLst>
              <a:path w="314836" h="112983">
                <a:moveTo>
                  <a:pt x="36258" y="88958"/>
                </a:moveTo>
                <a:lnTo>
                  <a:pt x="36258" y="25696"/>
                </a:lnTo>
                <a:cubicBezTo>
                  <a:pt x="36258" y="14760"/>
                  <a:pt x="36439" y="3639"/>
                  <a:pt x="36806" y="1268"/>
                </a:cubicBezTo>
                <a:cubicBezTo>
                  <a:pt x="36806" y="356"/>
                  <a:pt x="36439" y="356"/>
                  <a:pt x="35710" y="356"/>
                </a:cubicBezTo>
                <a:cubicBezTo>
                  <a:pt x="25691" y="6555"/>
                  <a:pt x="16033" y="11112"/>
                  <a:pt x="0" y="18588"/>
                </a:cubicBezTo>
                <a:cubicBezTo>
                  <a:pt x="364" y="20592"/>
                  <a:pt x="1093" y="22416"/>
                  <a:pt x="2733" y="23511"/>
                </a:cubicBezTo>
                <a:cubicBezTo>
                  <a:pt x="11115" y="20047"/>
                  <a:pt x="15124" y="18952"/>
                  <a:pt x="18585" y="18952"/>
                </a:cubicBezTo>
                <a:cubicBezTo>
                  <a:pt x="21682" y="18952"/>
                  <a:pt x="22230" y="23328"/>
                  <a:pt x="22230" y="29527"/>
                </a:cubicBezTo>
                <a:lnTo>
                  <a:pt x="22230" y="88958"/>
                </a:lnTo>
                <a:cubicBezTo>
                  <a:pt x="22230" y="104090"/>
                  <a:pt x="17309" y="105002"/>
                  <a:pt x="4557" y="105549"/>
                </a:cubicBezTo>
                <a:cubicBezTo>
                  <a:pt x="3461" y="106642"/>
                  <a:pt x="3461" y="110467"/>
                  <a:pt x="4557" y="111560"/>
                </a:cubicBezTo>
                <a:cubicBezTo>
                  <a:pt x="13483" y="111379"/>
                  <a:pt x="20042" y="111196"/>
                  <a:pt x="29880" y="111196"/>
                </a:cubicBezTo>
                <a:cubicBezTo>
                  <a:pt x="38627" y="111196"/>
                  <a:pt x="43000" y="111379"/>
                  <a:pt x="52110" y="111560"/>
                </a:cubicBezTo>
                <a:cubicBezTo>
                  <a:pt x="53203" y="110467"/>
                  <a:pt x="53203" y="106642"/>
                  <a:pt x="52110" y="105549"/>
                </a:cubicBezTo>
                <a:cubicBezTo>
                  <a:pt x="39355" y="105002"/>
                  <a:pt x="36258" y="104090"/>
                  <a:pt x="36258" y="88958"/>
                </a:cubicBezTo>
                <a:close/>
                <a:moveTo>
                  <a:pt x="110776" y="6378"/>
                </a:moveTo>
                <a:cubicBezTo>
                  <a:pt x="113873" y="6378"/>
                  <a:pt x="116790" y="7473"/>
                  <a:pt x="118975" y="9477"/>
                </a:cubicBezTo>
                <a:cubicBezTo>
                  <a:pt x="124624" y="14215"/>
                  <a:pt x="129542" y="28065"/>
                  <a:pt x="129542" y="52483"/>
                </a:cubicBezTo>
                <a:cubicBezTo>
                  <a:pt x="129542" y="69249"/>
                  <a:pt x="128994" y="80731"/>
                  <a:pt x="126445" y="90025"/>
                </a:cubicBezTo>
                <a:cubicBezTo>
                  <a:pt x="122436" y="104968"/>
                  <a:pt x="113509" y="106608"/>
                  <a:pt x="110229" y="106608"/>
                </a:cubicBezTo>
                <a:cubicBezTo>
                  <a:pt x="93284" y="106608"/>
                  <a:pt x="91463" y="75446"/>
                  <a:pt x="91463" y="59591"/>
                </a:cubicBezTo>
                <a:cubicBezTo>
                  <a:pt x="91463" y="14762"/>
                  <a:pt x="102578" y="6378"/>
                  <a:pt x="110776" y="6378"/>
                </a:cubicBezTo>
                <a:moveTo>
                  <a:pt x="110048" y="112983"/>
                </a:moveTo>
                <a:cubicBezTo>
                  <a:pt x="124076" y="112983"/>
                  <a:pt x="145394" y="98771"/>
                  <a:pt x="145394" y="55947"/>
                </a:cubicBezTo>
                <a:cubicBezTo>
                  <a:pt x="145394" y="37904"/>
                  <a:pt x="141021" y="22416"/>
                  <a:pt x="133003" y="11846"/>
                </a:cubicBezTo>
                <a:cubicBezTo>
                  <a:pt x="128266" y="5468"/>
                  <a:pt x="120615" y="0"/>
                  <a:pt x="110776" y="0"/>
                </a:cubicBezTo>
                <a:cubicBezTo>
                  <a:pt x="92739" y="0"/>
                  <a:pt x="75611" y="21504"/>
                  <a:pt x="75611" y="57587"/>
                </a:cubicBezTo>
                <a:cubicBezTo>
                  <a:pt x="75611" y="77087"/>
                  <a:pt x="81624" y="95310"/>
                  <a:pt x="91646" y="105332"/>
                </a:cubicBezTo>
                <a:cubicBezTo>
                  <a:pt x="96748" y="110434"/>
                  <a:pt x="102942" y="112983"/>
                  <a:pt x="110048" y="112983"/>
                </a:cubicBezTo>
                <a:close/>
                <a:moveTo>
                  <a:pt x="195497" y="6378"/>
                </a:moveTo>
                <a:cubicBezTo>
                  <a:pt x="198594" y="6378"/>
                  <a:pt x="201511" y="7473"/>
                  <a:pt x="203696" y="9477"/>
                </a:cubicBezTo>
                <a:cubicBezTo>
                  <a:pt x="209345" y="14215"/>
                  <a:pt x="214263" y="28065"/>
                  <a:pt x="214263" y="52483"/>
                </a:cubicBezTo>
                <a:cubicBezTo>
                  <a:pt x="214263" y="69249"/>
                  <a:pt x="213715" y="80731"/>
                  <a:pt x="211166" y="90025"/>
                </a:cubicBezTo>
                <a:cubicBezTo>
                  <a:pt x="207157" y="104968"/>
                  <a:pt x="198230" y="106608"/>
                  <a:pt x="194950" y="106608"/>
                </a:cubicBezTo>
                <a:cubicBezTo>
                  <a:pt x="178005" y="106608"/>
                  <a:pt x="176184" y="75446"/>
                  <a:pt x="176184" y="59591"/>
                </a:cubicBezTo>
                <a:cubicBezTo>
                  <a:pt x="176184" y="14762"/>
                  <a:pt x="187299" y="6378"/>
                  <a:pt x="195497" y="6378"/>
                </a:cubicBezTo>
                <a:moveTo>
                  <a:pt x="194769" y="112983"/>
                </a:moveTo>
                <a:cubicBezTo>
                  <a:pt x="208797" y="112983"/>
                  <a:pt x="230115" y="98771"/>
                  <a:pt x="230115" y="55947"/>
                </a:cubicBezTo>
                <a:cubicBezTo>
                  <a:pt x="230115" y="37904"/>
                  <a:pt x="225742" y="22416"/>
                  <a:pt x="217724" y="11846"/>
                </a:cubicBezTo>
                <a:cubicBezTo>
                  <a:pt x="212987" y="5468"/>
                  <a:pt x="205336" y="0"/>
                  <a:pt x="195497" y="0"/>
                </a:cubicBezTo>
                <a:cubicBezTo>
                  <a:pt x="177460" y="0"/>
                  <a:pt x="160332" y="21504"/>
                  <a:pt x="160332" y="57587"/>
                </a:cubicBezTo>
                <a:cubicBezTo>
                  <a:pt x="160332" y="77087"/>
                  <a:pt x="166345" y="95310"/>
                  <a:pt x="176368" y="105332"/>
                </a:cubicBezTo>
                <a:cubicBezTo>
                  <a:pt x="181469" y="110434"/>
                  <a:pt x="187663" y="112983"/>
                  <a:pt x="194769" y="112983"/>
                </a:cubicBezTo>
                <a:close/>
                <a:moveTo>
                  <a:pt x="280219" y="6378"/>
                </a:moveTo>
                <a:cubicBezTo>
                  <a:pt x="283316" y="6378"/>
                  <a:pt x="286232" y="7473"/>
                  <a:pt x="288417" y="9477"/>
                </a:cubicBezTo>
                <a:cubicBezTo>
                  <a:pt x="294066" y="14215"/>
                  <a:pt x="298984" y="28065"/>
                  <a:pt x="298984" y="52483"/>
                </a:cubicBezTo>
                <a:cubicBezTo>
                  <a:pt x="298984" y="69249"/>
                  <a:pt x="298437" y="80731"/>
                  <a:pt x="295887" y="90025"/>
                </a:cubicBezTo>
                <a:cubicBezTo>
                  <a:pt x="291878" y="104968"/>
                  <a:pt x="282951" y="106608"/>
                  <a:pt x="279671" y="106608"/>
                </a:cubicBezTo>
                <a:cubicBezTo>
                  <a:pt x="262726" y="106608"/>
                  <a:pt x="260905" y="75446"/>
                  <a:pt x="260905" y="59591"/>
                </a:cubicBezTo>
                <a:cubicBezTo>
                  <a:pt x="260905" y="14762"/>
                  <a:pt x="272020" y="6378"/>
                  <a:pt x="280219" y="6378"/>
                </a:cubicBezTo>
                <a:moveTo>
                  <a:pt x="279490" y="112983"/>
                </a:moveTo>
                <a:cubicBezTo>
                  <a:pt x="293519" y="112983"/>
                  <a:pt x="314836" y="98771"/>
                  <a:pt x="314836" y="55947"/>
                </a:cubicBezTo>
                <a:cubicBezTo>
                  <a:pt x="314836" y="37904"/>
                  <a:pt x="310463" y="22416"/>
                  <a:pt x="302445" y="11846"/>
                </a:cubicBezTo>
                <a:cubicBezTo>
                  <a:pt x="297708" y="5468"/>
                  <a:pt x="290057" y="0"/>
                  <a:pt x="280219" y="0"/>
                </a:cubicBezTo>
                <a:cubicBezTo>
                  <a:pt x="262181" y="0"/>
                  <a:pt x="245053" y="21504"/>
                  <a:pt x="245053" y="57587"/>
                </a:cubicBezTo>
                <a:cubicBezTo>
                  <a:pt x="245053" y="77087"/>
                  <a:pt x="251066" y="95310"/>
                  <a:pt x="261089" y="105332"/>
                </a:cubicBezTo>
                <a:cubicBezTo>
                  <a:pt x="266190" y="110434"/>
                  <a:pt x="272384" y="112983"/>
                  <a:pt x="279490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EB0F9AC9-CA4C-46D2-8616-2D918B4D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38" y="2641007"/>
            <a:ext cx="53203" cy="111204"/>
          </a:xfrm>
          <a:custGeom xmlns:a="http://schemas.openxmlformats.org/drawingml/2006/main">
            <a:pathLst>
              <a:path w="53203" h="111204">
                <a:moveTo>
                  <a:pt x="36258" y="88602"/>
                </a:moveTo>
                <a:lnTo>
                  <a:pt x="36258" y="25341"/>
                </a:lnTo>
                <a:cubicBezTo>
                  <a:pt x="36258" y="14404"/>
                  <a:pt x="36439" y="3283"/>
                  <a:pt x="36806" y="912"/>
                </a:cubicBezTo>
                <a:cubicBezTo>
                  <a:pt x="36806" y="0"/>
                  <a:pt x="36439" y="0"/>
                  <a:pt x="35710" y="0"/>
                </a:cubicBezTo>
                <a:cubicBezTo>
                  <a:pt x="25691" y="6200"/>
                  <a:pt x="16033" y="10756"/>
                  <a:pt x="0" y="18232"/>
                </a:cubicBezTo>
                <a:cubicBezTo>
                  <a:pt x="364" y="20236"/>
                  <a:pt x="1093" y="22060"/>
                  <a:pt x="2733" y="23155"/>
                </a:cubicBezTo>
                <a:cubicBezTo>
                  <a:pt x="11115" y="19691"/>
                  <a:pt x="15124" y="18596"/>
                  <a:pt x="18585" y="18596"/>
                </a:cubicBezTo>
                <a:cubicBezTo>
                  <a:pt x="21682" y="18596"/>
                  <a:pt x="22230" y="22972"/>
                  <a:pt x="22230" y="29172"/>
                </a:cubicBezTo>
                <a:lnTo>
                  <a:pt x="22230" y="88602"/>
                </a:lnTo>
                <a:cubicBezTo>
                  <a:pt x="22230" y="103734"/>
                  <a:pt x="17309" y="104646"/>
                  <a:pt x="4557" y="105193"/>
                </a:cubicBezTo>
                <a:cubicBezTo>
                  <a:pt x="3461" y="106286"/>
                  <a:pt x="3461" y="110111"/>
                  <a:pt x="4557" y="111204"/>
                </a:cubicBezTo>
                <a:cubicBezTo>
                  <a:pt x="13483" y="111023"/>
                  <a:pt x="20042" y="110840"/>
                  <a:pt x="29880" y="110840"/>
                </a:cubicBezTo>
                <a:cubicBezTo>
                  <a:pt x="38627" y="110840"/>
                  <a:pt x="43000" y="111023"/>
                  <a:pt x="52110" y="111204"/>
                </a:cubicBezTo>
                <a:cubicBezTo>
                  <a:pt x="53203" y="110111"/>
                  <a:pt x="53203" y="106286"/>
                  <a:pt x="52110" y="105193"/>
                </a:cubicBezTo>
                <a:cubicBezTo>
                  <a:pt x="39355" y="104646"/>
                  <a:pt x="36258" y="103734"/>
                  <a:pt x="36258" y="8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231896-993C-46AA-85A5-9E76FCFB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95" y="1854682"/>
            <a:ext cx="145394" cy="112983"/>
          </a:xfrm>
          <a:custGeom xmlns:a="http://schemas.openxmlformats.org/drawingml/2006/main">
            <a:pathLst>
              <a:path w="145394" h="112983">
                <a:moveTo>
                  <a:pt x="36258" y="88958"/>
                </a:moveTo>
                <a:lnTo>
                  <a:pt x="36258" y="25696"/>
                </a:lnTo>
                <a:cubicBezTo>
                  <a:pt x="36258" y="14760"/>
                  <a:pt x="36439" y="3639"/>
                  <a:pt x="36806" y="1268"/>
                </a:cubicBezTo>
                <a:cubicBezTo>
                  <a:pt x="36806" y="356"/>
                  <a:pt x="36439" y="356"/>
                  <a:pt x="35710" y="356"/>
                </a:cubicBezTo>
                <a:cubicBezTo>
                  <a:pt x="25691" y="6555"/>
                  <a:pt x="16033" y="11112"/>
                  <a:pt x="0" y="18588"/>
                </a:cubicBezTo>
                <a:cubicBezTo>
                  <a:pt x="364" y="20592"/>
                  <a:pt x="1093" y="22416"/>
                  <a:pt x="2733" y="23511"/>
                </a:cubicBezTo>
                <a:cubicBezTo>
                  <a:pt x="11115" y="20047"/>
                  <a:pt x="15124" y="18952"/>
                  <a:pt x="18585" y="18952"/>
                </a:cubicBezTo>
                <a:cubicBezTo>
                  <a:pt x="21682" y="18952"/>
                  <a:pt x="22230" y="23328"/>
                  <a:pt x="22230" y="29527"/>
                </a:cubicBezTo>
                <a:lnTo>
                  <a:pt x="22230" y="88958"/>
                </a:lnTo>
                <a:cubicBezTo>
                  <a:pt x="22230" y="104090"/>
                  <a:pt x="17309" y="105002"/>
                  <a:pt x="4557" y="105549"/>
                </a:cubicBezTo>
                <a:cubicBezTo>
                  <a:pt x="3461" y="106642"/>
                  <a:pt x="3461" y="110467"/>
                  <a:pt x="4557" y="111560"/>
                </a:cubicBezTo>
                <a:cubicBezTo>
                  <a:pt x="13483" y="111379"/>
                  <a:pt x="20042" y="111196"/>
                  <a:pt x="29880" y="111196"/>
                </a:cubicBezTo>
                <a:cubicBezTo>
                  <a:pt x="38627" y="111196"/>
                  <a:pt x="43000" y="111379"/>
                  <a:pt x="52110" y="111560"/>
                </a:cubicBezTo>
                <a:cubicBezTo>
                  <a:pt x="53203" y="110467"/>
                  <a:pt x="53203" y="106642"/>
                  <a:pt x="52110" y="105549"/>
                </a:cubicBezTo>
                <a:cubicBezTo>
                  <a:pt x="39355" y="105002"/>
                  <a:pt x="36258" y="104090"/>
                  <a:pt x="36258" y="88958"/>
                </a:cubicBezTo>
                <a:close/>
                <a:moveTo>
                  <a:pt x="110776" y="6378"/>
                </a:moveTo>
                <a:cubicBezTo>
                  <a:pt x="113873" y="6378"/>
                  <a:pt x="116790" y="7473"/>
                  <a:pt x="118975" y="9477"/>
                </a:cubicBezTo>
                <a:cubicBezTo>
                  <a:pt x="124624" y="14215"/>
                  <a:pt x="129542" y="28065"/>
                  <a:pt x="129542" y="52483"/>
                </a:cubicBezTo>
                <a:cubicBezTo>
                  <a:pt x="129542" y="69249"/>
                  <a:pt x="128994" y="80731"/>
                  <a:pt x="126445" y="90025"/>
                </a:cubicBezTo>
                <a:cubicBezTo>
                  <a:pt x="122436" y="104968"/>
                  <a:pt x="113509" y="106608"/>
                  <a:pt x="110229" y="106608"/>
                </a:cubicBezTo>
                <a:cubicBezTo>
                  <a:pt x="93284" y="106608"/>
                  <a:pt x="91463" y="75446"/>
                  <a:pt x="91463" y="59591"/>
                </a:cubicBezTo>
                <a:cubicBezTo>
                  <a:pt x="91463" y="14762"/>
                  <a:pt x="102578" y="6378"/>
                  <a:pt x="110776" y="6378"/>
                </a:cubicBezTo>
                <a:moveTo>
                  <a:pt x="110048" y="112983"/>
                </a:moveTo>
                <a:cubicBezTo>
                  <a:pt x="124076" y="112983"/>
                  <a:pt x="145394" y="98771"/>
                  <a:pt x="145394" y="55947"/>
                </a:cubicBezTo>
                <a:cubicBezTo>
                  <a:pt x="145394" y="37904"/>
                  <a:pt x="141021" y="22416"/>
                  <a:pt x="133003" y="11846"/>
                </a:cubicBezTo>
                <a:cubicBezTo>
                  <a:pt x="128266" y="5468"/>
                  <a:pt x="120615" y="0"/>
                  <a:pt x="110776" y="0"/>
                </a:cubicBezTo>
                <a:cubicBezTo>
                  <a:pt x="92739" y="0"/>
                  <a:pt x="75611" y="21504"/>
                  <a:pt x="75611" y="57587"/>
                </a:cubicBezTo>
                <a:cubicBezTo>
                  <a:pt x="75611" y="77087"/>
                  <a:pt x="81624" y="95310"/>
                  <a:pt x="91646" y="105332"/>
                </a:cubicBezTo>
                <a:cubicBezTo>
                  <a:pt x="96748" y="110434"/>
                  <a:pt x="102942" y="112983"/>
                  <a:pt x="110048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100">
            <a:extLst xmlns:a="http://schemas.openxmlformats.org/drawingml/2006/main">
              <a:ext uri="{FF2B5EF4-FFF2-40B4-BE49-F238E27FC236}">
                <a16:creationId xmlns:a16="http://schemas.microsoft.com/office/drawing/2014/main" id="{A6A6C30E-F29D-4883-8C1D-277EB118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75" y="1069484"/>
            <a:ext cx="230115" cy="112983"/>
          </a:xfrm>
          <a:custGeom xmlns:a="http://schemas.openxmlformats.org/drawingml/2006/main">
            <a:pathLst>
              <a:path w="230115" h="112983">
                <a:moveTo>
                  <a:pt x="36258" y="88958"/>
                </a:moveTo>
                <a:lnTo>
                  <a:pt x="36258" y="25696"/>
                </a:lnTo>
                <a:cubicBezTo>
                  <a:pt x="36258" y="14760"/>
                  <a:pt x="36439" y="3639"/>
                  <a:pt x="36806" y="1268"/>
                </a:cubicBezTo>
                <a:cubicBezTo>
                  <a:pt x="36806" y="356"/>
                  <a:pt x="36439" y="356"/>
                  <a:pt x="35710" y="356"/>
                </a:cubicBezTo>
                <a:cubicBezTo>
                  <a:pt x="25691" y="6555"/>
                  <a:pt x="16033" y="11112"/>
                  <a:pt x="0" y="18588"/>
                </a:cubicBezTo>
                <a:cubicBezTo>
                  <a:pt x="364" y="20592"/>
                  <a:pt x="1093" y="22416"/>
                  <a:pt x="2733" y="23511"/>
                </a:cubicBezTo>
                <a:cubicBezTo>
                  <a:pt x="11115" y="20047"/>
                  <a:pt x="15124" y="18952"/>
                  <a:pt x="18585" y="18952"/>
                </a:cubicBezTo>
                <a:cubicBezTo>
                  <a:pt x="21682" y="18952"/>
                  <a:pt x="22230" y="23328"/>
                  <a:pt x="22230" y="29527"/>
                </a:cubicBezTo>
                <a:lnTo>
                  <a:pt x="22230" y="88958"/>
                </a:lnTo>
                <a:cubicBezTo>
                  <a:pt x="22230" y="104090"/>
                  <a:pt x="17309" y="105002"/>
                  <a:pt x="4557" y="105549"/>
                </a:cubicBezTo>
                <a:cubicBezTo>
                  <a:pt x="3461" y="106642"/>
                  <a:pt x="3461" y="110467"/>
                  <a:pt x="4557" y="111560"/>
                </a:cubicBezTo>
                <a:cubicBezTo>
                  <a:pt x="13483" y="111379"/>
                  <a:pt x="20042" y="111196"/>
                  <a:pt x="29880" y="111196"/>
                </a:cubicBezTo>
                <a:cubicBezTo>
                  <a:pt x="38627" y="111196"/>
                  <a:pt x="43000" y="111379"/>
                  <a:pt x="52110" y="111560"/>
                </a:cubicBezTo>
                <a:cubicBezTo>
                  <a:pt x="53203" y="110467"/>
                  <a:pt x="53203" y="106642"/>
                  <a:pt x="52110" y="105549"/>
                </a:cubicBezTo>
                <a:cubicBezTo>
                  <a:pt x="39355" y="105002"/>
                  <a:pt x="36258" y="104090"/>
                  <a:pt x="36258" y="88958"/>
                </a:cubicBezTo>
                <a:close/>
                <a:moveTo>
                  <a:pt x="110776" y="6378"/>
                </a:moveTo>
                <a:cubicBezTo>
                  <a:pt x="113873" y="6378"/>
                  <a:pt x="116790" y="7473"/>
                  <a:pt x="118975" y="9477"/>
                </a:cubicBezTo>
                <a:cubicBezTo>
                  <a:pt x="124624" y="14215"/>
                  <a:pt x="129542" y="28065"/>
                  <a:pt x="129542" y="52483"/>
                </a:cubicBezTo>
                <a:cubicBezTo>
                  <a:pt x="129542" y="69249"/>
                  <a:pt x="128994" y="80731"/>
                  <a:pt x="126445" y="90025"/>
                </a:cubicBezTo>
                <a:cubicBezTo>
                  <a:pt x="122436" y="104968"/>
                  <a:pt x="113509" y="106608"/>
                  <a:pt x="110229" y="106608"/>
                </a:cubicBezTo>
                <a:cubicBezTo>
                  <a:pt x="93284" y="106608"/>
                  <a:pt x="91463" y="75446"/>
                  <a:pt x="91463" y="59591"/>
                </a:cubicBezTo>
                <a:cubicBezTo>
                  <a:pt x="91463" y="14762"/>
                  <a:pt x="102578" y="6378"/>
                  <a:pt x="110776" y="6378"/>
                </a:cubicBezTo>
                <a:moveTo>
                  <a:pt x="110048" y="112983"/>
                </a:moveTo>
                <a:cubicBezTo>
                  <a:pt x="124076" y="112983"/>
                  <a:pt x="145394" y="98771"/>
                  <a:pt x="145394" y="55947"/>
                </a:cubicBezTo>
                <a:cubicBezTo>
                  <a:pt x="145394" y="37904"/>
                  <a:pt x="141021" y="22416"/>
                  <a:pt x="133003" y="11846"/>
                </a:cubicBezTo>
                <a:cubicBezTo>
                  <a:pt x="128266" y="5468"/>
                  <a:pt x="120615" y="0"/>
                  <a:pt x="110776" y="0"/>
                </a:cubicBezTo>
                <a:cubicBezTo>
                  <a:pt x="92739" y="0"/>
                  <a:pt x="75611" y="21504"/>
                  <a:pt x="75611" y="57587"/>
                </a:cubicBezTo>
                <a:cubicBezTo>
                  <a:pt x="75611" y="77087"/>
                  <a:pt x="81624" y="95310"/>
                  <a:pt x="91646" y="105332"/>
                </a:cubicBezTo>
                <a:cubicBezTo>
                  <a:pt x="96748" y="110434"/>
                  <a:pt x="102942" y="112983"/>
                  <a:pt x="110048" y="112983"/>
                </a:cubicBezTo>
                <a:close/>
                <a:moveTo>
                  <a:pt x="195498" y="6378"/>
                </a:moveTo>
                <a:cubicBezTo>
                  <a:pt x="198595" y="6378"/>
                  <a:pt x="201511" y="7473"/>
                  <a:pt x="203696" y="9477"/>
                </a:cubicBezTo>
                <a:cubicBezTo>
                  <a:pt x="209345" y="14215"/>
                  <a:pt x="214263" y="28065"/>
                  <a:pt x="214263" y="52483"/>
                </a:cubicBezTo>
                <a:cubicBezTo>
                  <a:pt x="214263" y="69249"/>
                  <a:pt x="213716" y="80731"/>
                  <a:pt x="211166" y="90025"/>
                </a:cubicBezTo>
                <a:cubicBezTo>
                  <a:pt x="207157" y="104968"/>
                  <a:pt x="198230" y="106608"/>
                  <a:pt x="194950" y="106608"/>
                </a:cubicBezTo>
                <a:cubicBezTo>
                  <a:pt x="178005" y="106608"/>
                  <a:pt x="176184" y="75446"/>
                  <a:pt x="176184" y="59591"/>
                </a:cubicBezTo>
                <a:cubicBezTo>
                  <a:pt x="176184" y="14762"/>
                  <a:pt x="187299" y="6378"/>
                  <a:pt x="195498" y="6378"/>
                </a:cubicBezTo>
                <a:moveTo>
                  <a:pt x="194769" y="112983"/>
                </a:moveTo>
                <a:cubicBezTo>
                  <a:pt x="208798" y="112983"/>
                  <a:pt x="230115" y="98771"/>
                  <a:pt x="230115" y="55947"/>
                </a:cubicBezTo>
                <a:cubicBezTo>
                  <a:pt x="230115" y="37904"/>
                  <a:pt x="225742" y="22416"/>
                  <a:pt x="217725" y="11846"/>
                </a:cubicBezTo>
                <a:cubicBezTo>
                  <a:pt x="212987" y="5468"/>
                  <a:pt x="205336" y="0"/>
                  <a:pt x="195498" y="0"/>
                </a:cubicBezTo>
                <a:cubicBezTo>
                  <a:pt x="177460" y="0"/>
                  <a:pt x="160332" y="21504"/>
                  <a:pt x="160332" y="57587"/>
                </a:cubicBezTo>
                <a:cubicBezTo>
                  <a:pt x="160332" y="77087"/>
                  <a:pt x="166346" y="95310"/>
                  <a:pt x="176368" y="105332"/>
                </a:cubicBezTo>
                <a:cubicBezTo>
                  <a:pt x="181469" y="110434"/>
                  <a:pt x="187663" y="112983"/>
                  <a:pt x="194769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1000">
            <a:extLst xmlns:a="http://schemas.openxmlformats.org/drawingml/2006/main">
              <a:ext uri="{FF2B5EF4-FFF2-40B4-BE49-F238E27FC236}">
                <a16:creationId xmlns:a16="http://schemas.microsoft.com/office/drawing/2014/main" id="{C973E1AE-1299-403B-8E0A-D5436FEA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55" y="284308"/>
            <a:ext cx="314837" cy="112983"/>
          </a:xfrm>
          <a:custGeom xmlns:a="http://schemas.openxmlformats.org/drawingml/2006/main">
            <a:pathLst>
              <a:path w="314837" h="112983">
                <a:moveTo>
                  <a:pt x="36258" y="88958"/>
                </a:moveTo>
                <a:lnTo>
                  <a:pt x="36258" y="25696"/>
                </a:lnTo>
                <a:cubicBezTo>
                  <a:pt x="36258" y="14760"/>
                  <a:pt x="36439" y="3639"/>
                  <a:pt x="36806" y="1268"/>
                </a:cubicBezTo>
                <a:cubicBezTo>
                  <a:pt x="36806" y="356"/>
                  <a:pt x="36439" y="356"/>
                  <a:pt x="35710" y="356"/>
                </a:cubicBezTo>
                <a:cubicBezTo>
                  <a:pt x="25691" y="6555"/>
                  <a:pt x="16033" y="11112"/>
                  <a:pt x="0" y="18588"/>
                </a:cubicBezTo>
                <a:cubicBezTo>
                  <a:pt x="364" y="20592"/>
                  <a:pt x="1093" y="22416"/>
                  <a:pt x="2733" y="23511"/>
                </a:cubicBezTo>
                <a:cubicBezTo>
                  <a:pt x="11115" y="20047"/>
                  <a:pt x="15124" y="18952"/>
                  <a:pt x="18585" y="18952"/>
                </a:cubicBezTo>
                <a:cubicBezTo>
                  <a:pt x="21682" y="18952"/>
                  <a:pt x="22230" y="23328"/>
                  <a:pt x="22230" y="29527"/>
                </a:cubicBezTo>
                <a:lnTo>
                  <a:pt x="22230" y="88958"/>
                </a:lnTo>
                <a:cubicBezTo>
                  <a:pt x="22230" y="104090"/>
                  <a:pt x="17309" y="105002"/>
                  <a:pt x="4557" y="105549"/>
                </a:cubicBezTo>
                <a:cubicBezTo>
                  <a:pt x="3461" y="106642"/>
                  <a:pt x="3461" y="110467"/>
                  <a:pt x="4557" y="111560"/>
                </a:cubicBezTo>
                <a:cubicBezTo>
                  <a:pt x="13483" y="111379"/>
                  <a:pt x="20042" y="111196"/>
                  <a:pt x="29880" y="111196"/>
                </a:cubicBezTo>
                <a:cubicBezTo>
                  <a:pt x="38627" y="111196"/>
                  <a:pt x="43000" y="111379"/>
                  <a:pt x="52110" y="111560"/>
                </a:cubicBezTo>
                <a:cubicBezTo>
                  <a:pt x="53203" y="110467"/>
                  <a:pt x="53203" y="106642"/>
                  <a:pt x="52110" y="105549"/>
                </a:cubicBezTo>
                <a:cubicBezTo>
                  <a:pt x="39355" y="105002"/>
                  <a:pt x="36258" y="104090"/>
                  <a:pt x="36258" y="88958"/>
                </a:cubicBezTo>
                <a:close/>
                <a:moveTo>
                  <a:pt x="110776" y="6378"/>
                </a:moveTo>
                <a:cubicBezTo>
                  <a:pt x="113873" y="6378"/>
                  <a:pt x="116790" y="7473"/>
                  <a:pt x="118975" y="9477"/>
                </a:cubicBezTo>
                <a:cubicBezTo>
                  <a:pt x="124624" y="14215"/>
                  <a:pt x="129542" y="28065"/>
                  <a:pt x="129542" y="52483"/>
                </a:cubicBezTo>
                <a:cubicBezTo>
                  <a:pt x="129542" y="69249"/>
                  <a:pt x="128994" y="80731"/>
                  <a:pt x="126445" y="90025"/>
                </a:cubicBezTo>
                <a:cubicBezTo>
                  <a:pt x="122436" y="104968"/>
                  <a:pt x="113509" y="106608"/>
                  <a:pt x="110229" y="106608"/>
                </a:cubicBezTo>
                <a:cubicBezTo>
                  <a:pt x="93284" y="106608"/>
                  <a:pt x="91463" y="75446"/>
                  <a:pt x="91463" y="59591"/>
                </a:cubicBezTo>
                <a:cubicBezTo>
                  <a:pt x="91463" y="14762"/>
                  <a:pt x="102578" y="6378"/>
                  <a:pt x="110776" y="6378"/>
                </a:cubicBezTo>
                <a:moveTo>
                  <a:pt x="110048" y="112983"/>
                </a:moveTo>
                <a:cubicBezTo>
                  <a:pt x="124076" y="112983"/>
                  <a:pt x="145394" y="98771"/>
                  <a:pt x="145394" y="55947"/>
                </a:cubicBezTo>
                <a:cubicBezTo>
                  <a:pt x="145394" y="37904"/>
                  <a:pt x="141021" y="22416"/>
                  <a:pt x="133003" y="11846"/>
                </a:cubicBezTo>
                <a:cubicBezTo>
                  <a:pt x="128266" y="5468"/>
                  <a:pt x="120615" y="0"/>
                  <a:pt x="110776" y="0"/>
                </a:cubicBezTo>
                <a:cubicBezTo>
                  <a:pt x="92739" y="0"/>
                  <a:pt x="75611" y="21504"/>
                  <a:pt x="75611" y="57587"/>
                </a:cubicBezTo>
                <a:cubicBezTo>
                  <a:pt x="75611" y="77087"/>
                  <a:pt x="81624" y="95310"/>
                  <a:pt x="91646" y="105332"/>
                </a:cubicBezTo>
                <a:cubicBezTo>
                  <a:pt x="96748" y="110434"/>
                  <a:pt x="102942" y="112983"/>
                  <a:pt x="110048" y="112983"/>
                </a:cubicBezTo>
                <a:close/>
                <a:moveTo>
                  <a:pt x="195498" y="6378"/>
                </a:moveTo>
                <a:cubicBezTo>
                  <a:pt x="198595" y="6378"/>
                  <a:pt x="201511" y="7473"/>
                  <a:pt x="203696" y="9477"/>
                </a:cubicBezTo>
                <a:cubicBezTo>
                  <a:pt x="209345" y="14215"/>
                  <a:pt x="214263" y="28065"/>
                  <a:pt x="214263" y="52483"/>
                </a:cubicBezTo>
                <a:cubicBezTo>
                  <a:pt x="214263" y="69249"/>
                  <a:pt x="213716" y="80731"/>
                  <a:pt x="211166" y="90025"/>
                </a:cubicBezTo>
                <a:cubicBezTo>
                  <a:pt x="207157" y="104968"/>
                  <a:pt x="198230" y="106608"/>
                  <a:pt x="194950" y="106608"/>
                </a:cubicBezTo>
                <a:cubicBezTo>
                  <a:pt x="178005" y="106608"/>
                  <a:pt x="176184" y="75446"/>
                  <a:pt x="176184" y="59591"/>
                </a:cubicBezTo>
                <a:cubicBezTo>
                  <a:pt x="176184" y="14762"/>
                  <a:pt x="187299" y="6378"/>
                  <a:pt x="195498" y="6378"/>
                </a:cubicBezTo>
                <a:moveTo>
                  <a:pt x="194769" y="112983"/>
                </a:moveTo>
                <a:cubicBezTo>
                  <a:pt x="208798" y="112983"/>
                  <a:pt x="230115" y="98771"/>
                  <a:pt x="230115" y="55947"/>
                </a:cubicBezTo>
                <a:cubicBezTo>
                  <a:pt x="230115" y="37904"/>
                  <a:pt x="225742" y="22416"/>
                  <a:pt x="217725" y="11846"/>
                </a:cubicBezTo>
                <a:cubicBezTo>
                  <a:pt x="212987" y="5468"/>
                  <a:pt x="205336" y="0"/>
                  <a:pt x="195498" y="0"/>
                </a:cubicBezTo>
                <a:cubicBezTo>
                  <a:pt x="177460" y="0"/>
                  <a:pt x="160332" y="21504"/>
                  <a:pt x="160332" y="57587"/>
                </a:cubicBezTo>
                <a:cubicBezTo>
                  <a:pt x="160332" y="77087"/>
                  <a:pt x="166346" y="95310"/>
                  <a:pt x="176368" y="105332"/>
                </a:cubicBezTo>
                <a:cubicBezTo>
                  <a:pt x="181469" y="110434"/>
                  <a:pt x="187663" y="112983"/>
                  <a:pt x="194769" y="112983"/>
                </a:cubicBezTo>
                <a:close/>
                <a:moveTo>
                  <a:pt x="280219" y="6378"/>
                </a:moveTo>
                <a:cubicBezTo>
                  <a:pt x="283316" y="6378"/>
                  <a:pt x="286232" y="7473"/>
                  <a:pt x="288417" y="9477"/>
                </a:cubicBezTo>
                <a:cubicBezTo>
                  <a:pt x="294067" y="14215"/>
                  <a:pt x="298985" y="28065"/>
                  <a:pt x="298985" y="52483"/>
                </a:cubicBezTo>
                <a:cubicBezTo>
                  <a:pt x="298985" y="69249"/>
                  <a:pt x="298437" y="80731"/>
                  <a:pt x="295888" y="90025"/>
                </a:cubicBezTo>
                <a:cubicBezTo>
                  <a:pt x="291879" y="104968"/>
                  <a:pt x="282952" y="106608"/>
                  <a:pt x="279671" y="106608"/>
                </a:cubicBezTo>
                <a:cubicBezTo>
                  <a:pt x="262727" y="106608"/>
                  <a:pt x="260906" y="75446"/>
                  <a:pt x="260906" y="59591"/>
                </a:cubicBezTo>
                <a:cubicBezTo>
                  <a:pt x="260906" y="14762"/>
                  <a:pt x="272020" y="6378"/>
                  <a:pt x="280219" y="6378"/>
                </a:cubicBezTo>
                <a:moveTo>
                  <a:pt x="279491" y="112983"/>
                </a:moveTo>
                <a:cubicBezTo>
                  <a:pt x="293519" y="112983"/>
                  <a:pt x="314837" y="98771"/>
                  <a:pt x="314837" y="55947"/>
                </a:cubicBezTo>
                <a:cubicBezTo>
                  <a:pt x="314837" y="37904"/>
                  <a:pt x="310464" y="22416"/>
                  <a:pt x="302446" y="11846"/>
                </a:cubicBezTo>
                <a:cubicBezTo>
                  <a:pt x="297709" y="5468"/>
                  <a:pt x="290058" y="0"/>
                  <a:pt x="280219" y="0"/>
                </a:cubicBezTo>
                <a:cubicBezTo>
                  <a:pt x="262182" y="0"/>
                  <a:pt x="245053" y="21504"/>
                  <a:pt x="245053" y="57587"/>
                </a:cubicBezTo>
                <a:cubicBezTo>
                  <a:pt x="245053" y="77087"/>
                  <a:pt x="251067" y="95310"/>
                  <a:pt x="261089" y="105332"/>
                </a:cubicBezTo>
                <a:cubicBezTo>
                  <a:pt x="266191" y="110434"/>
                  <a:pt x="272385" y="112983"/>
                  <a:pt x="279491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CF1117D-60BA-4821-98BF-80B0E4FB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93" y="140491"/>
            <a:ext cx="3207209" cy="2044027"/>
          </a:xfrm>
          <a:custGeom xmlns:a="http://schemas.openxmlformats.org/drawingml/2006/main">
            <a:pathLst>
              <a:path w="3207209" h="2044027">
                <a:moveTo>
                  <a:pt x="4539" y="2025025"/>
                </a:moveTo>
                <a:lnTo>
                  <a:pt x="8175" y="2024966"/>
                </a:lnTo>
                <a:lnTo>
                  <a:pt x="11369" y="2019394"/>
                </a:lnTo>
                <a:lnTo>
                  <a:pt x="18842" y="2016498"/>
                </a:lnTo>
                <a:lnTo>
                  <a:pt x="22464" y="2015941"/>
                </a:lnTo>
                <a:lnTo>
                  <a:pt x="23427" y="2015591"/>
                </a:lnTo>
                <a:lnTo>
                  <a:pt x="27465" y="2011843"/>
                </a:lnTo>
                <a:lnTo>
                  <a:pt x="32580" y="2010765"/>
                </a:lnTo>
                <a:lnTo>
                  <a:pt x="36763" y="2008974"/>
                </a:lnTo>
                <a:lnTo>
                  <a:pt x="38533" y="2008874"/>
                </a:lnTo>
                <a:lnTo>
                  <a:pt x="41666" y="1998399"/>
                </a:lnTo>
                <a:lnTo>
                  <a:pt x="48736" y="1993488"/>
                </a:lnTo>
                <a:lnTo>
                  <a:pt x="52990" y="1991869"/>
                </a:lnTo>
                <a:lnTo>
                  <a:pt x="56769" y="1990098"/>
                </a:lnTo>
                <a:lnTo>
                  <a:pt x="60303" y="1988985"/>
                </a:lnTo>
                <a:lnTo>
                  <a:pt x="64436" y="1987044"/>
                </a:lnTo>
                <a:lnTo>
                  <a:pt x="69558" y="1986217"/>
                </a:lnTo>
                <a:lnTo>
                  <a:pt x="73712" y="1985847"/>
                </a:lnTo>
                <a:lnTo>
                  <a:pt x="77023" y="1985767"/>
                </a:lnTo>
                <a:lnTo>
                  <a:pt x="77518" y="1985699"/>
                </a:lnTo>
                <a:lnTo>
                  <a:pt x="81054" y="1982814"/>
                </a:lnTo>
                <a:lnTo>
                  <a:pt x="85168" y="1982248"/>
                </a:lnTo>
                <a:lnTo>
                  <a:pt x="87951" y="1980494"/>
                </a:lnTo>
                <a:lnTo>
                  <a:pt x="91939" y="1979141"/>
                </a:lnTo>
                <a:lnTo>
                  <a:pt x="94149" y="1978050"/>
                </a:lnTo>
                <a:lnTo>
                  <a:pt x="96149" y="1976531"/>
                </a:lnTo>
                <a:lnTo>
                  <a:pt x="99566" y="1972391"/>
                </a:lnTo>
                <a:lnTo>
                  <a:pt x="103048" y="1969513"/>
                </a:lnTo>
                <a:lnTo>
                  <a:pt x="107516" y="1963959"/>
                </a:lnTo>
                <a:lnTo>
                  <a:pt x="113376" y="1961640"/>
                </a:lnTo>
                <a:lnTo>
                  <a:pt x="117177" y="1960223"/>
                </a:lnTo>
                <a:lnTo>
                  <a:pt x="117856" y="1960004"/>
                </a:lnTo>
                <a:lnTo>
                  <a:pt x="121222" y="1954876"/>
                </a:lnTo>
                <a:lnTo>
                  <a:pt x="128511" y="1952050"/>
                </a:lnTo>
                <a:lnTo>
                  <a:pt x="131610" y="1951650"/>
                </a:lnTo>
                <a:lnTo>
                  <a:pt x="132135" y="1951385"/>
                </a:lnTo>
                <a:lnTo>
                  <a:pt x="135467" y="1947537"/>
                </a:lnTo>
                <a:lnTo>
                  <a:pt x="141997" y="1943690"/>
                </a:lnTo>
                <a:lnTo>
                  <a:pt x="147709" y="1943088"/>
                </a:lnTo>
                <a:lnTo>
                  <a:pt x="149347" y="1942995"/>
                </a:lnTo>
                <a:lnTo>
                  <a:pt x="152487" y="1941220"/>
                </a:lnTo>
                <a:lnTo>
                  <a:pt x="156555" y="1940594"/>
                </a:lnTo>
                <a:lnTo>
                  <a:pt x="160470" y="1938949"/>
                </a:lnTo>
                <a:lnTo>
                  <a:pt x="165719" y="1938610"/>
                </a:lnTo>
                <a:lnTo>
                  <a:pt x="168491" y="1938543"/>
                </a:lnTo>
                <a:lnTo>
                  <a:pt x="171215" y="1937905"/>
                </a:lnTo>
                <a:lnTo>
                  <a:pt x="175455" y="1937014"/>
                </a:lnTo>
                <a:lnTo>
                  <a:pt x="178949" y="1936760"/>
                </a:lnTo>
                <a:lnTo>
                  <a:pt x="180976" y="1936318"/>
                </a:lnTo>
                <a:lnTo>
                  <a:pt x="185326" y="1934420"/>
                </a:lnTo>
                <a:lnTo>
                  <a:pt x="186574" y="1934390"/>
                </a:lnTo>
                <a:lnTo>
                  <a:pt x="189312" y="1931183"/>
                </a:lnTo>
                <a:lnTo>
                  <a:pt x="196030" y="1929392"/>
                </a:lnTo>
                <a:lnTo>
                  <a:pt x="199559" y="1928820"/>
                </a:lnTo>
                <a:lnTo>
                  <a:pt x="202926" y="1927923"/>
                </a:lnTo>
                <a:lnTo>
                  <a:pt x="207016" y="1927097"/>
                </a:lnTo>
                <a:lnTo>
                  <a:pt x="210900" y="1926562"/>
                </a:lnTo>
                <a:lnTo>
                  <a:pt x="213708" y="1926222"/>
                </a:lnTo>
                <a:lnTo>
                  <a:pt x="216277" y="1925434"/>
                </a:lnTo>
                <a:lnTo>
                  <a:pt x="219996" y="1924107"/>
                </a:lnTo>
                <a:lnTo>
                  <a:pt x="221037" y="1923839"/>
                </a:lnTo>
                <a:lnTo>
                  <a:pt x="225112" y="1918835"/>
                </a:lnTo>
                <a:lnTo>
                  <a:pt x="231652" y="1918252"/>
                </a:lnTo>
                <a:lnTo>
                  <a:pt x="235443" y="1917212"/>
                </a:lnTo>
                <a:lnTo>
                  <a:pt x="238797" y="1917103"/>
                </a:lnTo>
                <a:lnTo>
                  <a:pt x="241111" y="1916374"/>
                </a:lnTo>
                <a:lnTo>
                  <a:pt x="244336" y="1915333"/>
                </a:lnTo>
                <a:lnTo>
                  <a:pt x="248679" y="1913608"/>
                </a:lnTo>
                <a:lnTo>
                  <a:pt x="253860" y="1912980"/>
                </a:lnTo>
                <a:lnTo>
                  <a:pt x="257913" y="1912915"/>
                </a:lnTo>
                <a:lnTo>
                  <a:pt x="259777" y="1912900"/>
                </a:lnTo>
                <a:lnTo>
                  <a:pt x="262040" y="1912004"/>
                </a:lnTo>
                <a:lnTo>
                  <a:pt x="266521" y="1910594"/>
                </a:lnTo>
                <a:lnTo>
                  <a:pt x="271202" y="1909835"/>
                </a:lnTo>
                <a:lnTo>
                  <a:pt x="273775" y="1909710"/>
                </a:lnTo>
                <a:lnTo>
                  <a:pt x="276930" y="1908487"/>
                </a:lnTo>
                <a:lnTo>
                  <a:pt x="281375" y="1907875"/>
                </a:lnTo>
                <a:lnTo>
                  <a:pt x="284912" y="1907275"/>
                </a:lnTo>
                <a:lnTo>
                  <a:pt x="289015" y="1906710"/>
                </a:lnTo>
                <a:lnTo>
                  <a:pt x="293145" y="1906543"/>
                </a:lnTo>
                <a:lnTo>
                  <a:pt x="296432" y="1906517"/>
                </a:lnTo>
                <a:lnTo>
                  <a:pt x="298030" y="1906362"/>
                </a:lnTo>
                <a:lnTo>
                  <a:pt x="300462" y="1905235"/>
                </a:lnTo>
                <a:lnTo>
                  <a:pt x="303457" y="1904124"/>
                </a:lnTo>
                <a:lnTo>
                  <a:pt x="308157" y="1901168"/>
                </a:lnTo>
                <a:lnTo>
                  <a:pt x="313545" y="1900817"/>
                </a:lnTo>
                <a:lnTo>
                  <a:pt x="316661" y="1900315"/>
                </a:lnTo>
                <a:lnTo>
                  <a:pt x="320092" y="1899761"/>
                </a:lnTo>
                <a:lnTo>
                  <a:pt x="323784" y="1899071"/>
                </a:lnTo>
                <a:lnTo>
                  <a:pt x="328090" y="1898550"/>
                </a:lnTo>
                <a:lnTo>
                  <a:pt x="330638" y="1898509"/>
                </a:lnTo>
                <a:lnTo>
                  <a:pt x="331843" y="1898088"/>
                </a:lnTo>
                <a:lnTo>
                  <a:pt x="336247" y="1895388"/>
                </a:lnTo>
                <a:lnTo>
                  <a:pt x="341365" y="1894769"/>
                </a:lnTo>
                <a:lnTo>
                  <a:pt x="344291" y="1894150"/>
                </a:lnTo>
                <a:lnTo>
                  <a:pt x="348187" y="1893145"/>
                </a:lnTo>
                <a:lnTo>
                  <a:pt x="352433" y="1892597"/>
                </a:lnTo>
                <a:lnTo>
                  <a:pt x="354593" y="1892386"/>
                </a:lnTo>
                <a:lnTo>
                  <a:pt x="358174" y="1890769"/>
                </a:lnTo>
                <a:lnTo>
                  <a:pt x="362304" y="1890403"/>
                </a:lnTo>
                <a:lnTo>
                  <a:pt x="364796" y="1889639"/>
                </a:lnTo>
                <a:lnTo>
                  <a:pt x="369181" y="1888142"/>
                </a:lnTo>
                <a:lnTo>
                  <a:pt x="373248" y="1887748"/>
                </a:lnTo>
                <a:lnTo>
                  <a:pt x="377005" y="1886930"/>
                </a:lnTo>
                <a:lnTo>
                  <a:pt x="381279" y="1886722"/>
                </a:lnTo>
                <a:lnTo>
                  <a:pt x="384603" y="1886561"/>
                </a:lnTo>
                <a:lnTo>
                  <a:pt x="387964" y="1886235"/>
                </a:lnTo>
                <a:lnTo>
                  <a:pt x="391071" y="1885960"/>
                </a:lnTo>
                <a:lnTo>
                  <a:pt x="394585" y="1885274"/>
                </a:lnTo>
                <a:lnTo>
                  <a:pt x="397753" y="1884993"/>
                </a:lnTo>
                <a:lnTo>
                  <a:pt x="400976" y="1884083"/>
                </a:lnTo>
                <a:lnTo>
                  <a:pt x="405330" y="1883375"/>
                </a:lnTo>
                <a:lnTo>
                  <a:pt x="408951" y="1883054"/>
                </a:lnTo>
                <a:lnTo>
                  <a:pt x="412131" y="1882593"/>
                </a:lnTo>
                <a:lnTo>
                  <a:pt x="415968" y="1881938"/>
                </a:lnTo>
                <a:lnTo>
                  <a:pt x="419877" y="1881654"/>
                </a:lnTo>
                <a:lnTo>
                  <a:pt x="423235" y="1881356"/>
                </a:lnTo>
                <a:lnTo>
                  <a:pt x="426646" y="1880968"/>
                </a:lnTo>
                <a:lnTo>
                  <a:pt x="430334" y="1880551"/>
                </a:lnTo>
                <a:lnTo>
                  <a:pt x="433873" y="1880266"/>
                </a:lnTo>
                <a:lnTo>
                  <a:pt x="436746" y="1879939"/>
                </a:lnTo>
                <a:lnTo>
                  <a:pt x="439840" y="1879240"/>
                </a:lnTo>
                <a:lnTo>
                  <a:pt x="444302" y="1878269"/>
                </a:lnTo>
                <a:lnTo>
                  <a:pt x="448760" y="1878196"/>
                </a:lnTo>
                <a:lnTo>
                  <a:pt x="451433" y="1878175"/>
                </a:lnTo>
                <a:lnTo>
                  <a:pt x="454191" y="1877596"/>
                </a:lnTo>
                <a:lnTo>
                  <a:pt x="456928" y="1877089"/>
                </a:lnTo>
                <a:lnTo>
                  <a:pt x="460815" y="1875508"/>
                </a:lnTo>
                <a:lnTo>
                  <a:pt x="463997" y="1875200"/>
                </a:lnTo>
                <a:lnTo>
                  <a:pt x="466851" y="1873773"/>
                </a:lnTo>
                <a:lnTo>
                  <a:pt x="471398" y="1872554"/>
                </a:lnTo>
                <a:lnTo>
                  <a:pt x="472735" y="1872241"/>
                </a:lnTo>
                <a:lnTo>
                  <a:pt x="476502" y="1868748"/>
                </a:lnTo>
                <a:lnTo>
                  <a:pt x="482648" y="1867707"/>
                </a:lnTo>
                <a:lnTo>
                  <a:pt x="484685" y="1867326"/>
                </a:lnTo>
                <a:lnTo>
                  <a:pt x="488331" y="1865356"/>
                </a:lnTo>
                <a:lnTo>
                  <a:pt x="491577" y="1864832"/>
                </a:lnTo>
                <a:lnTo>
                  <a:pt x="495348" y="1862471"/>
                </a:lnTo>
                <a:lnTo>
                  <a:pt x="500705" y="1861953"/>
                </a:lnTo>
                <a:lnTo>
                  <a:pt x="504208" y="1861360"/>
                </a:lnTo>
                <a:lnTo>
                  <a:pt x="506518" y="1861115"/>
                </a:lnTo>
                <a:lnTo>
                  <a:pt x="510444" y="1859311"/>
                </a:lnTo>
                <a:lnTo>
                  <a:pt x="515903" y="1859223"/>
                </a:lnTo>
                <a:lnTo>
                  <a:pt x="516648" y="1859211"/>
                </a:lnTo>
                <a:lnTo>
                  <a:pt x="519373" y="1857321"/>
                </a:lnTo>
                <a:lnTo>
                  <a:pt x="525526" y="1855932"/>
                </a:lnTo>
                <a:lnTo>
                  <a:pt x="528866" y="1855850"/>
                </a:lnTo>
                <a:lnTo>
                  <a:pt x="530525" y="1855409"/>
                </a:lnTo>
                <a:lnTo>
                  <a:pt x="532839" y="1854289"/>
                </a:lnTo>
                <a:lnTo>
                  <a:pt x="537984" y="1851068"/>
                </a:lnTo>
                <a:lnTo>
                  <a:pt x="543256" y="1850856"/>
                </a:lnTo>
                <a:lnTo>
                  <a:pt x="545748" y="1850374"/>
                </a:lnTo>
                <a:lnTo>
                  <a:pt x="547994" y="1849739"/>
                </a:lnTo>
                <a:lnTo>
                  <a:pt x="551601" y="1847834"/>
                </a:lnTo>
                <a:lnTo>
                  <a:pt x="557263" y="1846372"/>
                </a:lnTo>
                <a:lnTo>
                  <a:pt x="559861" y="1846351"/>
                </a:lnTo>
                <a:lnTo>
                  <a:pt x="563066" y="1844788"/>
                </a:lnTo>
                <a:lnTo>
                  <a:pt x="566563" y="1844506"/>
                </a:lnTo>
                <a:lnTo>
                  <a:pt x="569872" y="1842851"/>
                </a:lnTo>
                <a:lnTo>
                  <a:pt x="574973" y="1842152"/>
                </a:lnTo>
                <a:lnTo>
                  <a:pt x="578922" y="1841670"/>
                </a:lnTo>
                <a:lnTo>
                  <a:pt x="583018" y="1841505"/>
                </a:lnTo>
                <a:lnTo>
                  <a:pt x="586598" y="1841505"/>
                </a:lnTo>
                <a:lnTo>
                  <a:pt x="588532" y="1841443"/>
                </a:lnTo>
                <a:lnTo>
                  <a:pt x="591906" y="1840209"/>
                </a:lnTo>
                <a:lnTo>
                  <a:pt x="595330" y="1839988"/>
                </a:lnTo>
                <a:lnTo>
                  <a:pt x="598977" y="1838547"/>
                </a:lnTo>
                <a:lnTo>
                  <a:pt x="603241" y="1838373"/>
                </a:lnTo>
                <a:lnTo>
                  <a:pt x="606463" y="1837672"/>
                </a:lnTo>
                <a:lnTo>
                  <a:pt x="609126" y="1837371"/>
                </a:lnTo>
                <a:lnTo>
                  <a:pt x="612986" y="1835708"/>
                </a:lnTo>
                <a:lnTo>
                  <a:pt x="616384" y="1835598"/>
                </a:lnTo>
                <a:lnTo>
                  <a:pt x="618303" y="1834701"/>
                </a:lnTo>
                <a:lnTo>
                  <a:pt x="623213" y="1832505"/>
                </a:lnTo>
                <a:lnTo>
                  <a:pt x="626216" y="1832190"/>
                </a:lnTo>
                <a:lnTo>
                  <a:pt x="629797" y="1830065"/>
                </a:lnTo>
                <a:lnTo>
                  <a:pt x="635768" y="1829536"/>
                </a:lnTo>
                <a:lnTo>
                  <a:pt x="638559" y="1829513"/>
                </a:lnTo>
                <a:lnTo>
                  <a:pt x="641492" y="1828756"/>
                </a:lnTo>
                <a:lnTo>
                  <a:pt x="645460" y="1828175"/>
                </a:lnTo>
                <a:lnTo>
                  <a:pt x="648902" y="1827648"/>
                </a:lnTo>
                <a:lnTo>
                  <a:pt x="652552" y="1827030"/>
                </a:lnTo>
                <a:lnTo>
                  <a:pt x="656780" y="1826484"/>
                </a:lnTo>
                <a:lnTo>
                  <a:pt x="659760" y="1826436"/>
                </a:lnTo>
                <a:lnTo>
                  <a:pt x="663268" y="1825559"/>
                </a:lnTo>
                <a:lnTo>
                  <a:pt x="664992" y="1825517"/>
                </a:lnTo>
                <a:lnTo>
                  <a:pt x="668249" y="1823160"/>
                </a:lnTo>
                <a:lnTo>
                  <a:pt x="674476" y="1822608"/>
                </a:lnTo>
                <a:lnTo>
                  <a:pt x="677480" y="1822463"/>
                </a:lnTo>
                <a:lnTo>
                  <a:pt x="679770" y="1821983"/>
                </a:lnTo>
                <a:lnTo>
                  <a:pt x="681725" y="1821315"/>
                </a:lnTo>
                <a:lnTo>
                  <a:pt x="685998" y="1818592"/>
                </a:lnTo>
                <a:lnTo>
                  <a:pt x="690843" y="1817889"/>
                </a:lnTo>
                <a:lnTo>
                  <a:pt x="694888" y="1816705"/>
                </a:lnTo>
                <a:lnTo>
                  <a:pt x="699698" y="1816589"/>
                </a:lnTo>
                <a:lnTo>
                  <a:pt x="702908" y="1816563"/>
                </a:lnTo>
                <a:lnTo>
                  <a:pt x="706313" y="1816231"/>
                </a:lnTo>
                <a:lnTo>
                  <a:pt x="709570" y="1816126"/>
                </a:lnTo>
                <a:lnTo>
                  <a:pt x="710773" y="1815932"/>
                </a:lnTo>
                <a:lnTo>
                  <a:pt x="714878" y="1813429"/>
                </a:lnTo>
                <a:lnTo>
                  <a:pt x="720754" y="1813334"/>
                </a:lnTo>
                <a:lnTo>
                  <a:pt x="722067" y="1813270"/>
                </a:lnTo>
                <a:lnTo>
                  <a:pt x="725917" y="1807557"/>
                </a:lnTo>
                <a:lnTo>
                  <a:pt x="733681" y="1805240"/>
                </a:lnTo>
                <a:lnTo>
                  <a:pt x="735939" y="1805149"/>
                </a:lnTo>
                <a:lnTo>
                  <a:pt x="739417" y="1802989"/>
                </a:lnTo>
                <a:lnTo>
                  <a:pt x="745243" y="1802660"/>
                </a:lnTo>
                <a:lnTo>
                  <a:pt x="748274" y="1802464"/>
                </a:lnTo>
                <a:lnTo>
                  <a:pt x="749927" y="1802182"/>
                </a:lnTo>
                <a:lnTo>
                  <a:pt x="753574" y="1800300"/>
                </a:lnTo>
                <a:lnTo>
                  <a:pt x="758552" y="1799577"/>
                </a:lnTo>
                <a:lnTo>
                  <a:pt x="762607" y="1798918"/>
                </a:lnTo>
                <a:lnTo>
                  <a:pt x="764354" y="1798875"/>
                </a:lnTo>
                <a:lnTo>
                  <a:pt x="767468" y="1796992"/>
                </a:lnTo>
                <a:lnTo>
                  <a:pt x="770593" y="1796589"/>
                </a:lnTo>
                <a:lnTo>
                  <a:pt x="774457" y="1793761"/>
                </a:lnTo>
                <a:lnTo>
                  <a:pt x="780336" y="1793524"/>
                </a:lnTo>
                <a:lnTo>
                  <a:pt x="782741" y="1793195"/>
                </a:lnTo>
                <a:lnTo>
                  <a:pt x="786187" y="1792158"/>
                </a:lnTo>
                <a:lnTo>
                  <a:pt x="790505" y="1791497"/>
                </a:lnTo>
                <a:lnTo>
                  <a:pt x="794552" y="1791007"/>
                </a:lnTo>
                <a:lnTo>
                  <a:pt x="796032" y="1790947"/>
                </a:lnTo>
                <a:lnTo>
                  <a:pt x="799089" y="1789049"/>
                </a:lnTo>
                <a:lnTo>
                  <a:pt x="802840" y="1788444"/>
                </a:lnTo>
                <a:lnTo>
                  <a:pt x="804909" y="1787283"/>
                </a:lnTo>
                <a:lnTo>
                  <a:pt x="808718" y="1785102"/>
                </a:lnTo>
                <a:lnTo>
                  <a:pt x="813516" y="1782819"/>
                </a:lnTo>
                <a:lnTo>
                  <a:pt x="818978" y="1781620"/>
                </a:lnTo>
                <a:lnTo>
                  <a:pt x="822353" y="1781593"/>
                </a:lnTo>
                <a:lnTo>
                  <a:pt x="824804" y="1780960"/>
                </a:lnTo>
                <a:lnTo>
                  <a:pt x="828252" y="1780063"/>
                </a:lnTo>
                <a:lnTo>
                  <a:pt x="832212" y="1778978"/>
                </a:lnTo>
                <a:lnTo>
                  <a:pt x="835857" y="1778390"/>
                </a:lnTo>
                <a:lnTo>
                  <a:pt x="836284" y="1778283"/>
                </a:lnTo>
                <a:lnTo>
                  <a:pt x="839675" y="1774451"/>
                </a:lnTo>
                <a:lnTo>
                  <a:pt x="846358" y="1772510"/>
                </a:lnTo>
                <a:lnTo>
                  <a:pt x="851104" y="1771822"/>
                </a:lnTo>
                <a:lnTo>
                  <a:pt x="855019" y="1771758"/>
                </a:lnTo>
                <a:lnTo>
                  <a:pt x="857485" y="1771619"/>
                </a:lnTo>
                <a:lnTo>
                  <a:pt x="859168" y="1771184"/>
                </a:lnTo>
                <a:lnTo>
                  <a:pt x="862519" y="1769455"/>
                </a:lnTo>
                <a:lnTo>
                  <a:pt x="868012" y="1767758"/>
                </a:lnTo>
                <a:lnTo>
                  <a:pt x="872781" y="1767642"/>
                </a:lnTo>
                <a:lnTo>
                  <a:pt x="876286" y="1767529"/>
                </a:lnTo>
                <a:lnTo>
                  <a:pt x="879545" y="1767423"/>
                </a:lnTo>
                <a:lnTo>
                  <a:pt x="881519" y="1767248"/>
                </a:lnTo>
                <a:lnTo>
                  <a:pt x="884886" y="1765918"/>
                </a:lnTo>
                <a:lnTo>
                  <a:pt x="886121" y="1765757"/>
                </a:lnTo>
                <a:lnTo>
                  <a:pt x="888917" y="1762578"/>
                </a:lnTo>
                <a:lnTo>
                  <a:pt x="894083" y="1760661"/>
                </a:lnTo>
                <a:lnTo>
                  <a:pt x="899001" y="1758102"/>
                </a:lnTo>
                <a:lnTo>
                  <a:pt x="902778" y="1758041"/>
                </a:lnTo>
                <a:lnTo>
                  <a:pt x="903432" y="1757741"/>
                </a:lnTo>
                <a:lnTo>
                  <a:pt x="908076" y="1753776"/>
                </a:lnTo>
                <a:lnTo>
                  <a:pt x="913282" y="1753146"/>
                </a:lnTo>
                <a:lnTo>
                  <a:pt x="916821" y="1751833"/>
                </a:lnTo>
                <a:lnTo>
                  <a:pt x="920434" y="1751393"/>
                </a:lnTo>
                <a:lnTo>
                  <a:pt x="924191" y="1750090"/>
                </a:lnTo>
                <a:lnTo>
                  <a:pt x="928710" y="1749762"/>
                </a:lnTo>
                <a:lnTo>
                  <a:pt x="930305" y="1749569"/>
                </a:lnTo>
                <a:lnTo>
                  <a:pt x="933496" y="1747831"/>
                </a:lnTo>
                <a:lnTo>
                  <a:pt x="937753" y="1746973"/>
                </a:lnTo>
                <a:lnTo>
                  <a:pt x="939719" y="1746275"/>
                </a:lnTo>
                <a:lnTo>
                  <a:pt x="944140" y="1743472"/>
                </a:lnTo>
                <a:lnTo>
                  <a:pt x="945643" y="1743302"/>
                </a:lnTo>
                <a:lnTo>
                  <a:pt x="946736" y="1741715"/>
                </a:lnTo>
                <a:lnTo>
                  <a:pt x="952548" y="1732575"/>
                </a:lnTo>
                <a:lnTo>
                  <a:pt x="959329" y="1731859"/>
                </a:lnTo>
                <a:lnTo>
                  <a:pt x="962602" y="1730671"/>
                </a:lnTo>
                <a:lnTo>
                  <a:pt x="967166" y="1729898"/>
                </a:lnTo>
                <a:lnTo>
                  <a:pt x="970751" y="1729461"/>
                </a:lnTo>
                <a:lnTo>
                  <a:pt x="973435" y="1729050"/>
                </a:lnTo>
                <a:lnTo>
                  <a:pt x="974764" y="1728621"/>
                </a:lnTo>
                <a:lnTo>
                  <a:pt x="978609" y="1725645"/>
                </a:lnTo>
                <a:lnTo>
                  <a:pt x="982391" y="1724753"/>
                </a:lnTo>
                <a:lnTo>
                  <a:pt x="985047" y="1722932"/>
                </a:lnTo>
                <a:lnTo>
                  <a:pt x="990900" y="1720006"/>
                </a:lnTo>
                <a:lnTo>
                  <a:pt x="995825" y="1719805"/>
                </a:lnTo>
                <a:lnTo>
                  <a:pt x="998790" y="1719327"/>
                </a:lnTo>
                <a:lnTo>
                  <a:pt x="1001112" y="1718931"/>
                </a:lnTo>
                <a:lnTo>
                  <a:pt x="1003020" y="1718069"/>
                </a:lnTo>
                <a:lnTo>
                  <a:pt x="1007378" y="1715328"/>
                </a:lnTo>
                <a:lnTo>
                  <a:pt x="1012018" y="1714309"/>
                </a:lnTo>
                <a:lnTo>
                  <a:pt x="1015771" y="1713098"/>
                </a:lnTo>
                <a:lnTo>
                  <a:pt x="1020610" y="1712279"/>
                </a:lnTo>
                <a:lnTo>
                  <a:pt x="1022666" y="1712229"/>
                </a:lnTo>
                <a:lnTo>
                  <a:pt x="1025294" y="1710841"/>
                </a:lnTo>
                <a:lnTo>
                  <a:pt x="1029235" y="1709887"/>
                </a:lnTo>
                <a:lnTo>
                  <a:pt x="1033136" y="1708251"/>
                </a:lnTo>
                <a:lnTo>
                  <a:pt x="1037583" y="1707565"/>
                </a:lnTo>
                <a:lnTo>
                  <a:pt x="1041167" y="1706871"/>
                </a:lnTo>
                <a:lnTo>
                  <a:pt x="1043967" y="1706464"/>
                </a:lnTo>
                <a:lnTo>
                  <a:pt x="1047925" y="1704996"/>
                </a:lnTo>
                <a:lnTo>
                  <a:pt x="1052701" y="1704763"/>
                </a:lnTo>
                <a:lnTo>
                  <a:pt x="1055421" y="1704544"/>
                </a:lnTo>
                <a:lnTo>
                  <a:pt x="1058822" y="1703748"/>
                </a:lnTo>
                <a:lnTo>
                  <a:pt x="1061879" y="1703403"/>
                </a:lnTo>
                <a:lnTo>
                  <a:pt x="1065639" y="1702089"/>
                </a:lnTo>
                <a:lnTo>
                  <a:pt x="1069956" y="1701845"/>
                </a:lnTo>
                <a:lnTo>
                  <a:pt x="1071218" y="1701632"/>
                </a:lnTo>
                <a:lnTo>
                  <a:pt x="1075251" y="1699107"/>
                </a:lnTo>
                <a:lnTo>
                  <a:pt x="1080172" y="1698908"/>
                </a:lnTo>
                <a:lnTo>
                  <a:pt x="1083042" y="1698121"/>
                </a:lnTo>
                <a:lnTo>
                  <a:pt x="1087756" y="1697202"/>
                </a:lnTo>
                <a:lnTo>
                  <a:pt x="1091377" y="1697202"/>
                </a:lnTo>
                <a:lnTo>
                  <a:pt x="1094811" y="1696592"/>
                </a:lnTo>
                <a:lnTo>
                  <a:pt x="1098614" y="1696500"/>
                </a:lnTo>
                <a:lnTo>
                  <a:pt x="1102049" y="1696112"/>
                </a:lnTo>
                <a:lnTo>
                  <a:pt x="1105154" y="1695962"/>
                </a:lnTo>
                <a:lnTo>
                  <a:pt x="1106638" y="1695648"/>
                </a:lnTo>
                <a:lnTo>
                  <a:pt x="1109850" y="1693887"/>
                </a:lnTo>
                <a:lnTo>
                  <a:pt x="1112540" y="1693084"/>
                </a:lnTo>
                <a:lnTo>
                  <a:pt x="1116420" y="1689867"/>
                </a:lnTo>
                <a:lnTo>
                  <a:pt x="1122533" y="1688683"/>
                </a:lnTo>
                <a:lnTo>
                  <a:pt x="1125972" y="1688240"/>
                </a:lnTo>
                <a:lnTo>
                  <a:pt x="1128273" y="1687739"/>
                </a:lnTo>
                <a:lnTo>
                  <a:pt x="1131885" y="1686182"/>
                </a:lnTo>
                <a:lnTo>
                  <a:pt x="1135442" y="1685494"/>
                </a:lnTo>
                <a:lnTo>
                  <a:pt x="1139594" y="1683719"/>
                </a:lnTo>
                <a:lnTo>
                  <a:pt x="1142442" y="1683580"/>
                </a:lnTo>
                <a:lnTo>
                  <a:pt x="1145594" y="1681673"/>
                </a:lnTo>
                <a:lnTo>
                  <a:pt x="1151542" y="1680810"/>
                </a:lnTo>
                <a:lnTo>
                  <a:pt x="1155336" y="1680749"/>
                </a:lnTo>
                <a:lnTo>
                  <a:pt x="1158595" y="1680457"/>
                </a:lnTo>
                <a:lnTo>
                  <a:pt x="1161429" y="1680252"/>
                </a:lnTo>
                <a:lnTo>
                  <a:pt x="1164474" y="1679491"/>
                </a:lnTo>
                <a:lnTo>
                  <a:pt x="1169015" y="1678641"/>
                </a:lnTo>
                <a:lnTo>
                  <a:pt x="1171802" y="1678596"/>
                </a:lnTo>
                <a:lnTo>
                  <a:pt x="1175096" y="1677401"/>
                </a:lnTo>
                <a:lnTo>
                  <a:pt x="1179051" y="1677112"/>
                </a:lnTo>
                <a:lnTo>
                  <a:pt x="1181668" y="1676436"/>
                </a:lnTo>
                <a:lnTo>
                  <a:pt x="1183070" y="1676029"/>
                </a:lnTo>
                <a:lnTo>
                  <a:pt x="1187477" y="1672053"/>
                </a:lnTo>
                <a:lnTo>
                  <a:pt x="1193552" y="1671808"/>
                </a:lnTo>
                <a:lnTo>
                  <a:pt x="1195156" y="1671471"/>
                </a:lnTo>
                <a:lnTo>
                  <a:pt x="1199197" y="1669402"/>
                </a:lnTo>
                <a:lnTo>
                  <a:pt x="1202847" y="1669107"/>
                </a:lnTo>
                <a:lnTo>
                  <a:pt x="1204788" y="1668168"/>
                </a:lnTo>
                <a:lnTo>
                  <a:pt x="1209528" y="1665779"/>
                </a:lnTo>
                <a:lnTo>
                  <a:pt x="1215041" y="1664934"/>
                </a:lnTo>
                <a:lnTo>
                  <a:pt x="1218299" y="1664829"/>
                </a:lnTo>
                <a:lnTo>
                  <a:pt x="1221623" y="1664105"/>
                </a:lnTo>
                <a:lnTo>
                  <a:pt x="1224998" y="1663831"/>
                </a:lnTo>
                <a:lnTo>
                  <a:pt x="1228438" y="1662971"/>
                </a:lnTo>
                <a:lnTo>
                  <a:pt x="1232470" y="1662548"/>
                </a:lnTo>
                <a:lnTo>
                  <a:pt x="1236420" y="1662002"/>
                </a:lnTo>
                <a:lnTo>
                  <a:pt x="1239788" y="1661975"/>
                </a:lnTo>
                <a:lnTo>
                  <a:pt x="1243331" y="1661346"/>
                </a:lnTo>
                <a:lnTo>
                  <a:pt x="1246868" y="1661318"/>
                </a:lnTo>
                <a:lnTo>
                  <a:pt x="1249387" y="1660867"/>
                </a:lnTo>
                <a:lnTo>
                  <a:pt x="1250537" y="1660598"/>
                </a:lnTo>
                <a:lnTo>
                  <a:pt x="1254824" y="1656934"/>
                </a:lnTo>
                <a:lnTo>
                  <a:pt x="1259790" y="1656772"/>
                </a:lnTo>
                <a:lnTo>
                  <a:pt x="1261355" y="1656091"/>
                </a:lnTo>
                <a:lnTo>
                  <a:pt x="1266513" y="1653262"/>
                </a:lnTo>
                <a:lnTo>
                  <a:pt x="1271844" y="1653176"/>
                </a:lnTo>
                <a:lnTo>
                  <a:pt x="1273686" y="1652968"/>
                </a:lnTo>
                <a:lnTo>
                  <a:pt x="1276624" y="1651759"/>
                </a:lnTo>
                <a:lnTo>
                  <a:pt x="1281614" y="1650461"/>
                </a:lnTo>
                <a:lnTo>
                  <a:pt x="1286208" y="1650202"/>
                </a:lnTo>
                <a:lnTo>
                  <a:pt x="1287911" y="1650161"/>
                </a:lnTo>
                <a:lnTo>
                  <a:pt x="1291322" y="1648497"/>
                </a:lnTo>
                <a:lnTo>
                  <a:pt x="1296883" y="1648228"/>
                </a:lnTo>
                <a:lnTo>
                  <a:pt x="1297063" y="1648225"/>
                </a:lnTo>
                <a:lnTo>
                  <a:pt x="1299901" y="1645571"/>
                </a:lnTo>
                <a:lnTo>
                  <a:pt x="1306543" y="1644232"/>
                </a:lnTo>
                <a:lnTo>
                  <a:pt x="1310881" y="1643917"/>
                </a:lnTo>
                <a:lnTo>
                  <a:pt x="1314606" y="1643827"/>
                </a:lnTo>
                <a:lnTo>
                  <a:pt x="1316973" y="1643750"/>
                </a:lnTo>
                <a:lnTo>
                  <a:pt x="1320553" y="1642739"/>
                </a:lnTo>
                <a:lnTo>
                  <a:pt x="1324949" y="1642633"/>
                </a:lnTo>
                <a:lnTo>
                  <a:pt x="1328501" y="1642316"/>
                </a:lnTo>
                <a:lnTo>
                  <a:pt x="1332120" y="1642257"/>
                </a:lnTo>
                <a:lnTo>
                  <a:pt x="1332518" y="1642228"/>
                </a:lnTo>
                <a:lnTo>
                  <a:pt x="1335487" y="1639786"/>
                </a:lnTo>
                <a:lnTo>
                  <a:pt x="1339642" y="1638840"/>
                </a:lnTo>
                <a:lnTo>
                  <a:pt x="1342397" y="1637151"/>
                </a:lnTo>
                <a:lnTo>
                  <a:pt x="1347560" y="1634819"/>
                </a:lnTo>
                <a:lnTo>
                  <a:pt x="1351486" y="1634181"/>
                </a:lnTo>
                <a:lnTo>
                  <a:pt x="1355451" y="1632806"/>
                </a:lnTo>
                <a:lnTo>
                  <a:pt x="1357976" y="1632643"/>
                </a:lnTo>
                <a:lnTo>
                  <a:pt x="1360400" y="1631157"/>
                </a:lnTo>
                <a:lnTo>
                  <a:pt x="1363309" y="1630117"/>
                </a:lnTo>
                <a:lnTo>
                  <a:pt x="1364535" y="1629108"/>
                </a:lnTo>
                <a:lnTo>
                  <a:pt x="1369300" y="1621748"/>
                </a:lnTo>
                <a:lnTo>
                  <a:pt x="1376500" y="1620122"/>
                </a:lnTo>
                <a:lnTo>
                  <a:pt x="1380635" y="1619222"/>
                </a:lnTo>
                <a:lnTo>
                  <a:pt x="1383942" y="1618926"/>
                </a:lnTo>
                <a:lnTo>
                  <a:pt x="1387417" y="1618001"/>
                </a:lnTo>
                <a:lnTo>
                  <a:pt x="1389683" y="1617764"/>
                </a:lnTo>
                <a:lnTo>
                  <a:pt x="1391972" y="1616405"/>
                </a:lnTo>
                <a:lnTo>
                  <a:pt x="1397024" y="1614205"/>
                </a:lnTo>
                <a:lnTo>
                  <a:pt x="1402307" y="1613268"/>
                </a:lnTo>
                <a:lnTo>
                  <a:pt x="1405808" y="1613183"/>
                </a:lnTo>
                <a:lnTo>
                  <a:pt x="1408643" y="1612653"/>
                </a:lnTo>
                <a:lnTo>
                  <a:pt x="1411985" y="1612060"/>
                </a:lnTo>
                <a:lnTo>
                  <a:pt x="1415734" y="1611183"/>
                </a:lnTo>
                <a:lnTo>
                  <a:pt x="1419923" y="1610638"/>
                </a:lnTo>
                <a:lnTo>
                  <a:pt x="1421298" y="1610527"/>
                </a:lnTo>
                <a:lnTo>
                  <a:pt x="1423328" y="1609152"/>
                </a:lnTo>
                <a:lnTo>
                  <a:pt x="1428045" y="1606755"/>
                </a:lnTo>
                <a:lnTo>
                  <a:pt x="1433577" y="1605001"/>
                </a:lnTo>
                <a:lnTo>
                  <a:pt x="1434871" y="1604991"/>
                </a:lnTo>
                <a:lnTo>
                  <a:pt x="1438021" y="1601967"/>
                </a:lnTo>
                <a:lnTo>
                  <a:pt x="1442187" y="1601493"/>
                </a:lnTo>
                <a:lnTo>
                  <a:pt x="1443437" y="1600576"/>
                </a:lnTo>
                <a:lnTo>
                  <a:pt x="1447585" y="1596896"/>
                </a:lnTo>
                <a:lnTo>
                  <a:pt x="1453063" y="1594201"/>
                </a:lnTo>
                <a:lnTo>
                  <a:pt x="1457351" y="1593086"/>
                </a:lnTo>
                <a:lnTo>
                  <a:pt x="1459674" y="1592411"/>
                </a:lnTo>
                <a:lnTo>
                  <a:pt x="1460905" y="1591687"/>
                </a:lnTo>
                <a:lnTo>
                  <a:pt x="1465149" y="1586684"/>
                </a:lnTo>
                <a:lnTo>
                  <a:pt x="1469189" y="1585445"/>
                </a:lnTo>
                <a:lnTo>
                  <a:pt x="1471466" y="1583279"/>
                </a:lnTo>
                <a:lnTo>
                  <a:pt x="1476730" y="1579085"/>
                </a:lnTo>
                <a:lnTo>
                  <a:pt x="1482007" y="1577595"/>
                </a:lnTo>
                <a:lnTo>
                  <a:pt x="1484884" y="1576760"/>
                </a:lnTo>
                <a:lnTo>
                  <a:pt x="1487122" y="1575741"/>
                </a:lnTo>
                <a:lnTo>
                  <a:pt x="1491795" y="1572613"/>
                </a:lnTo>
                <a:lnTo>
                  <a:pt x="1496853" y="1571920"/>
                </a:lnTo>
                <a:lnTo>
                  <a:pt x="1497800" y="1571666"/>
                </a:lnTo>
                <a:lnTo>
                  <a:pt x="1502111" y="1567946"/>
                </a:lnTo>
                <a:lnTo>
                  <a:pt x="1509003" y="1567557"/>
                </a:lnTo>
                <a:lnTo>
                  <a:pt x="1510007" y="1567557"/>
                </a:lnTo>
                <a:lnTo>
                  <a:pt x="1513189" y="1565427"/>
                </a:lnTo>
                <a:lnTo>
                  <a:pt x="1518519" y="1564954"/>
                </a:lnTo>
                <a:lnTo>
                  <a:pt x="1521809" y="1564264"/>
                </a:lnTo>
                <a:lnTo>
                  <a:pt x="1524244" y="1563908"/>
                </a:lnTo>
                <a:lnTo>
                  <a:pt x="1528164" y="1562043"/>
                </a:lnTo>
                <a:lnTo>
                  <a:pt x="1533057" y="1561767"/>
                </a:lnTo>
                <a:lnTo>
                  <a:pt x="1534954" y="1561476"/>
                </a:lnTo>
                <a:lnTo>
                  <a:pt x="1538109" y="1560065"/>
                </a:lnTo>
                <a:lnTo>
                  <a:pt x="1541317" y="1559289"/>
                </a:lnTo>
                <a:lnTo>
                  <a:pt x="1545304" y="1557135"/>
                </a:lnTo>
                <a:lnTo>
                  <a:pt x="1548426" y="1556729"/>
                </a:lnTo>
                <a:lnTo>
                  <a:pt x="1551587" y="1554664"/>
                </a:lnTo>
                <a:lnTo>
                  <a:pt x="1554811" y="1547717"/>
                </a:lnTo>
                <a:lnTo>
                  <a:pt x="1560637" y="1542596"/>
                </a:lnTo>
                <a:lnTo>
                  <a:pt x="1566046" y="1539804"/>
                </a:lnTo>
                <a:lnTo>
                  <a:pt x="1570450" y="1538622"/>
                </a:lnTo>
                <a:lnTo>
                  <a:pt x="1572699" y="1537988"/>
                </a:lnTo>
                <a:lnTo>
                  <a:pt x="1574474" y="1536885"/>
                </a:lnTo>
                <a:lnTo>
                  <a:pt x="1578585" y="1533209"/>
                </a:lnTo>
                <a:lnTo>
                  <a:pt x="1583845" y="1531088"/>
                </a:lnTo>
                <a:lnTo>
                  <a:pt x="1589019" y="1529336"/>
                </a:lnTo>
                <a:lnTo>
                  <a:pt x="1593630" y="1529298"/>
                </a:lnTo>
                <a:lnTo>
                  <a:pt x="1596520" y="1529042"/>
                </a:lnTo>
                <a:lnTo>
                  <a:pt x="1597722" y="1528858"/>
                </a:lnTo>
                <a:lnTo>
                  <a:pt x="1599577" y="1527586"/>
                </a:lnTo>
                <a:lnTo>
                  <a:pt x="1604721" y="1524115"/>
                </a:lnTo>
                <a:lnTo>
                  <a:pt x="1608635" y="1523420"/>
                </a:lnTo>
                <a:lnTo>
                  <a:pt x="1609032" y="1523196"/>
                </a:lnTo>
                <a:lnTo>
                  <a:pt x="1613900" y="1516271"/>
                </a:lnTo>
                <a:lnTo>
                  <a:pt x="1621483" y="1515842"/>
                </a:lnTo>
                <a:lnTo>
                  <a:pt x="1624103" y="1515483"/>
                </a:lnTo>
                <a:lnTo>
                  <a:pt x="1627162" y="1511180"/>
                </a:lnTo>
                <a:lnTo>
                  <a:pt x="1631638" y="1509520"/>
                </a:lnTo>
                <a:lnTo>
                  <a:pt x="1634120" y="1507217"/>
                </a:lnTo>
                <a:lnTo>
                  <a:pt x="1640306" y="1502339"/>
                </a:lnTo>
                <a:lnTo>
                  <a:pt x="1645956" y="1502202"/>
                </a:lnTo>
                <a:lnTo>
                  <a:pt x="1647044" y="1500936"/>
                </a:lnTo>
                <a:lnTo>
                  <a:pt x="1649882" y="1497115"/>
                </a:lnTo>
                <a:lnTo>
                  <a:pt x="1654979" y="1486592"/>
                </a:lnTo>
                <a:lnTo>
                  <a:pt x="1663274" y="1484771"/>
                </a:lnTo>
                <a:lnTo>
                  <a:pt x="1667467" y="1484298"/>
                </a:lnTo>
                <a:lnTo>
                  <a:pt x="1671411" y="1484012"/>
                </a:lnTo>
                <a:lnTo>
                  <a:pt x="1674852" y="1483928"/>
                </a:lnTo>
                <a:lnTo>
                  <a:pt x="1677745" y="1483671"/>
                </a:lnTo>
                <a:lnTo>
                  <a:pt x="1680239" y="1483249"/>
                </a:lnTo>
                <a:lnTo>
                  <a:pt x="1684100" y="1481962"/>
                </a:lnTo>
                <a:lnTo>
                  <a:pt x="1688852" y="1481540"/>
                </a:lnTo>
                <a:lnTo>
                  <a:pt x="1692322" y="1481344"/>
                </a:lnTo>
                <a:lnTo>
                  <a:pt x="1694080" y="1481160"/>
                </a:lnTo>
                <a:lnTo>
                  <a:pt x="1696351" y="1480071"/>
                </a:lnTo>
                <a:lnTo>
                  <a:pt x="1698565" y="1479124"/>
                </a:lnTo>
                <a:lnTo>
                  <a:pt x="1701645" y="1476194"/>
                </a:lnTo>
                <a:lnTo>
                  <a:pt x="1705315" y="1473986"/>
                </a:lnTo>
                <a:lnTo>
                  <a:pt x="1710071" y="1469805"/>
                </a:lnTo>
                <a:lnTo>
                  <a:pt x="1713151" y="1469184"/>
                </a:lnTo>
                <a:lnTo>
                  <a:pt x="1715169" y="1467036"/>
                </a:lnTo>
                <a:lnTo>
                  <a:pt x="1720955" y="1462473"/>
                </a:lnTo>
                <a:lnTo>
                  <a:pt x="1726567" y="1461387"/>
                </a:lnTo>
                <a:lnTo>
                  <a:pt x="1730529" y="1460524"/>
                </a:lnTo>
                <a:lnTo>
                  <a:pt x="1731347" y="1460444"/>
                </a:lnTo>
                <a:lnTo>
                  <a:pt x="1733320" y="1458487"/>
                </a:lnTo>
                <a:lnTo>
                  <a:pt x="1739319" y="1454762"/>
                </a:lnTo>
                <a:lnTo>
                  <a:pt x="1745325" y="1453834"/>
                </a:lnTo>
                <a:lnTo>
                  <a:pt x="1746776" y="1453822"/>
                </a:lnTo>
                <a:lnTo>
                  <a:pt x="1748003" y="1452991"/>
                </a:lnTo>
                <a:lnTo>
                  <a:pt x="1753335" y="1449307"/>
                </a:lnTo>
                <a:lnTo>
                  <a:pt x="1759112" y="1448608"/>
                </a:lnTo>
                <a:lnTo>
                  <a:pt x="1760266" y="1448468"/>
                </a:lnTo>
                <a:lnTo>
                  <a:pt x="1762297" y="1446966"/>
                </a:lnTo>
                <a:lnTo>
                  <a:pt x="1765733" y="1445026"/>
                </a:lnTo>
                <a:lnTo>
                  <a:pt x="1770921" y="1440968"/>
                </a:lnTo>
                <a:lnTo>
                  <a:pt x="1776663" y="1440547"/>
                </a:lnTo>
                <a:lnTo>
                  <a:pt x="1778083" y="1440272"/>
                </a:lnTo>
                <a:lnTo>
                  <a:pt x="1779869" y="1439192"/>
                </a:lnTo>
                <a:lnTo>
                  <a:pt x="1785224" y="1435219"/>
                </a:lnTo>
                <a:lnTo>
                  <a:pt x="1790024" y="1434907"/>
                </a:lnTo>
                <a:lnTo>
                  <a:pt x="1792415" y="1433982"/>
                </a:lnTo>
                <a:lnTo>
                  <a:pt x="1796619" y="1432524"/>
                </a:lnTo>
                <a:lnTo>
                  <a:pt x="1798703" y="1432066"/>
                </a:lnTo>
                <a:lnTo>
                  <a:pt x="1801646" y="1429836"/>
                </a:lnTo>
                <a:lnTo>
                  <a:pt x="1807406" y="1427559"/>
                </a:lnTo>
                <a:lnTo>
                  <a:pt x="1812435" y="1426911"/>
                </a:lnTo>
                <a:lnTo>
                  <a:pt x="1815278" y="1426772"/>
                </a:lnTo>
                <a:lnTo>
                  <a:pt x="1815900" y="1426596"/>
                </a:lnTo>
                <a:lnTo>
                  <a:pt x="1819354" y="1423643"/>
                </a:lnTo>
                <a:lnTo>
                  <a:pt x="1823322" y="1422417"/>
                </a:lnTo>
                <a:lnTo>
                  <a:pt x="1826495" y="1420217"/>
                </a:lnTo>
                <a:lnTo>
                  <a:pt x="1832159" y="1417842"/>
                </a:lnTo>
                <a:lnTo>
                  <a:pt x="1836496" y="1417387"/>
                </a:lnTo>
                <a:lnTo>
                  <a:pt x="1840442" y="1416489"/>
                </a:lnTo>
                <a:lnTo>
                  <a:pt x="1844825" y="1416454"/>
                </a:lnTo>
                <a:lnTo>
                  <a:pt x="1845582" y="1416423"/>
                </a:lnTo>
                <a:lnTo>
                  <a:pt x="1849228" y="1413903"/>
                </a:lnTo>
                <a:lnTo>
                  <a:pt x="1854844" y="1413858"/>
                </a:lnTo>
                <a:lnTo>
                  <a:pt x="1856684" y="1413546"/>
                </a:lnTo>
                <a:lnTo>
                  <a:pt x="1859029" y="1412593"/>
                </a:lnTo>
                <a:lnTo>
                  <a:pt x="1862348" y="1411014"/>
                </a:lnTo>
                <a:lnTo>
                  <a:pt x="1866000" y="1409292"/>
                </a:lnTo>
                <a:lnTo>
                  <a:pt x="1868174" y="1408345"/>
                </a:lnTo>
                <a:lnTo>
                  <a:pt x="1872508" y="1404186"/>
                </a:lnTo>
                <a:lnTo>
                  <a:pt x="1877453" y="1403269"/>
                </a:lnTo>
                <a:lnTo>
                  <a:pt x="1881398" y="1401280"/>
                </a:lnTo>
                <a:lnTo>
                  <a:pt x="1883942" y="1401075"/>
                </a:lnTo>
                <a:lnTo>
                  <a:pt x="1886968" y="1398660"/>
                </a:lnTo>
                <a:lnTo>
                  <a:pt x="1891717" y="1397617"/>
                </a:lnTo>
                <a:lnTo>
                  <a:pt x="1895667" y="1395929"/>
                </a:lnTo>
                <a:lnTo>
                  <a:pt x="1898005" y="1395646"/>
                </a:lnTo>
                <a:lnTo>
                  <a:pt x="1901670" y="1392809"/>
                </a:lnTo>
                <a:lnTo>
                  <a:pt x="1906927" y="1392339"/>
                </a:lnTo>
                <a:lnTo>
                  <a:pt x="1907203" y="1392256"/>
                </a:lnTo>
                <a:lnTo>
                  <a:pt x="1910109" y="1389116"/>
                </a:lnTo>
                <a:lnTo>
                  <a:pt x="1913489" y="1387330"/>
                </a:lnTo>
                <a:lnTo>
                  <a:pt x="1918162" y="1381941"/>
                </a:lnTo>
                <a:lnTo>
                  <a:pt x="1919366" y="1381776"/>
                </a:lnTo>
                <a:lnTo>
                  <a:pt x="1921273" y="1375654"/>
                </a:lnTo>
                <a:lnTo>
                  <a:pt x="1926964" y="1360803"/>
                </a:lnTo>
                <a:lnTo>
                  <a:pt x="1936575" y="1360105"/>
                </a:lnTo>
                <a:lnTo>
                  <a:pt x="1938636" y="1360088"/>
                </a:lnTo>
                <a:lnTo>
                  <a:pt x="1941693" y="1358821"/>
                </a:lnTo>
                <a:lnTo>
                  <a:pt x="1945288" y="1351399"/>
                </a:lnTo>
                <a:lnTo>
                  <a:pt x="1954087" y="1351113"/>
                </a:lnTo>
                <a:lnTo>
                  <a:pt x="1954686" y="1351065"/>
                </a:lnTo>
                <a:lnTo>
                  <a:pt x="1958322" y="1348220"/>
                </a:lnTo>
                <a:lnTo>
                  <a:pt x="1961548" y="1348037"/>
                </a:lnTo>
                <a:lnTo>
                  <a:pt x="1965032" y="1344975"/>
                </a:lnTo>
                <a:lnTo>
                  <a:pt x="1969516" y="1344649"/>
                </a:lnTo>
                <a:lnTo>
                  <a:pt x="1970558" y="1344039"/>
                </a:lnTo>
                <a:lnTo>
                  <a:pt x="1974959" y="1340384"/>
                </a:lnTo>
                <a:lnTo>
                  <a:pt x="1979316" y="1339084"/>
                </a:lnTo>
                <a:lnTo>
                  <a:pt x="1981022" y="1338127"/>
                </a:lnTo>
                <a:lnTo>
                  <a:pt x="1983711" y="1335654"/>
                </a:lnTo>
                <a:lnTo>
                  <a:pt x="1989151" y="1330434"/>
                </a:lnTo>
                <a:lnTo>
                  <a:pt x="1995580" y="1329241"/>
                </a:lnTo>
                <a:lnTo>
                  <a:pt x="1997787" y="1328936"/>
                </a:lnTo>
                <a:lnTo>
                  <a:pt x="2001335" y="1327134"/>
                </a:lnTo>
                <a:lnTo>
                  <a:pt x="2002128" y="1327025"/>
                </a:lnTo>
                <a:lnTo>
                  <a:pt x="2004803" y="1322668"/>
                </a:lnTo>
                <a:lnTo>
                  <a:pt x="2010531" y="1319874"/>
                </a:lnTo>
                <a:lnTo>
                  <a:pt x="2014947" y="1317487"/>
                </a:lnTo>
                <a:lnTo>
                  <a:pt x="2018503" y="1316627"/>
                </a:lnTo>
                <a:lnTo>
                  <a:pt x="2022239" y="1314622"/>
                </a:lnTo>
                <a:lnTo>
                  <a:pt x="2025154" y="1314082"/>
                </a:lnTo>
                <a:lnTo>
                  <a:pt x="2028482" y="1311666"/>
                </a:lnTo>
                <a:lnTo>
                  <a:pt x="2030378" y="1311204"/>
                </a:lnTo>
                <a:lnTo>
                  <a:pt x="2032225" y="1308538"/>
                </a:lnTo>
                <a:lnTo>
                  <a:pt x="2036197" y="1303925"/>
                </a:lnTo>
                <a:lnTo>
                  <a:pt x="2040813" y="1298971"/>
                </a:lnTo>
                <a:lnTo>
                  <a:pt x="2047440" y="1295284"/>
                </a:lnTo>
                <a:lnTo>
                  <a:pt x="2051027" y="1295081"/>
                </a:lnTo>
                <a:lnTo>
                  <a:pt x="2054643" y="1293111"/>
                </a:lnTo>
                <a:lnTo>
                  <a:pt x="2058459" y="1292988"/>
                </a:lnTo>
                <a:lnTo>
                  <a:pt x="2061788" y="1287873"/>
                </a:lnTo>
                <a:lnTo>
                  <a:pt x="2068642" y="1285552"/>
                </a:lnTo>
                <a:lnTo>
                  <a:pt x="2070492" y="1285074"/>
                </a:lnTo>
                <a:lnTo>
                  <a:pt x="2073408" y="1282606"/>
                </a:lnTo>
                <a:lnTo>
                  <a:pt x="2075045" y="1281860"/>
                </a:lnTo>
                <a:lnTo>
                  <a:pt x="2077985" y="1275672"/>
                </a:lnTo>
                <a:lnTo>
                  <a:pt x="2083332" y="1271058"/>
                </a:lnTo>
                <a:lnTo>
                  <a:pt x="2086665" y="1268728"/>
                </a:lnTo>
                <a:lnTo>
                  <a:pt x="2091267" y="1264348"/>
                </a:lnTo>
                <a:lnTo>
                  <a:pt x="2098062" y="1262266"/>
                </a:lnTo>
                <a:lnTo>
                  <a:pt x="2099107" y="1262241"/>
                </a:lnTo>
                <a:lnTo>
                  <a:pt x="2102533" y="1258675"/>
                </a:lnTo>
                <a:lnTo>
                  <a:pt x="2109549" y="1258336"/>
                </a:lnTo>
                <a:lnTo>
                  <a:pt x="2111845" y="1258151"/>
                </a:lnTo>
                <a:lnTo>
                  <a:pt x="2113783" y="1257505"/>
                </a:lnTo>
                <a:lnTo>
                  <a:pt x="2117804" y="1255592"/>
                </a:lnTo>
                <a:lnTo>
                  <a:pt x="2122508" y="1254605"/>
                </a:lnTo>
                <a:lnTo>
                  <a:pt x="2125817" y="1253987"/>
                </a:lnTo>
                <a:lnTo>
                  <a:pt x="2127875" y="1253456"/>
                </a:lnTo>
                <a:lnTo>
                  <a:pt x="2128106" y="1253323"/>
                </a:lnTo>
                <a:lnTo>
                  <a:pt x="2132924" y="1244432"/>
                </a:lnTo>
                <a:lnTo>
                  <a:pt x="2141756" y="1244290"/>
                </a:lnTo>
                <a:lnTo>
                  <a:pt x="2143466" y="1244248"/>
                </a:lnTo>
                <a:lnTo>
                  <a:pt x="2143837" y="1244085"/>
                </a:lnTo>
                <a:lnTo>
                  <a:pt x="2147908" y="1240146"/>
                </a:lnTo>
                <a:lnTo>
                  <a:pt x="2154177" y="1238478"/>
                </a:lnTo>
                <a:lnTo>
                  <a:pt x="2156025" y="1238177"/>
                </a:lnTo>
                <a:lnTo>
                  <a:pt x="2159273" y="1235846"/>
                </a:lnTo>
                <a:lnTo>
                  <a:pt x="2164245" y="1234643"/>
                </a:lnTo>
                <a:lnTo>
                  <a:pt x="2168329" y="1233358"/>
                </a:lnTo>
                <a:lnTo>
                  <a:pt x="2172645" y="1232867"/>
                </a:lnTo>
                <a:lnTo>
                  <a:pt x="2174345" y="1232647"/>
                </a:lnTo>
                <a:lnTo>
                  <a:pt x="2178689" y="1225337"/>
                </a:lnTo>
                <a:lnTo>
                  <a:pt x="2183317" y="1224590"/>
                </a:lnTo>
                <a:lnTo>
                  <a:pt x="2185065" y="1222687"/>
                </a:lnTo>
                <a:lnTo>
                  <a:pt x="2190211" y="1218205"/>
                </a:lnTo>
                <a:lnTo>
                  <a:pt x="2193939" y="1216780"/>
                </a:lnTo>
                <a:lnTo>
                  <a:pt x="2196888" y="1201940"/>
                </a:lnTo>
                <a:lnTo>
                  <a:pt x="2202869" y="1190270"/>
                </a:lnTo>
                <a:lnTo>
                  <a:pt x="2211260" y="1188172"/>
                </a:lnTo>
                <a:lnTo>
                  <a:pt x="2214943" y="1187964"/>
                </a:lnTo>
                <a:lnTo>
                  <a:pt x="2216973" y="1187523"/>
                </a:lnTo>
                <a:lnTo>
                  <a:pt x="2219617" y="1182086"/>
                </a:lnTo>
                <a:lnTo>
                  <a:pt x="2224918" y="1178366"/>
                </a:lnTo>
                <a:lnTo>
                  <a:pt x="2227381" y="1176464"/>
                </a:lnTo>
                <a:lnTo>
                  <a:pt x="2231659" y="1171048"/>
                </a:lnTo>
                <a:lnTo>
                  <a:pt x="2236939" y="1168773"/>
                </a:lnTo>
                <a:lnTo>
                  <a:pt x="2240530" y="1154812"/>
                </a:lnTo>
                <a:lnTo>
                  <a:pt x="2248459" y="1152942"/>
                </a:lnTo>
                <a:lnTo>
                  <a:pt x="2251853" y="1151328"/>
                </a:lnTo>
                <a:lnTo>
                  <a:pt x="2256962" y="1149927"/>
                </a:lnTo>
                <a:lnTo>
                  <a:pt x="2257625" y="1149868"/>
                </a:lnTo>
                <a:lnTo>
                  <a:pt x="2261250" y="1139606"/>
                </a:lnTo>
                <a:lnTo>
                  <a:pt x="2265585" y="1135096"/>
                </a:lnTo>
                <a:lnTo>
                  <a:pt x="2270206" y="1128108"/>
                </a:lnTo>
                <a:lnTo>
                  <a:pt x="2273755" y="1126677"/>
                </a:lnTo>
                <a:lnTo>
                  <a:pt x="2275433" y="1124148"/>
                </a:lnTo>
                <a:lnTo>
                  <a:pt x="2278963" y="1117115"/>
                </a:lnTo>
                <a:lnTo>
                  <a:pt x="2282816" y="1111226"/>
                </a:lnTo>
                <a:lnTo>
                  <a:pt x="2287989" y="1103675"/>
                </a:lnTo>
                <a:lnTo>
                  <a:pt x="2294739" y="1101007"/>
                </a:lnTo>
                <a:lnTo>
                  <a:pt x="2297093" y="1100453"/>
                </a:lnTo>
                <a:lnTo>
                  <a:pt x="2299557" y="1098644"/>
                </a:lnTo>
                <a:lnTo>
                  <a:pt x="2303720" y="1096261"/>
                </a:lnTo>
                <a:lnTo>
                  <a:pt x="2308127" y="1093986"/>
                </a:lnTo>
                <a:lnTo>
                  <a:pt x="2310280" y="1093303"/>
                </a:lnTo>
                <a:lnTo>
                  <a:pt x="2314508" y="1089110"/>
                </a:lnTo>
                <a:lnTo>
                  <a:pt x="2316640" y="1088869"/>
                </a:lnTo>
                <a:lnTo>
                  <a:pt x="2318025" y="1086482"/>
                </a:lnTo>
                <a:lnTo>
                  <a:pt x="2321063" y="1082048"/>
                </a:lnTo>
                <a:lnTo>
                  <a:pt x="2325196" y="1070016"/>
                </a:lnTo>
                <a:lnTo>
                  <a:pt x="2332063" y="1065382"/>
                </a:lnTo>
                <a:lnTo>
                  <a:pt x="2337484" y="1063240"/>
                </a:lnTo>
                <a:lnTo>
                  <a:pt x="2341496" y="1062625"/>
                </a:lnTo>
                <a:lnTo>
                  <a:pt x="2342544" y="1061010"/>
                </a:lnTo>
                <a:lnTo>
                  <a:pt x="2347844" y="1050240"/>
                </a:lnTo>
                <a:lnTo>
                  <a:pt x="2353204" y="1049194"/>
                </a:lnTo>
                <a:lnTo>
                  <a:pt x="2357157" y="1045464"/>
                </a:lnTo>
                <a:lnTo>
                  <a:pt x="2359376" y="1045285"/>
                </a:lnTo>
                <a:lnTo>
                  <a:pt x="2363065" y="1039497"/>
                </a:lnTo>
                <a:lnTo>
                  <a:pt x="2365297" y="1039443"/>
                </a:lnTo>
                <a:lnTo>
                  <a:pt x="2367323" y="1034003"/>
                </a:lnTo>
                <a:lnTo>
                  <a:pt x="2374149" y="1026681"/>
                </a:lnTo>
                <a:lnTo>
                  <a:pt x="2378446" y="1025877"/>
                </a:lnTo>
                <a:lnTo>
                  <a:pt x="2382085" y="1023060"/>
                </a:lnTo>
                <a:lnTo>
                  <a:pt x="2387949" y="1022114"/>
                </a:lnTo>
                <a:lnTo>
                  <a:pt x="2389630" y="1021855"/>
                </a:lnTo>
                <a:lnTo>
                  <a:pt x="2390190" y="1021502"/>
                </a:lnTo>
                <a:lnTo>
                  <a:pt x="2392084" y="1019029"/>
                </a:lnTo>
                <a:lnTo>
                  <a:pt x="2396309" y="1009522"/>
                </a:lnTo>
                <a:lnTo>
                  <a:pt x="2403763" y="1004795"/>
                </a:lnTo>
                <a:lnTo>
                  <a:pt x="2407269" y="1004258"/>
                </a:lnTo>
                <a:lnTo>
                  <a:pt x="2409343" y="1002919"/>
                </a:lnTo>
                <a:lnTo>
                  <a:pt x="2413887" y="1000260"/>
                </a:lnTo>
                <a:lnTo>
                  <a:pt x="2419386" y="998486"/>
                </a:lnTo>
                <a:lnTo>
                  <a:pt x="2421215" y="998339"/>
                </a:lnTo>
                <a:lnTo>
                  <a:pt x="2424394" y="995806"/>
                </a:lnTo>
                <a:lnTo>
                  <a:pt x="2425383" y="995638"/>
                </a:lnTo>
                <a:lnTo>
                  <a:pt x="2428221" y="989093"/>
                </a:lnTo>
                <a:lnTo>
                  <a:pt x="2434180" y="985895"/>
                </a:lnTo>
                <a:lnTo>
                  <a:pt x="2439565" y="982378"/>
                </a:lnTo>
                <a:lnTo>
                  <a:pt x="2443775" y="982276"/>
                </a:lnTo>
                <a:lnTo>
                  <a:pt x="2445845" y="981300"/>
                </a:lnTo>
                <a:lnTo>
                  <a:pt x="2448188" y="974724"/>
                </a:lnTo>
                <a:lnTo>
                  <a:pt x="2453641" y="964837"/>
                </a:lnTo>
                <a:lnTo>
                  <a:pt x="2459861" y="962379"/>
                </a:lnTo>
                <a:lnTo>
                  <a:pt x="2463102" y="960759"/>
                </a:lnTo>
                <a:lnTo>
                  <a:pt x="2466794" y="958972"/>
                </a:lnTo>
                <a:lnTo>
                  <a:pt x="2470228" y="957409"/>
                </a:lnTo>
                <a:lnTo>
                  <a:pt x="2473346" y="955825"/>
                </a:lnTo>
                <a:lnTo>
                  <a:pt x="2477601" y="953320"/>
                </a:lnTo>
                <a:lnTo>
                  <a:pt x="2481128" y="952267"/>
                </a:lnTo>
                <a:lnTo>
                  <a:pt x="2485326" y="949776"/>
                </a:lnTo>
                <a:lnTo>
                  <a:pt x="2490847" y="949108"/>
                </a:lnTo>
                <a:lnTo>
                  <a:pt x="2493816" y="948797"/>
                </a:lnTo>
                <a:lnTo>
                  <a:pt x="2496844" y="948034"/>
                </a:lnTo>
                <a:lnTo>
                  <a:pt x="2500844" y="947163"/>
                </a:lnTo>
                <a:lnTo>
                  <a:pt x="2502437" y="946931"/>
                </a:lnTo>
                <a:lnTo>
                  <a:pt x="2505800" y="944444"/>
                </a:lnTo>
                <a:lnTo>
                  <a:pt x="2509723" y="943716"/>
                </a:lnTo>
                <a:lnTo>
                  <a:pt x="2513419" y="941420"/>
                </a:lnTo>
                <a:lnTo>
                  <a:pt x="2516962" y="940902"/>
                </a:lnTo>
                <a:lnTo>
                  <a:pt x="2519004" y="939650"/>
                </a:lnTo>
                <a:lnTo>
                  <a:pt x="2523249" y="937185"/>
                </a:lnTo>
                <a:lnTo>
                  <a:pt x="2528910" y="934976"/>
                </a:lnTo>
                <a:lnTo>
                  <a:pt x="2530086" y="934948"/>
                </a:lnTo>
                <a:lnTo>
                  <a:pt x="2532940" y="931726"/>
                </a:lnTo>
                <a:lnTo>
                  <a:pt x="2536991" y="930804"/>
                </a:lnTo>
                <a:lnTo>
                  <a:pt x="2540568" y="927572"/>
                </a:lnTo>
                <a:lnTo>
                  <a:pt x="2543231" y="926993"/>
                </a:lnTo>
                <a:lnTo>
                  <a:pt x="2546010" y="923384"/>
                </a:lnTo>
                <a:lnTo>
                  <a:pt x="2550121" y="921312"/>
                </a:lnTo>
                <a:lnTo>
                  <a:pt x="2551668" y="919803"/>
                </a:lnTo>
                <a:lnTo>
                  <a:pt x="2555565" y="912604"/>
                </a:lnTo>
                <a:lnTo>
                  <a:pt x="2562511" y="907691"/>
                </a:lnTo>
                <a:lnTo>
                  <a:pt x="2568122" y="906741"/>
                </a:lnTo>
                <a:lnTo>
                  <a:pt x="2571597" y="901472"/>
                </a:lnTo>
                <a:lnTo>
                  <a:pt x="2574802" y="901264"/>
                </a:lnTo>
                <a:lnTo>
                  <a:pt x="2576712" y="897999"/>
                </a:lnTo>
                <a:lnTo>
                  <a:pt x="2582831" y="892916"/>
                </a:lnTo>
                <a:lnTo>
                  <a:pt x="2588643" y="891026"/>
                </a:lnTo>
                <a:lnTo>
                  <a:pt x="2591627" y="890521"/>
                </a:lnTo>
                <a:lnTo>
                  <a:pt x="2594449" y="889201"/>
                </a:lnTo>
                <a:lnTo>
                  <a:pt x="2597104" y="888259"/>
                </a:lnTo>
                <a:lnTo>
                  <a:pt x="2598315" y="887353"/>
                </a:lnTo>
                <a:lnTo>
                  <a:pt x="2601440" y="882816"/>
                </a:lnTo>
                <a:lnTo>
                  <a:pt x="2607037" y="877039"/>
                </a:lnTo>
                <a:lnTo>
                  <a:pt x="2608058" y="876690"/>
                </a:lnTo>
                <a:lnTo>
                  <a:pt x="2610860" y="866451"/>
                </a:lnTo>
                <a:lnTo>
                  <a:pt x="2616506" y="859803"/>
                </a:lnTo>
                <a:lnTo>
                  <a:pt x="2619470" y="857780"/>
                </a:lnTo>
                <a:lnTo>
                  <a:pt x="2622804" y="852483"/>
                </a:lnTo>
                <a:lnTo>
                  <a:pt x="2629585" y="846970"/>
                </a:lnTo>
                <a:lnTo>
                  <a:pt x="2631308" y="846790"/>
                </a:lnTo>
                <a:lnTo>
                  <a:pt x="2634156" y="842059"/>
                </a:lnTo>
                <a:lnTo>
                  <a:pt x="2639113" y="840220"/>
                </a:lnTo>
                <a:lnTo>
                  <a:pt x="2642137" y="837564"/>
                </a:lnTo>
                <a:lnTo>
                  <a:pt x="2645416" y="835793"/>
                </a:lnTo>
                <a:lnTo>
                  <a:pt x="2648585" y="832624"/>
                </a:lnTo>
                <a:lnTo>
                  <a:pt x="2652749" y="829713"/>
                </a:lnTo>
                <a:lnTo>
                  <a:pt x="2654123" y="828749"/>
                </a:lnTo>
                <a:lnTo>
                  <a:pt x="2656651" y="822673"/>
                </a:lnTo>
                <a:lnTo>
                  <a:pt x="2662252" y="809212"/>
                </a:lnTo>
                <a:lnTo>
                  <a:pt x="2669797" y="808353"/>
                </a:lnTo>
                <a:lnTo>
                  <a:pt x="2673655" y="806735"/>
                </a:lnTo>
                <a:lnTo>
                  <a:pt x="2676066" y="806638"/>
                </a:lnTo>
                <a:lnTo>
                  <a:pt x="2677890" y="805304"/>
                </a:lnTo>
                <a:lnTo>
                  <a:pt x="2680821" y="803767"/>
                </a:lnTo>
                <a:lnTo>
                  <a:pt x="2685386" y="799240"/>
                </a:lnTo>
                <a:lnTo>
                  <a:pt x="2687912" y="798771"/>
                </a:lnTo>
                <a:lnTo>
                  <a:pt x="2689955" y="795715"/>
                </a:lnTo>
                <a:lnTo>
                  <a:pt x="2695973" y="790425"/>
                </a:lnTo>
                <a:lnTo>
                  <a:pt x="2701804" y="788827"/>
                </a:lnTo>
                <a:lnTo>
                  <a:pt x="2702455" y="788689"/>
                </a:lnTo>
                <a:lnTo>
                  <a:pt x="2703145" y="787849"/>
                </a:lnTo>
                <a:lnTo>
                  <a:pt x="2707222" y="778314"/>
                </a:lnTo>
                <a:lnTo>
                  <a:pt x="2712687" y="774582"/>
                </a:lnTo>
                <a:lnTo>
                  <a:pt x="2715244" y="772582"/>
                </a:lnTo>
                <a:lnTo>
                  <a:pt x="2718776" y="768367"/>
                </a:lnTo>
                <a:lnTo>
                  <a:pt x="2724156" y="764124"/>
                </a:lnTo>
                <a:lnTo>
                  <a:pt x="2729680" y="762075"/>
                </a:lnTo>
                <a:lnTo>
                  <a:pt x="2733530" y="761268"/>
                </a:lnTo>
                <a:lnTo>
                  <a:pt x="2734882" y="759217"/>
                </a:lnTo>
                <a:lnTo>
                  <a:pt x="2738220" y="752352"/>
                </a:lnTo>
                <a:lnTo>
                  <a:pt x="2743766" y="741713"/>
                </a:lnTo>
                <a:lnTo>
                  <a:pt x="2751932" y="739934"/>
                </a:lnTo>
                <a:lnTo>
                  <a:pt x="2755671" y="739512"/>
                </a:lnTo>
                <a:lnTo>
                  <a:pt x="2758730" y="735335"/>
                </a:lnTo>
                <a:lnTo>
                  <a:pt x="2765554" y="733904"/>
                </a:lnTo>
                <a:lnTo>
                  <a:pt x="2766780" y="733607"/>
                </a:lnTo>
                <a:lnTo>
                  <a:pt x="2769094" y="731575"/>
                </a:lnTo>
                <a:lnTo>
                  <a:pt x="2770860" y="730422"/>
                </a:lnTo>
                <a:lnTo>
                  <a:pt x="2775656" y="719128"/>
                </a:lnTo>
                <a:lnTo>
                  <a:pt x="2784741" y="719055"/>
                </a:lnTo>
                <a:lnTo>
                  <a:pt x="2788201" y="705828"/>
                </a:lnTo>
                <a:lnTo>
                  <a:pt x="2797266" y="702217"/>
                </a:lnTo>
                <a:lnTo>
                  <a:pt x="2799072" y="702071"/>
                </a:lnTo>
                <a:lnTo>
                  <a:pt x="2801467" y="699889"/>
                </a:lnTo>
                <a:lnTo>
                  <a:pt x="2807770" y="697224"/>
                </a:lnTo>
                <a:lnTo>
                  <a:pt x="2811653" y="696911"/>
                </a:lnTo>
                <a:lnTo>
                  <a:pt x="2812555" y="696605"/>
                </a:lnTo>
                <a:lnTo>
                  <a:pt x="2814499" y="695010"/>
                </a:lnTo>
                <a:lnTo>
                  <a:pt x="2817582" y="692025"/>
                </a:lnTo>
                <a:lnTo>
                  <a:pt x="2823078" y="686042"/>
                </a:lnTo>
                <a:lnTo>
                  <a:pt x="2826430" y="685497"/>
                </a:lnTo>
                <a:lnTo>
                  <a:pt x="2827768" y="683944"/>
                </a:lnTo>
                <a:lnTo>
                  <a:pt x="2829798" y="681521"/>
                </a:lnTo>
                <a:lnTo>
                  <a:pt x="2833788" y="662219"/>
                </a:lnTo>
                <a:lnTo>
                  <a:pt x="2839865" y="659475"/>
                </a:lnTo>
                <a:lnTo>
                  <a:pt x="2840802" y="658455"/>
                </a:lnTo>
                <a:lnTo>
                  <a:pt x="2845299" y="644563"/>
                </a:lnTo>
                <a:lnTo>
                  <a:pt x="2852505" y="642806"/>
                </a:lnTo>
                <a:lnTo>
                  <a:pt x="2855500" y="641091"/>
                </a:lnTo>
                <a:lnTo>
                  <a:pt x="2859634" y="639457"/>
                </a:lnTo>
                <a:lnTo>
                  <a:pt x="2861360" y="634100"/>
                </a:lnTo>
                <a:lnTo>
                  <a:pt x="2866606" y="616627"/>
                </a:lnTo>
                <a:lnTo>
                  <a:pt x="2870749" y="616159"/>
                </a:lnTo>
                <a:lnTo>
                  <a:pt x="2872767" y="611203"/>
                </a:lnTo>
                <a:lnTo>
                  <a:pt x="2876779" y="606448"/>
                </a:lnTo>
                <a:lnTo>
                  <a:pt x="2880680" y="599999"/>
                </a:lnTo>
                <a:lnTo>
                  <a:pt x="2882917" y="598034"/>
                </a:lnTo>
                <a:lnTo>
                  <a:pt x="2886782" y="578271"/>
                </a:lnTo>
                <a:lnTo>
                  <a:pt x="2891998" y="576000"/>
                </a:lnTo>
                <a:lnTo>
                  <a:pt x="2894937" y="571006"/>
                </a:lnTo>
                <a:lnTo>
                  <a:pt x="2897026" y="569439"/>
                </a:lnTo>
                <a:lnTo>
                  <a:pt x="2900688" y="547642"/>
                </a:lnTo>
                <a:lnTo>
                  <a:pt x="2909321" y="542799"/>
                </a:lnTo>
                <a:lnTo>
                  <a:pt x="2909578" y="542751"/>
                </a:lnTo>
                <a:lnTo>
                  <a:pt x="2911021" y="539423"/>
                </a:lnTo>
                <a:lnTo>
                  <a:pt x="2914448" y="528892"/>
                </a:lnTo>
                <a:lnTo>
                  <a:pt x="2917973" y="519141"/>
                </a:lnTo>
                <a:lnTo>
                  <a:pt x="2921831" y="506789"/>
                </a:lnTo>
                <a:lnTo>
                  <a:pt x="2925559" y="501061"/>
                </a:lnTo>
                <a:lnTo>
                  <a:pt x="2929324" y="491829"/>
                </a:lnTo>
                <a:lnTo>
                  <a:pt x="2934425" y="485824"/>
                </a:lnTo>
                <a:lnTo>
                  <a:pt x="2939891" y="481592"/>
                </a:lnTo>
                <a:lnTo>
                  <a:pt x="2940016" y="481548"/>
                </a:lnTo>
                <a:lnTo>
                  <a:pt x="2942835" y="468841"/>
                </a:lnTo>
                <a:lnTo>
                  <a:pt x="2949819" y="458477"/>
                </a:lnTo>
                <a:lnTo>
                  <a:pt x="2952573" y="458277"/>
                </a:lnTo>
                <a:lnTo>
                  <a:pt x="2955451" y="452426"/>
                </a:lnTo>
                <a:lnTo>
                  <a:pt x="2958749" y="451309"/>
                </a:lnTo>
                <a:lnTo>
                  <a:pt x="2960696" y="446819"/>
                </a:lnTo>
                <a:lnTo>
                  <a:pt x="2964526" y="438130"/>
                </a:lnTo>
                <a:lnTo>
                  <a:pt x="2968496" y="432080"/>
                </a:lnTo>
                <a:lnTo>
                  <a:pt x="2973196" y="424991"/>
                </a:lnTo>
                <a:lnTo>
                  <a:pt x="2976965" y="422742"/>
                </a:lnTo>
                <a:lnTo>
                  <a:pt x="2980242" y="418345"/>
                </a:lnTo>
                <a:lnTo>
                  <a:pt x="2982360" y="416826"/>
                </a:lnTo>
                <a:lnTo>
                  <a:pt x="2986905" y="400952"/>
                </a:lnTo>
                <a:lnTo>
                  <a:pt x="2990949" y="400919"/>
                </a:lnTo>
                <a:lnTo>
                  <a:pt x="2992513" y="396707"/>
                </a:lnTo>
                <a:lnTo>
                  <a:pt x="2996393" y="389354"/>
                </a:lnTo>
                <a:lnTo>
                  <a:pt x="3000078" y="382822"/>
                </a:lnTo>
                <a:lnTo>
                  <a:pt x="3003752" y="376986"/>
                </a:lnTo>
                <a:lnTo>
                  <a:pt x="3006536" y="372618"/>
                </a:lnTo>
                <a:lnTo>
                  <a:pt x="3010464" y="358170"/>
                </a:lnTo>
                <a:lnTo>
                  <a:pt x="3014735" y="354588"/>
                </a:lnTo>
                <a:lnTo>
                  <a:pt x="3017698" y="348615"/>
                </a:lnTo>
                <a:lnTo>
                  <a:pt x="3022071" y="342107"/>
                </a:lnTo>
                <a:lnTo>
                  <a:pt x="3024988" y="339261"/>
                </a:lnTo>
                <a:lnTo>
                  <a:pt x="3028339" y="331424"/>
                </a:lnTo>
                <a:lnTo>
                  <a:pt x="3033529" y="325180"/>
                </a:lnTo>
                <a:lnTo>
                  <a:pt x="3036723" y="323016"/>
                </a:lnTo>
                <a:lnTo>
                  <a:pt x="3040641" y="317328"/>
                </a:lnTo>
                <a:lnTo>
                  <a:pt x="3044285" y="315535"/>
                </a:lnTo>
                <a:lnTo>
                  <a:pt x="3045922" y="313273"/>
                </a:lnTo>
                <a:lnTo>
                  <a:pt x="3049625" y="305001"/>
                </a:lnTo>
                <a:lnTo>
                  <a:pt x="3054884" y="298894"/>
                </a:lnTo>
                <a:lnTo>
                  <a:pt x="3057592" y="297132"/>
                </a:lnTo>
                <a:lnTo>
                  <a:pt x="3060646" y="291639"/>
                </a:lnTo>
                <a:lnTo>
                  <a:pt x="3064711" y="287542"/>
                </a:lnTo>
                <a:lnTo>
                  <a:pt x="3070558" y="280138"/>
                </a:lnTo>
                <a:lnTo>
                  <a:pt x="3071002" y="280124"/>
                </a:lnTo>
                <a:lnTo>
                  <a:pt x="3073822" y="265182"/>
                </a:lnTo>
                <a:lnTo>
                  <a:pt x="3077645" y="262161"/>
                </a:lnTo>
                <a:lnTo>
                  <a:pt x="3080777" y="250193"/>
                </a:lnTo>
                <a:lnTo>
                  <a:pt x="3084662" y="244396"/>
                </a:lnTo>
                <a:lnTo>
                  <a:pt x="3089146" y="233440"/>
                </a:lnTo>
                <a:lnTo>
                  <a:pt x="3091697" y="232154"/>
                </a:lnTo>
                <a:lnTo>
                  <a:pt x="3095500" y="212279"/>
                </a:lnTo>
                <a:lnTo>
                  <a:pt x="3104276" y="210156"/>
                </a:lnTo>
                <a:lnTo>
                  <a:pt x="3106322" y="209424"/>
                </a:lnTo>
                <a:lnTo>
                  <a:pt x="3110711" y="206557"/>
                </a:lnTo>
                <a:lnTo>
                  <a:pt x="3112779" y="206290"/>
                </a:lnTo>
                <a:lnTo>
                  <a:pt x="3115503" y="190564"/>
                </a:lnTo>
                <a:lnTo>
                  <a:pt x="3119082" y="147607"/>
                </a:lnTo>
                <a:lnTo>
                  <a:pt x="3124203" y="128915"/>
                </a:lnTo>
                <a:lnTo>
                  <a:pt x="3131794" y="126895"/>
                </a:lnTo>
                <a:lnTo>
                  <a:pt x="3134977" y="125201"/>
                </a:lnTo>
                <a:lnTo>
                  <a:pt x="3137948" y="114721"/>
                </a:lnTo>
                <a:lnTo>
                  <a:pt x="3144323" y="110762"/>
                </a:lnTo>
                <a:lnTo>
                  <a:pt x="3147468" y="80492"/>
                </a:lnTo>
                <a:lnTo>
                  <a:pt x="3151322" y="73001"/>
                </a:lnTo>
                <a:lnTo>
                  <a:pt x="3155423" y="56896"/>
                </a:lnTo>
                <a:lnTo>
                  <a:pt x="3161357" y="52588"/>
                </a:lnTo>
                <a:lnTo>
                  <a:pt x="3162732" y="51426"/>
                </a:lnTo>
                <a:lnTo>
                  <a:pt x="3167289" y="38564"/>
                </a:lnTo>
                <a:lnTo>
                  <a:pt x="3171065" y="38016"/>
                </a:lnTo>
                <a:lnTo>
                  <a:pt x="3173743" y="31289"/>
                </a:lnTo>
                <a:lnTo>
                  <a:pt x="3177169" y="29162"/>
                </a:lnTo>
                <a:lnTo>
                  <a:pt x="3180981" y="18771"/>
                </a:lnTo>
                <a:lnTo>
                  <a:pt x="3184171" y="17397"/>
                </a:lnTo>
                <a:lnTo>
                  <a:pt x="3186639" y="9038"/>
                </a:lnTo>
                <a:lnTo>
                  <a:pt x="3190362" y="0"/>
                </a:lnTo>
                <a:lnTo>
                  <a:pt x="3207209" y="6940"/>
                </a:lnTo>
                <a:lnTo>
                  <a:pt x="3203845" y="15104"/>
                </a:lnTo>
                <a:lnTo>
                  <a:pt x="3199226" y="30749"/>
                </a:lnTo>
                <a:lnTo>
                  <a:pt x="3195387" y="32403"/>
                </a:lnTo>
                <a:lnTo>
                  <a:pt x="3192113" y="41329"/>
                </a:lnTo>
                <a:lnTo>
                  <a:pt x="3188452" y="43602"/>
                </a:lnTo>
                <a:lnTo>
                  <a:pt x="3184100" y="54535"/>
                </a:lnTo>
                <a:lnTo>
                  <a:pt x="3180790" y="55015"/>
                </a:lnTo>
                <a:lnTo>
                  <a:pt x="3178260" y="62156"/>
                </a:lnTo>
                <a:lnTo>
                  <a:pt x="3172606" y="66937"/>
                </a:lnTo>
                <a:lnTo>
                  <a:pt x="3171454" y="67773"/>
                </a:lnTo>
                <a:lnTo>
                  <a:pt x="3168468" y="79500"/>
                </a:lnTo>
                <a:lnTo>
                  <a:pt x="3165236" y="85782"/>
                </a:lnTo>
                <a:lnTo>
                  <a:pt x="3161331" y="123367"/>
                </a:lnTo>
                <a:lnTo>
                  <a:pt x="3153544" y="126507"/>
                </a:lnTo>
                <a:lnTo>
                  <a:pt x="3149404" y="141118"/>
                </a:lnTo>
                <a:lnTo>
                  <a:pt x="3141604" y="142313"/>
                </a:lnTo>
                <a:lnTo>
                  <a:pt x="3139051" y="143672"/>
                </a:lnTo>
                <a:lnTo>
                  <a:pt x="3137099" y="150798"/>
                </a:lnTo>
                <a:lnTo>
                  <a:pt x="3133593" y="192880"/>
                </a:lnTo>
                <a:lnTo>
                  <a:pt x="3129372" y="217253"/>
                </a:lnTo>
                <a:lnTo>
                  <a:pt x="3121079" y="223590"/>
                </a:lnTo>
                <a:lnTo>
                  <a:pt x="3117182" y="224093"/>
                </a:lnTo>
                <a:lnTo>
                  <a:pt x="3114484" y="225855"/>
                </a:lnTo>
                <a:lnTo>
                  <a:pt x="3111230" y="227019"/>
                </a:lnTo>
                <a:lnTo>
                  <a:pt x="3107906" y="244387"/>
                </a:lnTo>
                <a:lnTo>
                  <a:pt x="3103428" y="246644"/>
                </a:lnTo>
                <a:lnTo>
                  <a:pt x="3100825" y="253006"/>
                </a:lnTo>
                <a:lnTo>
                  <a:pt x="3097624" y="257781"/>
                </a:lnTo>
                <a:lnTo>
                  <a:pt x="3093727" y="272674"/>
                </a:lnTo>
                <a:lnTo>
                  <a:pt x="3090463" y="275253"/>
                </a:lnTo>
                <a:lnTo>
                  <a:pt x="3086196" y="297859"/>
                </a:lnTo>
                <a:lnTo>
                  <a:pt x="3079610" y="298073"/>
                </a:lnTo>
                <a:lnTo>
                  <a:pt x="3078371" y="299642"/>
                </a:lnTo>
                <a:lnTo>
                  <a:pt x="3075349" y="302688"/>
                </a:lnTo>
                <a:lnTo>
                  <a:pt x="3071317" y="309940"/>
                </a:lnTo>
                <a:lnTo>
                  <a:pt x="3066995" y="312751"/>
                </a:lnTo>
                <a:lnTo>
                  <a:pt x="3065168" y="314873"/>
                </a:lnTo>
                <a:lnTo>
                  <a:pt x="3061784" y="322431"/>
                </a:lnTo>
                <a:lnTo>
                  <a:pt x="3056392" y="329885"/>
                </a:lnTo>
                <a:lnTo>
                  <a:pt x="3052949" y="331578"/>
                </a:lnTo>
                <a:lnTo>
                  <a:pt x="3049781" y="336177"/>
                </a:lnTo>
                <a:lnTo>
                  <a:pt x="3045888" y="338814"/>
                </a:lnTo>
                <a:lnTo>
                  <a:pt x="3044048" y="341028"/>
                </a:lnTo>
                <a:lnTo>
                  <a:pt x="3040313" y="349764"/>
                </a:lnTo>
                <a:lnTo>
                  <a:pt x="3036143" y="353833"/>
                </a:lnTo>
                <a:lnTo>
                  <a:pt x="3033487" y="357784"/>
                </a:lnTo>
                <a:lnTo>
                  <a:pt x="3029363" y="366098"/>
                </a:lnTo>
                <a:lnTo>
                  <a:pt x="3026547" y="368460"/>
                </a:lnTo>
                <a:lnTo>
                  <a:pt x="3023390" y="380073"/>
                </a:lnTo>
                <a:lnTo>
                  <a:pt x="3019144" y="386735"/>
                </a:lnTo>
                <a:lnTo>
                  <a:pt x="3015731" y="392157"/>
                </a:lnTo>
                <a:lnTo>
                  <a:pt x="3012387" y="398084"/>
                </a:lnTo>
                <a:lnTo>
                  <a:pt x="3009180" y="404161"/>
                </a:lnTo>
                <a:lnTo>
                  <a:pt x="3003658" y="419036"/>
                </a:lnTo>
                <a:lnTo>
                  <a:pt x="3000672" y="419061"/>
                </a:lnTo>
                <a:lnTo>
                  <a:pt x="2998131" y="427933"/>
                </a:lnTo>
                <a:lnTo>
                  <a:pt x="2993161" y="431500"/>
                </a:lnTo>
                <a:lnTo>
                  <a:pt x="2989409" y="436533"/>
                </a:lnTo>
                <a:lnTo>
                  <a:pt x="2986091" y="438513"/>
                </a:lnTo>
                <a:lnTo>
                  <a:pt x="2983705" y="442112"/>
                </a:lnTo>
                <a:lnTo>
                  <a:pt x="2980588" y="446862"/>
                </a:lnTo>
                <a:lnTo>
                  <a:pt x="2977389" y="454118"/>
                </a:lnTo>
                <a:lnTo>
                  <a:pt x="2972250" y="465973"/>
                </a:lnTo>
                <a:lnTo>
                  <a:pt x="2968460" y="467256"/>
                </a:lnTo>
                <a:lnTo>
                  <a:pt x="2964310" y="475693"/>
                </a:lnTo>
                <a:lnTo>
                  <a:pt x="2959976" y="476007"/>
                </a:lnTo>
                <a:lnTo>
                  <a:pt x="2959874" y="476159"/>
                </a:lnTo>
                <a:lnTo>
                  <a:pt x="2955606" y="495399"/>
                </a:lnTo>
                <a:lnTo>
                  <a:pt x="2948702" y="497813"/>
                </a:lnTo>
                <a:lnTo>
                  <a:pt x="2947082" y="499067"/>
                </a:lnTo>
                <a:lnTo>
                  <a:pt x="2945095" y="501405"/>
                </a:lnTo>
                <a:lnTo>
                  <a:pt x="2941775" y="509547"/>
                </a:lnTo>
                <a:lnTo>
                  <a:pt x="2938473" y="514620"/>
                </a:lnTo>
                <a:lnTo>
                  <a:pt x="2935244" y="524957"/>
                </a:lnTo>
                <a:lnTo>
                  <a:pt x="2931683" y="534809"/>
                </a:lnTo>
                <a:lnTo>
                  <a:pt x="2928080" y="545880"/>
                </a:lnTo>
                <a:lnTo>
                  <a:pt x="2922436" y="558897"/>
                </a:lnTo>
                <a:lnTo>
                  <a:pt x="2917106" y="559886"/>
                </a:lnTo>
                <a:lnTo>
                  <a:pt x="2913786" y="579643"/>
                </a:lnTo>
                <a:lnTo>
                  <a:pt x="2908788" y="583392"/>
                </a:lnTo>
                <a:lnTo>
                  <a:pt x="2904698" y="590342"/>
                </a:lnTo>
                <a:lnTo>
                  <a:pt x="2902827" y="591157"/>
                </a:lnTo>
                <a:lnTo>
                  <a:pt x="2899606" y="607627"/>
                </a:lnTo>
                <a:lnTo>
                  <a:pt x="2894814" y="611835"/>
                </a:lnTo>
                <a:lnTo>
                  <a:pt x="2891628" y="617102"/>
                </a:lnTo>
                <a:lnTo>
                  <a:pt x="2888553" y="620747"/>
                </a:lnTo>
                <a:lnTo>
                  <a:pt x="2883542" y="633050"/>
                </a:lnTo>
                <a:lnTo>
                  <a:pt x="2880598" y="633383"/>
                </a:lnTo>
                <a:lnTo>
                  <a:pt x="2878758" y="639513"/>
                </a:lnTo>
                <a:lnTo>
                  <a:pt x="2873221" y="656704"/>
                </a:lnTo>
                <a:lnTo>
                  <a:pt x="2864878" y="656976"/>
                </a:lnTo>
                <a:lnTo>
                  <a:pt x="2863415" y="657554"/>
                </a:lnTo>
                <a:lnTo>
                  <a:pt x="2859523" y="659782"/>
                </a:lnTo>
                <a:lnTo>
                  <a:pt x="2856910" y="667850"/>
                </a:lnTo>
                <a:lnTo>
                  <a:pt x="2850761" y="674545"/>
                </a:lnTo>
                <a:lnTo>
                  <a:pt x="2849751" y="675002"/>
                </a:lnTo>
                <a:lnTo>
                  <a:pt x="2846711" y="689704"/>
                </a:lnTo>
                <a:lnTo>
                  <a:pt x="2841655" y="695739"/>
                </a:lnTo>
                <a:lnTo>
                  <a:pt x="2835906" y="702415"/>
                </a:lnTo>
                <a:lnTo>
                  <a:pt x="2832229" y="703013"/>
                </a:lnTo>
                <a:lnTo>
                  <a:pt x="2830638" y="704745"/>
                </a:lnTo>
                <a:lnTo>
                  <a:pt x="2826635" y="708619"/>
                </a:lnTo>
                <a:lnTo>
                  <a:pt x="2821549" y="712796"/>
                </a:lnTo>
                <a:lnTo>
                  <a:pt x="2815364" y="714890"/>
                </a:lnTo>
                <a:lnTo>
                  <a:pt x="2812161" y="715149"/>
                </a:lnTo>
                <a:lnTo>
                  <a:pt x="2811434" y="715456"/>
                </a:lnTo>
                <a:lnTo>
                  <a:pt x="2806743" y="719731"/>
                </a:lnTo>
                <a:lnTo>
                  <a:pt x="2803325" y="720007"/>
                </a:lnTo>
                <a:lnTo>
                  <a:pt x="2800143" y="732169"/>
                </a:lnTo>
                <a:lnTo>
                  <a:pt x="2791191" y="737222"/>
                </a:lnTo>
                <a:lnTo>
                  <a:pt x="2787754" y="737250"/>
                </a:lnTo>
                <a:lnTo>
                  <a:pt x="2785463" y="742644"/>
                </a:lnTo>
                <a:lnTo>
                  <a:pt x="2780142" y="746120"/>
                </a:lnTo>
                <a:lnTo>
                  <a:pt x="2775427" y="750260"/>
                </a:lnTo>
                <a:lnTo>
                  <a:pt x="2769566" y="751678"/>
                </a:lnTo>
                <a:lnTo>
                  <a:pt x="2769304" y="751733"/>
                </a:lnTo>
                <a:lnTo>
                  <a:pt x="2765311" y="757187"/>
                </a:lnTo>
                <a:lnTo>
                  <a:pt x="2757727" y="757615"/>
                </a:lnTo>
                <a:lnTo>
                  <a:pt x="2755916" y="757820"/>
                </a:lnTo>
                <a:lnTo>
                  <a:pt x="2754495" y="760548"/>
                </a:lnTo>
                <a:lnTo>
                  <a:pt x="2750747" y="768255"/>
                </a:lnTo>
                <a:lnTo>
                  <a:pt x="2745015" y="776946"/>
                </a:lnTo>
                <a:lnTo>
                  <a:pt x="2737940" y="778959"/>
                </a:lnTo>
                <a:lnTo>
                  <a:pt x="2734746" y="779628"/>
                </a:lnTo>
                <a:lnTo>
                  <a:pt x="2733184" y="780208"/>
                </a:lnTo>
                <a:lnTo>
                  <a:pt x="2731534" y="781509"/>
                </a:lnTo>
                <a:lnTo>
                  <a:pt x="2727979" y="785752"/>
                </a:lnTo>
                <a:lnTo>
                  <a:pt x="2723449" y="789295"/>
                </a:lnTo>
                <a:lnTo>
                  <a:pt x="2721885" y="790364"/>
                </a:lnTo>
                <a:lnTo>
                  <a:pt x="2718875" y="797403"/>
                </a:lnTo>
                <a:lnTo>
                  <a:pt x="2712479" y="805192"/>
                </a:lnTo>
                <a:lnTo>
                  <a:pt x="2706101" y="806541"/>
                </a:lnTo>
                <a:lnTo>
                  <a:pt x="2704845" y="806885"/>
                </a:lnTo>
                <a:lnTo>
                  <a:pt x="2703776" y="807824"/>
                </a:lnTo>
                <a:lnTo>
                  <a:pt x="2698789" y="815284"/>
                </a:lnTo>
                <a:lnTo>
                  <a:pt x="2694230" y="816130"/>
                </a:lnTo>
                <a:lnTo>
                  <a:pt x="2691707" y="818632"/>
                </a:lnTo>
                <a:lnTo>
                  <a:pt x="2687552" y="820810"/>
                </a:lnTo>
                <a:lnTo>
                  <a:pt x="2682346" y="824619"/>
                </a:lnTo>
                <a:lnTo>
                  <a:pt x="2677671" y="824808"/>
                </a:lnTo>
                <a:lnTo>
                  <a:pt x="2675037" y="825912"/>
                </a:lnTo>
                <a:lnTo>
                  <a:pt x="2673472" y="829673"/>
                </a:lnTo>
                <a:lnTo>
                  <a:pt x="2668914" y="840628"/>
                </a:lnTo>
                <a:lnTo>
                  <a:pt x="2663201" y="844636"/>
                </a:lnTo>
                <a:lnTo>
                  <a:pt x="2660336" y="846639"/>
                </a:lnTo>
                <a:lnTo>
                  <a:pt x="2656418" y="850557"/>
                </a:lnTo>
                <a:lnTo>
                  <a:pt x="2652610" y="852615"/>
                </a:lnTo>
                <a:lnTo>
                  <a:pt x="2648605" y="856131"/>
                </a:lnTo>
                <a:lnTo>
                  <a:pt x="2646475" y="856921"/>
                </a:lnTo>
                <a:lnTo>
                  <a:pt x="2642236" y="863963"/>
                </a:lnTo>
                <a:lnTo>
                  <a:pt x="2636874" y="864526"/>
                </a:lnTo>
                <a:lnTo>
                  <a:pt x="2636625" y="864728"/>
                </a:lnTo>
                <a:lnTo>
                  <a:pt x="2632872" y="870690"/>
                </a:lnTo>
                <a:lnTo>
                  <a:pt x="2628806" y="873467"/>
                </a:lnTo>
                <a:lnTo>
                  <a:pt x="2627366" y="875163"/>
                </a:lnTo>
                <a:lnTo>
                  <a:pt x="2623082" y="890813"/>
                </a:lnTo>
                <a:lnTo>
                  <a:pt x="2617073" y="892864"/>
                </a:lnTo>
                <a:lnTo>
                  <a:pt x="2615583" y="894402"/>
                </a:lnTo>
                <a:lnTo>
                  <a:pt x="2611622" y="900152"/>
                </a:lnTo>
                <a:lnTo>
                  <a:pt x="2605803" y="904505"/>
                </a:lnTo>
                <a:lnTo>
                  <a:pt x="2601372" y="906077"/>
                </a:lnTo>
                <a:lnTo>
                  <a:pt x="2597107" y="908072"/>
                </a:lnTo>
                <a:lnTo>
                  <a:pt x="2593005" y="908766"/>
                </a:lnTo>
                <a:lnTo>
                  <a:pt x="2591787" y="909163"/>
                </a:lnTo>
                <a:lnTo>
                  <a:pt x="2590820" y="909966"/>
                </a:lnTo>
                <a:lnTo>
                  <a:pt x="2585643" y="918817"/>
                </a:lnTo>
                <a:lnTo>
                  <a:pt x="2581819" y="919066"/>
                </a:lnTo>
                <a:lnTo>
                  <a:pt x="2578147" y="924633"/>
                </a:lnTo>
                <a:lnTo>
                  <a:pt x="2570496" y="924818"/>
                </a:lnTo>
                <a:lnTo>
                  <a:pt x="2569645" y="924962"/>
                </a:lnTo>
                <a:lnTo>
                  <a:pt x="2569561" y="925022"/>
                </a:lnTo>
                <a:lnTo>
                  <a:pt x="2566372" y="930911"/>
                </a:lnTo>
                <a:lnTo>
                  <a:pt x="2560833" y="936316"/>
                </a:lnTo>
                <a:lnTo>
                  <a:pt x="2557914" y="937787"/>
                </a:lnTo>
                <a:lnTo>
                  <a:pt x="2553606" y="943380"/>
                </a:lnTo>
                <a:lnTo>
                  <a:pt x="2549182" y="944343"/>
                </a:lnTo>
                <a:lnTo>
                  <a:pt x="2545673" y="947513"/>
                </a:lnTo>
                <a:lnTo>
                  <a:pt x="2542695" y="948191"/>
                </a:lnTo>
                <a:lnTo>
                  <a:pt x="2538462" y="952970"/>
                </a:lnTo>
                <a:lnTo>
                  <a:pt x="2532551" y="953113"/>
                </a:lnTo>
                <a:lnTo>
                  <a:pt x="2531182" y="953647"/>
                </a:lnTo>
                <a:lnTo>
                  <a:pt x="2528341" y="955297"/>
                </a:lnTo>
                <a:lnTo>
                  <a:pt x="2523297" y="958389"/>
                </a:lnTo>
                <a:lnTo>
                  <a:pt x="2519810" y="958899"/>
                </a:lnTo>
                <a:lnTo>
                  <a:pt x="2516419" y="961004"/>
                </a:lnTo>
                <a:lnTo>
                  <a:pt x="2513256" y="961591"/>
                </a:lnTo>
                <a:lnTo>
                  <a:pt x="2509589" y="964304"/>
                </a:lnTo>
                <a:lnTo>
                  <a:pt x="2504095" y="965101"/>
                </a:lnTo>
                <a:lnTo>
                  <a:pt x="2501009" y="965773"/>
                </a:lnTo>
                <a:lnTo>
                  <a:pt x="2497008" y="966782"/>
                </a:lnTo>
                <a:lnTo>
                  <a:pt x="2492891" y="967213"/>
                </a:lnTo>
                <a:lnTo>
                  <a:pt x="2491324" y="967403"/>
                </a:lnTo>
                <a:lnTo>
                  <a:pt x="2488493" y="969083"/>
                </a:lnTo>
                <a:lnTo>
                  <a:pt x="2484934" y="970145"/>
                </a:lnTo>
                <a:lnTo>
                  <a:pt x="2482102" y="971812"/>
                </a:lnTo>
                <a:lnTo>
                  <a:pt x="2478133" y="973829"/>
                </a:lnTo>
                <a:lnTo>
                  <a:pt x="2474538" y="975466"/>
                </a:lnTo>
                <a:lnTo>
                  <a:pt x="2471144" y="977108"/>
                </a:lnTo>
                <a:lnTo>
                  <a:pt x="2467297" y="979031"/>
                </a:lnTo>
                <a:lnTo>
                  <a:pt x="2466431" y="979374"/>
                </a:lnTo>
                <a:lnTo>
                  <a:pt x="2464855" y="982231"/>
                </a:lnTo>
                <a:lnTo>
                  <a:pt x="2460106" y="995559"/>
                </a:lnTo>
                <a:lnTo>
                  <a:pt x="2452909" y="998112"/>
                </a:lnTo>
                <a:lnTo>
                  <a:pt x="2448064" y="1000397"/>
                </a:lnTo>
                <a:lnTo>
                  <a:pt x="2445188" y="1000466"/>
                </a:lnTo>
                <a:lnTo>
                  <a:pt x="2443487" y="1001578"/>
                </a:lnTo>
                <a:lnTo>
                  <a:pt x="2442417" y="1002152"/>
                </a:lnTo>
                <a:lnTo>
                  <a:pt x="2438168" y="1011952"/>
                </a:lnTo>
                <a:lnTo>
                  <a:pt x="2432071" y="1012985"/>
                </a:lnTo>
                <a:lnTo>
                  <a:pt x="2428220" y="1016052"/>
                </a:lnTo>
                <a:lnTo>
                  <a:pt x="2422962" y="1016476"/>
                </a:lnTo>
                <a:lnTo>
                  <a:pt x="2421374" y="1016989"/>
                </a:lnTo>
                <a:lnTo>
                  <a:pt x="2418889" y="1018444"/>
                </a:lnTo>
                <a:lnTo>
                  <a:pt x="2413876" y="1021678"/>
                </a:lnTo>
                <a:lnTo>
                  <a:pt x="2410623" y="1022176"/>
                </a:lnTo>
                <a:lnTo>
                  <a:pt x="2407859" y="1028395"/>
                </a:lnTo>
                <a:lnTo>
                  <a:pt x="2402666" y="1035179"/>
                </a:lnTo>
                <a:lnTo>
                  <a:pt x="2396139" y="1039285"/>
                </a:lnTo>
                <a:lnTo>
                  <a:pt x="2390791" y="1040111"/>
                </a:lnTo>
                <a:lnTo>
                  <a:pt x="2389568" y="1040308"/>
                </a:lnTo>
                <a:lnTo>
                  <a:pt x="2386121" y="1042978"/>
                </a:lnTo>
                <a:lnTo>
                  <a:pt x="2383389" y="1043488"/>
                </a:lnTo>
                <a:lnTo>
                  <a:pt x="2383128" y="1043768"/>
                </a:lnTo>
                <a:lnTo>
                  <a:pt x="2378067" y="1057359"/>
                </a:lnTo>
                <a:lnTo>
                  <a:pt x="2373212" y="1057476"/>
                </a:lnTo>
                <a:lnTo>
                  <a:pt x="2369872" y="1062717"/>
                </a:lnTo>
                <a:lnTo>
                  <a:pt x="2365004" y="1063110"/>
                </a:lnTo>
                <a:lnTo>
                  <a:pt x="2361871" y="1066066"/>
                </a:lnTo>
                <a:lnTo>
                  <a:pt x="2360202" y="1066392"/>
                </a:lnTo>
                <a:lnTo>
                  <a:pt x="2358415" y="1070024"/>
                </a:lnTo>
                <a:lnTo>
                  <a:pt x="2352380" y="1079319"/>
                </a:lnTo>
                <a:lnTo>
                  <a:pt x="2344842" y="1080545"/>
                </a:lnTo>
                <a:lnTo>
                  <a:pt x="2342272" y="1080939"/>
                </a:lnTo>
                <a:lnTo>
                  <a:pt x="2340607" y="1081597"/>
                </a:lnTo>
                <a:lnTo>
                  <a:pt x="2340445" y="1081706"/>
                </a:lnTo>
                <a:lnTo>
                  <a:pt x="2337491" y="1090305"/>
                </a:lnTo>
                <a:lnTo>
                  <a:pt x="2333442" y="1096216"/>
                </a:lnTo>
                <a:lnTo>
                  <a:pt x="2327797" y="1105945"/>
                </a:lnTo>
                <a:lnTo>
                  <a:pt x="2322843" y="1106504"/>
                </a:lnTo>
                <a:lnTo>
                  <a:pt x="2319984" y="1109340"/>
                </a:lnTo>
                <a:lnTo>
                  <a:pt x="2315108" y="1110886"/>
                </a:lnTo>
                <a:lnTo>
                  <a:pt x="2312429" y="1112269"/>
                </a:lnTo>
                <a:lnTo>
                  <a:pt x="2309505" y="1113943"/>
                </a:lnTo>
                <a:lnTo>
                  <a:pt x="2304883" y="1117335"/>
                </a:lnTo>
                <a:lnTo>
                  <a:pt x="2300206" y="1118438"/>
                </a:lnTo>
                <a:lnTo>
                  <a:pt x="2299870" y="1118571"/>
                </a:lnTo>
                <a:lnTo>
                  <a:pt x="2297956" y="1121363"/>
                </a:lnTo>
                <a:lnTo>
                  <a:pt x="2294780" y="1126219"/>
                </a:lnTo>
                <a:lnTo>
                  <a:pt x="2291224" y="1133302"/>
                </a:lnTo>
                <a:lnTo>
                  <a:pt x="2285814" y="1141460"/>
                </a:lnTo>
                <a:lnTo>
                  <a:pt x="2282277" y="1142886"/>
                </a:lnTo>
                <a:lnTo>
                  <a:pt x="2279869" y="1146528"/>
                </a:lnTo>
                <a:lnTo>
                  <a:pt x="2277117" y="1149391"/>
                </a:lnTo>
                <a:lnTo>
                  <a:pt x="2273661" y="1159173"/>
                </a:lnTo>
                <a:lnTo>
                  <a:pt x="2266618" y="1167361"/>
                </a:lnTo>
                <a:lnTo>
                  <a:pt x="2260202" y="1167931"/>
                </a:lnTo>
                <a:lnTo>
                  <a:pt x="2258225" y="1168473"/>
                </a:lnTo>
                <a:lnTo>
                  <a:pt x="2255495" y="1169772"/>
                </a:lnTo>
                <a:lnTo>
                  <a:pt x="2251873" y="1183848"/>
                </a:lnTo>
                <a:lnTo>
                  <a:pt x="2243724" y="1185688"/>
                </a:lnTo>
                <a:lnTo>
                  <a:pt x="2243101" y="1185957"/>
                </a:lnTo>
                <a:lnTo>
                  <a:pt x="2240291" y="1189514"/>
                </a:lnTo>
                <a:lnTo>
                  <a:pt x="2235725" y="1193041"/>
                </a:lnTo>
                <a:lnTo>
                  <a:pt x="2233940" y="1194293"/>
                </a:lnTo>
                <a:lnTo>
                  <a:pt x="2229498" y="1203428"/>
                </a:lnTo>
                <a:lnTo>
                  <a:pt x="2221666" y="1205147"/>
                </a:lnTo>
                <a:lnTo>
                  <a:pt x="2217410" y="1206074"/>
                </a:lnTo>
                <a:lnTo>
                  <a:pt x="2215178" y="1206200"/>
                </a:lnTo>
                <a:lnTo>
                  <a:pt x="2214263" y="1207986"/>
                </a:lnTo>
                <a:lnTo>
                  <a:pt x="2210152" y="1228671"/>
                </a:lnTo>
                <a:lnTo>
                  <a:pt x="2202376" y="1233061"/>
                </a:lnTo>
                <a:lnTo>
                  <a:pt x="2199737" y="1234069"/>
                </a:lnTo>
                <a:lnTo>
                  <a:pt x="2197797" y="1235759"/>
                </a:lnTo>
                <a:lnTo>
                  <a:pt x="2192459" y="1241571"/>
                </a:lnTo>
                <a:lnTo>
                  <a:pt x="2190000" y="1241968"/>
                </a:lnTo>
                <a:lnTo>
                  <a:pt x="2187360" y="1246412"/>
                </a:lnTo>
                <a:lnTo>
                  <a:pt x="2180100" y="1250276"/>
                </a:lnTo>
                <a:lnTo>
                  <a:pt x="2174841" y="1250954"/>
                </a:lnTo>
                <a:lnTo>
                  <a:pt x="2172127" y="1251263"/>
                </a:lnTo>
                <a:lnTo>
                  <a:pt x="2169126" y="1252207"/>
                </a:lnTo>
                <a:lnTo>
                  <a:pt x="2167011" y="1252719"/>
                </a:lnTo>
                <a:lnTo>
                  <a:pt x="2163172" y="1255474"/>
                </a:lnTo>
                <a:lnTo>
                  <a:pt x="2157991" y="1256316"/>
                </a:lnTo>
                <a:lnTo>
                  <a:pt x="2157173" y="1256534"/>
                </a:lnTo>
                <a:lnTo>
                  <a:pt x="2154157" y="1259453"/>
                </a:lnTo>
                <a:lnTo>
                  <a:pt x="2147499" y="1262376"/>
                </a:lnTo>
                <a:lnTo>
                  <a:pt x="2143876" y="1262463"/>
                </a:lnTo>
                <a:lnTo>
                  <a:pt x="2141656" y="1266559"/>
                </a:lnTo>
                <a:lnTo>
                  <a:pt x="2134801" y="1270485"/>
                </a:lnTo>
                <a:lnTo>
                  <a:pt x="2129772" y="1271782"/>
                </a:lnTo>
                <a:lnTo>
                  <a:pt x="2126052" y="1272478"/>
                </a:lnTo>
                <a:lnTo>
                  <a:pt x="2123669" y="1272978"/>
                </a:lnTo>
                <a:lnTo>
                  <a:pt x="2120603" y="1274436"/>
                </a:lnTo>
                <a:lnTo>
                  <a:pt x="2115512" y="1276134"/>
                </a:lnTo>
                <a:lnTo>
                  <a:pt x="2110722" y="1276520"/>
                </a:lnTo>
                <a:lnTo>
                  <a:pt x="2110650" y="1276523"/>
                </a:lnTo>
                <a:lnTo>
                  <a:pt x="2107047" y="1280273"/>
                </a:lnTo>
                <a:lnTo>
                  <a:pt x="2101006" y="1280420"/>
                </a:lnTo>
                <a:lnTo>
                  <a:pt x="2100714" y="1280509"/>
                </a:lnTo>
                <a:lnTo>
                  <a:pt x="2098230" y="1282873"/>
                </a:lnTo>
                <a:lnTo>
                  <a:pt x="2094533" y="1285458"/>
                </a:lnTo>
                <a:lnTo>
                  <a:pt x="2092794" y="1286958"/>
                </a:lnTo>
                <a:lnTo>
                  <a:pt x="2088647" y="1295686"/>
                </a:lnTo>
                <a:lnTo>
                  <a:pt x="2083255" y="1298142"/>
                </a:lnTo>
                <a:lnTo>
                  <a:pt x="2079083" y="1301674"/>
                </a:lnTo>
                <a:lnTo>
                  <a:pt x="2073848" y="1303025"/>
                </a:lnTo>
                <a:lnTo>
                  <a:pt x="2073614" y="1303104"/>
                </a:lnTo>
                <a:lnTo>
                  <a:pt x="2070059" y="1308567"/>
                </a:lnTo>
                <a:lnTo>
                  <a:pt x="2062219" y="1311096"/>
                </a:lnTo>
                <a:lnTo>
                  <a:pt x="2059557" y="1311182"/>
                </a:lnTo>
                <a:lnTo>
                  <a:pt x="2056144" y="1313041"/>
                </a:lnTo>
                <a:lnTo>
                  <a:pt x="2052644" y="1313239"/>
                </a:lnTo>
                <a:lnTo>
                  <a:pt x="2052184" y="1313494"/>
                </a:lnTo>
                <a:lnTo>
                  <a:pt x="2049771" y="1316084"/>
                </a:lnTo>
                <a:lnTo>
                  <a:pt x="2046656" y="1319701"/>
                </a:lnTo>
                <a:lnTo>
                  <a:pt x="2041416" y="1327265"/>
                </a:lnTo>
                <a:lnTo>
                  <a:pt x="2036283" y="1328517"/>
                </a:lnTo>
                <a:lnTo>
                  <a:pt x="2032525" y="1331245"/>
                </a:lnTo>
                <a:lnTo>
                  <a:pt x="2028353" y="1332019"/>
                </a:lnTo>
                <a:lnTo>
                  <a:pt x="2025059" y="1333786"/>
                </a:lnTo>
                <a:lnTo>
                  <a:pt x="2021529" y="1334640"/>
                </a:lnTo>
                <a:lnTo>
                  <a:pt x="2018859" y="1336083"/>
                </a:lnTo>
                <a:lnTo>
                  <a:pt x="2017557" y="1336718"/>
                </a:lnTo>
                <a:lnTo>
                  <a:pt x="2013145" y="1343905"/>
                </a:lnTo>
                <a:lnTo>
                  <a:pt x="2006851" y="1344768"/>
                </a:lnTo>
                <a:lnTo>
                  <a:pt x="2003313" y="1346566"/>
                </a:lnTo>
                <a:lnTo>
                  <a:pt x="1998490" y="1347232"/>
                </a:lnTo>
                <a:lnTo>
                  <a:pt x="1997833" y="1347354"/>
                </a:lnTo>
                <a:lnTo>
                  <a:pt x="1996186" y="1348935"/>
                </a:lnTo>
                <a:lnTo>
                  <a:pt x="1991789" y="1352977"/>
                </a:lnTo>
                <a:lnTo>
                  <a:pt x="1986465" y="1355964"/>
                </a:lnTo>
                <a:lnTo>
                  <a:pt x="1983736" y="1356778"/>
                </a:lnTo>
                <a:lnTo>
                  <a:pt x="1981051" y="1359009"/>
                </a:lnTo>
                <a:lnTo>
                  <a:pt x="1975063" y="1362514"/>
                </a:lnTo>
                <a:lnTo>
                  <a:pt x="1972460" y="1362703"/>
                </a:lnTo>
                <a:lnTo>
                  <a:pt x="1968857" y="1365870"/>
                </a:lnTo>
                <a:lnTo>
                  <a:pt x="1965054" y="1366086"/>
                </a:lnTo>
                <a:lnTo>
                  <a:pt x="1961603" y="1368786"/>
                </a:lnTo>
                <a:lnTo>
                  <a:pt x="1956928" y="1369163"/>
                </a:lnTo>
                <a:lnTo>
                  <a:pt x="1953319" y="1376613"/>
                </a:lnTo>
                <a:lnTo>
                  <a:pt x="1945919" y="1376792"/>
                </a:lnTo>
                <a:lnTo>
                  <a:pt x="1942334" y="1378279"/>
                </a:lnTo>
                <a:lnTo>
                  <a:pt x="1939771" y="1378299"/>
                </a:lnTo>
                <a:lnTo>
                  <a:pt x="1938495" y="1381630"/>
                </a:lnTo>
                <a:lnTo>
                  <a:pt x="1933316" y="1398254"/>
                </a:lnTo>
                <a:lnTo>
                  <a:pt x="1927433" y="1399060"/>
                </a:lnTo>
                <a:lnTo>
                  <a:pt x="1925019" y="1401844"/>
                </a:lnTo>
                <a:lnTo>
                  <a:pt x="1921370" y="1403772"/>
                </a:lnTo>
                <a:lnTo>
                  <a:pt x="1917189" y="1408290"/>
                </a:lnTo>
                <a:lnTo>
                  <a:pt x="1910378" y="1410322"/>
                </a:lnTo>
                <a:lnTo>
                  <a:pt x="1908606" y="1410481"/>
                </a:lnTo>
                <a:lnTo>
                  <a:pt x="1905184" y="1413130"/>
                </a:lnTo>
                <a:lnTo>
                  <a:pt x="1900436" y="1413704"/>
                </a:lnTo>
                <a:lnTo>
                  <a:pt x="1897300" y="1415045"/>
                </a:lnTo>
                <a:lnTo>
                  <a:pt x="1895019" y="1415546"/>
                </a:lnTo>
                <a:lnTo>
                  <a:pt x="1890958" y="1418788"/>
                </a:lnTo>
                <a:lnTo>
                  <a:pt x="1886416" y="1419154"/>
                </a:lnTo>
                <a:lnTo>
                  <a:pt x="1883332" y="1420709"/>
                </a:lnTo>
                <a:lnTo>
                  <a:pt x="1881190" y="1421106"/>
                </a:lnTo>
                <a:lnTo>
                  <a:pt x="1878437" y="1423748"/>
                </a:lnTo>
                <a:lnTo>
                  <a:pt x="1873524" y="1425887"/>
                </a:lnTo>
                <a:lnTo>
                  <a:pt x="1870147" y="1427480"/>
                </a:lnTo>
                <a:lnTo>
                  <a:pt x="1866380" y="1429273"/>
                </a:lnTo>
                <a:lnTo>
                  <a:pt x="1861695" y="1431177"/>
                </a:lnTo>
                <a:lnTo>
                  <a:pt x="1856449" y="1432065"/>
                </a:lnTo>
                <a:lnTo>
                  <a:pt x="1854977" y="1432077"/>
                </a:lnTo>
                <a:lnTo>
                  <a:pt x="1851594" y="1434415"/>
                </a:lnTo>
                <a:lnTo>
                  <a:pt x="1845265" y="1434670"/>
                </a:lnTo>
                <a:lnTo>
                  <a:pt x="1842562" y="1434692"/>
                </a:lnTo>
                <a:lnTo>
                  <a:pt x="1839478" y="1435394"/>
                </a:lnTo>
                <a:lnTo>
                  <a:pt x="1836729" y="1435682"/>
                </a:lnTo>
                <a:lnTo>
                  <a:pt x="1835306" y="1436279"/>
                </a:lnTo>
                <a:lnTo>
                  <a:pt x="1831391" y="1438994"/>
                </a:lnTo>
                <a:lnTo>
                  <a:pt x="1828330" y="1439939"/>
                </a:lnTo>
                <a:lnTo>
                  <a:pt x="1824698" y="1443044"/>
                </a:lnTo>
                <a:lnTo>
                  <a:pt x="1818234" y="1444869"/>
                </a:lnTo>
                <a:lnTo>
                  <a:pt x="1814047" y="1445073"/>
                </a:lnTo>
                <a:lnTo>
                  <a:pt x="1811990" y="1445339"/>
                </a:lnTo>
                <a:lnTo>
                  <a:pt x="1810663" y="1445863"/>
                </a:lnTo>
                <a:lnTo>
                  <a:pt x="1806519" y="1449004"/>
                </a:lnTo>
                <a:lnTo>
                  <a:pt x="1801574" y="1450090"/>
                </a:lnTo>
                <a:lnTo>
                  <a:pt x="1798691" y="1451090"/>
                </a:lnTo>
                <a:lnTo>
                  <a:pt x="1793995" y="1452907"/>
                </a:lnTo>
                <a:lnTo>
                  <a:pt x="1791766" y="1453052"/>
                </a:lnTo>
                <a:lnTo>
                  <a:pt x="1790034" y="1454337"/>
                </a:lnTo>
                <a:lnTo>
                  <a:pt x="1784734" y="1457543"/>
                </a:lnTo>
                <a:lnTo>
                  <a:pt x="1779067" y="1458640"/>
                </a:lnTo>
                <a:lnTo>
                  <a:pt x="1777780" y="1458734"/>
                </a:lnTo>
                <a:lnTo>
                  <a:pt x="1775881" y="1460219"/>
                </a:lnTo>
                <a:lnTo>
                  <a:pt x="1772231" y="1462280"/>
                </a:lnTo>
                <a:lnTo>
                  <a:pt x="1767232" y="1465978"/>
                </a:lnTo>
                <a:lnTo>
                  <a:pt x="1761300" y="1466696"/>
                </a:lnTo>
                <a:lnTo>
                  <a:pt x="1759990" y="1466854"/>
                </a:lnTo>
                <a:lnTo>
                  <a:pt x="1758292" y="1468028"/>
                </a:lnTo>
                <a:lnTo>
                  <a:pt x="1752433" y="1471997"/>
                </a:lnTo>
                <a:lnTo>
                  <a:pt x="1746797" y="1472042"/>
                </a:lnTo>
                <a:lnTo>
                  <a:pt x="1745773" y="1472200"/>
                </a:lnTo>
                <a:lnTo>
                  <a:pt x="1744686" y="1472876"/>
                </a:lnTo>
                <a:lnTo>
                  <a:pt x="1739572" y="1477948"/>
                </a:lnTo>
                <a:lnTo>
                  <a:pt x="1733361" y="1478554"/>
                </a:lnTo>
                <a:lnTo>
                  <a:pt x="1730237" y="1479234"/>
                </a:lnTo>
                <a:lnTo>
                  <a:pt x="1728762" y="1479520"/>
                </a:lnTo>
                <a:lnTo>
                  <a:pt x="1727518" y="1480500"/>
                </a:lnTo>
                <a:lnTo>
                  <a:pt x="1722450" y="1485896"/>
                </a:lnTo>
                <a:lnTo>
                  <a:pt x="1718443" y="1486703"/>
                </a:lnTo>
                <a:lnTo>
                  <a:pt x="1716113" y="1488752"/>
                </a:lnTo>
                <a:lnTo>
                  <a:pt x="1712754" y="1490773"/>
                </a:lnTo>
                <a:lnTo>
                  <a:pt x="1708746" y="1494587"/>
                </a:lnTo>
                <a:lnTo>
                  <a:pt x="1703874" y="1496669"/>
                </a:lnTo>
                <a:lnTo>
                  <a:pt x="1699116" y="1498952"/>
                </a:lnTo>
                <a:lnTo>
                  <a:pt x="1693787" y="1499510"/>
                </a:lnTo>
                <a:lnTo>
                  <a:pt x="1690171" y="1499714"/>
                </a:lnTo>
                <a:lnTo>
                  <a:pt x="1687836" y="1499921"/>
                </a:lnTo>
                <a:lnTo>
                  <a:pt x="1684667" y="1500978"/>
                </a:lnTo>
                <a:lnTo>
                  <a:pt x="1680075" y="1501756"/>
                </a:lnTo>
                <a:lnTo>
                  <a:pt x="1675881" y="1502128"/>
                </a:lnTo>
                <a:lnTo>
                  <a:pt x="1672293" y="1502215"/>
                </a:lnTo>
                <a:lnTo>
                  <a:pt x="1669150" y="1502443"/>
                </a:lnTo>
                <a:lnTo>
                  <a:pt x="1667453" y="1502635"/>
                </a:lnTo>
                <a:lnTo>
                  <a:pt x="1665532" y="1506600"/>
                </a:lnTo>
                <a:lnTo>
                  <a:pt x="1661283" y="1512322"/>
                </a:lnTo>
                <a:lnTo>
                  <a:pt x="1655385" y="1519179"/>
                </a:lnTo>
                <a:lnTo>
                  <a:pt x="1647945" y="1520379"/>
                </a:lnTo>
                <a:lnTo>
                  <a:pt x="1646819" y="1520406"/>
                </a:lnTo>
                <a:lnTo>
                  <a:pt x="1645975" y="1521072"/>
                </a:lnTo>
                <a:lnTo>
                  <a:pt x="1641371" y="1525342"/>
                </a:lnTo>
                <a:lnTo>
                  <a:pt x="1638760" y="1526310"/>
                </a:lnTo>
                <a:lnTo>
                  <a:pt x="1634805" y="1531873"/>
                </a:lnTo>
                <a:lnTo>
                  <a:pt x="1627459" y="1533413"/>
                </a:lnTo>
                <a:lnTo>
                  <a:pt x="1623765" y="1533920"/>
                </a:lnTo>
                <a:lnTo>
                  <a:pt x="1621572" y="1537040"/>
                </a:lnTo>
                <a:lnTo>
                  <a:pt x="1614882" y="1540816"/>
                </a:lnTo>
                <a:lnTo>
                  <a:pt x="1611709" y="1541379"/>
                </a:lnTo>
                <a:lnTo>
                  <a:pt x="1609824" y="1542651"/>
                </a:lnTo>
                <a:lnTo>
                  <a:pt x="1604593" y="1546237"/>
                </a:lnTo>
                <a:lnTo>
                  <a:pt x="1598707" y="1547139"/>
                </a:lnTo>
                <a:lnTo>
                  <a:pt x="1594511" y="1547511"/>
                </a:lnTo>
                <a:lnTo>
                  <a:pt x="1592093" y="1547531"/>
                </a:lnTo>
                <a:lnTo>
                  <a:pt x="1590180" y="1548179"/>
                </a:lnTo>
                <a:lnTo>
                  <a:pt x="1588354" y="1548915"/>
                </a:lnTo>
                <a:lnTo>
                  <a:pt x="1585435" y="1551525"/>
                </a:lnTo>
                <a:lnTo>
                  <a:pt x="1580124" y="1554823"/>
                </a:lnTo>
                <a:lnTo>
                  <a:pt x="1575286" y="1556189"/>
                </a:lnTo>
                <a:lnTo>
                  <a:pt x="1572661" y="1556893"/>
                </a:lnTo>
                <a:lnTo>
                  <a:pt x="1570983" y="1557759"/>
                </a:lnTo>
                <a:lnTo>
                  <a:pt x="1569722" y="1558868"/>
                </a:lnTo>
                <a:lnTo>
                  <a:pt x="1565917" y="1567065"/>
                </a:lnTo>
                <a:lnTo>
                  <a:pt x="1554905" y="1574259"/>
                </a:lnTo>
                <a:lnTo>
                  <a:pt x="1550998" y="1574767"/>
                </a:lnTo>
                <a:lnTo>
                  <a:pt x="1547898" y="1576442"/>
                </a:lnTo>
                <a:lnTo>
                  <a:pt x="1544019" y="1577380"/>
                </a:lnTo>
                <a:lnTo>
                  <a:pt x="1540145" y="1579113"/>
                </a:lnTo>
                <a:lnTo>
                  <a:pt x="1534955" y="1579908"/>
                </a:lnTo>
                <a:lnTo>
                  <a:pt x="1532762" y="1580032"/>
                </a:lnTo>
                <a:lnTo>
                  <a:pt x="1529595" y="1581539"/>
                </a:lnTo>
                <a:lnTo>
                  <a:pt x="1525000" y="1582211"/>
                </a:lnTo>
                <a:lnTo>
                  <a:pt x="1521203" y="1583007"/>
                </a:lnTo>
                <a:lnTo>
                  <a:pt x="1519447" y="1583163"/>
                </a:lnTo>
                <a:lnTo>
                  <a:pt x="1515542" y="1585776"/>
                </a:lnTo>
                <a:lnTo>
                  <a:pt x="1509517" y="1585776"/>
                </a:lnTo>
                <a:lnTo>
                  <a:pt x="1509323" y="1585787"/>
                </a:lnTo>
                <a:lnTo>
                  <a:pt x="1506547" y="1588183"/>
                </a:lnTo>
                <a:lnTo>
                  <a:pt x="1500465" y="1589815"/>
                </a:lnTo>
                <a:lnTo>
                  <a:pt x="1498436" y="1590093"/>
                </a:lnTo>
                <a:lnTo>
                  <a:pt x="1496023" y="1591708"/>
                </a:lnTo>
                <a:lnTo>
                  <a:pt x="1491231" y="1593889"/>
                </a:lnTo>
                <a:lnTo>
                  <a:pt x="1487021" y="1595112"/>
                </a:lnTo>
                <a:lnTo>
                  <a:pt x="1485212" y="1595622"/>
                </a:lnTo>
                <a:lnTo>
                  <a:pt x="1483446" y="1597029"/>
                </a:lnTo>
                <a:lnTo>
                  <a:pt x="1478636" y="1601606"/>
                </a:lnTo>
                <a:lnTo>
                  <a:pt x="1475590" y="1602540"/>
                </a:lnTo>
                <a:lnTo>
                  <a:pt x="1472805" y="1605824"/>
                </a:lnTo>
                <a:lnTo>
                  <a:pt x="1466949" y="1609271"/>
                </a:lnTo>
                <a:lnTo>
                  <a:pt x="1462185" y="1610654"/>
                </a:lnTo>
                <a:lnTo>
                  <a:pt x="1459444" y="1611367"/>
                </a:lnTo>
                <a:lnTo>
                  <a:pt x="1457835" y="1612158"/>
                </a:lnTo>
                <a:lnTo>
                  <a:pt x="1454897" y="1614765"/>
                </a:lnTo>
                <a:lnTo>
                  <a:pt x="1449060" y="1619048"/>
                </a:lnTo>
                <a:lnTo>
                  <a:pt x="1446196" y="1619374"/>
                </a:lnTo>
                <a:lnTo>
                  <a:pt x="1442260" y="1623152"/>
                </a:lnTo>
                <a:lnTo>
                  <a:pt x="1436468" y="1623198"/>
                </a:lnTo>
                <a:lnTo>
                  <a:pt x="1434970" y="1623673"/>
                </a:lnTo>
                <a:lnTo>
                  <a:pt x="1432600" y="1624877"/>
                </a:lnTo>
                <a:lnTo>
                  <a:pt x="1427544" y="1628302"/>
                </a:lnTo>
                <a:lnTo>
                  <a:pt x="1421832" y="1628763"/>
                </a:lnTo>
                <a:lnTo>
                  <a:pt x="1418992" y="1629132"/>
                </a:lnTo>
                <a:lnTo>
                  <a:pt x="1415654" y="1629913"/>
                </a:lnTo>
                <a:lnTo>
                  <a:pt x="1411909" y="1630577"/>
                </a:lnTo>
                <a:lnTo>
                  <a:pt x="1407715" y="1631362"/>
                </a:lnTo>
                <a:lnTo>
                  <a:pt x="1404129" y="1631448"/>
                </a:lnTo>
                <a:lnTo>
                  <a:pt x="1402326" y="1631768"/>
                </a:lnTo>
                <a:lnTo>
                  <a:pt x="1400291" y="1632654"/>
                </a:lnTo>
                <a:lnTo>
                  <a:pt x="1395551" y="1635468"/>
                </a:lnTo>
                <a:lnTo>
                  <a:pt x="1390730" y="1635973"/>
                </a:lnTo>
                <a:lnTo>
                  <a:pt x="1387119" y="1636934"/>
                </a:lnTo>
                <a:lnTo>
                  <a:pt x="1383396" y="1637267"/>
                </a:lnTo>
                <a:lnTo>
                  <a:pt x="1380557" y="1637885"/>
                </a:lnTo>
                <a:lnTo>
                  <a:pt x="1378293" y="1641383"/>
                </a:lnTo>
                <a:lnTo>
                  <a:pt x="1372433" y="1646203"/>
                </a:lnTo>
                <a:lnTo>
                  <a:pt x="1368313" y="1647677"/>
                </a:lnTo>
                <a:lnTo>
                  <a:pt x="1363650" y="1650535"/>
                </a:lnTo>
                <a:lnTo>
                  <a:pt x="1359088" y="1650829"/>
                </a:lnTo>
                <a:lnTo>
                  <a:pt x="1355966" y="1651912"/>
                </a:lnTo>
                <a:lnTo>
                  <a:pt x="1352863" y="1652416"/>
                </a:lnTo>
                <a:lnTo>
                  <a:pt x="1350940" y="1653285"/>
                </a:lnTo>
                <a:lnTo>
                  <a:pt x="1346608" y="1655940"/>
                </a:lnTo>
                <a:lnTo>
                  <a:pt x="1343733" y="1656594"/>
                </a:lnTo>
                <a:lnTo>
                  <a:pt x="1339616" y="1659981"/>
                </a:lnTo>
                <a:lnTo>
                  <a:pt x="1332927" y="1660466"/>
                </a:lnTo>
                <a:lnTo>
                  <a:pt x="1329460" y="1660522"/>
                </a:lnTo>
                <a:lnTo>
                  <a:pt x="1325982" y="1660833"/>
                </a:lnTo>
                <a:lnTo>
                  <a:pt x="1323291" y="1660898"/>
                </a:lnTo>
                <a:lnTo>
                  <a:pt x="1319785" y="1661888"/>
                </a:lnTo>
                <a:lnTo>
                  <a:pt x="1315123" y="1662040"/>
                </a:lnTo>
                <a:lnTo>
                  <a:pt x="1311761" y="1662121"/>
                </a:lnTo>
                <a:lnTo>
                  <a:pt x="1309013" y="1662320"/>
                </a:lnTo>
                <a:lnTo>
                  <a:pt x="1308568" y="1662410"/>
                </a:lnTo>
                <a:lnTo>
                  <a:pt x="1304377" y="1666329"/>
                </a:lnTo>
                <a:lnTo>
                  <a:pt x="1297470" y="1666440"/>
                </a:lnTo>
                <a:lnTo>
                  <a:pt x="1295944" y="1666514"/>
                </a:lnTo>
                <a:lnTo>
                  <a:pt x="1292326" y="1668279"/>
                </a:lnTo>
                <a:lnTo>
                  <a:pt x="1286942" y="1668409"/>
                </a:lnTo>
                <a:lnTo>
                  <a:pt x="1284449" y="1668550"/>
                </a:lnTo>
                <a:lnTo>
                  <a:pt x="1282410" y="1669080"/>
                </a:lnTo>
                <a:lnTo>
                  <a:pt x="1278261" y="1670787"/>
                </a:lnTo>
                <a:lnTo>
                  <a:pt x="1273017" y="1671379"/>
                </a:lnTo>
                <a:lnTo>
                  <a:pt x="1271319" y="1671406"/>
                </a:lnTo>
                <a:lnTo>
                  <a:pt x="1269390" y="1672464"/>
                </a:lnTo>
                <a:lnTo>
                  <a:pt x="1263868" y="1674869"/>
                </a:lnTo>
                <a:lnTo>
                  <a:pt x="1261805" y="1674936"/>
                </a:lnTo>
                <a:lnTo>
                  <a:pt x="1259005" y="1677329"/>
                </a:lnTo>
                <a:lnTo>
                  <a:pt x="1253068" y="1678718"/>
                </a:lnTo>
                <a:lnTo>
                  <a:pt x="1248558" y="1679524"/>
                </a:lnTo>
                <a:lnTo>
                  <a:pt x="1245008" y="1679553"/>
                </a:lnTo>
                <a:lnTo>
                  <a:pt x="1241465" y="1680182"/>
                </a:lnTo>
                <a:lnTo>
                  <a:pt x="1237746" y="1680212"/>
                </a:lnTo>
                <a:lnTo>
                  <a:pt x="1234667" y="1680637"/>
                </a:lnTo>
                <a:lnTo>
                  <a:pt x="1231613" y="1680958"/>
                </a:lnTo>
                <a:lnTo>
                  <a:pt x="1227966" y="1681869"/>
                </a:lnTo>
                <a:lnTo>
                  <a:pt x="1224311" y="1682166"/>
                </a:lnTo>
                <a:lnTo>
                  <a:pt x="1220549" y="1682986"/>
                </a:lnTo>
                <a:lnTo>
                  <a:pt x="1216720" y="1683109"/>
                </a:lnTo>
                <a:lnTo>
                  <a:pt x="1215146" y="1683350"/>
                </a:lnTo>
                <a:lnTo>
                  <a:pt x="1212857" y="1684504"/>
                </a:lnTo>
                <a:lnTo>
                  <a:pt x="1207712" y="1686994"/>
                </a:lnTo>
                <a:lnTo>
                  <a:pt x="1204275" y="1687271"/>
                </a:lnTo>
                <a:lnTo>
                  <a:pt x="1201287" y="1688802"/>
                </a:lnTo>
                <a:lnTo>
                  <a:pt x="1195804" y="1689951"/>
                </a:lnTo>
                <a:lnTo>
                  <a:pt x="1194793" y="1689992"/>
                </a:lnTo>
                <a:lnTo>
                  <a:pt x="1192170" y="1692359"/>
                </a:lnTo>
                <a:lnTo>
                  <a:pt x="1186485" y="1694010"/>
                </a:lnTo>
                <a:lnTo>
                  <a:pt x="1182016" y="1695163"/>
                </a:lnTo>
                <a:lnTo>
                  <a:pt x="1178941" y="1695388"/>
                </a:lnTo>
                <a:lnTo>
                  <a:pt x="1175148" y="1696764"/>
                </a:lnTo>
                <a:lnTo>
                  <a:pt x="1170849" y="1696834"/>
                </a:lnTo>
                <a:lnTo>
                  <a:pt x="1168361" y="1697299"/>
                </a:lnTo>
                <a:lnTo>
                  <a:pt x="1164319" y="1698310"/>
                </a:lnTo>
                <a:lnTo>
                  <a:pt x="1160066" y="1698618"/>
                </a:lnTo>
                <a:lnTo>
                  <a:pt x="1156296" y="1698955"/>
                </a:lnTo>
                <a:lnTo>
                  <a:pt x="1153003" y="1699009"/>
                </a:lnTo>
                <a:lnTo>
                  <a:pt x="1151865" y="1699174"/>
                </a:lnTo>
                <a:lnTo>
                  <a:pt x="1147930" y="1701554"/>
                </a:lnTo>
                <a:lnTo>
                  <a:pt x="1143748" y="1701758"/>
                </a:lnTo>
                <a:lnTo>
                  <a:pt x="1140814" y="1703012"/>
                </a:lnTo>
                <a:lnTo>
                  <a:pt x="1137284" y="1703695"/>
                </a:lnTo>
                <a:lnTo>
                  <a:pt x="1133867" y="1705167"/>
                </a:lnTo>
                <a:lnTo>
                  <a:pt x="1129082" y="1706209"/>
                </a:lnTo>
                <a:lnTo>
                  <a:pt x="1125433" y="1706680"/>
                </a:lnTo>
                <a:lnTo>
                  <a:pt x="1124460" y="1706868"/>
                </a:lnTo>
                <a:lnTo>
                  <a:pt x="1121310" y="1709480"/>
                </a:lnTo>
                <a:lnTo>
                  <a:pt x="1116914" y="1710792"/>
                </a:lnTo>
                <a:lnTo>
                  <a:pt x="1113039" y="1712917"/>
                </a:lnTo>
                <a:lnTo>
                  <a:pt x="1107494" y="1714089"/>
                </a:lnTo>
                <a:lnTo>
                  <a:pt x="1103513" y="1714282"/>
                </a:lnTo>
                <a:lnTo>
                  <a:pt x="1099861" y="1714694"/>
                </a:lnTo>
                <a:lnTo>
                  <a:pt x="1096635" y="1714773"/>
                </a:lnTo>
                <a:lnTo>
                  <a:pt x="1092981" y="1715421"/>
                </a:lnTo>
                <a:lnTo>
                  <a:pt x="1089517" y="1715421"/>
                </a:lnTo>
                <a:lnTo>
                  <a:pt x="1087201" y="1715873"/>
                </a:lnTo>
                <a:lnTo>
                  <a:pt x="1082984" y="1717029"/>
                </a:lnTo>
                <a:lnTo>
                  <a:pt x="1080818" y="1717117"/>
                </a:lnTo>
                <a:lnTo>
                  <a:pt x="1077822" y="1718992"/>
                </a:lnTo>
                <a:lnTo>
                  <a:pt x="1071997" y="1719979"/>
                </a:lnTo>
                <a:lnTo>
                  <a:pt x="1069228" y="1720135"/>
                </a:lnTo>
                <a:lnTo>
                  <a:pt x="1065958" y="1721278"/>
                </a:lnTo>
                <a:lnTo>
                  <a:pt x="1061929" y="1721733"/>
                </a:lnTo>
                <a:lnTo>
                  <a:pt x="1058243" y="1722595"/>
                </a:lnTo>
                <a:lnTo>
                  <a:pt x="1053877" y="1722947"/>
                </a:lnTo>
                <a:lnTo>
                  <a:pt x="1051623" y="1723057"/>
                </a:lnTo>
                <a:lnTo>
                  <a:pt x="1048494" y="1724218"/>
                </a:lnTo>
                <a:lnTo>
                  <a:pt x="1044208" y="1724840"/>
                </a:lnTo>
                <a:lnTo>
                  <a:pt x="1040706" y="1725518"/>
                </a:lnTo>
                <a:lnTo>
                  <a:pt x="1038123" y="1725917"/>
                </a:lnTo>
                <a:lnTo>
                  <a:pt x="1034937" y="1727253"/>
                </a:lnTo>
                <a:lnTo>
                  <a:pt x="1031792" y="1728014"/>
                </a:lnTo>
                <a:lnTo>
                  <a:pt x="1027390" y="1730340"/>
                </a:lnTo>
                <a:lnTo>
                  <a:pt x="1022360" y="1730462"/>
                </a:lnTo>
                <a:lnTo>
                  <a:pt x="1020112" y="1730842"/>
                </a:lnTo>
                <a:lnTo>
                  <a:pt x="1016779" y="1731918"/>
                </a:lnTo>
                <a:lnTo>
                  <a:pt x="1014389" y="1732442"/>
                </a:lnTo>
                <a:lnTo>
                  <a:pt x="1011661" y="1734158"/>
                </a:lnTo>
                <a:lnTo>
                  <a:pt x="1006482" y="1736497"/>
                </a:lnTo>
                <a:lnTo>
                  <a:pt x="1001774" y="1737301"/>
                </a:lnTo>
                <a:lnTo>
                  <a:pt x="997652" y="1737966"/>
                </a:lnTo>
                <a:lnTo>
                  <a:pt x="995549" y="1738051"/>
                </a:lnTo>
                <a:lnTo>
                  <a:pt x="994315" y="1738668"/>
                </a:lnTo>
                <a:lnTo>
                  <a:pt x="989885" y="1741705"/>
                </a:lnTo>
                <a:lnTo>
                  <a:pt x="986637" y="1742471"/>
                </a:lnTo>
                <a:lnTo>
                  <a:pt x="983395" y="1744981"/>
                </a:lnTo>
                <a:lnTo>
                  <a:pt x="977638" y="1746838"/>
                </a:lnTo>
                <a:lnTo>
                  <a:pt x="973234" y="1747513"/>
                </a:lnTo>
                <a:lnTo>
                  <a:pt x="969791" y="1747933"/>
                </a:lnTo>
                <a:lnTo>
                  <a:pt x="967268" y="1748360"/>
                </a:lnTo>
                <a:lnTo>
                  <a:pt x="963454" y="1749744"/>
                </a:lnTo>
                <a:lnTo>
                  <a:pt x="963205" y="1749770"/>
                </a:lnTo>
                <a:lnTo>
                  <a:pt x="961931" y="1751775"/>
                </a:lnTo>
                <a:lnTo>
                  <a:pt x="955937" y="1760475"/>
                </a:lnTo>
                <a:lnTo>
                  <a:pt x="950354" y="1761105"/>
                </a:lnTo>
                <a:lnTo>
                  <a:pt x="947745" y="1762760"/>
                </a:lnTo>
                <a:lnTo>
                  <a:pt x="942625" y="1764577"/>
                </a:lnTo>
                <a:lnTo>
                  <a:pt x="939795" y="1765147"/>
                </a:lnTo>
                <a:lnTo>
                  <a:pt x="935957" y="1767238"/>
                </a:lnTo>
                <a:lnTo>
                  <a:pt x="930465" y="1767902"/>
                </a:lnTo>
                <a:lnTo>
                  <a:pt x="927898" y="1768089"/>
                </a:lnTo>
                <a:lnTo>
                  <a:pt x="924568" y="1769243"/>
                </a:lnTo>
                <a:lnTo>
                  <a:pt x="921151" y="1769660"/>
                </a:lnTo>
                <a:lnTo>
                  <a:pt x="917604" y="1770976"/>
                </a:lnTo>
                <a:lnTo>
                  <a:pt x="915723" y="1771204"/>
                </a:lnTo>
                <a:lnTo>
                  <a:pt x="913338" y="1773239"/>
                </a:lnTo>
                <a:lnTo>
                  <a:pt x="906905" y="1776197"/>
                </a:lnTo>
                <a:lnTo>
                  <a:pt x="903596" y="1776250"/>
                </a:lnTo>
                <a:lnTo>
                  <a:pt x="901485" y="1777348"/>
                </a:lnTo>
                <a:lnTo>
                  <a:pt x="899563" y="1778061"/>
                </a:lnTo>
                <a:lnTo>
                  <a:pt x="895273" y="1782940"/>
                </a:lnTo>
                <a:lnTo>
                  <a:pt x="889479" y="1783694"/>
                </a:lnTo>
                <a:lnTo>
                  <a:pt x="885759" y="1785163"/>
                </a:lnTo>
                <a:lnTo>
                  <a:pt x="880647" y="1785617"/>
                </a:lnTo>
                <a:lnTo>
                  <a:pt x="876875" y="1785740"/>
                </a:lnTo>
                <a:lnTo>
                  <a:pt x="873295" y="1785855"/>
                </a:lnTo>
                <a:lnTo>
                  <a:pt x="870977" y="1785911"/>
                </a:lnTo>
                <a:lnTo>
                  <a:pt x="869440" y="1786386"/>
                </a:lnTo>
                <a:lnTo>
                  <a:pt x="865704" y="1788314"/>
                </a:lnTo>
                <a:lnTo>
                  <a:pt x="860301" y="1789708"/>
                </a:lnTo>
                <a:lnTo>
                  <a:pt x="855681" y="1789969"/>
                </a:lnTo>
                <a:lnTo>
                  <a:pt x="852566" y="1790020"/>
                </a:lnTo>
                <a:lnTo>
                  <a:pt x="850225" y="1790360"/>
                </a:lnTo>
                <a:lnTo>
                  <a:pt x="849822" y="1790477"/>
                </a:lnTo>
                <a:lnTo>
                  <a:pt x="846184" y="1794588"/>
                </a:lnTo>
                <a:lnTo>
                  <a:pt x="839524" y="1796253"/>
                </a:lnTo>
                <a:lnTo>
                  <a:pt x="836082" y="1796808"/>
                </a:lnTo>
                <a:lnTo>
                  <a:pt x="832955" y="1797666"/>
                </a:lnTo>
                <a:lnTo>
                  <a:pt x="829374" y="1798598"/>
                </a:lnTo>
                <a:lnTo>
                  <a:pt x="824738" y="1799794"/>
                </a:lnTo>
                <a:lnTo>
                  <a:pt x="821027" y="1799824"/>
                </a:lnTo>
                <a:lnTo>
                  <a:pt x="819460" y="1800168"/>
                </a:lnTo>
                <a:lnTo>
                  <a:pt x="817171" y="1801257"/>
                </a:lnTo>
                <a:lnTo>
                  <a:pt x="813893" y="1803134"/>
                </a:lnTo>
                <a:lnTo>
                  <a:pt x="808933" y="1805916"/>
                </a:lnTo>
                <a:lnTo>
                  <a:pt x="805597" y="1806454"/>
                </a:lnTo>
                <a:lnTo>
                  <a:pt x="801567" y="1808956"/>
                </a:lnTo>
                <a:lnTo>
                  <a:pt x="796018" y="1809182"/>
                </a:lnTo>
                <a:lnTo>
                  <a:pt x="792979" y="1809550"/>
                </a:lnTo>
                <a:lnTo>
                  <a:pt x="790210" y="1809974"/>
                </a:lnTo>
                <a:lnTo>
                  <a:pt x="786626" y="1811052"/>
                </a:lnTo>
                <a:lnTo>
                  <a:pt x="781945" y="1811694"/>
                </a:lnTo>
                <a:lnTo>
                  <a:pt x="780737" y="1811743"/>
                </a:lnTo>
                <a:lnTo>
                  <a:pt x="777571" y="1814059"/>
                </a:lnTo>
                <a:lnTo>
                  <a:pt x="773610" y="1814570"/>
                </a:lnTo>
                <a:lnTo>
                  <a:pt x="769638" y="1816973"/>
                </a:lnTo>
                <a:lnTo>
                  <a:pt x="764298" y="1817102"/>
                </a:lnTo>
                <a:lnTo>
                  <a:pt x="761323" y="1817585"/>
                </a:lnTo>
                <a:lnTo>
                  <a:pt x="759215" y="1817892"/>
                </a:lnTo>
                <a:lnTo>
                  <a:pt x="755775" y="1819667"/>
                </a:lnTo>
                <a:lnTo>
                  <a:pt x="750399" y="1820585"/>
                </a:lnTo>
                <a:lnTo>
                  <a:pt x="746343" y="1820846"/>
                </a:lnTo>
                <a:lnTo>
                  <a:pt x="745082" y="1820918"/>
                </a:lnTo>
                <a:lnTo>
                  <a:pt x="741474" y="1823158"/>
                </a:lnTo>
                <a:lnTo>
                  <a:pt x="737259" y="1823330"/>
                </a:lnTo>
                <a:lnTo>
                  <a:pt x="734259" y="1827782"/>
                </a:lnTo>
                <a:lnTo>
                  <a:pt x="726839" y="1831280"/>
                </a:lnTo>
                <a:lnTo>
                  <a:pt x="721341" y="1831546"/>
                </a:lnTo>
                <a:lnTo>
                  <a:pt x="720130" y="1831566"/>
                </a:lnTo>
                <a:lnTo>
                  <a:pt x="717205" y="1833349"/>
                </a:lnTo>
                <a:lnTo>
                  <a:pt x="711322" y="1834298"/>
                </a:lnTo>
                <a:lnTo>
                  <a:pt x="707492" y="1834422"/>
                </a:lnTo>
                <a:lnTo>
                  <a:pt x="703868" y="1834775"/>
                </a:lnTo>
                <a:lnTo>
                  <a:pt x="699992" y="1834807"/>
                </a:lnTo>
                <a:lnTo>
                  <a:pt x="697715" y="1834862"/>
                </a:lnTo>
                <a:lnTo>
                  <a:pt x="694730" y="1835735"/>
                </a:lnTo>
                <a:lnTo>
                  <a:pt x="692488" y="1836061"/>
                </a:lnTo>
                <a:lnTo>
                  <a:pt x="689675" y="1837853"/>
                </a:lnTo>
                <a:lnTo>
                  <a:pt x="684601" y="1839585"/>
                </a:lnTo>
                <a:lnTo>
                  <a:pt x="679804" y="1840591"/>
                </a:lnTo>
                <a:lnTo>
                  <a:pt x="675722" y="1840789"/>
                </a:lnTo>
                <a:lnTo>
                  <a:pt x="674861" y="1840865"/>
                </a:lnTo>
                <a:lnTo>
                  <a:pt x="671089" y="1843595"/>
                </a:lnTo>
                <a:lnTo>
                  <a:pt x="665727" y="1843724"/>
                </a:lnTo>
                <a:lnTo>
                  <a:pt x="662148" y="1844619"/>
                </a:lnTo>
                <a:lnTo>
                  <a:pt x="658098" y="1844685"/>
                </a:lnTo>
                <a:lnTo>
                  <a:pt x="655240" y="1845054"/>
                </a:lnTo>
                <a:lnTo>
                  <a:pt x="651803" y="1845636"/>
                </a:lnTo>
                <a:lnTo>
                  <a:pt x="648159" y="1846194"/>
                </a:lnTo>
                <a:lnTo>
                  <a:pt x="645098" y="1846642"/>
                </a:lnTo>
                <a:lnTo>
                  <a:pt x="640944" y="1847714"/>
                </a:lnTo>
                <a:lnTo>
                  <a:pt x="636648" y="1847749"/>
                </a:lnTo>
                <a:lnTo>
                  <a:pt x="635533" y="1847848"/>
                </a:lnTo>
                <a:lnTo>
                  <a:pt x="632084" y="1849895"/>
                </a:lnTo>
                <a:lnTo>
                  <a:pt x="628000" y="1850323"/>
                </a:lnTo>
                <a:lnTo>
                  <a:pt x="625881" y="1851270"/>
                </a:lnTo>
                <a:lnTo>
                  <a:pt x="620713" y="1853688"/>
                </a:lnTo>
                <a:lnTo>
                  <a:pt x="617025" y="1853807"/>
                </a:lnTo>
                <a:lnTo>
                  <a:pt x="613855" y="1855172"/>
                </a:lnTo>
                <a:lnTo>
                  <a:pt x="609431" y="1855672"/>
                </a:lnTo>
                <a:lnTo>
                  <a:pt x="605567" y="1856513"/>
                </a:lnTo>
                <a:lnTo>
                  <a:pt x="602802" y="1856626"/>
                </a:lnTo>
                <a:lnTo>
                  <a:pt x="599362" y="1857985"/>
                </a:lnTo>
                <a:lnTo>
                  <a:pt x="595700" y="1858221"/>
                </a:lnTo>
                <a:lnTo>
                  <a:pt x="592044" y="1859559"/>
                </a:lnTo>
                <a:lnTo>
                  <a:pt x="586892" y="1859725"/>
                </a:lnTo>
                <a:lnTo>
                  <a:pt x="583385" y="1859725"/>
                </a:lnTo>
                <a:lnTo>
                  <a:pt x="580394" y="1859846"/>
                </a:lnTo>
                <a:lnTo>
                  <a:pt x="577314" y="1860221"/>
                </a:lnTo>
                <a:lnTo>
                  <a:pt x="575328" y="1860493"/>
                </a:lnTo>
                <a:lnTo>
                  <a:pt x="571550" y="1862382"/>
                </a:lnTo>
                <a:lnTo>
                  <a:pt x="567961" y="1862672"/>
                </a:lnTo>
                <a:lnTo>
                  <a:pt x="564137" y="1864537"/>
                </a:lnTo>
                <a:lnTo>
                  <a:pt x="559648" y="1864573"/>
                </a:lnTo>
                <a:lnTo>
                  <a:pt x="558224" y="1864941"/>
                </a:lnTo>
                <a:lnTo>
                  <a:pt x="554801" y="1866750"/>
                </a:lnTo>
                <a:lnTo>
                  <a:pt x="549961" y="1868116"/>
                </a:lnTo>
                <a:lnTo>
                  <a:pt x="545366" y="1869005"/>
                </a:lnTo>
                <a:lnTo>
                  <a:pt x="543551" y="1869078"/>
                </a:lnTo>
                <a:lnTo>
                  <a:pt x="541667" y="1870258"/>
                </a:lnTo>
                <a:lnTo>
                  <a:pt x="536894" y="1872568"/>
                </a:lnTo>
                <a:lnTo>
                  <a:pt x="531467" y="1874012"/>
                </a:lnTo>
                <a:lnTo>
                  <a:pt x="527777" y="1874102"/>
                </a:lnTo>
                <a:lnTo>
                  <a:pt x="526844" y="1874313"/>
                </a:lnTo>
                <a:lnTo>
                  <a:pt x="522481" y="1877338"/>
                </a:lnTo>
                <a:lnTo>
                  <a:pt x="516197" y="1877440"/>
                </a:lnTo>
                <a:lnTo>
                  <a:pt x="514570" y="1877467"/>
                </a:lnTo>
                <a:lnTo>
                  <a:pt x="511409" y="1878920"/>
                </a:lnTo>
                <a:lnTo>
                  <a:pt x="506689" y="1879418"/>
                </a:lnTo>
                <a:lnTo>
                  <a:pt x="503106" y="1880025"/>
                </a:lnTo>
                <a:lnTo>
                  <a:pt x="501377" y="1880193"/>
                </a:lnTo>
                <a:lnTo>
                  <a:pt x="498119" y="1882232"/>
                </a:lnTo>
                <a:lnTo>
                  <a:pt x="494278" y="1882852"/>
                </a:lnTo>
                <a:lnTo>
                  <a:pt x="490837" y="1884711"/>
                </a:lnTo>
                <a:lnTo>
                  <a:pt x="485844" y="1885644"/>
                </a:lnTo>
                <a:lnTo>
                  <a:pt x="484904" y="1885804"/>
                </a:lnTo>
                <a:lnTo>
                  <a:pt x="481585" y="1888883"/>
                </a:lnTo>
                <a:lnTo>
                  <a:pt x="475834" y="1890227"/>
                </a:lnTo>
                <a:lnTo>
                  <a:pt x="473352" y="1890893"/>
                </a:lnTo>
                <a:lnTo>
                  <a:pt x="469119" y="1893010"/>
                </a:lnTo>
                <a:lnTo>
                  <a:pt x="465215" y="1893387"/>
                </a:lnTo>
                <a:lnTo>
                  <a:pt x="462073" y="1894665"/>
                </a:lnTo>
                <a:lnTo>
                  <a:pt x="457723" y="1895472"/>
                </a:lnTo>
                <a:lnTo>
                  <a:pt x="453395" y="1896379"/>
                </a:lnTo>
                <a:lnTo>
                  <a:pt x="448981" y="1896415"/>
                </a:lnTo>
                <a:lnTo>
                  <a:pt x="446409" y="1896456"/>
                </a:lnTo>
                <a:lnTo>
                  <a:pt x="443785" y="1897028"/>
                </a:lnTo>
                <a:lnTo>
                  <a:pt x="439792" y="1897930"/>
                </a:lnTo>
                <a:lnTo>
                  <a:pt x="435636" y="1898403"/>
                </a:lnTo>
                <a:lnTo>
                  <a:pt x="432088" y="1898689"/>
                </a:lnTo>
                <a:lnTo>
                  <a:pt x="428694" y="1899072"/>
                </a:lnTo>
                <a:lnTo>
                  <a:pt x="425071" y="1899484"/>
                </a:lnTo>
                <a:lnTo>
                  <a:pt x="421342" y="1899815"/>
                </a:lnTo>
                <a:lnTo>
                  <a:pt x="418165" y="1900046"/>
                </a:lnTo>
                <a:lnTo>
                  <a:pt x="414973" y="1900591"/>
                </a:lnTo>
                <a:lnTo>
                  <a:pt x="411066" y="1901158"/>
                </a:lnTo>
                <a:lnTo>
                  <a:pt x="407600" y="1901465"/>
                </a:lnTo>
                <a:lnTo>
                  <a:pt x="404925" y="1901900"/>
                </a:lnTo>
                <a:lnTo>
                  <a:pt x="401061" y="1902991"/>
                </a:lnTo>
                <a:lnTo>
                  <a:pt x="397142" y="1903339"/>
                </a:lnTo>
                <a:lnTo>
                  <a:pt x="393627" y="1904024"/>
                </a:lnTo>
                <a:lnTo>
                  <a:pt x="389647" y="1904377"/>
                </a:lnTo>
                <a:lnTo>
                  <a:pt x="385922" y="1904738"/>
                </a:lnTo>
                <a:lnTo>
                  <a:pt x="382161" y="1904920"/>
                </a:lnTo>
                <a:lnTo>
                  <a:pt x="379404" y="1905054"/>
                </a:lnTo>
                <a:lnTo>
                  <a:pt x="376074" y="1905779"/>
                </a:lnTo>
                <a:lnTo>
                  <a:pt x="373055" y="1906072"/>
                </a:lnTo>
                <a:lnTo>
                  <a:pt x="370410" y="1906975"/>
                </a:lnTo>
                <a:lnTo>
                  <a:pt x="365816" y="1908382"/>
                </a:lnTo>
                <a:lnTo>
                  <a:pt x="362859" y="1908645"/>
                </a:lnTo>
                <a:lnTo>
                  <a:pt x="359353" y="1910228"/>
                </a:lnTo>
                <a:lnTo>
                  <a:pt x="354484" y="1910703"/>
                </a:lnTo>
                <a:lnTo>
                  <a:pt x="351643" y="1911070"/>
                </a:lnTo>
                <a:lnTo>
                  <a:pt x="348453" y="1911893"/>
                </a:lnTo>
                <a:lnTo>
                  <a:pt x="344349" y="1912760"/>
                </a:lnTo>
                <a:lnTo>
                  <a:pt x="342380" y="1912999"/>
                </a:lnTo>
                <a:lnTo>
                  <a:pt x="339699" y="1914642"/>
                </a:lnTo>
                <a:lnTo>
                  <a:pt x="333874" y="1916679"/>
                </a:lnTo>
                <a:lnTo>
                  <a:pt x="329335" y="1916752"/>
                </a:lnTo>
                <a:lnTo>
                  <a:pt x="326555" y="1917088"/>
                </a:lnTo>
                <a:lnTo>
                  <a:pt x="323217" y="1917712"/>
                </a:lnTo>
                <a:lnTo>
                  <a:pt x="319562" y="1918302"/>
                </a:lnTo>
                <a:lnTo>
                  <a:pt x="315591" y="1918942"/>
                </a:lnTo>
                <a:lnTo>
                  <a:pt x="313949" y="1919049"/>
                </a:lnTo>
                <a:lnTo>
                  <a:pt x="311562" y="1920550"/>
                </a:lnTo>
                <a:lnTo>
                  <a:pt x="307471" y="1922068"/>
                </a:lnTo>
                <a:lnTo>
                  <a:pt x="302874" y="1924198"/>
                </a:lnTo>
                <a:lnTo>
                  <a:pt x="297385" y="1924730"/>
                </a:lnTo>
                <a:lnTo>
                  <a:pt x="293586" y="1924760"/>
                </a:lnTo>
                <a:lnTo>
                  <a:pt x="290629" y="1924879"/>
                </a:lnTo>
                <a:lnTo>
                  <a:pt x="287680" y="1925286"/>
                </a:lnTo>
                <a:lnTo>
                  <a:pt x="284141" y="1925886"/>
                </a:lnTo>
                <a:lnTo>
                  <a:pt x="281528" y="1926246"/>
                </a:lnTo>
                <a:lnTo>
                  <a:pt x="277608" y="1927766"/>
                </a:lnTo>
                <a:lnTo>
                  <a:pt x="273106" y="1927984"/>
                </a:lnTo>
                <a:lnTo>
                  <a:pt x="270735" y="1928368"/>
                </a:lnTo>
                <a:lnTo>
                  <a:pt x="268135" y="1929186"/>
                </a:lnTo>
                <a:lnTo>
                  <a:pt x="263323" y="1931091"/>
                </a:lnTo>
                <a:lnTo>
                  <a:pt x="258134" y="1931133"/>
                </a:lnTo>
                <a:lnTo>
                  <a:pt x="255106" y="1931182"/>
                </a:lnTo>
                <a:lnTo>
                  <a:pt x="253212" y="1931412"/>
                </a:lnTo>
                <a:lnTo>
                  <a:pt x="250503" y="1932487"/>
                </a:lnTo>
                <a:lnTo>
                  <a:pt x="246647" y="1933732"/>
                </a:lnTo>
                <a:lnTo>
                  <a:pt x="241886" y="1935232"/>
                </a:lnTo>
                <a:lnTo>
                  <a:pt x="238187" y="1935352"/>
                </a:lnTo>
                <a:lnTo>
                  <a:pt x="234898" y="1936255"/>
                </a:lnTo>
                <a:lnTo>
                  <a:pt x="234385" y="1936300"/>
                </a:lnTo>
                <a:lnTo>
                  <a:pt x="231385" y="1939983"/>
                </a:lnTo>
                <a:lnTo>
                  <a:pt x="225345" y="1941543"/>
                </a:lnTo>
                <a:lnTo>
                  <a:pt x="222012" y="1942732"/>
                </a:lnTo>
                <a:lnTo>
                  <a:pt x="217506" y="1944115"/>
                </a:lnTo>
                <a:lnTo>
                  <a:pt x="213238" y="1944632"/>
                </a:lnTo>
                <a:lnTo>
                  <a:pt x="210065" y="1945069"/>
                </a:lnTo>
                <a:lnTo>
                  <a:pt x="207080" y="1945672"/>
                </a:lnTo>
                <a:lnTo>
                  <a:pt x="203371" y="1946660"/>
                </a:lnTo>
                <a:lnTo>
                  <a:pt x="199842" y="1947232"/>
                </a:lnTo>
                <a:lnTo>
                  <a:pt x="199485" y="1947327"/>
                </a:lnTo>
                <a:lnTo>
                  <a:pt x="195148" y="1952407"/>
                </a:lnTo>
                <a:lnTo>
                  <a:pt x="189338" y="1952548"/>
                </a:lnTo>
                <a:lnTo>
                  <a:pt x="186613" y="1953736"/>
                </a:lnTo>
                <a:lnTo>
                  <a:pt x="181565" y="1954837"/>
                </a:lnTo>
                <a:lnTo>
                  <a:pt x="178001" y="1955097"/>
                </a:lnTo>
                <a:lnTo>
                  <a:pt x="175166" y="1955692"/>
                </a:lnTo>
                <a:lnTo>
                  <a:pt x="170814" y="1956712"/>
                </a:lnTo>
                <a:lnTo>
                  <a:pt x="166528" y="1956816"/>
                </a:lnTo>
                <a:lnTo>
                  <a:pt x="164702" y="1956934"/>
                </a:lnTo>
                <a:lnTo>
                  <a:pt x="161542" y="1958261"/>
                </a:lnTo>
                <a:lnTo>
                  <a:pt x="158552" y="1958721"/>
                </a:lnTo>
                <a:lnTo>
                  <a:pt x="154617" y="1960946"/>
                </a:lnTo>
                <a:lnTo>
                  <a:pt x="149179" y="1961253"/>
                </a:lnTo>
                <a:lnTo>
                  <a:pt x="147839" y="1961395"/>
                </a:lnTo>
                <a:lnTo>
                  <a:pt x="147288" y="1961719"/>
                </a:lnTo>
                <a:lnTo>
                  <a:pt x="143545" y="1966043"/>
                </a:lnTo>
                <a:lnTo>
                  <a:pt x="137018" y="1969322"/>
                </a:lnTo>
                <a:lnTo>
                  <a:pt x="133211" y="1969814"/>
                </a:lnTo>
                <a:lnTo>
                  <a:pt x="129564" y="1975370"/>
                </a:lnTo>
                <a:lnTo>
                  <a:pt x="123161" y="1977437"/>
                </a:lnTo>
                <a:lnTo>
                  <a:pt x="119911" y="1978648"/>
                </a:lnTo>
                <a:lnTo>
                  <a:pt x="118695" y="1979130"/>
                </a:lnTo>
                <a:lnTo>
                  <a:pt x="116083" y="1982377"/>
                </a:lnTo>
                <a:lnTo>
                  <a:pt x="112512" y="1985328"/>
                </a:lnTo>
                <a:lnTo>
                  <a:pt x="108853" y="1989761"/>
                </a:lnTo>
                <a:lnTo>
                  <a:pt x="103779" y="1993614"/>
                </a:lnTo>
                <a:lnTo>
                  <a:pt x="98930" y="1996009"/>
                </a:lnTo>
                <a:lnTo>
                  <a:pt x="95843" y="1997056"/>
                </a:lnTo>
                <a:lnTo>
                  <a:pt x="91551" y="1999761"/>
                </a:lnTo>
                <a:lnTo>
                  <a:pt x="88607" y="2000166"/>
                </a:lnTo>
                <a:lnTo>
                  <a:pt x="85068" y="2003053"/>
                </a:lnTo>
                <a:lnTo>
                  <a:pt x="78488" y="2003956"/>
                </a:lnTo>
                <a:lnTo>
                  <a:pt x="74741" y="2004047"/>
                </a:lnTo>
                <a:lnTo>
                  <a:pt x="71820" y="2004307"/>
                </a:lnTo>
                <a:lnTo>
                  <a:pt x="69866" y="2004623"/>
                </a:lnTo>
                <a:lnTo>
                  <a:pt x="66942" y="2005996"/>
                </a:lnTo>
                <a:lnTo>
                  <a:pt x="63400" y="2007112"/>
                </a:lnTo>
                <a:lnTo>
                  <a:pt x="60104" y="2008656"/>
                </a:lnTo>
                <a:lnTo>
                  <a:pt x="57300" y="2009723"/>
                </a:lnTo>
                <a:lnTo>
                  <a:pt x="57295" y="2009726"/>
                </a:lnTo>
                <a:lnTo>
                  <a:pt x="53584" y="2022139"/>
                </a:lnTo>
                <a:lnTo>
                  <a:pt x="44935" y="2026761"/>
                </a:lnTo>
                <a:lnTo>
                  <a:pt x="40989" y="2026984"/>
                </a:lnTo>
                <a:lnTo>
                  <a:pt x="38097" y="2028222"/>
                </a:lnTo>
                <a:lnTo>
                  <a:pt x="36160" y="2028630"/>
                </a:lnTo>
                <a:lnTo>
                  <a:pt x="33118" y="2031454"/>
                </a:lnTo>
                <a:lnTo>
                  <a:pt x="27005" y="2033676"/>
                </a:lnTo>
                <a:lnTo>
                  <a:pt x="23910" y="2034153"/>
                </a:lnTo>
                <a:lnTo>
                  <a:pt x="20285" y="2040476"/>
                </a:lnTo>
                <a:lnTo>
                  <a:pt x="12115" y="2043125"/>
                </a:lnTo>
                <a:lnTo>
                  <a:pt x="9588" y="2043165"/>
                </a:lnTo>
                <a:lnTo>
                  <a:pt x="8106" y="2044027"/>
                </a:lnTo>
                <a:lnTo>
                  <a:pt x="0" y="2030090"/>
                </a:lnTo>
                <a:lnTo>
                  <a:pt x="0" y="2027665"/>
                </a:lnTo>
                <a:lnTo>
                  <a:pt x="4539" y="2025025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E1EB8-86ED-4A0B-96A3-8FA3676F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19" y="141675"/>
            <a:ext cx="3566391" cy="2041855"/>
          </a:xfrm>
          <a:custGeom xmlns:a="http://schemas.openxmlformats.org/drawingml/2006/main">
            <a:pathLst>
              <a:path w="3566391" h="2041855" fill="none">
                <a:moveTo>
                  <a:pt x="0" y="2041855"/>
                </a:moveTo>
                <a:lnTo>
                  <a:pt x="3538" y="2037940"/>
                </a:lnTo>
                <a:lnTo>
                  <a:pt x="7078" y="2035540"/>
                </a:lnTo>
                <a:lnTo>
                  <a:pt x="10604" y="2034511"/>
                </a:lnTo>
                <a:lnTo>
                  <a:pt x="14142" y="2026053"/>
                </a:lnTo>
                <a:lnTo>
                  <a:pt x="17682" y="2025710"/>
                </a:lnTo>
                <a:lnTo>
                  <a:pt x="21208" y="2021653"/>
                </a:lnTo>
                <a:lnTo>
                  <a:pt x="24746" y="2019995"/>
                </a:lnTo>
                <a:lnTo>
                  <a:pt x="28286" y="2016395"/>
                </a:lnTo>
                <a:lnTo>
                  <a:pt x="31813" y="2013537"/>
                </a:lnTo>
                <a:lnTo>
                  <a:pt x="35350" y="2012823"/>
                </a:lnTo>
                <a:lnTo>
                  <a:pt x="38888" y="2011280"/>
                </a:lnTo>
                <a:lnTo>
                  <a:pt x="42417" y="2009594"/>
                </a:lnTo>
                <a:lnTo>
                  <a:pt x="45954" y="2008365"/>
                </a:lnTo>
                <a:lnTo>
                  <a:pt x="49492" y="2006251"/>
                </a:lnTo>
                <a:lnTo>
                  <a:pt x="53021" y="2006022"/>
                </a:lnTo>
                <a:lnTo>
                  <a:pt x="56558" y="2005336"/>
                </a:lnTo>
                <a:lnTo>
                  <a:pt x="60096" y="2002907"/>
                </a:lnTo>
                <a:lnTo>
                  <a:pt x="63625" y="2002022"/>
                </a:lnTo>
                <a:lnTo>
                  <a:pt x="67163" y="1997821"/>
                </a:lnTo>
                <a:lnTo>
                  <a:pt x="70700" y="1988449"/>
                </a:lnTo>
                <a:lnTo>
                  <a:pt x="74229" y="1987563"/>
                </a:lnTo>
                <a:lnTo>
                  <a:pt x="77767" y="1987191"/>
                </a:lnTo>
                <a:lnTo>
                  <a:pt x="81304" y="1985791"/>
                </a:lnTo>
                <a:lnTo>
                  <a:pt x="84833" y="1983391"/>
                </a:lnTo>
                <a:lnTo>
                  <a:pt x="88371" y="1981190"/>
                </a:lnTo>
                <a:lnTo>
                  <a:pt x="91909" y="1979590"/>
                </a:lnTo>
                <a:lnTo>
                  <a:pt x="95438" y="1978876"/>
                </a:lnTo>
                <a:lnTo>
                  <a:pt x="98975" y="1976190"/>
                </a:lnTo>
                <a:lnTo>
                  <a:pt x="102513" y="1975847"/>
                </a:lnTo>
                <a:lnTo>
                  <a:pt x="106039" y="1975018"/>
                </a:lnTo>
                <a:lnTo>
                  <a:pt x="109579" y="1971132"/>
                </a:lnTo>
                <a:lnTo>
                  <a:pt x="113117" y="1970646"/>
                </a:lnTo>
                <a:lnTo>
                  <a:pt x="116643" y="1969475"/>
                </a:lnTo>
                <a:lnTo>
                  <a:pt x="120184" y="1967817"/>
                </a:lnTo>
                <a:lnTo>
                  <a:pt x="123710" y="1965531"/>
                </a:lnTo>
                <a:lnTo>
                  <a:pt x="127247" y="1964446"/>
                </a:lnTo>
                <a:lnTo>
                  <a:pt x="130788" y="1963617"/>
                </a:lnTo>
                <a:lnTo>
                  <a:pt x="134314" y="1962760"/>
                </a:lnTo>
                <a:lnTo>
                  <a:pt x="137852" y="1962102"/>
                </a:lnTo>
                <a:lnTo>
                  <a:pt x="141392" y="1961902"/>
                </a:lnTo>
                <a:lnTo>
                  <a:pt x="144918" y="1961359"/>
                </a:lnTo>
                <a:lnTo>
                  <a:pt x="148456" y="1959216"/>
                </a:lnTo>
                <a:lnTo>
                  <a:pt x="151993" y="1953530"/>
                </a:lnTo>
                <a:lnTo>
                  <a:pt x="155522" y="1953530"/>
                </a:lnTo>
                <a:lnTo>
                  <a:pt x="159060" y="1953158"/>
                </a:lnTo>
                <a:lnTo>
                  <a:pt x="162597" y="1952415"/>
                </a:lnTo>
                <a:lnTo>
                  <a:pt x="166126" y="1951987"/>
                </a:lnTo>
                <a:lnTo>
                  <a:pt x="169664" y="1951987"/>
                </a:lnTo>
                <a:lnTo>
                  <a:pt x="173202" y="1951244"/>
                </a:lnTo>
                <a:lnTo>
                  <a:pt x="176731" y="1951044"/>
                </a:lnTo>
                <a:lnTo>
                  <a:pt x="180268" y="1948043"/>
                </a:lnTo>
                <a:lnTo>
                  <a:pt x="183806" y="1947643"/>
                </a:lnTo>
                <a:lnTo>
                  <a:pt x="187335" y="1947243"/>
                </a:lnTo>
                <a:lnTo>
                  <a:pt x="190872" y="1945529"/>
                </a:lnTo>
                <a:lnTo>
                  <a:pt x="194410" y="1944500"/>
                </a:lnTo>
                <a:lnTo>
                  <a:pt x="197939" y="1942300"/>
                </a:lnTo>
                <a:lnTo>
                  <a:pt x="201477" y="1941843"/>
                </a:lnTo>
                <a:lnTo>
                  <a:pt x="205014" y="1940785"/>
                </a:lnTo>
                <a:lnTo>
                  <a:pt x="208543" y="1939957"/>
                </a:lnTo>
                <a:lnTo>
                  <a:pt x="212081" y="1939928"/>
                </a:lnTo>
                <a:lnTo>
                  <a:pt x="215618" y="1939842"/>
                </a:lnTo>
                <a:lnTo>
                  <a:pt x="219145" y="1939842"/>
                </a:lnTo>
                <a:lnTo>
                  <a:pt x="222685" y="1939728"/>
                </a:lnTo>
                <a:lnTo>
                  <a:pt x="226223" y="1939500"/>
                </a:lnTo>
                <a:lnTo>
                  <a:pt x="229749" y="1937614"/>
                </a:lnTo>
                <a:lnTo>
                  <a:pt x="233289" y="1936585"/>
                </a:lnTo>
                <a:lnTo>
                  <a:pt x="236815" y="1936442"/>
                </a:lnTo>
                <a:lnTo>
                  <a:pt x="240353" y="1933385"/>
                </a:lnTo>
                <a:lnTo>
                  <a:pt x="243893" y="1932927"/>
                </a:lnTo>
                <a:lnTo>
                  <a:pt x="247419" y="1932756"/>
                </a:lnTo>
                <a:lnTo>
                  <a:pt x="250957" y="1932756"/>
                </a:lnTo>
                <a:lnTo>
                  <a:pt x="254498" y="1931727"/>
                </a:lnTo>
                <a:lnTo>
                  <a:pt x="258024" y="1931013"/>
                </a:lnTo>
                <a:lnTo>
                  <a:pt x="261561" y="1929298"/>
                </a:lnTo>
                <a:lnTo>
                  <a:pt x="265102" y="1929241"/>
                </a:lnTo>
                <a:lnTo>
                  <a:pt x="268628" y="1928470"/>
                </a:lnTo>
                <a:lnTo>
                  <a:pt x="272165" y="1927898"/>
                </a:lnTo>
                <a:lnTo>
                  <a:pt x="275703" y="1927355"/>
                </a:lnTo>
                <a:lnTo>
                  <a:pt x="279232" y="1926041"/>
                </a:lnTo>
                <a:lnTo>
                  <a:pt x="282770" y="1922612"/>
                </a:lnTo>
                <a:lnTo>
                  <a:pt x="286296" y="1922412"/>
                </a:lnTo>
                <a:lnTo>
                  <a:pt x="289839" y="1920497"/>
                </a:lnTo>
                <a:lnTo>
                  <a:pt x="293382" y="1918468"/>
                </a:lnTo>
                <a:lnTo>
                  <a:pt x="296926" y="1917125"/>
                </a:lnTo>
                <a:lnTo>
                  <a:pt x="300440" y="1916640"/>
                </a:lnTo>
                <a:lnTo>
                  <a:pt x="303984" y="1915125"/>
                </a:lnTo>
                <a:lnTo>
                  <a:pt x="307527" y="1915068"/>
                </a:lnTo>
                <a:lnTo>
                  <a:pt x="311042" y="1914954"/>
                </a:lnTo>
                <a:lnTo>
                  <a:pt x="314585" y="1914611"/>
                </a:lnTo>
                <a:lnTo>
                  <a:pt x="318128" y="1912810"/>
                </a:lnTo>
                <a:lnTo>
                  <a:pt x="321643" y="1911067"/>
                </a:lnTo>
                <a:lnTo>
                  <a:pt x="325186" y="1911067"/>
                </a:lnTo>
                <a:lnTo>
                  <a:pt x="328730" y="1909953"/>
                </a:lnTo>
                <a:lnTo>
                  <a:pt x="332244" y="1909439"/>
                </a:lnTo>
                <a:lnTo>
                  <a:pt x="335788" y="1909210"/>
                </a:lnTo>
                <a:lnTo>
                  <a:pt x="339331" y="1908639"/>
                </a:lnTo>
                <a:lnTo>
                  <a:pt x="342846" y="1908210"/>
                </a:lnTo>
                <a:lnTo>
                  <a:pt x="346389" y="1908010"/>
                </a:lnTo>
                <a:lnTo>
                  <a:pt x="349932" y="1907610"/>
                </a:lnTo>
                <a:lnTo>
                  <a:pt x="353447" y="1905524"/>
                </a:lnTo>
                <a:lnTo>
                  <a:pt x="356990" y="1905467"/>
                </a:lnTo>
                <a:lnTo>
                  <a:pt x="360534" y="1904952"/>
                </a:lnTo>
                <a:lnTo>
                  <a:pt x="364077" y="1904409"/>
                </a:lnTo>
                <a:lnTo>
                  <a:pt x="367592" y="1902095"/>
                </a:lnTo>
                <a:lnTo>
                  <a:pt x="371135" y="1901723"/>
                </a:lnTo>
                <a:lnTo>
                  <a:pt x="374678" y="1901638"/>
                </a:lnTo>
                <a:lnTo>
                  <a:pt x="378193" y="1901352"/>
                </a:lnTo>
                <a:lnTo>
                  <a:pt x="381736" y="1901238"/>
                </a:lnTo>
                <a:lnTo>
                  <a:pt x="385280" y="1900580"/>
                </a:lnTo>
                <a:lnTo>
                  <a:pt x="388823" y="1900352"/>
                </a:lnTo>
                <a:lnTo>
                  <a:pt x="392338" y="1898952"/>
                </a:lnTo>
                <a:lnTo>
                  <a:pt x="395881" y="1898694"/>
                </a:lnTo>
                <a:lnTo>
                  <a:pt x="399424" y="1898523"/>
                </a:lnTo>
                <a:lnTo>
                  <a:pt x="402939" y="1897751"/>
                </a:lnTo>
                <a:lnTo>
                  <a:pt x="406482" y="1896608"/>
                </a:lnTo>
                <a:lnTo>
                  <a:pt x="410026" y="1893008"/>
                </a:lnTo>
                <a:lnTo>
                  <a:pt x="413540" y="1892637"/>
                </a:lnTo>
                <a:lnTo>
                  <a:pt x="417084" y="1892008"/>
                </a:lnTo>
                <a:lnTo>
                  <a:pt x="420627" y="1891751"/>
                </a:lnTo>
                <a:lnTo>
                  <a:pt x="424142" y="1891436"/>
                </a:lnTo>
                <a:lnTo>
                  <a:pt x="427685" y="1890008"/>
                </a:lnTo>
                <a:lnTo>
                  <a:pt x="431228" y="1889636"/>
                </a:lnTo>
                <a:lnTo>
                  <a:pt x="434743" y="1888293"/>
                </a:lnTo>
                <a:lnTo>
                  <a:pt x="438286" y="1887607"/>
                </a:lnTo>
                <a:lnTo>
                  <a:pt x="441830" y="1887407"/>
                </a:lnTo>
                <a:lnTo>
                  <a:pt x="445344" y="1886379"/>
                </a:lnTo>
                <a:lnTo>
                  <a:pt x="448888" y="1884178"/>
                </a:lnTo>
                <a:lnTo>
                  <a:pt x="452431" y="1883664"/>
                </a:lnTo>
                <a:lnTo>
                  <a:pt x="455974" y="1882464"/>
                </a:lnTo>
                <a:lnTo>
                  <a:pt x="459489" y="1881921"/>
                </a:lnTo>
                <a:lnTo>
                  <a:pt x="463032" y="1881921"/>
                </a:lnTo>
                <a:lnTo>
                  <a:pt x="466575" y="1881749"/>
                </a:lnTo>
                <a:lnTo>
                  <a:pt x="470090" y="1880949"/>
                </a:lnTo>
                <a:lnTo>
                  <a:pt x="473633" y="1880578"/>
                </a:lnTo>
                <a:lnTo>
                  <a:pt x="477177" y="1879321"/>
                </a:lnTo>
                <a:lnTo>
                  <a:pt x="480720" y="1878292"/>
                </a:lnTo>
                <a:lnTo>
                  <a:pt x="484235" y="1877892"/>
                </a:lnTo>
                <a:lnTo>
                  <a:pt x="487778" y="1876606"/>
                </a:lnTo>
                <a:lnTo>
                  <a:pt x="491321" y="1876406"/>
                </a:lnTo>
                <a:lnTo>
                  <a:pt x="494836" y="1872548"/>
                </a:lnTo>
                <a:lnTo>
                  <a:pt x="498379" y="1872491"/>
                </a:lnTo>
                <a:lnTo>
                  <a:pt x="501923" y="1872063"/>
                </a:lnTo>
                <a:lnTo>
                  <a:pt x="505437" y="1871834"/>
                </a:lnTo>
                <a:lnTo>
                  <a:pt x="508981" y="1870977"/>
                </a:lnTo>
                <a:lnTo>
                  <a:pt x="512524" y="1870577"/>
                </a:lnTo>
                <a:lnTo>
                  <a:pt x="516039" y="1869662"/>
                </a:lnTo>
                <a:lnTo>
                  <a:pt x="519582" y="1868891"/>
                </a:lnTo>
                <a:lnTo>
                  <a:pt x="523125" y="1868262"/>
                </a:lnTo>
                <a:lnTo>
                  <a:pt x="526640" y="1867033"/>
                </a:lnTo>
                <a:lnTo>
                  <a:pt x="530183" y="1865919"/>
                </a:lnTo>
                <a:lnTo>
                  <a:pt x="533727" y="1864947"/>
                </a:lnTo>
                <a:lnTo>
                  <a:pt x="537241" y="1864176"/>
                </a:lnTo>
                <a:lnTo>
                  <a:pt x="540785" y="1863004"/>
                </a:lnTo>
                <a:lnTo>
                  <a:pt x="544328" y="1862719"/>
                </a:lnTo>
                <a:lnTo>
                  <a:pt x="547871" y="1861490"/>
                </a:lnTo>
                <a:lnTo>
                  <a:pt x="551386" y="1861318"/>
                </a:lnTo>
                <a:lnTo>
                  <a:pt x="554929" y="1860461"/>
                </a:lnTo>
                <a:lnTo>
                  <a:pt x="558473" y="1860433"/>
                </a:lnTo>
                <a:lnTo>
                  <a:pt x="561987" y="1860261"/>
                </a:lnTo>
                <a:lnTo>
                  <a:pt x="565531" y="1860118"/>
                </a:lnTo>
                <a:lnTo>
                  <a:pt x="569074" y="1859747"/>
                </a:lnTo>
                <a:lnTo>
                  <a:pt x="572617" y="1858632"/>
                </a:lnTo>
                <a:lnTo>
                  <a:pt x="576132" y="1858489"/>
                </a:lnTo>
                <a:lnTo>
                  <a:pt x="579675" y="1857489"/>
                </a:lnTo>
                <a:lnTo>
                  <a:pt x="583219" y="1857261"/>
                </a:lnTo>
                <a:lnTo>
                  <a:pt x="586762" y="1856861"/>
                </a:lnTo>
                <a:lnTo>
                  <a:pt x="590277" y="1856403"/>
                </a:lnTo>
                <a:lnTo>
                  <a:pt x="593820" y="1855432"/>
                </a:lnTo>
                <a:lnTo>
                  <a:pt x="597363" y="1855232"/>
                </a:lnTo>
                <a:lnTo>
                  <a:pt x="600878" y="1853689"/>
                </a:lnTo>
                <a:lnTo>
                  <a:pt x="604421" y="1852031"/>
                </a:lnTo>
                <a:lnTo>
                  <a:pt x="607965" y="1851831"/>
                </a:lnTo>
                <a:lnTo>
                  <a:pt x="611479" y="1850603"/>
                </a:lnTo>
                <a:lnTo>
                  <a:pt x="615023" y="1850488"/>
                </a:lnTo>
                <a:lnTo>
                  <a:pt x="618566" y="1850488"/>
                </a:lnTo>
                <a:lnTo>
                  <a:pt x="622081" y="1849545"/>
                </a:lnTo>
                <a:lnTo>
                  <a:pt x="625624" y="1849317"/>
                </a:lnTo>
                <a:lnTo>
                  <a:pt x="629139" y="1849117"/>
                </a:lnTo>
                <a:lnTo>
                  <a:pt x="632682" y="1848660"/>
                </a:lnTo>
                <a:lnTo>
                  <a:pt x="636225" y="1848117"/>
                </a:lnTo>
                <a:lnTo>
                  <a:pt x="639769" y="1846374"/>
                </a:lnTo>
                <a:lnTo>
                  <a:pt x="643283" y="1846116"/>
                </a:lnTo>
                <a:lnTo>
                  <a:pt x="646827" y="1844088"/>
                </a:lnTo>
                <a:lnTo>
                  <a:pt x="650370" y="1843973"/>
                </a:lnTo>
                <a:lnTo>
                  <a:pt x="653913" y="1843545"/>
                </a:lnTo>
                <a:lnTo>
                  <a:pt x="657428" y="1843545"/>
                </a:lnTo>
                <a:lnTo>
                  <a:pt x="660971" y="1843516"/>
                </a:lnTo>
                <a:lnTo>
                  <a:pt x="664514" y="1842773"/>
                </a:lnTo>
                <a:lnTo>
                  <a:pt x="668029" y="1841287"/>
                </a:lnTo>
                <a:lnTo>
                  <a:pt x="671573" y="1840916"/>
                </a:lnTo>
                <a:lnTo>
                  <a:pt x="675116" y="1840659"/>
                </a:lnTo>
                <a:lnTo>
                  <a:pt x="678659" y="1840544"/>
                </a:lnTo>
                <a:lnTo>
                  <a:pt x="682174" y="1840459"/>
                </a:lnTo>
                <a:lnTo>
                  <a:pt x="685717" y="1839773"/>
                </a:lnTo>
                <a:lnTo>
                  <a:pt x="689260" y="1838030"/>
                </a:lnTo>
                <a:lnTo>
                  <a:pt x="692775" y="1835658"/>
                </a:lnTo>
                <a:lnTo>
                  <a:pt x="696318" y="1834372"/>
                </a:lnTo>
                <a:lnTo>
                  <a:pt x="699862" y="1833258"/>
                </a:lnTo>
                <a:lnTo>
                  <a:pt x="703376" y="1832200"/>
                </a:lnTo>
                <a:lnTo>
                  <a:pt x="706920" y="1832143"/>
                </a:lnTo>
                <a:lnTo>
                  <a:pt x="710463" y="1832000"/>
                </a:lnTo>
                <a:lnTo>
                  <a:pt x="713978" y="1831600"/>
                </a:lnTo>
                <a:lnTo>
                  <a:pt x="717521" y="1830829"/>
                </a:lnTo>
                <a:lnTo>
                  <a:pt x="721064" y="1830772"/>
                </a:lnTo>
                <a:lnTo>
                  <a:pt x="724579" y="1830743"/>
                </a:lnTo>
                <a:lnTo>
                  <a:pt x="728122" y="1830286"/>
                </a:lnTo>
                <a:lnTo>
                  <a:pt x="731666" y="1829657"/>
                </a:lnTo>
                <a:lnTo>
                  <a:pt x="735180" y="1829457"/>
                </a:lnTo>
                <a:lnTo>
                  <a:pt x="738724" y="1828714"/>
                </a:lnTo>
                <a:lnTo>
                  <a:pt x="742267" y="1828143"/>
                </a:lnTo>
                <a:lnTo>
                  <a:pt x="745810" y="1825542"/>
                </a:lnTo>
                <a:lnTo>
                  <a:pt x="749325" y="1825057"/>
                </a:lnTo>
                <a:lnTo>
                  <a:pt x="752868" y="1824657"/>
                </a:lnTo>
                <a:lnTo>
                  <a:pt x="756412" y="1824085"/>
                </a:lnTo>
                <a:lnTo>
                  <a:pt x="759926" y="1823799"/>
                </a:lnTo>
                <a:lnTo>
                  <a:pt x="763470" y="1823114"/>
                </a:lnTo>
                <a:lnTo>
                  <a:pt x="767013" y="1823085"/>
                </a:lnTo>
                <a:lnTo>
                  <a:pt x="770556" y="1822685"/>
                </a:lnTo>
                <a:lnTo>
                  <a:pt x="774071" y="1822085"/>
                </a:lnTo>
                <a:lnTo>
                  <a:pt x="777614" y="1821771"/>
                </a:lnTo>
                <a:lnTo>
                  <a:pt x="781158" y="1821713"/>
                </a:lnTo>
                <a:lnTo>
                  <a:pt x="784672" y="1820942"/>
                </a:lnTo>
                <a:lnTo>
                  <a:pt x="788216" y="1820799"/>
                </a:lnTo>
                <a:lnTo>
                  <a:pt x="791759" y="1820285"/>
                </a:lnTo>
                <a:lnTo>
                  <a:pt x="795274" y="1819113"/>
                </a:lnTo>
                <a:lnTo>
                  <a:pt x="798817" y="1817370"/>
                </a:lnTo>
                <a:lnTo>
                  <a:pt x="802360" y="1817084"/>
                </a:lnTo>
                <a:lnTo>
                  <a:pt x="805875" y="1816627"/>
                </a:lnTo>
                <a:lnTo>
                  <a:pt x="809418" y="1815970"/>
                </a:lnTo>
                <a:lnTo>
                  <a:pt x="812962" y="1815884"/>
                </a:lnTo>
                <a:lnTo>
                  <a:pt x="816476" y="1815455"/>
                </a:lnTo>
                <a:lnTo>
                  <a:pt x="820020" y="1815141"/>
                </a:lnTo>
                <a:lnTo>
                  <a:pt x="823563" y="1814855"/>
                </a:lnTo>
                <a:lnTo>
                  <a:pt x="827078" y="1814855"/>
                </a:lnTo>
                <a:lnTo>
                  <a:pt x="830621" y="1814684"/>
                </a:lnTo>
                <a:lnTo>
                  <a:pt x="834164" y="1813398"/>
                </a:lnTo>
                <a:lnTo>
                  <a:pt x="837708" y="1812855"/>
                </a:lnTo>
                <a:lnTo>
                  <a:pt x="841222" y="1812741"/>
                </a:lnTo>
                <a:lnTo>
                  <a:pt x="844766" y="1812455"/>
                </a:lnTo>
                <a:lnTo>
                  <a:pt x="848309" y="1809740"/>
                </a:lnTo>
                <a:lnTo>
                  <a:pt x="851824" y="1809340"/>
                </a:lnTo>
                <a:lnTo>
                  <a:pt x="855367" y="1808626"/>
                </a:lnTo>
                <a:lnTo>
                  <a:pt x="858910" y="1807855"/>
                </a:lnTo>
                <a:lnTo>
                  <a:pt x="862454" y="1805711"/>
                </a:lnTo>
                <a:lnTo>
                  <a:pt x="865968" y="1805711"/>
                </a:lnTo>
                <a:lnTo>
                  <a:pt x="869512" y="1804883"/>
                </a:lnTo>
                <a:lnTo>
                  <a:pt x="873055" y="1804768"/>
                </a:lnTo>
                <a:lnTo>
                  <a:pt x="876570" y="1804683"/>
                </a:lnTo>
                <a:lnTo>
                  <a:pt x="880113" y="1804054"/>
                </a:lnTo>
                <a:lnTo>
                  <a:pt x="883656" y="1803768"/>
                </a:lnTo>
                <a:lnTo>
                  <a:pt x="887171" y="1803454"/>
                </a:lnTo>
                <a:lnTo>
                  <a:pt x="890714" y="1802425"/>
                </a:lnTo>
                <a:lnTo>
                  <a:pt x="894257" y="1801254"/>
                </a:lnTo>
                <a:lnTo>
                  <a:pt x="897772" y="1801225"/>
                </a:lnTo>
                <a:lnTo>
                  <a:pt x="901316" y="1799854"/>
                </a:lnTo>
                <a:lnTo>
                  <a:pt x="904859" y="1799796"/>
                </a:lnTo>
                <a:lnTo>
                  <a:pt x="908374" y="1799111"/>
                </a:lnTo>
                <a:lnTo>
                  <a:pt x="911917" y="1798796"/>
                </a:lnTo>
                <a:lnTo>
                  <a:pt x="915460" y="1797853"/>
                </a:lnTo>
                <a:lnTo>
                  <a:pt x="918975" y="1797825"/>
                </a:lnTo>
                <a:lnTo>
                  <a:pt x="922518" y="1796024"/>
                </a:lnTo>
                <a:lnTo>
                  <a:pt x="926061" y="1793310"/>
                </a:lnTo>
                <a:lnTo>
                  <a:pt x="929605" y="1792024"/>
                </a:lnTo>
                <a:lnTo>
                  <a:pt x="933119" y="1790995"/>
                </a:lnTo>
                <a:lnTo>
                  <a:pt x="936663" y="1789909"/>
                </a:lnTo>
                <a:lnTo>
                  <a:pt x="940206" y="1789166"/>
                </a:lnTo>
                <a:lnTo>
                  <a:pt x="943721" y="1788938"/>
                </a:lnTo>
                <a:lnTo>
                  <a:pt x="947264" y="1788938"/>
                </a:lnTo>
                <a:lnTo>
                  <a:pt x="950807" y="1787109"/>
                </a:lnTo>
                <a:lnTo>
                  <a:pt x="954351" y="1786052"/>
                </a:lnTo>
                <a:lnTo>
                  <a:pt x="957865" y="1785480"/>
                </a:lnTo>
                <a:lnTo>
                  <a:pt x="961409" y="1783194"/>
                </a:lnTo>
                <a:lnTo>
                  <a:pt x="964952" y="1781566"/>
                </a:lnTo>
                <a:lnTo>
                  <a:pt x="968467" y="1780108"/>
                </a:lnTo>
                <a:lnTo>
                  <a:pt x="972010" y="1779394"/>
                </a:lnTo>
                <a:lnTo>
                  <a:pt x="975553" y="1777451"/>
                </a:lnTo>
                <a:lnTo>
                  <a:pt x="979097" y="1775250"/>
                </a:lnTo>
                <a:lnTo>
                  <a:pt x="982611" y="1772593"/>
                </a:lnTo>
                <a:lnTo>
                  <a:pt x="986155" y="1772221"/>
                </a:lnTo>
                <a:lnTo>
                  <a:pt x="989698" y="1770964"/>
                </a:lnTo>
                <a:lnTo>
                  <a:pt x="993213" y="1770878"/>
                </a:lnTo>
                <a:lnTo>
                  <a:pt x="996756" y="1769535"/>
                </a:lnTo>
                <a:lnTo>
                  <a:pt x="1000271" y="1769050"/>
                </a:lnTo>
                <a:lnTo>
                  <a:pt x="1003814" y="1768307"/>
                </a:lnTo>
                <a:lnTo>
                  <a:pt x="1007357" y="1764706"/>
                </a:lnTo>
                <a:lnTo>
                  <a:pt x="1010872" y="1762877"/>
                </a:lnTo>
                <a:lnTo>
                  <a:pt x="1014415" y="1762449"/>
                </a:lnTo>
                <a:lnTo>
                  <a:pt x="1017959" y="1760506"/>
                </a:lnTo>
                <a:lnTo>
                  <a:pt x="1021502" y="1759706"/>
                </a:lnTo>
                <a:lnTo>
                  <a:pt x="1025017" y="1758448"/>
                </a:lnTo>
                <a:lnTo>
                  <a:pt x="1028560" y="1758305"/>
                </a:lnTo>
                <a:lnTo>
                  <a:pt x="1032103" y="1758163"/>
                </a:lnTo>
                <a:lnTo>
                  <a:pt x="1035618" y="1757763"/>
                </a:lnTo>
                <a:lnTo>
                  <a:pt x="1039161" y="1756620"/>
                </a:lnTo>
                <a:lnTo>
                  <a:pt x="1042705" y="1755905"/>
                </a:lnTo>
                <a:lnTo>
                  <a:pt x="1046248" y="1755819"/>
                </a:lnTo>
                <a:lnTo>
                  <a:pt x="1049763" y="1755448"/>
                </a:lnTo>
                <a:lnTo>
                  <a:pt x="1053306" y="1755162"/>
                </a:lnTo>
                <a:lnTo>
                  <a:pt x="1056849" y="1753762"/>
                </a:lnTo>
                <a:lnTo>
                  <a:pt x="1060393" y="1753105"/>
                </a:lnTo>
                <a:lnTo>
                  <a:pt x="1063907" y="1751905"/>
                </a:lnTo>
                <a:lnTo>
                  <a:pt x="1067451" y="1750676"/>
                </a:lnTo>
                <a:lnTo>
                  <a:pt x="1070994" y="1749247"/>
                </a:lnTo>
                <a:lnTo>
                  <a:pt x="1074509" y="1748704"/>
                </a:lnTo>
                <a:lnTo>
                  <a:pt x="1078052" y="1741446"/>
                </a:lnTo>
                <a:lnTo>
                  <a:pt x="1081595" y="1741332"/>
                </a:lnTo>
                <a:lnTo>
                  <a:pt x="1085110" y="1738617"/>
                </a:lnTo>
                <a:lnTo>
                  <a:pt x="1088653" y="1738189"/>
                </a:lnTo>
                <a:lnTo>
                  <a:pt x="1092197" y="1737074"/>
                </a:lnTo>
                <a:lnTo>
                  <a:pt x="1095711" y="1736588"/>
                </a:lnTo>
                <a:lnTo>
                  <a:pt x="1099255" y="1736274"/>
                </a:lnTo>
                <a:lnTo>
                  <a:pt x="1102798" y="1736188"/>
                </a:lnTo>
                <a:lnTo>
                  <a:pt x="1106313" y="1736131"/>
                </a:lnTo>
                <a:lnTo>
                  <a:pt x="1109856" y="1736103"/>
                </a:lnTo>
                <a:lnTo>
                  <a:pt x="1113399" y="1736103"/>
                </a:lnTo>
                <a:lnTo>
                  <a:pt x="1116914" y="1734331"/>
                </a:lnTo>
                <a:lnTo>
                  <a:pt x="1120457" y="1734302"/>
                </a:lnTo>
                <a:lnTo>
                  <a:pt x="1124000" y="1733845"/>
                </a:lnTo>
                <a:lnTo>
                  <a:pt x="1127544" y="1732988"/>
                </a:lnTo>
                <a:lnTo>
                  <a:pt x="1131059" y="1728816"/>
                </a:lnTo>
                <a:lnTo>
                  <a:pt x="1134602" y="1727159"/>
                </a:lnTo>
                <a:lnTo>
                  <a:pt x="1138145" y="1725901"/>
                </a:lnTo>
                <a:lnTo>
                  <a:pt x="1141660" y="1725330"/>
                </a:lnTo>
                <a:lnTo>
                  <a:pt x="1145203" y="1723758"/>
                </a:lnTo>
                <a:lnTo>
                  <a:pt x="1148746" y="1723558"/>
                </a:lnTo>
                <a:lnTo>
                  <a:pt x="1152290" y="1723387"/>
                </a:lnTo>
                <a:lnTo>
                  <a:pt x="1155804" y="1721615"/>
                </a:lnTo>
                <a:lnTo>
                  <a:pt x="1159348" y="1719844"/>
                </a:lnTo>
                <a:lnTo>
                  <a:pt x="1162891" y="1719529"/>
                </a:lnTo>
                <a:lnTo>
                  <a:pt x="1166406" y="1717643"/>
                </a:lnTo>
                <a:lnTo>
                  <a:pt x="1169949" y="1717100"/>
                </a:lnTo>
                <a:lnTo>
                  <a:pt x="1173492" y="1717015"/>
                </a:lnTo>
                <a:lnTo>
                  <a:pt x="1177007" y="1716129"/>
                </a:lnTo>
                <a:lnTo>
                  <a:pt x="1180550" y="1716014"/>
                </a:lnTo>
                <a:lnTo>
                  <a:pt x="1184094" y="1714671"/>
                </a:lnTo>
                <a:lnTo>
                  <a:pt x="1187608" y="1714529"/>
                </a:lnTo>
                <a:lnTo>
                  <a:pt x="1191152" y="1713986"/>
                </a:lnTo>
                <a:lnTo>
                  <a:pt x="1194695" y="1713728"/>
                </a:lnTo>
                <a:lnTo>
                  <a:pt x="1198210" y="1712671"/>
                </a:lnTo>
                <a:lnTo>
                  <a:pt x="1201753" y="1711642"/>
                </a:lnTo>
                <a:lnTo>
                  <a:pt x="1205296" y="1709728"/>
                </a:lnTo>
                <a:lnTo>
                  <a:pt x="1208811" y="1709585"/>
                </a:lnTo>
                <a:lnTo>
                  <a:pt x="1212354" y="1706528"/>
                </a:lnTo>
                <a:lnTo>
                  <a:pt x="1215898" y="1705956"/>
                </a:lnTo>
                <a:lnTo>
                  <a:pt x="1219441" y="1705899"/>
                </a:lnTo>
                <a:lnTo>
                  <a:pt x="1222956" y="1705099"/>
                </a:lnTo>
                <a:lnTo>
                  <a:pt x="1226499" y="1704127"/>
                </a:lnTo>
                <a:lnTo>
                  <a:pt x="1230042" y="1702927"/>
                </a:lnTo>
                <a:lnTo>
                  <a:pt x="1233557" y="1702784"/>
                </a:lnTo>
                <a:lnTo>
                  <a:pt x="1237100" y="1702727"/>
                </a:lnTo>
                <a:lnTo>
                  <a:pt x="1240644" y="1700927"/>
                </a:lnTo>
                <a:lnTo>
                  <a:pt x="1244187" y="1699441"/>
                </a:lnTo>
                <a:lnTo>
                  <a:pt x="1247702" y="1698841"/>
                </a:lnTo>
                <a:lnTo>
                  <a:pt x="1251245" y="1698784"/>
                </a:lnTo>
                <a:lnTo>
                  <a:pt x="1254788" y="1698498"/>
                </a:lnTo>
                <a:lnTo>
                  <a:pt x="1258303" y="1698498"/>
                </a:lnTo>
                <a:lnTo>
                  <a:pt x="1261846" y="1698155"/>
                </a:lnTo>
                <a:lnTo>
                  <a:pt x="1265390" y="1697955"/>
                </a:lnTo>
                <a:lnTo>
                  <a:pt x="1268904" y="1696469"/>
                </a:lnTo>
                <a:lnTo>
                  <a:pt x="1272448" y="1696069"/>
                </a:lnTo>
                <a:lnTo>
                  <a:pt x="1275991" y="1693412"/>
                </a:lnTo>
                <a:lnTo>
                  <a:pt x="1279506" y="1693183"/>
                </a:lnTo>
                <a:lnTo>
                  <a:pt x="1283049" y="1692497"/>
                </a:lnTo>
                <a:lnTo>
                  <a:pt x="1286592" y="1691469"/>
                </a:lnTo>
                <a:lnTo>
                  <a:pt x="1290107" y="1689783"/>
                </a:lnTo>
                <a:lnTo>
                  <a:pt x="1293650" y="1689325"/>
                </a:lnTo>
                <a:lnTo>
                  <a:pt x="1297194" y="1688983"/>
                </a:lnTo>
                <a:lnTo>
                  <a:pt x="1300708" y="1688754"/>
                </a:lnTo>
                <a:lnTo>
                  <a:pt x="1304252" y="1687782"/>
                </a:lnTo>
                <a:lnTo>
                  <a:pt x="1307795" y="1687325"/>
                </a:lnTo>
                <a:lnTo>
                  <a:pt x="1311338" y="1686325"/>
                </a:lnTo>
                <a:lnTo>
                  <a:pt x="1314853" y="1683868"/>
                </a:lnTo>
                <a:lnTo>
                  <a:pt x="1318396" y="1682839"/>
                </a:lnTo>
                <a:lnTo>
                  <a:pt x="1321940" y="1682267"/>
                </a:lnTo>
                <a:lnTo>
                  <a:pt x="1325454" y="1682067"/>
                </a:lnTo>
                <a:lnTo>
                  <a:pt x="1328998" y="1678867"/>
                </a:lnTo>
                <a:lnTo>
                  <a:pt x="1332541" y="1678324"/>
                </a:lnTo>
                <a:lnTo>
                  <a:pt x="1336084" y="1677238"/>
                </a:lnTo>
                <a:lnTo>
                  <a:pt x="1339599" y="1677038"/>
                </a:lnTo>
                <a:lnTo>
                  <a:pt x="1343142" y="1675809"/>
                </a:lnTo>
                <a:lnTo>
                  <a:pt x="1346685" y="1674895"/>
                </a:lnTo>
                <a:lnTo>
                  <a:pt x="1350200" y="1674838"/>
                </a:lnTo>
                <a:lnTo>
                  <a:pt x="1353743" y="1674609"/>
                </a:lnTo>
                <a:lnTo>
                  <a:pt x="1357287" y="1672438"/>
                </a:lnTo>
                <a:lnTo>
                  <a:pt x="1360830" y="1671409"/>
                </a:lnTo>
                <a:lnTo>
                  <a:pt x="1364345" y="1671180"/>
                </a:lnTo>
                <a:lnTo>
                  <a:pt x="1367888" y="1669637"/>
                </a:lnTo>
                <a:lnTo>
                  <a:pt x="1371403" y="1668837"/>
                </a:lnTo>
                <a:lnTo>
                  <a:pt x="1374946" y="1667580"/>
                </a:lnTo>
                <a:lnTo>
                  <a:pt x="1378489" y="1664865"/>
                </a:lnTo>
                <a:lnTo>
                  <a:pt x="1382004" y="1664751"/>
                </a:lnTo>
                <a:lnTo>
                  <a:pt x="1385547" y="1664322"/>
                </a:lnTo>
                <a:lnTo>
                  <a:pt x="1389091" y="1661408"/>
                </a:lnTo>
                <a:lnTo>
                  <a:pt x="1392605" y="1661179"/>
                </a:lnTo>
                <a:lnTo>
                  <a:pt x="1396149" y="1660436"/>
                </a:lnTo>
                <a:lnTo>
                  <a:pt x="1399692" y="1660093"/>
                </a:lnTo>
                <a:lnTo>
                  <a:pt x="1403235" y="1657579"/>
                </a:lnTo>
                <a:lnTo>
                  <a:pt x="1406750" y="1657264"/>
                </a:lnTo>
                <a:lnTo>
                  <a:pt x="1410293" y="1656521"/>
                </a:lnTo>
                <a:lnTo>
                  <a:pt x="1413837" y="1654150"/>
                </a:lnTo>
                <a:lnTo>
                  <a:pt x="1417351" y="1653378"/>
                </a:lnTo>
                <a:lnTo>
                  <a:pt x="1420895" y="1653321"/>
                </a:lnTo>
                <a:lnTo>
                  <a:pt x="1424438" y="1652464"/>
                </a:lnTo>
                <a:lnTo>
                  <a:pt x="1427981" y="1650463"/>
                </a:lnTo>
                <a:lnTo>
                  <a:pt x="1431496" y="1650292"/>
                </a:lnTo>
                <a:lnTo>
                  <a:pt x="1435039" y="1649806"/>
                </a:lnTo>
                <a:lnTo>
                  <a:pt x="1438583" y="1649149"/>
                </a:lnTo>
                <a:lnTo>
                  <a:pt x="1442097" y="1648577"/>
                </a:lnTo>
                <a:lnTo>
                  <a:pt x="1445641" y="1648292"/>
                </a:lnTo>
                <a:lnTo>
                  <a:pt x="1449184" y="1646577"/>
                </a:lnTo>
                <a:lnTo>
                  <a:pt x="1452727" y="1645806"/>
                </a:lnTo>
                <a:lnTo>
                  <a:pt x="1456242" y="1644720"/>
                </a:lnTo>
                <a:lnTo>
                  <a:pt x="1459785" y="1644720"/>
                </a:lnTo>
                <a:lnTo>
                  <a:pt x="1463329" y="1644205"/>
                </a:lnTo>
                <a:lnTo>
                  <a:pt x="1466843" y="1644063"/>
                </a:lnTo>
                <a:lnTo>
                  <a:pt x="1470387" y="1644034"/>
                </a:lnTo>
                <a:lnTo>
                  <a:pt x="1473930" y="1643863"/>
                </a:lnTo>
                <a:lnTo>
                  <a:pt x="1477445" y="1642834"/>
                </a:lnTo>
                <a:lnTo>
                  <a:pt x="1480988" y="1640262"/>
                </a:lnTo>
                <a:lnTo>
                  <a:pt x="1484531" y="1639748"/>
                </a:lnTo>
                <a:lnTo>
                  <a:pt x="1488046" y="1639633"/>
                </a:lnTo>
                <a:lnTo>
                  <a:pt x="1491589" y="1637919"/>
                </a:lnTo>
                <a:lnTo>
                  <a:pt x="1495133" y="1637405"/>
                </a:lnTo>
                <a:lnTo>
                  <a:pt x="1498647" y="1637090"/>
                </a:lnTo>
                <a:lnTo>
                  <a:pt x="1502191" y="1636662"/>
                </a:lnTo>
                <a:lnTo>
                  <a:pt x="1505734" y="1636233"/>
                </a:lnTo>
                <a:lnTo>
                  <a:pt x="1509249" y="1635976"/>
                </a:lnTo>
                <a:lnTo>
                  <a:pt x="1512792" y="1633661"/>
                </a:lnTo>
                <a:lnTo>
                  <a:pt x="1516335" y="1630575"/>
                </a:lnTo>
                <a:lnTo>
                  <a:pt x="1519879" y="1630490"/>
                </a:lnTo>
                <a:lnTo>
                  <a:pt x="1523393" y="1629918"/>
                </a:lnTo>
                <a:lnTo>
                  <a:pt x="1526937" y="1629518"/>
                </a:lnTo>
                <a:lnTo>
                  <a:pt x="1530480" y="1629146"/>
                </a:lnTo>
                <a:lnTo>
                  <a:pt x="1534023" y="1628804"/>
                </a:lnTo>
                <a:lnTo>
                  <a:pt x="1537538" y="1627889"/>
                </a:lnTo>
                <a:lnTo>
                  <a:pt x="1541081" y="1627261"/>
                </a:lnTo>
                <a:lnTo>
                  <a:pt x="1544624" y="1627060"/>
                </a:lnTo>
                <a:lnTo>
                  <a:pt x="1548139" y="1626575"/>
                </a:lnTo>
                <a:lnTo>
                  <a:pt x="1551683" y="1625775"/>
                </a:lnTo>
                <a:lnTo>
                  <a:pt x="1555226" y="1625746"/>
                </a:lnTo>
                <a:lnTo>
                  <a:pt x="1558741" y="1622288"/>
                </a:lnTo>
                <a:lnTo>
                  <a:pt x="1562284" y="1621803"/>
                </a:lnTo>
                <a:lnTo>
                  <a:pt x="1565827" y="1620345"/>
                </a:lnTo>
                <a:lnTo>
                  <a:pt x="1569342" y="1619060"/>
                </a:lnTo>
                <a:lnTo>
                  <a:pt x="1572885" y="1618402"/>
                </a:lnTo>
                <a:lnTo>
                  <a:pt x="1576428" y="1618145"/>
                </a:lnTo>
                <a:lnTo>
                  <a:pt x="1579943" y="1618059"/>
                </a:lnTo>
                <a:lnTo>
                  <a:pt x="1583486" y="1616431"/>
                </a:lnTo>
                <a:lnTo>
                  <a:pt x="1587030" y="1614830"/>
                </a:lnTo>
                <a:lnTo>
                  <a:pt x="1590545" y="1612230"/>
                </a:lnTo>
                <a:lnTo>
                  <a:pt x="1594088" y="1611830"/>
                </a:lnTo>
                <a:lnTo>
                  <a:pt x="1597631" y="1611601"/>
                </a:lnTo>
                <a:lnTo>
                  <a:pt x="1601174" y="1611601"/>
                </a:lnTo>
                <a:lnTo>
                  <a:pt x="1604689" y="1611487"/>
                </a:lnTo>
                <a:lnTo>
                  <a:pt x="1608232" y="1611116"/>
                </a:lnTo>
                <a:lnTo>
                  <a:pt x="1611776" y="1610630"/>
                </a:lnTo>
                <a:lnTo>
                  <a:pt x="1615290" y="1609373"/>
                </a:lnTo>
                <a:lnTo>
                  <a:pt x="1618834" y="1608258"/>
                </a:lnTo>
                <a:lnTo>
                  <a:pt x="1622377" y="1608144"/>
                </a:lnTo>
                <a:lnTo>
                  <a:pt x="1625920" y="1607544"/>
                </a:lnTo>
                <a:lnTo>
                  <a:pt x="1629435" y="1607201"/>
                </a:lnTo>
                <a:lnTo>
                  <a:pt x="1632978" y="1606887"/>
                </a:lnTo>
                <a:lnTo>
                  <a:pt x="1636522" y="1605029"/>
                </a:lnTo>
                <a:lnTo>
                  <a:pt x="1640036" y="1603686"/>
                </a:lnTo>
                <a:lnTo>
                  <a:pt x="1643580" y="1603658"/>
                </a:lnTo>
                <a:lnTo>
                  <a:pt x="1647123" y="1603086"/>
                </a:lnTo>
                <a:lnTo>
                  <a:pt x="1650638" y="1602972"/>
                </a:lnTo>
                <a:lnTo>
                  <a:pt x="1654181" y="1602429"/>
                </a:lnTo>
                <a:lnTo>
                  <a:pt x="1657724" y="1601600"/>
                </a:lnTo>
                <a:lnTo>
                  <a:pt x="1661239" y="1601029"/>
                </a:lnTo>
                <a:lnTo>
                  <a:pt x="1664782" y="1600429"/>
                </a:lnTo>
                <a:lnTo>
                  <a:pt x="1668326" y="1598371"/>
                </a:lnTo>
                <a:lnTo>
                  <a:pt x="1671840" y="1597943"/>
                </a:lnTo>
                <a:lnTo>
                  <a:pt x="1675384" y="1596714"/>
                </a:lnTo>
                <a:lnTo>
                  <a:pt x="1678927" y="1596400"/>
                </a:lnTo>
                <a:lnTo>
                  <a:pt x="1682442" y="1596285"/>
                </a:lnTo>
                <a:lnTo>
                  <a:pt x="1685985" y="1596114"/>
                </a:lnTo>
                <a:lnTo>
                  <a:pt x="1689528" y="1593513"/>
                </a:lnTo>
                <a:lnTo>
                  <a:pt x="1693072" y="1592856"/>
                </a:lnTo>
                <a:lnTo>
                  <a:pt x="1696586" y="1589284"/>
                </a:lnTo>
                <a:lnTo>
                  <a:pt x="1700130" y="1587827"/>
                </a:lnTo>
                <a:lnTo>
                  <a:pt x="1703673" y="1586827"/>
                </a:lnTo>
                <a:lnTo>
                  <a:pt x="1707188" y="1586284"/>
                </a:lnTo>
                <a:lnTo>
                  <a:pt x="1710731" y="1585770"/>
                </a:lnTo>
                <a:lnTo>
                  <a:pt x="1714274" y="1585512"/>
                </a:lnTo>
                <a:lnTo>
                  <a:pt x="1717818" y="1582969"/>
                </a:lnTo>
                <a:lnTo>
                  <a:pt x="1721332" y="1581798"/>
                </a:lnTo>
                <a:lnTo>
                  <a:pt x="1724876" y="1580712"/>
                </a:lnTo>
                <a:lnTo>
                  <a:pt x="1728419" y="1566053"/>
                </a:lnTo>
                <a:lnTo>
                  <a:pt x="1731934" y="1565167"/>
                </a:lnTo>
                <a:lnTo>
                  <a:pt x="1735477" y="1552565"/>
                </a:lnTo>
                <a:lnTo>
                  <a:pt x="1739020" y="1548536"/>
                </a:lnTo>
                <a:lnTo>
                  <a:pt x="1742535" y="1546250"/>
                </a:lnTo>
                <a:lnTo>
                  <a:pt x="1746078" y="1545822"/>
                </a:lnTo>
                <a:lnTo>
                  <a:pt x="1749622" y="1545336"/>
                </a:lnTo>
                <a:lnTo>
                  <a:pt x="1753136" y="1544450"/>
                </a:lnTo>
                <a:lnTo>
                  <a:pt x="1756680" y="1542850"/>
                </a:lnTo>
                <a:lnTo>
                  <a:pt x="1760223" y="1541736"/>
                </a:lnTo>
                <a:lnTo>
                  <a:pt x="1763738" y="1541450"/>
                </a:lnTo>
                <a:lnTo>
                  <a:pt x="1767281" y="1540621"/>
                </a:lnTo>
                <a:lnTo>
                  <a:pt x="1770824" y="1537278"/>
                </a:lnTo>
                <a:lnTo>
                  <a:pt x="1774339" y="1536421"/>
                </a:lnTo>
                <a:lnTo>
                  <a:pt x="1777882" y="1535649"/>
                </a:lnTo>
                <a:lnTo>
                  <a:pt x="1781426" y="1534906"/>
                </a:lnTo>
                <a:lnTo>
                  <a:pt x="1784969" y="1531649"/>
                </a:lnTo>
                <a:lnTo>
                  <a:pt x="1788484" y="1527620"/>
                </a:lnTo>
                <a:lnTo>
                  <a:pt x="1792027" y="1527105"/>
                </a:lnTo>
                <a:lnTo>
                  <a:pt x="1795570" y="1525962"/>
                </a:lnTo>
                <a:lnTo>
                  <a:pt x="1799085" y="1525419"/>
                </a:lnTo>
                <a:lnTo>
                  <a:pt x="1802628" y="1524933"/>
                </a:lnTo>
                <a:lnTo>
                  <a:pt x="1806171" y="1524876"/>
                </a:lnTo>
                <a:lnTo>
                  <a:pt x="1809715" y="1520533"/>
                </a:lnTo>
                <a:lnTo>
                  <a:pt x="1813229" y="1517647"/>
                </a:lnTo>
                <a:lnTo>
                  <a:pt x="1816773" y="1516418"/>
                </a:lnTo>
                <a:lnTo>
                  <a:pt x="1820316" y="1511846"/>
                </a:lnTo>
                <a:lnTo>
                  <a:pt x="1823831" y="1506503"/>
                </a:lnTo>
                <a:lnTo>
                  <a:pt x="1827374" y="1506503"/>
                </a:lnTo>
                <a:lnTo>
                  <a:pt x="1830917" y="1506217"/>
                </a:lnTo>
                <a:lnTo>
                  <a:pt x="1834461" y="1505074"/>
                </a:lnTo>
                <a:lnTo>
                  <a:pt x="1837975" y="1504045"/>
                </a:lnTo>
                <a:lnTo>
                  <a:pt x="1841519" y="1497387"/>
                </a:lnTo>
                <a:lnTo>
                  <a:pt x="1845062" y="1497359"/>
                </a:lnTo>
                <a:lnTo>
                  <a:pt x="1848577" y="1494101"/>
                </a:lnTo>
                <a:lnTo>
                  <a:pt x="1852120" y="1492101"/>
                </a:lnTo>
                <a:lnTo>
                  <a:pt x="1855663" y="1491615"/>
                </a:lnTo>
                <a:lnTo>
                  <a:pt x="1859178" y="1491101"/>
                </a:lnTo>
                <a:lnTo>
                  <a:pt x="1862721" y="1489015"/>
                </a:lnTo>
                <a:lnTo>
                  <a:pt x="1866236" y="1486843"/>
                </a:lnTo>
                <a:lnTo>
                  <a:pt x="1869779" y="1486729"/>
                </a:lnTo>
                <a:lnTo>
                  <a:pt x="1873323" y="1480071"/>
                </a:lnTo>
                <a:lnTo>
                  <a:pt x="1876866" y="1479471"/>
                </a:lnTo>
                <a:lnTo>
                  <a:pt x="1880381" y="1478642"/>
                </a:lnTo>
                <a:lnTo>
                  <a:pt x="1883924" y="1477356"/>
                </a:lnTo>
                <a:lnTo>
                  <a:pt x="1887467" y="1476585"/>
                </a:lnTo>
                <a:lnTo>
                  <a:pt x="1890982" y="1474527"/>
                </a:lnTo>
                <a:lnTo>
                  <a:pt x="1894525" y="1466240"/>
                </a:lnTo>
                <a:lnTo>
                  <a:pt x="1898069" y="1462297"/>
                </a:lnTo>
                <a:lnTo>
                  <a:pt x="1901612" y="1461726"/>
                </a:lnTo>
                <a:lnTo>
                  <a:pt x="1905127" y="1460897"/>
                </a:lnTo>
                <a:lnTo>
                  <a:pt x="1908670" y="1458154"/>
                </a:lnTo>
                <a:lnTo>
                  <a:pt x="1912213" y="1457154"/>
                </a:lnTo>
                <a:lnTo>
                  <a:pt x="1915728" y="1456668"/>
                </a:lnTo>
                <a:lnTo>
                  <a:pt x="1919271" y="1456096"/>
                </a:lnTo>
                <a:lnTo>
                  <a:pt x="1922815" y="1455668"/>
                </a:lnTo>
                <a:lnTo>
                  <a:pt x="1926358" y="1450581"/>
                </a:lnTo>
                <a:lnTo>
                  <a:pt x="1929873" y="1448953"/>
                </a:lnTo>
                <a:lnTo>
                  <a:pt x="1933416" y="1448295"/>
                </a:lnTo>
                <a:lnTo>
                  <a:pt x="1936959" y="1447952"/>
                </a:lnTo>
                <a:lnTo>
                  <a:pt x="1940474" y="1446552"/>
                </a:lnTo>
                <a:lnTo>
                  <a:pt x="1944017" y="1445695"/>
                </a:lnTo>
                <a:lnTo>
                  <a:pt x="1947561" y="1443523"/>
                </a:lnTo>
                <a:lnTo>
                  <a:pt x="1951075" y="1443523"/>
                </a:lnTo>
                <a:lnTo>
                  <a:pt x="1954619" y="1443495"/>
                </a:lnTo>
                <a:lnTo>
                  <a:pt x="1958162" y="1440380"/>
                </a:lnTo>
                <a:lnTo>
                  <a:pt x="1961677" y="1439266"/>
                </a:lnTo>
                <a:lnTo>
                  <a:pt x="1965220" y="1438551"/>
                </a:lnTo>
                <a:lnTo>
                  <a:pt x="1968763" y="1437523"/>
                </a:lnTo>
                <a:lnTo>
                  <a:pt x="1972278" y="1437494"/>
                </a:lnTo>
                <a:lnTo>
                  <a:pt x="1975821" y="1435351"/>
                </a:lnTo>
                <a:lnTo>
                  <a:pt x="1979365" y="1430179"/>
                </a:lnTo>
                <a:lnTo>
                  <a:pt x="1982879" y="1429979"/>
                </a:lnTo>
                <a:lnTo>
                  <a:pt x="1986423" y="1427378"/>
                </a:lnTo>
                <a:lnTo>
                  <a:pt x="1989966" y="1425835"/>
                </a:lnTo>
                <a:lnTo>
                  <a:pt x="1993509" y="1425435"/>
                </a:lnTo>
                <a:lnTo>
                  <a:pt x="1997024" y="1424492"/>
                </a:lnTo>
                <a:lnTo>
                  <a:pt x="2000567" y="1424007"/>
                </a:lnTo>
                <a:lnTo>
                  <a:pt x="2004110" y="1423435"/>
                </a:lnTo>
                <a:lnTo>
                  <a:pt x="2007654" y="1422835"/>
                </a:lnTo>
                <a:lnTo>
                  <a:pt x="2011169" y="1421835"/>
                </a:lnTo>
                <a:lnTo>
                  <a:pt x="2014712" y="1421721"/>
                </a:lnTo>
                <a:lnTo>
                  <a:pt x="2018255" y="1421463"/>
                </a:lnTo>
                <a:lnTo>
                  <a:pt x="2021770" y="1421063"/>
                </a:lnTo>
                <a:lnTo>
                  <a:pt x="2025313" y="1419806"/>
                </a:lnTo>
                <a:lnTo>
                  <a:pt x="2028856" y="1418377"/>
                </a:lnTo>
                <a:lnTo>
                  <a:pt x="2032371" y="1417291"/>
                </a:lnTo>
                <a:lnTo>
                  <a:pt x="2035914" y="1416863"/>
                </a:lnTo>
                <a:lnTo>
                  <a:pt x="2039458" y="1415291"/>
                </a:lnTo>
                <a:lnTo>
                  <a:pt x="2042972" y="1414691"/>
                </a:lnTo>
                <a:lnTo>
                  <a:pt x="2046516" y="1414577"/>
                </a:lnTo>
                <a:lnTo>
                  <a:pt x="2050059" y="1412862"/>
                </a:lnTo>
                <a:lnTo>
                  <a:pt x="2053574" y="1412405"/>
                </a:lnTo>
                <a:lnTo>
                  <a:pt x="2057117" y="1412319"/>
                </a:lnTo>
                <a:lnTo>
                  <a:pt x="2060660" y="1409205"/>
                </a:lnTo>
                <a:lnTo>
                  <a:pt x="2064175" y="1409119"/>
                </a:lnTo>
                <a:lnTo>
                  <a:pt x="2067718" y="1408490"/>
                </a:lnTo>
                <a:lnTo>
                  <a:pt x="2071262" y="1408462"/>
                </a:lnTo>
                <a:lnTo>
                  <a:pt x="2074805" y="1408405"/>
                </a:lnTo>
                <a:lnTo>
                  <a:pt x="2078320" y="1408147"/>
                </a:lnTo>
                <a:lnTo>
                  <a:pt x="2081863" y="1407947"/>
                </a:lnTo>
                <a:lnTo>
                  <a:pt x="2085406" y="1407662"/>
                </a:lnTo>
                <a:lnTo>
                  <a:pt x="2088921" y="1407547"/>
                </a:lnTo>
                <a:lnTo>
                  <a:pt x="2092464" y="1407462"/>
                </a:lnTo>
                <a:lnTo>
                  <a:pt x="2096008" y="1407147"/>
                </a:lnTo>
                <a:lnTo>
                  <a:pt x="2099551" y="1406604"/>
                </a:lnTo>
                <a:lnTo>
                  <a:pt x="2103066" y="1403033"/>
                </a:lnTo>
                <a:lnTo>
                  <a:pt x="2106609" y="1399175"/>
                </a:lnTo>
                <a:lnTo>
                  <a:pt x="2110152" y="1398803"/>
                </a:lnTo>
                <a:lnTo>
                  <a:pt x="2113667" y="1396717"/>
                </a:lnTo>
                <a:lnTo>
                  <a:pt x="2117210" y="1395460"/>
                </a:lnTo>
                <a:lnTo>
                  <a:pt x="2120754" y="1394546"/>
                </a:lnTo>
                <a:lnTo>
                  <a:pt x="2124268" y="1392974"/>
                </a:lnTo>
                <a:lnTo>
                  <a:pt x="2127812" y="1392688"/>
                </a:lnTo>
                <a:lnTo>
                  <a:pt x="2131355" y="1386973"/>
                </a:lnTo>
                <a:lnTo>
                  <a:pt x="2134870" y="1382258"/>
                </a:lnTo>
                <a:lnTo>
                  <a:pt x="2138413" y="1381401"/>
                </a:lnTo>
                <a:lnTo>
                  <a:pt x="2141956" y="1377915"/>
                </a:lnTo>
                <a:lnTo>
                  <a:pt x="2145471" y="1377458"/>
                </a:lnTo>
                <a:lnTo>
                  <a:pt x="2149014" y="1377458"/>
                </a:lnTo>
                <a:lnTo>
                  <a:pt x="2152558" y="1377115"/>
                </a:lnTo>
                <a:lnTo>
                  <a:pt x="2156072" y="1376686"/>
                </a:lnTo>
                <a:lnTo>
                  <a:pt x="2159616" y="1375086"/>
                </a:lnTo>
                <a:lnTo>
                  <a:pt x="2163159" y="1374743"/>
                </a:lnTo>
                <a:lnTo>
                  <a:pt x="2166702" y="1372229"/>
                </a:lnTo>
                <a:lnTo>
                  <a:pt x="2170217" y="1370543"/>
                </a:lnTo>
                <a:lnTo>
                  <a:pt x="2173760" y="1369428"/>
                </a:lnTo>
                <a:lnTo>
                  <a:pt x="2177304" y="1368085"/>
                </a:lnTo>
                <a:lnTo>
                  <a:pt x="2180818" y="1364428"/>
                </a:lnTo>
                <a:lnTo>
                  <a:pt x="2184362" y="1363713"/>
                </a:lnTo>
                <a:lnTo>
                  <a:pt x="2187905" y="1363342"/>
                </a:lnTo>
                <a:lnTo>
                  <a:pt x="2191448" y="1362513"/>
                </a:lnTo>
                <a:lnTo>
                  <a:pt x="2194963" y="1359999"/>
                </a:lnTo>
                <a:lnTo>
                  <a:pt x="2198506" y="1356570"/>
                </a:lnTo>
                <a:lnTo>
                  <a:pt x="2202050" y="1356227"/>
                </a:lnTo>
                <a:lnTo>
                  <a:pt x="2205564" y="1355884"/>
                </a:lnTo>
                <a:lnTo>
                  <a:pt x="2209108" y="1355541"/>
                </a:lnTo>
                <a:lnTo>
                  <a:pt x="2212651" y="1354941"/>
                </a:lnTo>
                <a:lnTo>
                  <a:pt x="2216194" y="1354226"/>
                </a:lnTo>
                <a:lnTo>
                  <a:pt x="2219709" y="1353398"/>
                </a:lnTo>
                <a:lnTo>
                  <a:pt x="2223252" y="1352226"/>
                </a:lnTo>
                <a:lnTo>
                  <a:pt x="2226795" y="1351769"/>
                </a:lnTo>
                <a:lnTo>
                  <a:pt x="2230310" y="1343396"/>
                </a:lnTo>
                <a:lnTo>
                  <a:pt x="2233853" y="1343254"/>
                </a:lnTo>
                <a:lnTo>
                  <a:pt x="2237368" y="1343111"/>
                </a:lnTo>
                <a:lnTo>
                  <a:pt x="2240912" y="1342682"/>
                </a:lnTo>
                <a:lnTo>
                  <a:pt x="2244455" y="1340282"/>
                </a:lnTo>
                <a:lnTo>
                  <a:pt x="2247970" y="1340139"/>
                </a:lnTo>
                <a:lnTo>
                  <a:pt x="2251513" y="1339596"/>
                </a:lnTo>
                <a:lnTo>
                  <a:pt x="2255056" y="1338024"/>
                </a:lnTo>
                <a:lnTo>
                  <a:pt x="2258599" y="1334167"/>
                </a:lnTo>
                <a:lnTo>
                  <a:pt x="2262114" y="1333852"/>
                </a:lnTo>
                <a:lnTo>
                  <a:pt x="2265657" y="1333081"/>
                </a:lnTo>
                <a:lnTo>
                  <a:pt x="2269201" y="1332338"/>
                </a:lnTo>
                <a:lnTo>
                  <a:pt x="2272715" y="1332052"/>
                </a:lnTo>
                <a:lnTo>
                  <a:pt x="2276259" y="1327194"/>
                </a:lnTo>
                <a:lnTo>
                  <a:pt x="2279802" y="1326652"/>
                </a:lnTo>
                <a:lnTo>
                  <a:pt x="2283345" y="1324023"/>
                </a:lnTo>
                <a:lnTo>
                  <a:pt x="2286860" y="1323194"/>
                </a:lnTo>
                <a:lnTo>
                  <a:pt x="2290403" y="1322737"/>
                </a:lnTo>
                <a:lnTo>
                  <a:pt x="2293947" y="1319222"/>
                </a:lnTo>
                <a:lnTo>
                  <a:pt x="2297461" y="1318565"/>
                </a:lnTo>
                <a:lnTo>
                  <a:pt x="2301005" y="1317393"/>
                </a:lnTo>
                <a:lnTo>
                  <a:pt x="2304548" y="1317222"/>
                </a:lnTo>
                <a:lnTo>
                  <a:pt x="2308091" y="1314279"/>
                </a:lnTo>
                <a:lnTo>
                  <a:pt x="2311606" y="1311450"/>
                </a:lnTo>
                <a:lnTo>
                  <a:pt x="2315149" y="1311021"/>
                </a:lnTo>
                <a:lnTo>
                  <a:pt x="2318693" y="1310392"/>
                </a:lnTo>
                <a:lnTo>
                  <a:pt x="2322207" y="1299191"/>
                </a:lnTo>
                <a:lnTo>
                  <a:pt x="2325751" y="1298848"/>
                </a:lnTo>
                <a:lnTo>
                  <a:pt x="2329294" y="1298277"/>
                </a:lnTo>
                <a:lnTo>
                  <a:pt x="2332809" y="1297762"/>
                </a:lnTo>
                <a:lnTo>
                  <a:pt x="2336352" y="1295276"/>
                </a:lnTo>
                <a:lnTo>
                  <a:pt x="2339895" y="1295076"/>
                </a:lnTo>
                <a:lnTo>
                  <a:pt x="2343410" y="1294876"/>
                </a:lnTo>
                <a:lnTo>
                  <a:pt x="2346953" y="1290533"/>
                </a:lnTo>
                <a:lnTo>
                  <a:pt x="2350497" y="1288018"/>
                </a:lnTo>
                <a:lnTo>
                  <a:pt x="2354011" y="1285846"/>
                </a:lnTo>
                <a:lnTo>
                  <a:pt x="2357555" y="1283960"/>
                </a:lnTo>
                <a:lnTo>
                  <a:pt x="2361098" y="1278988"/>
                </a:lnTo>
                <a:lnTo>
                  <a:pt x="2364613" y="1277817"/>
                </a:lnTo>
                <a:lnTo>
                  <a:pt x="2368156" y="1277674"/>
                </a:lnTo>
                <a:lnTo>
                  <a:pt x="2371699" y="1274359"/>
                </a:lnTo>
                <a:lnTo>
                  <a:pt x="2375243" y="1273731"/>
                </a:lnTo>
                <a:lnTo>
                  <a:pt x="2378757" y="1272959"/>
                </a:lnTo>
                <a:lnTo>
                  <a:pt x="2382301" y="1270073"/>
                </a:lnTo>
                <a:lnTo>
                  <a:pt x="2385844" y="1267673"/>
                </a:lnTo>
                <a:lnTo>
                  <a:pt x="2389359" y="1263301"/>
                </a:lnTo>
                <a:lnTo>
                  <a:pt x="2392902" y="1259015"/>
                </a:lnTo>
                <a:lnTo>
                  <a:pt x="2396445" y="1257386"/>
                </a:lnTo>
                <a:lnTo>
                  <a:pt x="2399989" y="1253099"/>
                </a:lnTo>
                <a:lnTo>
                  <a:pt x="2403503" y="1249185"/>
                </a:lnTo>
                <a:lnTo>
                  <a:pt x="2407047" y="1246213"/>
                </a:lnTo>
                <a:lnTo>
                  <a:pt x="2410590" y="1234783"/>
                </a:lnTo>
                <a:lnTo>
                  <a:pt x="2414105" y="1233011"/>
                </a:lnTo>
                <a:lnTo>
                  <a:pt x="2417648" y="1230840"/>
                </a:lnTo>
                <a:lnTo>
                  <a:pt x="2421191" y="1226668"/>
                </a:lnTo>
                <a:lnTo>
                  <a:pt x="2424706" y="1225839"/>
                </a:lnTo>
                <a:lnTo>
                  <a:pt x="2428249" y="1223982"/>
                </a:lnTo>
                <a:lnTo>
                  <a:pt x="2431793" y="1208037"/>
                </a:lnTo>
                <a:lnTo>
                  <a:pt x="2435307" y="1207465"/>
                </a:lnTo>
                <a:lnTo>
                  <a:pt x="2438851" y="1206722"/>
                </a:lnTo>
                <a:lnTo>
                  <a:pt x="2442394" y="1205608"/>
                </a:lnTo>
                <a:lnTo>
                  <a:pt x="2445909" y="1199693"/>
                </a:lnTo>
                <a:lnTo>
                  <a:pt x="2449452" y="1198950"/>
                </a:lnTo>
                <a:lnTo>
                  <a:pt x="2452995" y="1198493"/>
                </a:lnTo>
                <a:lnTo>
                  <a:pt x="2456510" y="1196350"/>
                </a:lnTo>
                <a:lnTo>
                  <a:pt x="2460053" y="1195492"/>
                </a:lnTo>
                <a:lnTo>
                  <a:pt x="2463596" y="1192378"/>
                </a:lnTo>
                <a:lnTo>
                  <a:pt x="2467140" y="1188034"/>
                </a:lnTo>
                <a:lnTo>
                  <a:pt x="2470655" y="1184034"/>
                </a:lnTo>
                <a:lnTo>
                  <a:pt x="2474198" y="1183405"/>
                </a:lnTo>
                <a:lnTo>
                  <a:pt x="2477741" y="1181833"/>
                </a:lnTo>
                <a:lnTo>
                  <a:pt x="2481284" y="1177376"/>
                </a:lnTo>
                <a:lnTo>
                  <a:pt x="2484799" y="1175518"/>
                </a:lnTo>
                <a:lnTo>
                  <a:pt x="2488342" y="1172089"/>
                </a:lnTo>
                <a:lnTo>
                  <a:pt x="2491886" y="1169632"/>
                </a:lnTo>
                <a:lnTo>
                  <a:pt x="2495400" y="1162860"/>
                </a:lnTo>
                <a:lnTo>
                  <a:pt x="2498944" y="1160259"/>
                </a:lnTo>
                <a:lnTo>
                  <a:pt x="2502487" y="1160002"/>
                </a:lnTo>
                <a:lnTo>
                  <a:pt x="2506002" y="1157602"/>
                </a:lnTo>
                <a:lnTo>
                  <a:pt x="2509545" y="1156202"/>
                </a:lnTo>
                <a:lnTo>
                  <a:pt x="2513088" y="1154516"/>
                </a:lnTo>
                <a:lnTo>
                  <a:pt x="2516603" y="1143629"/>
                </a:lnTo>
                <a:lnTo>
                  <a:pt x="2520146" y="1138199"/>
                </a:lnTo>
                <a:lnTo>
                  <a:pt x="2523690" y="1134770"/>
                </a:lnTo>
                <a:lnTo>
                  <a:pt x="2527204" y="1133856"/>
                </a:lnTo>
                <a:lnTo>
                  <a:pt x="2530748" y="1128798"/>
                </a:lnTo>
                <a:lnTo>
                  <a:pt x="2534291" y="1124969"/>
                </a:lnTo>
                <a:lnTo>
                  <a:pt x="2537806" y="1123683"/>
                </a:lnTo>
                <a:lnTo>
                  <a:pt x="2541349" y="1120540"/>
                </a:lnTo>
                <a:lnTo>
                  <a:pt x="2544892" y="1119368"/>
                </a:lnTo>
                <a:lnTo>
                  <a:pt x="2548436" y="1103166"/>
                </a:lnTo>
                <a:lnTo>
                  <a:pt x="2551950" y="1099880"/>
                </a:lnTo>
                <a:lnTo>
                  <a:pt x="2555494" y="1090679"/>
                </a:lnTo>
                <a:lnTo>
                  <a:pt x="2559037" y="1089850"/>
                </a:lnTo>
                <a:lnTo>
                  <a:pt x="2562552" y="1082650"/>
                </a:lnTo>
                <a:lnTo>
                  <a:pt x="2566095" y="1064162"/>
                </a:lnTo>
                <a:lnTo>
                  <a:pt x="2569638" y="1059275"/>
                </a:lnTo>
                <a:lnTo>
                  <a:pt x="2573182" y="1057961"/>
                </a:lnTo>
                <a:lnTo>
                  <a:pt x="2576696" y="1055932"/>
                </a:lnTo>
                <a:lnTo>
                  <a:pt x="2580240" y="1054732"/>
                </a:lnTo>
                <a:lnTo>
                  <a:pt x="2583783" y="1053446"/>
                </a:lnTo>
                <a:lnTo>
                  <a:pt x="2587298" y="1050703"/>
                </a:lnTo>
                <a:lnTo>
                  <a:pt x="2590841" y="1041187"/>
                </a:lnTo>
                <a:lnTo>
                  <a:pt x="2594384" y="1038330"/>
                </a:lnTo>
                <a:lnTo>
                  <a:pt x="2597928" y="1036187"/>
                </a:lnTo>
                <a:lnTo>
                  <a:pt x="2601442" y="1028814"/>
                </a:lnTo>
                <a:lnTo>
                  <a:pt x="2604986" y="1027414"/>
                </a:lnTo>
                <a:lnTo>
                  <a:pt x="2608529" y="1020413"/>
                </a:lnTo>
                <a:lnTo>
                  <a:pt x="2612044" y="1012527"/>
                </a:lnTo>
                <a:lnTo>
                  <a:pt x="2615587" y="1012126"/>
                </a:lnTo>
                <a:lnTo>
                  <a:pt x="2619130" y="1011412"/>
                </a:lnTo>
                <a:lnTo>
                  <a:pt x="2622645" y="1010955"/>
                </a:lnTo>
                <a:lnTo>
                  <a:pt x="2626188" y="1010926"/>
                </a:lnTo>
                <a:lnTo>
                  <a:pt x="2629703" y="1009126"/>
                </a:lnTo>
                <a:lnTo>
                  <a:pt x="2633246" y="1005611"/>
                </a:lnTo>
                <a:lnTo>
                  <a:pt x="2636790" y="1005183"/>
                </a:lnTo>
                <a:lnTo>
                  <a:pt x="2640333" y="1004983"/>
                </a:lnTo>
                <a:lnTo>
                  <a:pt x="2643848" y="1004240"/>
                </a:lnTo>
                <a:lnTo>
                  <a:pt x="2647391" y="1003354"/>
                </a:lnTo>
                <a:lnTo>
                  <a:pt x="2650934" y="1002811"/>
                </a:lnTo>
                <a:lnTo>
                  <a:pt x="2654449" y="1002440"/>
                </a:lnTo>
                <a:lnTo>
                  <a:pt x="2657992" y="1001668"/>
                </a:lnTo>
                <a:lnTo>
                  <a:pt x="2661536" y="998668"/>
                </a:lnTo>
                <a:lnTo>
                  <a:pt x="2665079" y="997496"/>
                </a:lnTo>
                <a:lnTo>
                  <a:pt x="2668594" y="989638"/>
                </a:lnTo>
                <a:lnTo>
                  <a:pt x="2672137" y="988266"/>
                </a:lnTo>
                <a:lnTo>
                  <a:pt x="2675680" y="987495"/>
                </a:lnTo>
                <a:lnTo>
                  <a:pt x="2679195" y="986009"/>
                </a:lnTo>
                <a:lnTo>
                  <a:pt x="2682738" y="984637"/>
                </a:lnTo>
                <a:lnTo>
                  <a:pt x="2686281" y="983923"/>
                </a:lnTo>
                <a:lnTo>
                  <a:pt x="2689825" y="981666"/>
                </a:lnTo>
                <a:lnTo>
                  <a:pt x="2693339" y="972036"/>
                </a:lnTo>
                <a:lnTo>
                  <a:pt x="2696883" y="971521"/>
                </a:lnTo>
                <a:lnTo>
                  <a:pt x="2700426" y="963692"/>
                </a:lnTo>
                <a:lnTo>
                  <a:pt x="2703941" y="959348"/>
                </a:lnTo>
                <a:lnTo>
                  <a:pt x="2707484" y="957377"/>
                </a:lnTo>
                <a:lnTo>
                  <a:pt x="2711027" y="956834"/>
                </a:lnTo>
                <a:lnTo>
                  <a:pt x="2714542" y="956777"/>
                </a:lnTo>
                <a:lnTo>
                  <a:pt x="2718085" y="952090"/>
                </a:lnTo>
                <a:lnTo>
                  <a:pt x="2721629" y="951948"/>
                </a:lnTo>
                <a:lnTo>
                  <a:pt x="2725143" y="950690"/>
                </a:lnTo>
                <a:lnTo>
                  <a:pt x="2728687" y="949604"/>
                </a:lnTo>
                <a:lnTo>
                  <a:pt x="2732230" y="948804"/>
                </a:lnTo>
                <a:lnTo>
                  <a:pt x="2735745" y="942203"/>
                </a:lnTo>
                <a:lnTo>
                  <a:pt x="2739288" y="941718"/>
                </a:lnTo>
                <a:lnTo>
                  <a:pt x="2742831" y="934317"/>
                </a:lnTo>
                <a:lnTo>
                  <a:pt x="2746346" y="931002"/>
                </a:lnTo>
                <a:lnTo>
                  <a:pt x="2749889" y="928659"/>
                </a:lnTo>
                <a:lnTo>
                  <a:pt x="2753433" y="927602"/>
                </a:lnTo>
                <a:lnTo>
                  <a:pt x="2756976" y="925716"/>
                </a:lnTo>
                <a:lnTo>
                  <a:pt x="2760491" y="924287"/>
                </a:lnTo>
                <a:lnTo>
                  <a:pt x="2764034" y="923287"/>
                </a:lnTo>
                <a:lnTo>
                  <a:pt x="2767577" y="916772"/>
                </a:lnTo>
                <a:lnTo>
                  <a:pt x="2771092" y="911314"/>
                </a:lnTo>
                <a:lnTo>
                  <a:pt x="2774635" y="906799"/>
                </a:lnTo>
                <a:lnTo>
                  <a:pt x="2778179" y="898884"/>
                </a:lnTo>
                <a:lnTo>
                  <a:pt x="2781722" y="896026"/>
                </a:lnTo>
                <a:lnTo>
                  <a:pt x="2785237" y="894026"/>
                </a:lnTo>
                <a:lnTo>
                  <a:pt x="2788780" y="891883"/>
                </a:lnTo>
                <a:lnTo>
                  <a:pt x="2792323" y="885796"/>
                </a:lnTo>
                <a:lnTo>
                  <a:pt x="2795838" y="872938"/>
                </a:lnTo>
                <a:lnTo>
                  <a:pt x="2799381" y="870737"/>
                </a:lnTo>
                <a:lnTo>
                  <a:pt x="2802925" y="867480"/>
                </a:lnTo>
                <a:lnTo>
                  <a:pt x="2806439" y="865708"/>
                </a:lnTo>
                <a:lnTo>
                  <a:pt x="2809983" y="863136"/>
                </a:lnTo>
                <a:lnTo>
                  <a:pt x="2813526" y="860308"/>
                </a:lnTo>
                <a:lnTo>
                  <a:pt x="2817041" y="858593"/>
                </a:lnTo>
                <a:lnTo>
                  <a:pt x="2820584" y="854678"/>
                </a:lnTo>
                <a:lnTo>
                  <a:pt x="2824127" y="854307"/>
                </a:lnTo>
                <a:lnTo>
                  <a:pt x="2827642" y="846906"/>
                </a:lnTo>
                <a:lnTo>
                  <a:pt x="2831185" y="842420"/>
                </a:lnTo>
                <a:lnTo>
                  <a:pt x="2834729" y="841791"/>
                </a:lnTo>
                <a:lnTo>
                  <a:pt x="2838243" y="830532"/>
                </a:lnTo>
                <a:lnTo>
                  <a:pt x="2841787" y="826275"/>
                </a:lnTo>
                <a:lnTo>
                  <a:pt x="2845330" y="825703"/>
                </a:lnTo>
                <a:lnTo>
                  <a:pt x="2848873" y="825646"/>
                </a:lnTo>
                <a:lnTo>
                  <a:pt x="2852388" y="824875"/>
                </a:lnTo>
                <a:lnTo>
                  <a:pt x="2855931" y="823531"/>
                </a:lnTo>
                <a:lnTo>
                  <a:pt x="2859475" y="821846"/>
                </a:lnTo>
                <a:lnTo>
                  <a:pt x="2862989" y="820588"/>
                </a:lnTo>
                <a:lnTo>
                  <a:pt x="2866533" y="816759"/>
                </a:lnTo>
                <a:lnTo>
                  <a:pt x="2870076" y="815330"/>
                </a:lnTo>
                <a:lnTo>
                  <a:pt x="2873619" y="813645"/>
                </a:lnTo>
                <a:lnTo>
                  <a:pt x="2877134" y="811130"/>
                </a:lnTo>
                <a:lnTo>
                  <a:pt x="2880677" y="810187"/>
                </a:lnTo>
                <a:lnTo>
                  <a:pt x="2884220" y="806758"/>
                </a:lnTo>
                <a:lnTo>
                  <a:pt x="2887735" y="799100"/>
                </a:lnTo>
                <a:lnTo>
                  <a:pt x="2891279" y="796042"/>
                </a:lnTo>
                <a:lnTo>
                  <a:pt x="2894822" y="793842"/>
                </a:lnTo>
                <a:lnTo>
                  <a:pt x="2898337" y="789584"/>
                </a:lnTo>
                <a:lnTo>
                  <a:pt x="2901880" y="784184"/>
                </a:lnTo>
                <a:lnTo>
                  <a:pt x="2905423" y="783155"/>
                </a:lnTo>
                <a:lnTo>
                  <a:pt x="2908938" y="781869"/>
                </a:lnTo>
                <a:lnTo>
                  <a:pt x="2912481" y="781641"/>
                </a:lnTo>
                <a:lnTo>
                  <a:pt x="2916024" y="779840"/>
                </a:lnTo>
                <a:lnTo>
                  <a:pt x="2919539" y="779012"/>
                </a:lnTo>
                <a:lnTo>
                  <a:pt x="2923082" y="778297"/>
                </a:lnTo>
                <a:lnTo>
                  <a:pt x="2926626" y="775268"/>
                </a:lnTo>
                <a:lnTo>
                  <a:pt x="2930141" y="757523"/>
                </a:lnTo>
                <a:lnTo>
                  <a:pt x="2933684" y="750465"/>
                </a:lnTo>
                <a:lnTo>
                  <a:pt x="2937227" y="748751"/>
                </a:lnTo>
                <a:lnTo>
                  <a:pt x="2940770" y="735892"/>
                </a:lnTo>
                <a:lnTo>
                  <a:pt x="2944285" y="734406"/>
                </a:lnTo>
                <a:lnTo>
                  <a:pt x="2947828" y="734063"/>
                </a:lnTo>
                <a:lnTo>
                  <a:pt x="2951372" y="726091"/>
                </a:lnTo>
                <a:lnTo>
                  <a:pt x="2954915" y="721090"/>
                </a:lnTo>
                <a:lnTo>
                  <a:pt x="2958430" y="713804"/>
                </a:lnTo>
                <a:lnTo>
                  <a:pt x="2961973" y="710346"/>
                </a:lnTo>
                <a:lnTo>
                  <a:pt x="2965516" y="709546"/>
                </a:lnTo>
                <a:lnTo>
                  <a:pt x="2969031" y="689343"/>
                </a:lnTo>
                <a:lnTo>
                  <a:pt x="2972574" y="684257"/>
                </a:lnTo>
                <a:lnTo>
                  <a:pt x="2976118" y="677685"/>
                </a:lnTo>
                <a:lnTo>
                  <a:pt x="2979661" y="676713"/>
                </a:lnTo>
                <a:lnTo>
                  <a:pt x="2983176" y="666655"/>
                </a:lnTo>
                <a:lnTo>
                  <a:pt x="2986719" y="663369"/>
                </a:lnTo>
                <a:lnTo>
                  <a:pt x="2990262" y="659425"/>
                </a:lnTo>
                <a:lnTo>
                  <a:pt x="2993777" y="649481"/>
                </a:lnTo>
                <a:lnTo>
                  <a:pt x="2997320" y="648252"/>
                </a:lnTo>
                <a:lnTo>
                  <a:pt x="3000864" y="645424"/>
                </a:lnTo>
                <a:lnTo>
                  <a:pt x="3004378" y="621106"/>
                </a:lnTo>
                <a:lnTo>
                  <a:pt x="3007922" y="617563"/>
                </a:lnTo>
                <a:lnTo>
                  <a:pt x="3011436" y="611019"/>
                </a:lnTo>
                <a:lnTo>
                  <a:pt x="3014980" y="604533"/>
                </a:lnTo>
                <a:lnTo>
                  <a:pt x="3018523" y="594589"/>
                </a:lnTo>
                <a:lnTo>
                  <a:pt x="3022066" y="588159"/>
                </a:lnTo>
                <a:lnTo>
                  <a:pt x="3025581" y="587388"/>
                </a:lnTo>
                <a:lnTo>
                  <a:pt x="3029124" y="561384"/>
                </a:lnTo>
                <a:lnTo>
                  <a:pt x="3032668" y="556384"/>
                </a:lnTo>
                <a:lnTo>
                  <a:pt x="3036182" y="554241"/>
                </a:lnTo>
                <a:lnTo>
                  <a:pt x="3039726" y="548126"/>
                </a:lnTo>
                <a:lnTo>
                  <a:pt x="3043269" y="544725"/>
                </a:lnTo>
                <a:lnTo>
                  <a:pt x="3046812" y="542982"/>
                </a:lnTo>
                <a:lnTo>
                  <a:pt x="3050327" y="541496"/>
                </a:lnTo>
                <a:lnTo>
                  <a:pt x="3053870" y="537724"/>
                </a:lnTo>
                <a:lnTo>
                  <a:pt x="3057414" y="534353"/>
                </a:lnTo>
                <a:lnTo>
                  <a:pt x="3060928" y="533467"/>
                </a:lnTo>
                <a:lnTo>
                  <a:pt x="3064472" y="533009"/>
                </a:lnTo>
                <a:lnTo>
                  <a:pt x="3068015" y="529838"/>
                </a:lnTo>
                <a:lnTo>
                  <a:pt x="3071558" y="527752"/>
                </a:lnTo>
                <a:lnTo>
                  <a:pt x="3075073" y="527180"/>
                </a:lnTo>
                <a:lnTo>
                  <a:pt x="3078616" y="526037"/>
                </a:lnTo>
                <a:lnTo>
                  <a:pt x="3082160" y="525894"/>
                </a:lnTo>
                <a:lnTo>
                  <a:pt x="3085674" y="522522"/>
                </a:lnTo>
                <a:lnTo>
                  <a:pt x="3089218" y="520837"/>
                </a:lnTo>
                <a:lnTo>
                  <a:pt x="3092761" y="519208"/>
                </a:lnTo>
                <a:lnTo>
                  <a:pt x="3096276" y="515036"/>
                </a:lnTo>
                <a:lnTo>
                  <a:pt x="3099819" y="513407"/>
                </a:lnTo>
                <a:lnTo>
                  <a:pt x="3103362" y="510750"/>
                </a:lnTo>
                <a:lnTo>
                  <a:pt x="3106877" y="504349"/>
                </a:lnTo>
                <a:lnTo>
                  <a:pt x="3110420" y="502291"/>
                </a:lnTo>
                <a:lnTo>
                  <a:pt x="3113963" y="495776"/>
                </a:lnTo>
                <a:lnTo>
                  <a:pt x="3117478" y="480746"/>
                </a:lnTo>
                <a:lnTo>
                  <a:pt x="3121022" y="480146"/>
                </a:lnTo>
                <a:lnTo>
                  <a:pt x="3124565" y="476260"/>
                </a:lnTo>
                <a:lnTo>
                  <a:pt x="3128080" y="476174"/>
                </a:lnTo>
                <a:lnTo>
                  <a:pt x="3131623" y="475802"/>
                </a:lnTo>
                <a:lnTo>
                  <a:pt x="3135166" y="473231"/>
                </a:lnTo>
                <a:lnTo>
                  <a:pt x="3138709" y="471488"/>
                </a:lnTo>
                <a:lnTo>
                  <a:pt x="3142224" y="469687"/>
                </a:lnTo>
                <a:lnTo>
                  <a:pt x="3145767" y="469687"/>
                </a:lnTo>
                <a:lnTo>
                  <a:pt x="3149311" y="468087"/>
                </a:lnTo>
                <a:lnTo>
                  <a:pt x="3152825" y="459915"/>
                </a:lnTo>
                <a:lnTo>
                  <a:pt x="3156369" y="459343"/>
                </a:lnTo>
                <a:lnTo>
                  <a:pt x="3159912" y="457686"/>
                </a:lnTo>
                <a:lnTo>
                  <a:pt x="3163455" y="451114"/>
                </a:lnTo>
                <a:lnTo>
                  <a:pt x="3166970" y="450456"/>
                </a:lnTo>
                <a:lnTo>
                  <a:pt x="3170513" y="447542"/>
                </a:lnTo>
                <a:lnTo>
                  <a:pt x="3174057" y="436483"/>
                </a:lnTo>
                <a:lnTo>
                  <a:pt x="3177571" y="433026"/>
                </a:lnTo>
                <a:lnTo>
                  <a:pt x="3181115" y="430054"/>
                </a:lnTo>
                <a:lnTo>
                  <a:pt x="3184658" y="428882"/>
                </a:lnTo>
                <a:lnTo>
                  <a:pt x="3188173" y="421253"/>
                </a:lnTo>
                <a:lnTo>
                  <a:pt x="3191716" y="415881"/>
                </a:lnTo>
                <a:lnTo>
                  <a:pt x="3195259" y="412023"/>
                </a:lnTo>
                <a:lnTo>
                  <a:pt x="3198774" y="407737"/>
                </a:lnTo>
                <a:lnTo>
                  <a:pt x="3202317" y="403679"/>
                </a:lnTo>
                <a:lnTo>
                  <a:pt x="3205861" y="399964"/>
                </a:lnTo>
                <a:lnTo>
                  <a:pt x="3209375" y="396078"/>
                </a:lnTo>
                <a:lnTo>
                  <a:pt x="3212919" y="390677"/>
                </a:lnTo>
                <a:lnTo>
                  <a:pt x="3216462" y="389849"/>
                </a:lnTo>
                <a:lnTo>
                  <a:pt x="3219977" y="386963"/>
                </a:lnTo>
                <a:lnTo>
                  <a:pt x="3223520" y="384505"/>
                </a:lnTo>
                <a:lnTo>
                  <a:pt x="3227063" y="380705"/>
                </a:lnTo>
                <a:lnTo>
                  <a:pt x="3230607" y="380276"/>
                </a:lnTo>
                <a:lnTo>
                  <a:pt x="3234121" y="379276"/>
                </a:lnTo>
                <a:lnTo>
                  <a:pt x="3237665" y="378647"/>
                </a:lnTo>
                <a:lnTo>
                  <a:pt x="3241208" y="373590"/>
                </a:lnTo>
                <a:lnTo>
                  <a:pt x="3244723" y="372847"/>
                </a:lnTo>
                <a:lnTo>
                  <a:pt x="3248266" y="362874"/>
                </a:lnTo>
                <a:lnTo>
                  <a:pt x="3251809" y="361645"/>
                </a:lnTo>
                <a:lnTo>
                  <a:pt x="3255353" y="356159"/>
                </a:lnTo>
                <a:lnTo>
                  <a:pt x="3258867" y="351530"/>
                </a:lnTo>
                <a:lnTo>
                  <a:pt x="3262411" y="350844"/>
                </a:lnTo>
                <a:lnTo>
                  <a:pt x="3265954" y="349187"/>
                </a:lnTo>
                <a:lnTo>
                  <a:pt x="3269469" y="339557"/>
                </a:lnTo>
                <a:lnTo>
                  <a:pt x="3273012" y="338242"/>
                </a:lnTo>
                <a:lnTo>
                  <a:pt x="3276555" y="335442"/>
                </a:lnTo>
                <a:lnTo>
                  <a:pt x="3280070" y="331956"/>
                </a:lnTo>
                <a:lnTo>
                  <a:pt x="3283613" y="329698"/>
                </a:lnTo>
                <a:lnTo>
                  <a:pt x="3287157" y="328841"/>
                </a:lnTo>
                <a:lnTo>
                  <a:pt x="3290671" y="326212"/>
                </a:lnTo>
                <a:lnTo>
                  <a:pt x="3294215" y="322612"/>
                </a:lnTo>
                <a:lnTo>
                  <a:pt x="3297758" y="318726"/>
                </a:lnTo>
                <a:lnTo>
                  <a:pt x="3301273" y="315182"/>
                </a:lnTo>
                <a:lnTo>
                  <a:pt x="3304816" y="313868"/>
                </a:lnTo>
                <a:lnTo>
                  <a:pt x="3308359" y="304324"/>
                </a:lnTo>
                <a:lnTo>
                  <a:pt x="3311874" y="297009"/>
                </a:lnTo>
                <a:lnTo>
                  <a:pt x="3315417" y="294751"/>
                </a:lnTo>
                <a:lnTo>
                  <a:pt x="3318961" y="287779"/>
                </a:lnTo>
                <a:lnTo>
                  <a:pt x="3322504" y="286893"/>
                </a:lnTo>
                <a:lnTo>
                  <a:pt x="3326019" y="286207"/>
                </a:lnTo>
                <a:lnTo>
                  <a:pt x="3329562" y="285436"/>
                </a:lnTo>
                <a:lnTo>
                  <a:pt x="3333105" y="281435"/>
                </a:lnTo>
                <a:lnTo>
                  <a:pt x="3336620" y="280978"/>
                </a:lnTo>
                <a:lnTo>
                  <a:pt x="3340163" y="275920"/>
                </a:lnTo>
                <a:lnTo>
                  <a:pt x="3343706" y="272948"/>
                </a:lnTo>
                <a:lnTo>
                  <a:pt x="3347250" y="270320"/>
                </a:lnTo>
                <a:lnTo>
                  <a:pt x="3350765" y="269548"/>
                </a:lnTo>
                <a:lnTo>
                  <a:pt x="3354308" y="268576"/>
                </a:lnTo>
                <a:lnTo>
                  <a:pt x="3357851" y="267033"/>
                </a:lnTo>
                <a:lnTo>
                  <a:pt x="3361394" y="262976"/>
                </a:lnTo>
                <a:lnTo>
                  <a:pt x="3364909" y="250717"/>
                </a:lnTo>
                <a:lnTo>
                  <a:pt x="3368452" y="249203"/>
                </a:lnTo>
                <a:lnTo>
                  <a:pt x="3371996" y="242773"/>
                </a:lnTo>
                <a:lnTo>
                  <a:pt x="3375510" y="238458"/>
                </a:lnTo>
                <a:lnTo>
                  <a:pt x="3379054" y="236515"/>
                </a:lnTo>
                <a:lnTo>
                  <a:pt x="3382568" y="234915"/>
                </a:lnTo>
                <a:lnTo>
                  <a:pt x="3386112" y="234715"/>
                </a:lnTo>
                <a:lnTo>
                  <a:pt x="3389655" y="228543"/>
                </a:lnTo>
                <a:lnTo>
                  <a:pt x="3393170" y="220056"/>
                </a:lnTo>
                <a:lnTo>
                  <a:pt x="3396713" y="195139"/>
                </a:lnTo>
                <a:lnTo>
                  <a:pt x="3400256" y="194367"/>
                </a:lnTo>
                <a:lnTo>
                  <a:pt x="3403771" y="194081"/>
                </a:lnTo>
                <a:lnTo>
                  <a:pt x="3407314" y="193167"/>
                </a:lnTo>
                <a:lnTo>
                  <a:pt x="3410858" y="190510"/>
                </a:lnTo>
                <a:lnTo>
                  <a:pt x="3414401" y="182680"/>
                </a:lnTo>
                <a:lnTo>
                  <a:pt x="3417916" y="181423"/>
                </a:lnTo>
                <a:lnTo>
                  <a:pt x="3421459" y="177336"/>
                </a:lnTo>
                <a:lnTo>
                  <a:pt x="3425002" y="174079"/>
                </a:lnTo>
                <a:lnTo>
                  <a:pt x="3428546" y="170278"/>
                </a:lnTo>
                <a:lnTo>
                  <a:pt x="3432060" y="170278"/>
                </a:lnTo>
                <a:lnTo>
                  <a:pt x="3435604" y="165564"/>
                </a:lnTo>
                <a:lnTo>
                  <a:pt x="3439147" y="164392"/>
                </a:lnTo>
                <a:lnTo>
                  <a:pt x="3442662" y="163878"/>
                </a:lnTo>
                <a:lnTo>
                  <a:pt x="3446205" y="161792"/>
                </a:lnTo>
                <a:lnTo>
                  <a:pt x="3449748" y="160391"/>
                </a:lnTo>
                <a:lnTo>
                  <a:pt x="3453292" y="156905"/>
                </a:lnTo>
                <a:lnTo>
                  <a:pt x="3456806" y="156562"/>
                </a:lnTo>
                <a:lnTo>
                  <a:pt x="3460350" y="154876"/>
                </a:lnTo>
                <a:lnTo>
                  <a:pt x="3463893" y="140246"/>
                </a:lnTo>
                <a:lnTo>
                  <a:pt x="3467408" y="136417"/>
                </a:lnTo>
                <a:lnTo>
                  <a:pt x="3470951" y="136274"/>
                </a:lnTo>
                <a:lnTo>
                  <a:pt x="3474494" y="132417"/>
                </a:lnTo>
                <a:lnTo>
                  <a:pt x="3478009" y="132217"/>
                </a:lnTo>
                <a:lnTo>
                  <a:pt x="3481552" y="117900"/>
                </a:lnTo>
                <a:lnTo>
                  <a:pt x="3485096" y="113643"/>
                </a:lnTo>
                <a:lnTo>
                  <a:pt x="3488610" y="111471"/>
                </a:lnTo>
                <a:lnTo>
                  <a:pt x="3492154" y="107271"/>
                </a:lnTo>
                <a:lnTo>
                  <a:pt x="3495697" y="102841"/>
                </a:lnTo>
                <a:lnTo>
                  <a:pt x="3499212" y="95040"/>
                </a:lnTo>
                <a:lnTo>
                  <a:pt x="3502755" y="91126"/>
                </a:lnTo>
                <a:lnTo>
                  <a:pt x="3506298" y="84096"/>
                </a:lnTo>
                <a:lnTo>
                  <a:pt x="3509813" y="77695"/>
                </a:lnTo>
                <a:lnTo>
                  <a:pt x="3513356" y="72981"/>
                </a:lnTo>
                <a:lnTo>
                  <a:pt x="3516900" y="71466"/>
                </a:lnTo>
                <a:lnTo>
                  <a:pt x="3520443" y="70752"/>
                </a:lnTo>
                <a:lnTo>
                  <a:pt x="3523958" y="67180"/>
                </a:lnTo>
                <a:lnTo>
                  <a:pt x="3527501" y="66523"/>
                </a:lnTo>
                <a:lnTo>
                  <a:pt x="3531044" y="63637"/>
                </a:lnTo>
                <a:lnTo>
                  <a:pt x="3534559" y="57893"/>
                </a:lnTo>
                <a:lnTo>
                  <a:pt x="3538102" y="39519"/>
                </a:lnTo>
                <a:lnTo>
                  <a:pt x="3541646" y="39262"/>
                </a:lnTo>
                <a:lnTo>
                  <a:pt x="3545189" y="33461"/>
                </a:lnTo>
                <a:lnTo>
                  <a:pt x="3548704" y="21917"/>
                </a:lnTo>
                <a:lnTo>
                  <a:pt x="3552247" y="16802"/>
                </a:lnTo>
                <a:lnTo>
                  <a:pt x="3555790" y="15745"/>
                </a:lnTo>
                <a:lnTo>
                  <a:pt x="3559305" y="7172"/>
                </a:lnTo>
                <a:lnTo>
                  <a:pt x="3562848" y="5601"/>
                </a:lnTo>
                <a:lnTo>
                  <a:pt x="3566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custDash>
              <a:ds d="375005" sp="250003"/>
            </a:custDash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4B8B3-780D-46FF-AE8B-D026F717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19" y="140446"/>
            <a:ext cx="3446205" cy="2045084"/>
          </a:xfrm>
          <a:custGeom xmlns:a="http://schemas.openxmlformats.org/drawingml/2006/main">
            <a:pathLst>
              <a:path w="3446205" h="2045084" fill="none">
                <a:moveTo>
                  <a:pt x="0" y="2045084"/>
                </a:moveTo>
                <a:lnTo>
                  <a:pt x="3538" y="2043998"/>
                </a:lnTo>
                <a:lnTo>
                  <a:pt x="7078" y="2035712"/>
                </a:lnTo>
                <a:lnTo>
                  <a:pt x="10604" y="2035483"/>
                </a:lnTo>
                <a:lnTo>
                  <a:pt x="14142" y="2034797"/>
                </a:lnTo>
                <a:lnTo>
                  <a:pt x="17682" y="2032025"/>
                </a:lnTo>
                <a:lnTo>
                  <a:pt x="21208" y="2030882"/>
                </a:lnTo>
                <a:lnTo>
                  <a:pt x="24746" y="2026796"/>
                </a:lnTo>
                <a:lnTo>
                  <a:pt x="28286" y="2026253"/>
                </a:lnTo>
                <a:lnTo>
                  <a:pt x="31813" y="2024424"/>
                </a:lnTo>
                <a:lnTo>
                  <a:pt x="35350" y="2020195"/>
                </a:lnTo>
                <a:lnTo>
                  <a:pt x="38888" y="2017195"/>
                </a:lnTo>
                <a:lnTo>
                  <a:pt x="42417" y="2015909"/>
                </a:lnTo>
                <a:lnTo>
                  <a:pt x="45954" y="2014023"/>
                </a:lnTo>
                <a:lnTo>
                  <a:pt x="49492" y="2009451"/>
                </a:lnTo>
                <a:lnTo>
                  <a:pt x="53021" y="2009365"/>
                </a:lnTo>
                <a:lnTo>
                  <a:pt x="56558" y="2006679"/>
                </a:lnTo>
                <a:lnTo>
                  <a:pt x="60096" y="2004479"/>
                </a:lnTo>
                <a:lnTo>
                  <a:pt x="63625" y="2004308"/>
                </a:lnTo>
                <a:lnTo>
                  <a:pt x="67163" y="2003336"/>
                </a:lnTo>
                <a:lnTo>
                  <a:pt x="70700" y="2002650"/>
                </a:lnTo>
                <a:lnTo>
                  <a:pt x="74229" y="2001307"/>
                </a:lnTo>
                <a:lnTo>
                  <a:pt x="77767" y="1998650"/>
                </a:lnTo>
                <a:lnTo>
                  <a:pt x="81304" y="1998164"/>
                </a:lnTo>
                <a:lnTo>
                  <a:pt x="84833" y="1997878"/>
                </a:lnTo>
                <a:lnTo>
                  <a:pt x="88371" y="1997764"/>
                </a:lnTo>
                <a:lnTo>
                  <a:pt x="91909" y="1997707"/>
                </a:lnTo>
                <a:lnTo>
                  <a:pt x="95438" y="1996364"/>
                </a:lnTo>
                <a:lnTo>
                  <a:pt x="98975" y="1993735"/>
                </a:lnTo>
                <a:lnTo>
                  <a:pt x="102513" y="1993192"/>
                </a:lnTo>
                <a:lnTo>
                  <a:pt x="106039" y="1993078"/>
                </a:lnTo>
                <a:lnTo>
                  <a:pt x="109579" y="1992563"/>
                </a:lnTo>
                <a:lnTo>
                  <a:pt x="113117" y="1990535"/>
                </a:lnTo>
                <a:lnTo>
                  <a:pt x="116643" y="1988077"/>
                </a:lnTo>
                <a:lnTo>
                  <a:pt x="120184" y="1985734"/>
                </a:lnTo>
                <a:lnTo>
                  <a:pt x="123710" y="1983448"/>
                </a:lnTo>
                <a:lnTo>
                  <a:pt x="127247" y="1982791"/>
                </a:lnTo>
                <a:lnTo>
                  <a:pt x="130788" y="1981562"/>
                </a:lnTo>
                <a:lnTo>
                  <a:pt x="134314" y="1978047"/>
                </a:lnTo>
                <a:lnTo>
                  <a:pt x="137852" y="1977990"/>
                </a:lnTo>
                <a:lnTo>
                  <a:pt x="141392" y="1977161"/>
                </a:lnTo>
                <a:lnTo>
                  <a:pt x="144918" y="1976190"/>
                </a:lnTo>
                <a:lnTo>
                  <a:pt x="148456" y="1969332"/>
                </a:lnTo>
                <a:lnTo>
                  <a:pt x="151993" y="1967274"/>
                </a:lnTo>
                <a:lnTo>
                  <a:pt x="155522" y="1964331"/>
                </a:lnTo>
                <a:lnTo>
                  <a:pt x="159060" y="1963674"/>
                </a:lnTo>
                <a:lnTo>
                  <a:pt x="162597" y="1963274"/>
                </a:lnTo>
                <a:lnTo>
                  <a:pt x="166126" y="1962045"/>
                </a:lnTo>
                <a:lnTo>
                  <a:pt x="169664" y="1961931"/>
                </a:lnTo>
                <a:lnTo>
                  <a:pt x="173202" y="1959445"/>
                </a:lnTo>
                <a:lnTo>
                  <a:pt x="176731" y="1958645"/>
                </a:lnTo>
                <a:lnTo>
                  <a:pt x="180268" y="1957902"/>
                </a:lnTo>
                <a:lnTo>
                  <a:pt x="183806" y="1957530"/>
                </a:lnTo>
                <a:lnTo>
                  <a:pt x="187335" y="1957016"/>
                </a:lnTo>
                <a:lnTo>
                  <a:pt x="190872" y="1954473"/>
                </a:lnTo>
                <a:lnTo>
                  <a:pt x="194410" y="1953558"/>
                </a:lnTo>
                <a:lnTo>
                  <a:pt x="197939" y="1951130"/>
                </a:lnTo>
                <a:lnTo>
                  <a:pt x="201477" y="1949815"/>
                </a:lnTo>
                <a:lnTo>
                  <a:pt x="205014" y="1947215"/>
                </a:lnTo>
                <a:lnTo>
                  <a:pt x="208543" y="1944043"/>
                </a:lnTo>
                <a:lnTo>
                  <a:pt x="212081" y="1943243"/>
                </a:lnTo>
                <a:lnTo>
                  <a:pt x="215618" y="1939700"/>
                </a:lnTo>
                <a:lnTo>
                  <a:pt x="219145" y="1939214"/>
                </a:lnTo>
                <a:lnTo>
                  <a:pt x="222685" y="1936842"/>
                </a:lnTo>
                <a:lnTo>
                  <a:pt x="226223" y="1936356"/>
                </a:lnTo>
                <a:lnTo>
                  <a:pt x="229749" y="1935585"/>
                </a:lnTo>
                <a:lnTo>
                  <a:pt x="233289" y="1935128"/>
                </a:lnTo>
                <a:lnTo>
                  <a:pt x="236815" y="1933642"/>
                </a:lnTo>
                <a:lnTo>
                  <a:pt x="240353" y="1933242"/>
                </a:lnTo>
                <a:lnTo>
                  <a:pt x="243893" y="1932927"/>
                </a:lnTo>
                <a:lnTo>
                  <a:pt x="247419" y="1931584"/>
                </a:lnTo>
                <a:lnTo>
                  <a:pt x="250957" y="1930898"/>
                </a:lnTo>
                <a:lnTo>
                  <a:pt x="254498" y="1928755"/>
                </a:lnTo>
                <a:lnTo>
                  <a:pt x="258024" y="1922983"/>
                </a:lnTo>
                <a:lnTo>
                  <a:pt x="261561" y="1922869"/>
                </a:lnTo>
                <a:lnTo>
                  <a:pt x="265102" y="1920983"/>
                </a:lnTo>
                <a:lnTo>
                  <a:pt x="268628" y="1919869"/>
                </a:lnTo>
                <a:lnTo>
                  <a:pt x="272165" y="1918611"/>
                </a:lnTo>
                <a:lnTo>
                  <a:pt x="275703" y="1916868"/>
                </a:lnTo>
                <a:lnTo>
                  <a:pt x="279232" y="1916725"/>
                </a:lnTo>
                <a:lnTo>
                  <a:pt x="282770" y="1915382"/>
                </a:lnTo>
                <a:lnTo>
                  <a:pt x="286296" y="1915382"/>
                </a:lnTo>
                <a:lnTo>
                  <a:pt x="289839" y="1915154"/>
                </a:lnTo>
                <a:lnTo>
                  <a:pt x="293382" y="1912725"/>
                </a:lnTo>
                <a:lnTo>
                  <a:pt x="296926" y="1912153"/>
                </a:lnTo>
                <a:lnTo>
                  <a:pt x="300440" y="1910667"/>
                </a:lnTo>
                <a:lnTo>
                  <a:pt x="303984" y="1908924"/>
                </a:lnTo>
                <a:lnTo>
                  <a:pt x="307527" y="1907181"/>
                </a:lnTo>
                <a:lnTo>
                  <a:pt x="311042" y="1906695"/>
                </a:lnTo>
                <a:lnTo>
                  <a:pt x="314585" y="1905467"/>
                </a:lnTo>
                <a:lnTo>
                  <a:pt x="318128" y="1904238"/>
                </a:lnTo>
                <a:lnTo>
                  <a:pt x="321643" y="1903324"/>
                </a:lnTo>
                <a:lnTo>
                  <a:pt x="325186" y="1903066"/>
                </a:lnTo>
                <a:lnTo>
                  <a:pt x="328730" y="1902438"/>
                </a:lnTo>
                <a:lnTo>
                  <a:pt x="332244" y="1902038"/>
                </a:lnTo>
                <a:lnTo>
                  <a:pt x="335788" y="1901952"/>
                </a:lnTo>
                <a:lnTo>
                  <a:pt x="339331" y="1899952"/>
                </a:lnTo>
                <a:lnTo>
                  <a:pt x="342846" y="1897980"/>
                </a:lnTo>
                <a:lnTo>
                  <a:pt x="346389" y="1897723"/>
                </a:lnTo>
                <a:lnTo>
                  <a:pt x="349932" y="1897009"/>
                </a:lnTo>
                <a:lnTo>
                  <a:pt x="353447" y="1896580"/>
                </a:lnTo>
                <a:lnTo>
                  <a:pt x="356990" y="1895894"/>
                </a:lnTo>
                <a:lnTo>
                  <a:pt x="360534" y="1895265"/>
                </a:lnTo>
                <a:lnTo>
                  <a:pt x="364077" y="1894951"/>
                </a:lnTo>
                <a:lnTo>
                  <a:pt x="367592" y="1894551"/>
                </a:lnTo>
                <a:lnTo>
                  <a:pt x="371135" y="1893008"/>
                </a:lnTo>
                <a:lnTo>
                  <a:pt x="374678" y="1892122"/>
                </a:lnTo>
                <a:lnTo>
                  <a:pt x="378193" y="1890751"/>
                </a:lnTo>
                <a:lnTo>
                  <a:pt x="381736" y="1889322"/>
                </a:lnTo>
                <a:lnTo>
                  <a:pt x="385280" y="1889265"/>
                </a:lnTo>
                <a:lnTo>
                  <a:pt x="388823" y="1888550"/>
                </a:lnTo>
                <a:lnTo>
                  <a:pt x="392338" y="1888236"/>
                </a:lnTo>
                <a:lnTo>
                  <a:pt x="395881" y="1887407"/>
                </a:lnTo>
                <a:lnTo>
                  <a:pt x="399424" y="1886922"/>
                </a:lnTo>
                <a:lnTo>
                  <a:pt x="402939" y="1886522"/>
                </a:lnTo>
                <a:lnTo>
                  <a:pt x="406482" y="1885407"/>
                </a:lnTo>
                <a:lnTo>
                  <a:pt x="410026" y="1885350"/>
                </a:lnTo>
                <a:lnTo>
                  <a:pt x="413540" y="1885093"/>
                </a:lnTo>
                <a:lnTo>
                  <a:pt x="417084" y="1884950"/>
                </a:lnTo>
                <a:lnTo>
                  <a:pt x="420627" y="1884750"/>
                </a:lnTo>
                <a:lnTo>
                  <a:pt x="424142" y="1883407"/>
                </a:lnTo>
                <a:lnTo>
                  <a:pt x="427685" y="1883321"/>
                </a:lnTo>
                <a:lnTo>
                  <a:pt x="431228" y="1881178"/>
                </a:lnTo>
                <a:lnTo>
                  <a:pt x="434743" y="1880378"/>
                </a:lnTo>
                <a:lnTo>
                  <a:pt x="438286" y="1879435"/>
                </a:lnTo>
                <a:lnTo>
                  <a:pt x="441830" y="1878606"/>
                </a:lnTo>
                <a:lnTo>
                  <a:pt x="445344" y="1877663"/>
                </a:lnTo>
                <a:lnTo>
                  <a:pt x="448888" y="1877235"/>
                </a:lnTo>
                <a:lnTo>
                  <a:pt x="452431" y="1875263"/>
                </a:lnTo>
                <a:lnTo>
                  <a:pt x="455974" y="1874634"/>
                </a:lnTo>
                <a:lnTo>
                  <a:pt x="459489" y="1874234"/>
                </a:lnTo>
                <a:lnTo>
                  <a:pt x="463032" y="1874091"/>
                </a:lnTo>
                <a:lnTo>
                  <a:pt x="466575" y="1872977"/>
                </a:lnTo>
                <a:lnTo>
                  <a:pt x="470090" y="1872005"/>
                </a:lnTo>
                <a:lnTo>
                  <a:pt x="473633" y="1872005"/>
                </a:lnTo>
                <a:lnTo>
                  <a:pt x="477177" y="1871491"/>
                </a:lnTo>
                <a:lnTo>
                  <a:pt x="480720" y="1871405"/>
                </a:lnTo>
                <a:lnTo>
                  <a:pt x="484235" y="1870577"/>
                </a:lnTo>
                <a:lnTo>
                  <a:pt x="487778" y="1869548"/>
                </a:lnTo>
                <a:lnTo>
                  <a:pt x="491321" y="1868434"/>
                </a:lnTo>
                <a:lnTo>
                  <a:pt x="494836" y="1868062"/>
                </a:lnTo>
                <a:lnTo>
                  <a:pt x="498379" y="1868062"/>
                </a:lnTo>
                <a:lnTo>
                  <a:pt x="501923" y="1867719"/>
                </a:lnTo>
                <a:lnTo>
                  <a:pt x="505437" y="1867605"/>
                </a:lnTo>
                <a:lnTo>
                  <a:pt x="508981" y="1867291"/>
                </a:lnTo>
                <a:lnTo>
                  <a:pt x="512524" y="1866405"/>
                </a:lnTo>
                <a:lnTo>
                  <a:pt x="516039" y="1864347"/>
                </a:lnTo>
                <a:lnTo>
                  <a:pt x="519582" y="1864147"/>
                </a:lnTo>
                <a:lnTo>
                  <a:pt x="523125" y="1863461"/>
                </a:lnTo>
                <a:lnTo>
                  <a:pt x="526640" y="1863004"/>
                </a:lnTo>
                <a:lnTo>
                  <a:pt x="530183" y="1861976"/>
                </a:lnTo>
                <a:lnTo>
                  <a:pt x="533727" y="1861033"/>
                </a:lnTo>
                <a:lnTo>
                  <a:pt x="537241" y="1860290"/>
                </a:lnTo>
                <a:lnTo>
                  <a:pt x="540785" y="1860090"/>
                </a:lnTo>
                <a:lnTo>
                  <a:pt x="544328" y="1859775"/>
                </a:lnTo>
                <a:lnTo>
                  <a:pt x="547871" y="1859604"/>
                </a:lnTo>
                <a:lnTo>
                  <a:pt x="551386" y="1858889"/>
                </a:lnTo>
                <a:lnTo>
                  <a:pt x="554929" y="1858775"/>
                </a:lnTo>
                <a:lnTo>
                  <a:pt x="558473" y="1858575"/>
                </a:lnTo>
                <a:lnTo>
                  <a:pt x="561987" y="1857232"/>
                </a:lnTo>
                <a:lnTo>
                  <a:pt x="565531" y="1857089"/>
                </a:lnTo>
                <a:lnTo>
                  <a:pt x="569074" y="1856832"/>
                </a:lnTo>
                <a:lnTo>
                  <a:pt x="572617" y="1855918"/>
                </a:lnTo>
                <a:lnTo>
                  <a:pt x="576132" y="1855403"/>
                </a:lnTo>
                <a:lnTo>
                  <a:pt x="579675" y="1854032"/>
                </a:lnTo>
                <a:lnTo>
                  <a:pt x="583219" y="1854003"/>
                </a:lnTo>
                <a:lnTo>
                  <a:pt x="586762" y="1852403"/>
                </a:lnTo>
                <a:lnTo>
                  <a:pt x="590277" y="1851660"/>
                </a:lnTo>
                <a:lnTo>
                  <a:pt x="593820" y="1851574"/>
                </a:lnTo>
                <a:lnTo>
                  <a:pt x="597363" y="1850117"/>
                </a:lnTo>
                <a:lnTo>
                  <a:pt x="600878" y="1850060"/>
                </a:lnTo>
                <a:lnTo>
                  <a:pt x="604421" y="1849517"/>
                </a:lnTo>
                <a:lnTo>
                  <a:pt x="607965" y="1849145"/>
                </a:lnTo>
                <a:lnTo>
                  <a:pt x="611479" y="1848460"/>
                </a:lnTo>
                <a:lnTo>
                  <a:pt x="615023" y="1847802"/>
                </a:lnTo>
                <a:lnTo>
                  <a:pt x="618566" y="1846717"/>
                </a:lnTo>
                <a:lnTo>
                  <a:pt x="622081" y="1845116"/>
                </a:lnTo>
                <a:lnTo>
                  <a:pt x="625624" y="1844173"/>
                </a:lnTo>
                <a:lnTo>
                  <a:pt x="629139" y="1844002"/>
                </a:lnTo>
                <a:lnTo>
                  <a:pt x="632682" y="1843773"/>
                </a:lnTo>
                <a:lnTo>
                  <a:pt x="636225" y="1843230"/>
                </a:lnTo>
                <a:lnTo>
                  <a:pt x="639769" y="1842202"/>
                </a:lnTo>
                <a:lnTo>
                  <a:pt x="643283" y="1841830"/>
                </a:lnTo>
                <a:lnTo>
                  <a:pt x="646827" y="1841202"/>
                </a:lnTo>
                <a:lnTo>
                  <a:pt x="650370" y="1840001"/>
                </a:lnTo>
                <a:lnTo>
                  <a:pt x="653913" y="1839944"/>
                </a:lnTo>
                <a:lnTo>
                  <a:pt x="657428" y="1835429"/>
                </a:lnTo>
                <a:lnTo>
                  <a:pt x="660971" y="1833944"/>
                </a:lnTo>
                <a:lnTo>
                  <a:pt x="664514" y="1832772"/>
                </a:lnTo>
                <a:lnTo>
                  <a:pt x="668029" y="1831000"/>
                </a:lnTo>
                <a:lnTo>
                  <a:pt x="671573" y="1830057"/>
                </a:lnTo>
                <a:lnTo>
                  <a:pt x="675116" y="1829286"/>
                </a:lnTo>
                <a:lnTo>
                  <a:pt x="678659" y="1829029"/>
                </a:lnTo>
                <a:lnTo>
                  <a:pt x="682174" y="1827571"/>
                </a:lnTo>
                <a:lnTo>
                  <a:pt x="685717" y="1826885"/>
                </a:lnTo>
                <a:lnTo>
                  <a:pt x="689260" y="1826800"/>
                </a:lnTo>
                <a:lnTo>
                  <a:pt x="692775" y="1824342"/>
                </a:lnTo>
                <a:lnTo>
                  <a:pt x="696318" y="1824199"/>
                </a:lnTo>
                <a:lnTo>
                  <a:pt x="699862" y="1823942"/>
                </a:lnTo>
                <a:lnTo>
                  <a:pt x="703376" y="1823714"/>
                </a:lnTo>
                <a:lnTo>
                  <a:pt x="706920" y="1822914"/>
                </a:lnTo>
                <a:lnTo>
                  <a:pt x="710463" y="1822799"/>
                </a:lnTo>
                <a:lnTo>
                  <a:pt x="713978" y="1821913"/>
                </a:lnTo>
                <a:lnTo>
                  <a:pt x="717521" y="1821199"/>
                </a:lnTo>
                <a:lnTo>
                  <a:pt x="721064" y="1816770"/>
                </a:lnTo>
                <a:lnTo>
                  <a:pt x="724579" y="1814484"/>
                </a:lnTo>
                <a:lnTo>
                  <a:pt x="728122" y="1812169"/>
                </a:lnTo>
                <a:lnTo>
                  <a:pt x="731666" y="1811626"/>
                </a:lnTo>
                <a:lnTo>
                  <a:pt x="735180" y="1807940"/>
                </a:lnTo>
                <a:lnTo>
                  <a:pt x="738724" y="1806740"/>
                </a:lnTo>
                <a:lnTo>
                  <a:pt x="742267" y="1806483"/>
                </a:lnTo>
                <a:lnTo>
                  <a:pt x="745810" y="1805826"/>
                </a:lnTo>
                <a:lnTo>
                  <a:pt x="749325" y="1805740"/>
                </a:lnTo>
                <a:lnTo>
                  <a:pt x="752868" y="1804111"/>
                </a:lnTo>
                <a:lnTo>
                  <a:pt x="756412" y="1802997"/>
                </a:lnTo>
                <a:lnTo>
                  <a:pt x="759926" y="1802254"/>
                </a:lnTo>
                <a:lnTo>
                  <a:pt x="763470" y="1801911"/>
                </a:lnTo>
                <a:lnTo>
                  <a:pt x="767013" y="1799368"/>
                </a:lnTo>
                <a:lnTo>
                  <a:pt x="770556" y="1799082"/>
                </a:lnTo>
                <a:lnTo>
                  <a:pt x="774071" y="1796567"/>
                </a:lnTo>
                <a:lnTo>
                  <a:pt x="777614" y="1795224"/>
                </a:lnTo>
                <a:lnTo>
                  <a:pt x="781158" y="1792853"/>
                </a:lnTo>
                <a:lnTo>
                  <a:pt x="784672" y="1791738"/>
                </a:lnTo>
                <a:lnTo>
                  <a:pt x="788216" y="1791624"/>
                </a:lnTo>
                <a:lnTo>
                  <a:pt x="791759" y="1791195"/>
                </a:lnTo>
                <a:lnTo>
                  <a:pt x="795274" y="1790852"/>
                </a:lnTo>
                <a:lnTo>
                  <a:pt x="798817" y="1790538"/>
                </a:lnTo>
                <a:lnTo>
                  <a:pt x="802360" y="1788366"/>
                </a:lnTo>
                <a:lnTo>
                  <a:pt x="805875" y="1788281"/>
                </a:lnTo>
                <a:lnTo>
                  <a:pt x="809418" y="1786252"/>
                </a:lnTo>
                <a:lnTo>
                  <a:pt x="812962" y="1784680"/>
                </a:lnTo>
                <a:lnTo>
                  <a:pt x="816476" y="1784337"/>
                </a:lnTo>
                <a:lnTo>
                  <a:pt x="820020" y="1782423"/>
                </a:lnTo>
                <a:lnTo>
                  <a:pt x="823563" y="1782051"/>
                </a:lnTo>
                <a:lnTo>
                  <a:pt x="827078" y="1780937"/>
                </a:lnTo>
                <a:lnTo>
                  <a:pt x="830621" y="1779537"/>
                </a:lnTo>
                <a:lnTo>
                  <a:pt x="834164" y="1778908"/>
                </a:lnTo>
                <a:lnTo>
                  <a:pt x="837708" y="1777622"/>
                </a:lnTo>
                <a:lnTo>
                  <a:pt x="841222" y="1777422"/>
                </a:lnTo>
                <a:lnTo>
                  <a:pt x="844766" y="1774993"/>
                </a:lnTo>
                <a:lnTo>
                  <a:pt x="848309" y="1774250"/>
                </a:lnTo>
                <a:lnTo>
                  <a:pt x="851824" y="1774193"/>
                </a:lnTo>
                <a:lnTo>
                  <a:pt x="855367" y="1773079"/>
                </a:lnTo>
                <a:lnTo>
                  <a:pt x="858910" y="1772793"/>
                </a:lnTo>
                <a:lnTo>
                  <a:pt x="862454" y="1771793"/>
                </a:lnTo>
                <a:lnTo>
                  <a:pt x="865968" y="1771593"/>
                </a:lnTo>
                <a:lnTo>
                  <a:pt x="869512" y="1770050"/>
                </a:lnTo>
                <a:lnTo>
                  <a:pt x="873055" y="1768792"/>
                </a:lnTo>
                <a:lnTo>
                  <a:pt x="876570" y="1766364"/>
                </a:lnTo>
                <a:lnTo>
                  <a:pt x="880113" y="1765621"/>
                </a:lnTo>
                <a:lnTo>
                  <a:pt x="883656" y="1765049"/>
                </a:lnTo>
                <a:lnTo>
                  <a:pt x="887171" y="1764935"/>
                </a:lnTo>
                <a:lnTo>
                  <a:pt x="890714" y="1763992"/>
                </a:lnTo>
                <a:lnTo>
                  <a:pt x="894257" y="1762420"/>
                </a:lnTo>
                <a:lnTo>
                  <a:pt x="897772" y="1761506"/>
                </a:lnTo>
                <a:lnTo>
                  <a:pt x="901316" y="1760249"/>
                </a:lnTo>
                <a:lnTo>
                  <a:pt x="904859" y="1759763"/>
                </a:lnTo>
                <a:lnTo>
                  <a:pt x="908374" y="1759391"/>
                </a:lnTo>
                <a:lnTo>
                  <a:pt x="911917" y="1758848"/>
                </a:lnTo>
                <a:lnTo>
                  <a:pt x="915460" y="1756134"/>
                </a:lnTo>
                <a:lnTo>
                  <a:pt x="918975" y="1754191"/>
                </a:lnTo>
                <a:lnTo>
                  <a:pt x="922518" y="1754191"/>
                </a:lnTo>
                <a:lnTo>
                  <a:pt x="926061" y="1753019"/>
                </a:lnTo>
                <a:lnTo>
                  <a:pt x="929605" y="1747504"/>
                </a:lnTo>
                <a:lnTo>
                  <a:pt x="933119" y="1747390"/>
                </a:lnTo>
                <a:lnTo>
                  <a:pt x="936663" y="1746790"/>
                </a:lnTo>
                <a:lnTo>
                  <a:pt x="940206" y="1744532"/>
                </a:lnTo>
                <a:lnTo>
                  <a:pt x="943721" y="1739932"/>
                </a:lnTo>
                <a:lnTo>
                  <a:pt x="947264" y="1739875"/>
                </a:lnTo>
                <a:lnTo>
                  <a:pt x="950807" y="1739475"/>
                </a:lnTo>
                <a:lnTo>
                  <a:pt x="954351" y="1737531"/>
                </a:lnTo>
                <a:lnTo>
                  <a:pt x="957865" y="1736760"/>
                </a:lnTo>
                <a:lnTo>
                  <a:pt x="961409" y="1736360"/>
                </a:lnTo>
                <a:lnTo>
                  <a:pt x="964952" y="1735988"/>
                </a:lnTo>
                <a:lnTo>
                  <a:pt x="968467" y="1733360"/>
                </a:lnTo>
                <a:lnTo>
                  <a:pt x="972010" y="1732874"/>
                </a:lnTo>
                <a:lnTo>
                  <a:pt x="975553" y="1732788"/>
                </a:lnTo>
                <a:lnTo>
                  <a:pt x="979097" y="1732245"/>
                </a:lnTo>
                <a:lnTo>
                  <a:pt x="982611" y="1731588"/>
                </a:lnTo>
                <a:lnTo>
                  <a:pt x="986155" y="1730245"/>
                </a:lnTo>
                <a:lnTo>
                  <a:pt x="989698" y="1728959"/>
                </a:lnTo>
                <a:lnTo>
                  <a:pt x="993213" y="1727244"/>
                </a:lnTo>
                <a:lnTo>
                  <a:pt x="996756" y="1726187"/>
                </a:lnTo>
                <a:lnTo>
                  <a:pt x="1000271" y="1724387"/>
                </a:lnTo>
                <a:lnTo>
                  <a:pt x="1003814" y="1721472"/>
                </a:lnTo>
                <a:lnTo>
                  <a:pt x="1007357" y="1719358"/>
                </a:lnTo>
                <a:lnTo>
                  <a:pt x="1010872" y="1718929"/>
                </a:lnTo>
                <a:lnTo>
                  <a:pt x="1014415" y="1718872"/>
                </a:lnTo>
                <a:lnTo>
                  <a:pt x="1017959" y="1717986"/>
                </a:lnTo>
                <a:lnTo>
                  <a:pt x="1021502" y="1717758"/>
                </a:lnTo>
                <a:lnTo>
                  <a:pt x="1025017" y="1717357"/>
                </a:lnTo>
                <a:lnTo>
                  <a:pt x="1028560" y="1717015"/>
                </a:lnTo>
                <a:lnTo>
                  <a:pt x="1032103" y="1716443"/>
                </a:lnTo>
                <a:lnTo>
                  <a:pt x="1035618" y="1714986"/>
                </a:lnTo>
                <a:lnTo>
                  <a:pt x="1039161" y="1714957"/>
                </a:lnTo>
                <a:lnTo>
                  <a:pt x="1042705" y="1713386"/>
                </a:lnTo>
                <a:lnTo>
                  <a:pt x="1046248" y="1713128"/>
                </a:lnTo>
                <a:lnTo>
                  <a:pt x="1049763" y="1712986"/>
                </a:lnTo>
                <a:lnTo>
                  <a:pt x="1053306" y="1712528"/>
                </a:lnTo>
                <a:lnTo>
                  <a:pt x="1056849" y="1710528"/>
                </a:lnTo>
                <a:lnTo>
                  <a:pt x="1060393" y="1709471"/>
                </a:lnTo>
                <a:lnTo>
                  <a:pt x="1063907" y="1707985"/>
                </a:lnTo>
                <a:lnTo>
                  <a:pt x="1067451" y="1706413"/>
                </a:lnTo>
                <a:lnTo>
                  <a:pt x="1070994" y="1706242"/>
                </a:lnTo>
                <a:lnTo>
                  <a:pt x="1074509" y="1706013"/>
                </a:lnTo>
                <a:lnTo>
                  <a:pt x="1078052" y="1704042"/>
                </a:lnTo>
                <a:lnTo>
                  <a:pt x="1081595" y="1703413"/>
                </a:lnTo>
                <a:lnTo>
                  <a:pt x="1085110" y="1703099"/>
                </a:lnTo>
                <a:lnTo>
                  <a:pt x="1088653" y="1703070"/>
                </a:lnTo>
                <a:lnTo>
                  <a:pt x="1092197" y="1702527"/>
                </a:lnTo>
                <a:lnTo>
                  <a:pt x="1095711" y="1700841"/>
                </a:lnTo>
                <a:lnTo>
                  <a:pt x="1099255" y="1699584"/>
                </a:lnTo>
                <a:lnTo>
                  <a:pt x="1102798" y="1696926"/>
                </a:lnTo>
                <a:lnTo>
                  <a:pt x="1106313" y="1696241"/>
                </a:lnTo>
                <a:lnTo>
                  <a:pt x="1109856" y="1696241"/>
                </a:lnTo>
                <a:lnTo>
                  <a:pt x="1113399" y="1696069"/>
                </a:lnTo>
                <a:lnTo>
                  <a:pt x="1116914" y="1695755"/>
                </a:lnTo>
                <a:lnTo>
                  <a:pt x="1120457" y="1694526"/>
                </a:lnTo>
                <a:lnTo>
                  <a:pt x="1124000" y="1693669"/>
                </a:lnTo>
                <a:lnTo>
                  <a:pt x="1127544" y="1693240"/>
                </a:lnTo>
                <a:lnTo>
                  <a:pt x="1131059" y="1692326"/>
                </a:lnTo>
                <a:lnTo>
                  <a:pt x="1134602" y="1690554"/>
                </a:lnTo>
                <a:lnTo>
                  <a:pt x="1138145" y="1690068"/>
                </a:lnTo>
                <a:lnTo>
                  <a:pt x="1141660" y="1689783"/>
                </a:lnTo>
                <a:lnTo>
                  <a:pt x="1145203" y="1688782"/>
                </a:lnTo>
                <a:lnTo>
                  <a:pt x="1148746" y="1687640"/>
                </a:lnTo>
                <a:lnTo>
                  <a:pt x="1152290" y="1687640"/>
                </a:lnTo>
                <a:lnTo>
                  <a:pt x="1155804" y="1686811"/>
                </a:lnTo>
                <a:lnTo>
                  <a:pt x="1159348" y="1686554"/>
                </a:lnTo>
                <a:lnTo>
                  <a:pt x="1162891" y="1683868"/>
                </a:lnTo>
                <a:lnTo>
                  <a:pt x="1166406" y="1683010"/>
                </a:lnTo>
                <a:lnTo>
                  <a:pt x="1169949" y="1681010"/>
                </a:lnTo>
                <a:lnTo>
                  <a:pt x="1173492" y="1680039"/>
                </a:lnTo>
                <a:lnTo>
                  <a:pt x="1177007" y="1679753"/>
                </a:lnTo>
                <a:lnTo>
                  <a:pt x="1180550" y="1678924"/>
                </a:lnTo>
                <a:lnTo>
                  <a:pt x="1184094" y="1678353"/>
                </a:lnTo>
                <a:lnTo>
                  <a:pt x="1187608" y="1677638"/>
                </a:lnTo>
                <a:lnTo>
                  <a:pt x="1191152" y="1677295"/>
                </a:lnTo>
                <a:lnTo>
                  <a:pt x="1194695" y="1677038"/>
                </a:lnTo>
                <a:lnTo>
                  <a:pt x="1198210" y="1677010"/>
                </a:lnTo>
                <a:lnTo>
                  <a:pt x="1201753" y="1676752"/>
                </a:lnTo>
                <a:lnTo>
                  <a:pt x="1205296" y="1676009"/>
                </a:lnTo>
                <a:lnTo>
                  <a:pt x="1208811" y="1675667"/>
                </a:lnTo>
                <a:lnTo>
                  <a:pt x="1212354" y="1675095"/>
                </a:lnTo>
                <a:lnTo>
                  <a:pt x="1215898" y="1675095"/>
                </a:lnTo>
                <a:lnTo>
                  <a:pt x="1219441" y="1673781"/>
                </a:lnTo>
                <a:lnTo>
                  <a:pt x="1222956" y="1669923"/>
                </a:lnTo>
                <a:lnTo>
                  <a:pt x="1226499" y="1669637"/>
                </a:lnTo>
                <a:lnTo>
                  <a:pt x="1230042" y="1668609"/>
                </a:lnTo>
                <a:lnTo>
                  <a:pt x="1233557" y="1668551"/>
                </a:lnTo>
                <a:lnTo>
                  <a:pt x="1237100" y="1667580"/>
                </a:lnTo>
                <a:lnTo>
                  <a:pt x="1240644" y="1666037"/>
                </a:lnTo>
                <a:lnTo>
                  <a:pt x="1244187" y="1665437"/>
                </a:lnTo>
                <a:lnTo>
                  <a:pt x="1247702" y="1665380"/>
                </a:lnTo>
                <a:lnTo>
                  <a:pt x="1251245" y="1664951"/>
                </a:lnTo>
                <a:lnTo>
                  <a:pt x="1254788" y="1664122"/>
                </a:lnTo>
                <a:lnTo>
                  <a:pt x="1258303" y="1662379"/>
                </a:lnTo>
                <a:lnTo>
                  <a:pt x="1261846" y="1662379"/>
                </a:lnTo>
                <a:lnTo>
                  <a:pt x="1265390" y="1661493"/>
                </a:lnTo>
                <a:lnTo>
                  <a:pt x="1268904" y="1661036"/>
                </a:lnTo>
                <a:lnTo>
                  <a:pt x="1272448" y="1660608"/>
                </a:lnTo>
                <a:lnTo>
                  <a:pt x="1275991" y="1659122"/>
                </a:lnTo>
                <a:lnTo>
                  <a:pt x="1279506" y="1658693"/>
                </a:lnTo>
                <a:lnTo>
                  <a:pt x="1283049" y="1657636"/>
                </a:lnTo>
                <a:lnTo>
                  <a:pt x="1286592" y="1657493"/>
                </a:lnTo>
                <a:lnTo>
                  <a:pt x="1290107" y="1656807"/>
                </a:lnTo>
                <a:lnTo>
                  <a:pt x="1293650" y="1656521"/>
                </a:lnTo>
                <a:lnTo>
                  <a:pt x="1297194" y="1655750"/>
                </a:lnTo>
                <a:lnTo>
                  <a:pt x="1300708" y="1655035"/>
                </a:lnTo>
                <a:lnTo>
                  <a:pt x="1304252" y="1653321"/>
                </a:lnTo>
                <a:lnTo>
                  <a:pt x="1307795" y="1653121"/>
                </a:lnTo>
                <a:lnTo>
                  <a:pt x="1311338" y="1652035"/>
                </a:lnTo>
                <a:lnTo>
                  <a:pt x="1314853" y="1651692"/>
                </a:lnTo>
                <a:lnTo>
                  <a:pt x="1318396" y="1650749"/>
                </a:lnTo>
                <a:lnTo>
                  <a:pt x="1321940" y="1650578"/>
                </a:lnTo>
                <a:lnTo>
                  <a:pt x="1325454" y="1649921"/>
                </a:lnTo>
                <a:lnTo>
                  <a:pt x="1328998" y="1645606"/>
                </a:lnTo>
                <a:lnTo>
                  <a:pt x="1332541" y="1645549"/>
                </a:lnTo>
                <a:lnTo>
                  <a:pt x="1336084" y="1642348"/>
                </a:lnTo>
                <a:lnTo>
                  <a:pt x="1339599" y="1641262"/>
                </a:lnTo>
                <a:lnTo>
                  <a:pt x="1343142" y="1640434"/>
                </a:lnTo>
                <a:lnTo>
                  <a:pt x="1346685" y="1640062"/>
                </a:lnTo>
                <a:lnTo>
                  <a:pt x="1350200" y="1638119"/>
                </a:lnTo>
                <a:lnTo>
                  <a:pt x="1353743" y="1637805"/>
                </a:lnTo>
                <a:lnTo>
                  <a:pt x="1357287" y="1637347"/>
                </a:lnTo>
                <a:lnTo>
                  <a:pt x="1360830" y="1635347"/>
                </a:lnTo>
                <a:lnTo>
                  <a:pt x="1364345" y="1634461"/>
                </a:lnTo>
                <a:lnTo>
                  <a:pt x="1367888" y="1633376"/>
                </a:lnTo>
                <a:lnTo>
                  <a:pt x="1371403" y="1631375"/>
                </a:lnTo>
                <a:lnTo>
                  <a:pt x="1374946" y="1629318"/>
                </a:lnTo>
                <a:lnTo>
                  <a:pt x="1378489" y="1628746"/>
                </a:lnTo>
                <a:lnTo>
                  <a:pt x="1382004" y="1628146"/>
                </a:lnTo>
                <a:lnTo>
                  <a:pt x="1385547" y="1628032"/>
                </a:lnTo>
                <a:lnTo>
                  <a:pt x="1389091" y="1627632"/>
                </a:lnTo>
                <a:lnTo>
                  <a:pt x="1392605" y="1626832"/>
                </a:lnTo>
                <a:lnTo>
                  <a:pt x="1396149" y="1626603"/>
                </a:lnTo>
                <a:lnTo>
                  <a:pt x="1399692" y="1626403"/>
                </a:lnTo>
                <a:lnTo>
                  <a:pt x="1403235" y="1626060"/>
                </a:lnTo>
                <a:lnTo>
                  <a:pt x="1406750" y="1624803"/>
                </a:lnTo>
                <a:lnTo>
                  <a:pt x="1410293" y="1624060"/>
                </a:lnTo>
                <a:lnTo>
                  <a:pt x="1413837" y="1622889"/>
                </a:lnTo>
                <a:lnTo>
                  <a:pt x="1417351" y="1622288"/>
                </a:lnTo>
                <a:lnTo>
                  <a:pt x="1420895" y="1622088"/>
                </a:lnTo>
                <a:lnTo>
                  <a:pt x="1424438" y="1621546"/>
                </a:lnTo>
                <a:lnTo>
                  <a:pt x="1427981" y="1621460"/>
                </a:lnTo>
                <a:lnTo>
                  <a:pt x="1431496" y="1620831"/>
                </a:lnTo>
                <a:lnTo>
                  <a:pt x="1435039" y="1619860"/>
                </a:lnTo>
                <a:lnTo>
                  <a:pt x="1438583" y="1618088"/>
                </a:lnTo>
                <a:lnTo>
                  <a:pt x="1442097" y="1616345"/>
                </a:lnTo>
                <a:lnTo>
                  <a:pt x="1445641" y="1616345"/>
                </a:lnTo>
                <a:lnTo>
                  <a:pt x="1449184" y="1615831"/>
                </a:lnTo>
                <a:lnTo>
                  <a:pt x="1452727" y="1614973"/>
                </a:lnTo>
                <a:lnTo>
                  <a:pt x="1456242" y="1610258"/>
                </a:lnTo>
                <a:lnTo>
                  <a:pt x="1459785" y="1609830"/>
                </a:lnTo>
                <a:lnTo>
                  <a:pt x="1463329" y="1606429"/>
                </a:lnTo>
                <a:lnTo>
                  <a:pt x="1466843" y="1604286"/>
                </a:lnTo>
                <a:lnTo>
                  <a:pt x="1470387" y="1604029"/>
                </a:lnTo>
                <a:lnTo>
                  <a:pt x="1473930" y="1603743"/>
                </a:lnTo>
                <a:lnTo>
                  <a:pt x="1477445" y="1603600"/>
                </a:lnTo>
                <a:lnTo>
                  <a:pt x="1480988" y="1603143"/>
                </a:lnTo>
                <a:lnTo>
                  <a:pt x="1484531" y="1602857"/>
                </a:lnTo>
                <a:lnTo>
                  <a:pt x="1488046" y="1602572"/>
                </a:lnTo>
                <a:lnTo>
                  <a:pt x="1491589" y="1601286"/>
                </a:lnTo>
                <a:lnTo>
                  <a:pt x="1495133" y="1601143"/>
                </a:lnTo>
                <a:lnTo>
                  <a:pt x="1498647" y="1600343"/>
                </a:lnTo>
                <a:lnTo>
                  <a:pt x="1502191" y="1597200"/>
                </a:lnTo>
                <a:lnTo>
                  <a:pt x="1505734" y="1595285"/>
                </a:lnTo>
                <a:lnTo>
                  <a:pt x="1509249" y="1591542"/>
                </a:lnTo>
                <a:lnTo>
                  <a:pt x="1512792" y="1591142"/>
                </a:lnTo>
                <a:lnTo>
                  <a:pt x="1516335" y="1590742"/>
                </a:lnTo>
                <a:lnTo>
                  <a:pt x="1519879" y="1590027"/>
                </a:lnTo>
                <a:lnTo>
                  <a:pt x="1523393" y="1588570"/>
                </a:lnTo>
                <a:lnTo>
                  <a:pt x="1526937" y="1585770"/>
                </a:lnTo>
                <a:lnTo>
                  <a:pt x="1530480" y="1585541"/>
                </a:lnTo>
                <a:lnTo>
                  <a:pt x="1534023" y="1581198"/>
                </a:lnTo>
                <a:lnTo>
                  <a:pt x="1537538" y="1579883"/>
                </a:lnTo>
                <a:lnTo>
                  <a:pt x="1541081" y="1579826"/>
                </a:lnTo>
                <a:lnTo>
                  <a:pt x="1544624" y="1579826"/>
                </a:lnTo>
                <a:lnTo>
                  <a:pt x="1548139" y="1576854"/>
                </a:lnTo>
                <a:lnTo>
                  <a:pt x="1551683" y="1574111"/>
                </a:lnTo>
                <a:lnTo>
                  <a:pt x="1555226" y="1573854"/>
                </a:lnTo>
                <a:lnTo>
                  <a:pt x="1558741" y="1571625"/>
                </a:lnTo>
                <a:lnTo>
                  <a:pt x="1562284" y="1569682"/>
                </a:lnTo>
                <a:lnTo>
                  <a:pt x="1565827" y="1567967"/>
                </a:lnTo>
                <a:lnTo>
                  <a:pt x="1569342" y="1561309"/>
                </a:lnTo>
                <a:lnTo>
                  <a:pt x="1572885" y="1560509"/>
                </a:lnTo>
                <a:lnTo>
                  <a:pt x="1576428" y="1557595"/>
                </a:lnTo>
                <a:lnTo>
                  <a:pt x="1579943" y="1553108"/>
                </a:lnTo>
                <a:lnTo>
                  <a:pt x="1583486" y="1551965"/>
                </a:lnTo>
                <a:lnTo>
                  <a:pt x="1587030" y="1550622"/>
                </a:lnTo>
                <a:lnTo>
                  <a:pt x="1590545" y="1549708"/>
                </a:lnTo>
                <a:lnTo>
                  <a:pt x="1594088" y="1549194"/>
                </a:lnTo>
                <a:lnTo>
                  <a:pt x="1597631" y="1548622"/>
                </a:lnTo>
                <a:lnTo>
                  <a:pt x="1601174" y="1548194"/>
                </a:lnTo>
                <a:lnTo>
                  <a:pt x="1604689" y="1548136"/>
                </a:lnTo>
                <a:lnTo>
                  <a:pt x="1608232" y="1546308"/>
                </a:lnTo>
                <a:lnTo>
                  <a:pt x="1611776" y="1546250"/>
                </a:lnTo>
                <a:lnTo>
                  <a:pt x="1615290" y="1544907"/>
                </a:lnTo>
                <a:lnTo>
                  <a:pt x="1618834" y="1542021"/>
                </a:lnTo>
                <a:lnTo>
                  <a:pt x="1622377" y="1541221"/>
                </a:lnTo>
                <a:lnTo>
                  <a:pt x="1625920" y="1539907"/>
                </a:lnTo>
                <a:lnTo>
                  <a:pt x="1629435" y="1538135"/>
                </a:lnTo>
                <a:lnTo>
                  <a:pt x="1632978" y="1536449"/>
                </a:lnTo>
                <a:lnTo>
                  <a:pt x="1636522" y="1535621"/>
                </a:lnTo>
                <a:lnTo>
                  <a:pt x="1640036" y="1535049"/>
                </a:lnTo>
                <a:lnTo>
                  <a:pt x="1643580" y="1534678"/>
                </a:lnTo>
                <a:lnTo>
                  <a:pt x="1647123" y="1531791"/>
                </a:lnTo>
                <a:lnTo>
                  <a:pt x="1650638" y="1530334"/>
                </a:lnTo>
                <a:lnTo>
                  <a:pt x="1654181" y="1529591"/>
                </a:lnTo>
                <a:lnTo>
                  <a:pt x="1657724" y="1529163"/>
                </a:lnTo>
                <a:lnTo>
                  <a:pt x="1661239" y="1528620"/>
                </a:lnTo>
                <a:lnTo>
                  <a:pt x="1664782" y="1527848"/>
                </a:lnTo>
                <a:lnTo>
                  <a:pt x="1668326" y="1527105"/>
                </a:lnTo>
                <a:lnTo>
                  <a:pt x="1671840" y="1526648"/>
                </a:lnTo>
                <a:lnTo>
                  <a:pt x="1675384" y="1524533"/>
                </a:lnTo>
                <a:lnTo>
                  <a:pt x="1678927" y="1523333"/>
                </a:lnTo>
                <a:lnTo>
                  <a:pt x="1682442" y="1522505"/>
                </a:lnTo>
                <a:lnTo>
                  <a:pt x="1685985" y="1522333"/>
                </a:lnTo>
                <a:lnTo>
                  <a:pt x="1689528" y="1518218"/>
                </a:lnTo>
                <a:lnTo>
                  <a:pt x="1693072" y="1517075"/>
                </a:lnTo>
                <a:lnTo>
                  <a:pt x="1696586" y="1515332"/>
                </a:lnTo>
                <a:lnTo>
                  <a:pt x="1700130" y="1512703"/>
                </a:lnTo>
                <a:lnTo>
                  <a:pt x="1703673" y="1511789"/>
                </a:lnTo>
                <a:lnTo>
                  <a:pt x="1707188" y="1510932"/>
                </a:lnTo>
                <a:lnTo>
                  <a:pt x="1710731" y="1510789"/>
                </a:lnTo>
                <a:lnTo>
                  <a:pt x="1714274" y="1508160"/>
                </a:lnTo>
                <a:lnTo>
                  <a:pt x="1717818" y="1507817"/>
                </a:lnTo>
                <a:lnTo>
                  <a:pt x="1721332" y="1499502"/>
                </a:lnTo>
                <a:lnTo>
                  <a:pt x="1724876" y="1496130"/>
                </a:lnTo>
                <a:lnTo>
                  <a:pt x="1728419" y="1494301"/>
                </a:lnTo>
                <a:lnTo>
                  <a:pt x="1731934" y="1494072"/>
                </a:lnTo>
                <a:lnTo>
                  <a:pt x="1735477" y="1491758"/>
                </a:lnTo>
                <a:lnTo>
                  <a:pt x="1739020" y="1488986"/>
                </a:lnTo>
                <a:lnTo>
                  <a:pt x="1742535" y="1483585"/>
                </a:lnTo>
                <a:lnTo>
                  <a:pt x="1746078" y="1483100"/>
                </a:lnTo>
                <a:lnTo>
                  <a:pt x="1749622" y="1481757"/>
                </a:lnTo>
                <a:lnTo>
                  <a:pt x="1753136" y="1481699"/>
                </a:lnTo>
                <a:lnTo>
                  <a:pt x="1756680" y="1477756"/>
                </a:lnTo>
                <a:lnTo>
                  <a:pt x="1760223" y="1477728"/>
                </a:lnTo>
                <a:lnTo>
                  <a:pt x="1763738" y="1477556"/>
                </a:lnTo>
                <a:lnTo>
                  <a:pt x="1767281" y="1477270"/>
                </a:lnTo>
                <a:lnTo>
                  <a:pt x="1770824" y="1475984"/>
                </a:lnTo>
                <a:lnTo>
                  <a:pt x="1774339" y="1475527"/>
                </a:lnTo>
                <a:lnTo>
                  <a:pt x="1777882" y="1473841"/>
                </a:lnTo>
                <a:lnTo>
                  <a:pt x="1781426" y="1472870"/>
                </a:lnTo>
                <a:lnTo>
                  <a:pt x="1784969" y="1471898"/>
                </a:lnTo>
                <a:lnTo>
                  <a:pt x="1788484" y="1467041"/>
                </a:lnTo>
                <a:lnTo>
                  <a:pt x="1792027" y="1466412"/>
                </a:lnTo>
                <a:lnTo>
                  <a:pt x="1795570" y="1466326"/>
                </a:lnTo>
                <a:lnTo>
                  <a:pt x="1799085" y="1466098"/>
                </a:lnTo>
                <a:lnTo>
                  <a:pt x="1802628" y="1461783"/>
                </a:lnTo>
                <a:lnTo>
                  <a:pt x="1806171" y="1459211"/>
                </a:lnTo>
                <a:lnTo>
                  <a:pt x="1809715" y="1459097"/>
                </a:lnTo>
                <a:lnTo>
                  <a:pt x="1813229" y="1456039"/>
                </a:lnTo>
                <a:lnTo>
                  <a:pt x="1816773" y="1455439"/>
                </a:lnTo>
                <a:lnTo>
                  <a:pt x="1820316" y="1455182"/>
                </a:lnTo>
                <a:lnTo>
                  <a:pt x="1823831" y="1454896"/>
                </a:lnTo>
                <a:lnTo>
                  <a:pt x="1827374" y="1453410"/>
                </a:lnTo>
                <a:lnTo>
                  <a:pt x="1830917" y="1448981"/>
                </a:lnTo>
                <a:lnTo>
                  <a:pt x="1834461" y="1448724"/>
                </a:lnTo>
                <a:lnTo>
                  <a:pt x="1837975" y="1448352"/>
                </a:lnTo>
                <a:lnTo>
                  <a:pt x="1841519" y="1447667"/>
                </a:lnTo>
                <a:lnTo>
                  <a:pt x="1845062" y="1446038"/>
                </a:lnTo>
                <a:lnTo>
                  <a:pt x="1848577" y="1443809"/>
                </a:lnTo>
                <a:lnTo>
                  <a:pt x="1852120" y="1441066"/>
                </a:lnTo>
                <a:lnTo>
                  <a:pt x="1855663" y="1437780"/>
                </a:lnTo>
                <a:lnTo>
                  <a:pt x="1859178" y="1437037"/>
                </a:lnTo>
                <a:lnTo>
                  <a:pt x="1862721" y="1436751"/>
                </a:lnTo>
                <a:lnTo>
                  <a:pt x="1866236" y="1436751"/>
                </a:lnTo>
                <a:lnTo>
                  <a:pt x="1869779" y="1436380"/>
                </a:lnTo>
                <a:lnTo>
                  <a:pt x="1873323" y="1433093"/>
                </a:lnTo>
                <a:lnTo>
                  <a:pt x="1876866" y="1429007"/>
                </a:lnTo>
                <a:lnTo>
                  <a:pt x="1880381" y="1428379"/>
                </a:lnTo>
                <a:lnTo>
                  <a:pt x="1883924" y="1426207"/>
                </a:lnTo>
                <a:lnTo>
                  <a:pt x="1887467" y="1421635"/>
                </a:lnTo>
                <a:lnTo>
                  <a:pt x="1890982" y="1419292"/>
                </a:lnTo>
                <a:lnTo>
                  <a:pt x="1894525" y="1419063"/>
                </a:lnTo>
                <a:lnTo>
                  <a:pt x="1898069" y="1418663"/>
                </a:lnTo>
                <a:lnTo>
                  <a:pt x="1901612" y="1418320"/>
                </a:lnTo>
                <a:lnTo>
                  <a:pt x="1905127" y="1417806"/>
                </a:lnTo>
                <a:lnTo>
                  <a:pt x="1908670" y="1417263"/>
                </a:lnTo>
                <a:lnTo>
                  <a:pt x="1912213" y="1412777"/>
                </a:lnTo>
                <a:lnTo>
                  <a:pt x="1915728" y="1411176"/>
                </a:lnTo>
                <a:lnTo>
                  <a:pt x="1919271" y="1409976"/>
                </a:lnTo>
                <a:lnTo>
                  <a:pt x="1922815" y="1404004"/>
                </a:lnTo>
                <a:lnTo>
                  <a:pt x="1926358" y="1403833"/>
                </a:lnTo>
                <a:lnTo>
                  <a:pt x="1929873" y="1402918"/>
                </a:lnTo>
                <a:lnTo>
                  <a:pt x="1933416" y="1402518"/>
                </a:lnTo>
                <a:lnTo>
                  <a:pt x="1936959" y="1400718"/>
                </a:lnTo>
                <a:lnTo>
                  <a:pt x="1940474" y="1397346"/>
                </a:lnTo>
                <a:lnTo>
                  <a:pt x="1944017" y="1396632"/>
                </a:lnTo>
                <a:lnTo>
                  <a:pt x="1947561" y="1396403"/>
                </a:lnTo>
                <a:lnTo>
                  <a:pt x="1951075" y="1394546"/>
                </a:lnTo>
                <a:lnTo>
                  <a:pt x="1954619" y="1390545"/>
                </a:lnTo>
                <a:lnTo>
                  <a:pt x="1958162" y="1386059"/>
                </a:lnTo>
                <a:lnTo>
                  <a:pt x="1961677" y="1382030"/>
                </a:lnTo>
                <a:lnTo>
                  <a:pt x="1965220" y="1375343"/>
                </a:lnTo>
                <a:lnTo>
                  <a:pt x="1968763" y="1373515"/>
                </a:lnTo>
                <a:lnTo>
                  <a:pt x="1972278" y="1373372"/>
                </a:lnTo>
                <a:lnTo>
                  <a:pt x="1975821" y="1368457"/>
                </a:lnTo>
                <a:lnTo>
                  <a:pt x="1979365" y="1368114"/>
                </a:lnTo>
                <a:lnTo>
                  <a:pt x="1982879" y="1367428"/>
                </a:lnTo>
                <a:lnTo>
                  <a:pt x="1986423" y="1367228"/>
                </a:lnTo>
                <a:lnTo>
                  <a:pt x="1989966" y="1365628"/>
                </a:lnTo>
                <a:lnTo>
                  <a:pt x="1993509" y="1360513"/>
                </a:lnTo>
                <a:lnTo>
                  <a:pt x="1997024" y="1359284"/>
                </a:lnTo>
                <a:lnTo>
                  <a:pt x="2000567" y="1358741"/>
                </a:lnTo>
                <a:lnTo>
                  <a:pt x="2004110" y="1358484"/>
                </a:lnTo>
                <a:lnTo>
                  <a:pt x="2007654" y="1355969"/>
                </a:lnTo>
                <a:lnTo>
                  <a:pt x="2011169" y="1354626"/>
                </a:lnTo>
                <a:lnTo>
                  <a:pt x="2014712" y="1354398"/>
                </a:lnTo>
                <a:lnTo>
                  <a:pt x="2018255" y="1350855"/>
                </a:lnTo>
                <a:lnTo>
                  <a:pt x="2021770" y="1349540"/>
                </a:lnTo>
                <a:lnTo>
                  <a:pt x="2025313" y="1348426"/>
                </a:lnTo>
                <a:lnTo>
                  <a:pt x="2028856" y="1347911"/>
                </a:lnTo>
                <a:lnTo>
                  <a:pt x="2032371" y="1345254"/>
                </a:lnTo>
                <a:lnTo>
                  <a:pt x="2035914" y="1345054"/>
                </a:lnTo>
                <a:lnTo>
                  <a:pt x="2039458" y="1344282"/>
                </a:lnTo>
                <a:lnTo>
                  <a:pt x="2042972" y="1344139"/>
                </a:lnTo>
                <a:lnTo>
                  <a:pt x="2046516" y="1342996"/>
                </a:lnTo>
                <a:lnTo>
                  <a:pt x="2050059" y="1342968"/>
                </a:lnTo>
                <a:lnTo>
                  <a:pt x="2053574" y="1339567"/>
                </a:lnTo>
                <a:lnTo>
                  <a:pt x="2057117" y="1337081"/>
                </a:lnTo>
                <a:lnTo>
                  <a:pt x="2060660" y="1336453"/>
                </a:lnTo>
                <a:lnTo>
                  <a:pt x="2064175" y="1335996"/>
                </a:lnTo>
                <a:lnTo>
                  <a:pt x="2067718" y="1334310"/>
                </a:lnTo>
                <a:lnTo>
                  <a:pt x="2071262" y="1333109"/>
                </a:lnTo>
                <a:lnTo>
                  <a:pt x="2074805" y="1332567"/>
                </a:lnTo>
                <a:lnTo>
                  <a:pt x="2078320" y="1331338"/>
                </a:lnTo>
                <a:lnTo>
                  <a:pt x="2081863" y="1331281"/>
                </a:lnTo>
                <a:lnTo>
                  <a:pt x="2085406" y="1329881"/>
                </a:lnTo>
                <a:lnTo>
                  <a:pt x="2088921" y="1329423"/>
                </a:lnTo>
                <a:lnTo>
                  <a:pt x="2092464" y="1329423"/>
                </a:lnTo>
                <a:lnTo>
                  <a:pt x="2096008" y="1328909"/>
                </a:lnTo>
                <a:lnTo>
                  <a:pt x="2099551" y="1326137"/>
                </a:lnTo>
                <a:lnTo>
                  <a:pt x="2103066" y="1325709"/>
                </a:lnTo>
                <a:lnTo>
                  <a:pt x="2106609" y="1322337"/>
                </a:lnTo>
                <a:lnTo>
                  <a:pt x="2110152" y="1320451"/>
                </a:lnTo>
                <a:lnTo>
                  <a:pt x="2113667" y="1319936"/>
                </a:lnTo>
                <a:lnTo>
                  <a:pt x="2117210" y="1319479"/>
                </a:lnTo>
                <a:lnTo>
                  <a:pt x="2120754" y="1315707"/>
                </a:lnTo>
                <a:lnTo>
                  <a:pt x="2124268" y="1313850"/>
                </a:lnTo>
                <a:lnTo>
                  <a:pt x="2127812" y="1310878"/>
                </a:lnTo>
                <a:lnTo>
                  <a:pt x="2131355" y="1309764"/>
                </a:lnTo>
                <a:lnTo>
                  <a:pt x="2134870" y="1309278"/>
                </a:lnTo>
                <a:lnTo>
                  <a:pt x="2138413" y="1304106"/>
                </a:lnTo>
                <a:lnTo>
                  <a:pt x="2141956" y="1301848"/>
                </a:lnTo>
                <a:lnTo>
                  <a:pt x="2145471" y="1298477"/>
                </a:lnTo>
                <a:lnTo>
                  <a:pt x="2149014" y="1296619"/>
                </a:lnTo>
                <a:lnTo>
                  <a:pt x="2152558" y="1296448"/>
                </a:lnTo>
                <a:lnTo>
                  <a:pt x="2156072" y="1295848"/>
                </a:lnTo>
                <a:lnTo>
                  <a:pt x="2159616" y="1294933"/>
                </a:lnTo>
                <a:lnTo>
                  <a:pt x="2163159" y="1292590"/>
                </a:lnTo>
                <a:lnTo>
                  <a:pt x="2166702" y="1291476"/>
                </a:lnTo>
                <a:lnTo>
                  <a:pt x="2170217" y="1290361"/>
                </a:lnTo>
                <a:lnTo>
                  <a:pt x="2173760" y="1288418"/>
                </a:lnTo>
                <a:lnTo>
                  <a:pt x="2177304" y="1287418"/>
                </a:lnTo>
                <a:lnTo>
                  <a:pt x="2180818" y="1283875"/>
                </a:lnTo>
                <a:lnTo>
                  <a:pt x="2184362" y="1281332"/>
                </a:lnTo>
                <a:lnTo>
                  <a:pt x="2187905" y="1281132"/>
                </a:lnTo>
                <a:lnTo>
                  <a:pt x="2191448" y="1280960"/>
                </a:lnTo>
                <a:lnTo>
                  <a:pt x="2194963" y="1278988"/>
                </a:lnTo>
                <a:lnTo>
                  <a:pt x="2198506" y="1278303"/>
                </a:lnTo>
                <a:lnTo>
                  <a:pt x="2202050" y="1275845"/>
                </a:lnTo>
                <a:lnTo>
                  <a:pt x="2205564" y="1275845"/>
                </a:lnTo>
                <a:lnTo>
                  <a:pt x="2209108" y="1275588"/>
                </a:lnTo>
                <a:lnTo>
                  <a:pt x="2212651" y="1274045"/>
                </a:lnTo>
                <a:lnTo>
                  <a:pt x="2216194" y="1272845"/>
                </a:lnTo>
                <a:lnTo>
                  <a:pt x="2219709" y="1271902"/>
                </a:lnTo>
                <a:lnTo>
                  <a:pt x="2223252" y="1271845"/>
                </a:lnTo>
                <a:lnTo>
                  <a:pt x="2226795" y="1271730"/>
                </a:lnTo>
                <a:lnTo>
                  <a:pt x="2230310" y="1271502"/>
                </a:lnTo>
                <a:lnTo>
                  <a:pt x="2233853" y="1271473"/>
                </a:lnTo>
                <a:lnTo>
                  <a:pt x="2237368" y="1268359"/>
                </a:lnTo>
                <a:lnTo>
                  <a:pt x="2240912" y="1268244"/>
                </a:lnTo>
                <a:lnTo>
                  <a:pt x="2244455" y="1265758"/>
                </a:lnTo>
                <a:lnTo>
                  <a:pt x="2247970" y="1263758"/>
                </a:lnTo>
                <a:lnTo>
                  <a:pt x="2251513" y="1260043"/>
                </a:lnTo>
                <a:lnTo>
                  <a:pt x="2255056" y="1259957"/>
                </a:lnTo>
                <a:lnTo>
                  <a:pt x="2258599" y="1258243"/>
                </a:lnTo>
                <a:lnTo>
                  <a:pt x="2262114" y="1258129"/>
                </a:lnTo>
                <a:lnTo>
                  <a:pt x="2265657" y="1258043"/>
                </a:lnTo>
                <a:lnTo>
                  <a:pt x="2269201" y="1257957"/>
                </a:lnTo>
                <a:lnTo>
                  <a:pt x="2272715" y="1254128"/>
                </a:lnTo>
                <a:lnTo>
                  <a:pt x="2276259" y="1252928"/>
                </a:lnTo>
                <a:lnTo>
                  <a:pt x="2279802" y="1251414"/>
                </a:lnTo>
                <a:lnTo>
                  <a:pt x="2283345" y="1250385"/>
                </a:lnTo>
                <a:lnTo>
                  <a:pt x="2286860" y="1246984"/>
                </a:lnTo>
                <a:lnTo>
                  <a:pt x="2290403" y="1245784"/>
                </a:lnTo>
                <a:lnTo>
                  <a:pt x="2293947" y="1243555"/>
                </a:lnTo>
                <a:lnTo>
                  <a:pt x="2297461" y="1242041"/>
                </a:lnTo>
                <a:lnTo>
                  <a:pt x="2301005" y="1238926"/>
                </a:lnTo>
                <a:lnTo>
                  <a:pt x="2304548" y="1238726"/>
                </a:lnTo>
                <a:lnTo>
                  <a:pt x="2308091" y="1236726"/>
                </a:lnTo>
                <a:lnTo>
                  <a:pt x="2311606" y="1232154"/>
                </a:lnTo>
                <a:lnTo>
                  <a:pt x="2315149" y="1230554"/>
                </a:lnTo>
                <a:lnTo>
                  <a:pt x="2318693" y="1225582"/>
                </a:lnTo>
                <a:lnTo>
                  <a:pt x="2322207" y="1222010"/>
                </a:lnTo>
                <a:lnTo>
                  <a:pt x="2325751" y="1220295"/>
                </a:lnTo>
                <a:lnTo>
                  <a:pt x="2329294" y="1218095"/>
                </a:lnTo>
                <a:lnTo>
                  <a:pt x="2332809" y="1215123"/>
                </a:lnTo>
                <a:lnTo>
                  <a:pt x="2336352" y="1212723"/>
                </a:lnTo>
                <a:lnTo>
                  <a:pt x="2339895" y="1209580"/>
                </a:lnTo>
                <a:lnTo>
                  <a:pt x="2343410" y="1203808"/>
                </a:lnTo>
                <a:lnTo>
                  <a:pt x="2346953" y="1196521"/>
                </a:lnTo>
                <a:lnTo>
                  <a:pt x="2350497" y="1196264"/>
                </a:lnTo>
                <a:lnTo>
                  <a:pt x="2354011" y="1194892"/>
                </a:lnTo>
                <a:lnTo>
                  <a:pt x="2357555" y="1194549"/>
                </a:lnTo>
                <a:lnTo>
                  <a:pt x="2361098" y="1193978"/>
                </a:lnTo>
                <a:lnTo>
                  <a:pt x="2364613" y="1191463"/>
                </a:lnTo>
                <a:lnTo>
                  <a:pt x="2368156" y="1182291"/>
                </a:lnTo>
                <a:lnTo>
                  <a:pt x="2371699" y="1179233"/>
                </a:lnTo>
                <a:lnTo>
                  <a:pt x="2375243" y="1178404"/>
                </a:lnTo>
                <a:lnTo>
                  <a:pt x="2378757" y="1176661"/>
                </a:lnTo>
                <a:lnTo>
                  <a:pt x="2382301" y="1174718"/>
                </a:lnTo>
                <a:lnTo>
                  <a:pt x="2385844" y="1160688"/>
                </a:lnTo>
                <a:lnTo>
                  <a:pt x="2389359" y="1146743"/>
                </a:lnTo>
                <a:lnTo>
                  <a:pt x="2392902" y="1137428"/>
                </a:lnTo>
                <a:lnTo>
                  <a:pt x="2396445" y="1134056"/>
                </a:lnTo>
                <a:lnTo>
                  <a:pt x="2399989" y="1132913"/>
                </a:lnTo>
                <a:lnTo>
                  <a:pt x="2403503" y="1132684"/>
                </a:lnTo>
                <a:lnTo>
                  <a:pt x="2407047" y="1132056"/>
                </a:lnTo>
                <a:lnTo>
                  <a:pt x="2410590" y="1128398"/>
                </a:lnTo>
                <a:lnTo>
                  <a:pt x="2414105" y="1127398"/>
                </a:lnTo>
                <a:lnTo>
                  <a:pt x="2417648" y="1123083"/>
                </a:lnTo>
                <a:lnTo>
                  <a:pt x="2421191" y="1118483"/>
                </a:lnTo>
                <a:lnTo>
                  <a:pt x="2424706" y="1112653"/>
                </a:lnTo>
                <a:lnTo>
                  <a:pt x="2428249" y="1109110"/>
                </a:lnTo>
                <a:lnTo>
                  <a:pt x="2431793" y="1105138"/>
                </a:lnTo>
                <a:lnTo>
                  <a:pt x="2435307" y="1105110"/>
                </a:lnTo>
                <a:lnTo>
                  <a:pt x="2438851" y="1096394"/>
                </a:lnTo>
                <a:lnTo>
                  <a:pt x="2442394" y="1096251"/>
                </a:lnTo>
                <a:lnTo>
                  <a:pt x="2445909" y="1093051"/>
                </a:lnTo>
                <a:lnTo>
                  <a:pt x="2449452" y="1091336"/>
                </a:lnTo>
                <a:lnTo>
                  <a:pt x="2452995" y="1087650"/>
                </a:lnTo>
                <a:lnTo>
                  <a:pt x="2456510" y="1078049"/>
                </a:lnTo>
                <a:lnTo>
                  <a:pt x="2460053" y="1074820"/>
                </a:lnTo>
                <a:lnTo>
                  <a:pt x="2463596" y="1071820"/>
                </a:lnTo>
                <a:lnTo>
                  <a:pt x="2467140" y="1069962"/>
                </a:lnTo>
                <a:lnTo>
                  <a:pt x="2470655" y="1066019"/>
                </a:lnTo>
                <a:lnTo>
                  <a:pt x="2474198" y="1062047"/>
                </a:lnTo>
                <a:lnTo>
                  <a:pt x="2477741" y="1057018"/>
                </a:lnTo>
                <a:lnTo>
                  <a:pt x="2481284" y="1054446"/>
                </a:lnTo>
                <a:lnTo>
                  <a:pt x="2484799" y="1053960"/>
                </a:lnTo>
                <a:lnTo>
                  <a:pt x="2488342" y="1050846"/>
                </a:lnTo>
                <a:lnTo>
                  <a:pt x="2491886" y="1047674"/>
                </a:lnTo>
                <a:lnTo>
                  <a:pt x="2495400" y="1042359"/>
                </a:lnTo>
                <a:lnTo>
                  <a:pt x="2498944" y="1040359"/>
                </a:lnTo>
                <a:lnTo>
                  <a:pt x="2502487" y="1038587"/>
                </a:lnTo>
                <a:lnTo>
                  <a:pt x="2506002" y="1032129"/>
                </a:lnTo>
                <a:lnTo>
                  <a:pt x="2509545" y="1030786"/>
                </a:lnTo>
                <a:lnTo>
                  <a:pt x="2513088" y="1030272"/>
                </a:lnTo>
                <a:lnTo>
                  <a:pt x="2516603" y="1025957"/>
                </a:lnTo>
                <a:lnTo>
                  <a:pt x="2520146" y="1021356"/>
                </a:lnTo>
                <a:lnTo>
                  <a:pt x="2523690" y="1010155"/>
                </a:lnTo>
                <a:lnTo>
                  <a:pt x="2527204" y="1009298"/>
                </a:lnTo>
                <a:lnTo>
                  <a:pt x="2530748" y="1007983"/>
                </a:lnTo>
                <a:lnTo>
                  <a:pt x="2534291" y="1007697"/>
                </a:lnTo>
                <a:lnTo>
                  <a:pt x="2537806" y="1005526"/>
                </a:lnTo>
                <a:lnTo>
                  <a:pt x="2541349" y="1004497"/>
                </a:lnTo>
                <a:lnTo>
                  <a:pt x="2544892" y="1001668"/>
                </a:lnTo>
                <a:lnTo>
                  <a:pt x="2548436" y="987952"/>
                </a:lnTo>
                <a:lnTo>
                  <a:pt x="2551950" y="984752"/>
                </a:lnTo>
                <a:lnTo>
                  <a:pt x="2555494" y="975293"/>
                </a:lnTo>
                <a:lnTo>
                  <a:pt x="2559037" y="968207"/>
                </a:lnTo>
                <a:lnTo>
                  <a:pt x="2562552" y="960606"/>
                </a:lnTo>
                <a:lnTo>
                  <a:pt x="2566095" y="959177"/>
                </a:lnTo>
                <a:lnTo>
                  <a:pt x="2569638" y="950004"/>
                </a:lnTo>
                <a:lnTo>
                  <a:pt x="2573182" y="944375"/>
                </a:lnTo>
                <a:lnTo>
                  <a:pt x="2576696" y="943632"/>
                </a:lnTo>
                <a:lnTo>
                  <a:pt x="2580240" y="939489"/>
                </a:lnTo>
                <a:lnTo>
                  <a:pt x="2583783" y="939375"/>
                </a:lnTo>
                <a:lnTo>
                  <a:pt x="2587298" y="933117"/>
                </a:lnTo>
                <a:lnTo>
                  <a:pt x="2590841" y="930745"/>
                </a:lnTo>
                <a:lnTo>
                  <a:pt x="2594384" y="929545"/>
                </a:lnTo>
                <a:lnTo>
                  <a:pt x="2597928" y="928602"/>
                </a:lnTo>
                <a:lnTo>
                  <a:pt x="2601442" y="925830"/>
                </a:lnTo>
                <a:lnTo>
                  <a:pt x="2604986" y="915543"/>
                </a:lnTo>
                <a:lnTo>
                  <a:pt x="2608529" y="915200"/>
                </a:lnTo>
                <a:lnTo>
                  <a:pt x="2612044" y="915000"/>
                </a:lnTo>
                <a:lnTo>
                  <a:pt x="2615587" y="914371"/>
                </a:lnTo>
                <a:lnTo>
                  <a:pt x="2619130" y="912171"/>
                </a:lnTo>
                <a:lnTo>
                  <a:pt x="2622645" y="909114"/>
                </a:lnTo>
                <a:lnTo>
                  <a:pt x="2626188" y="908371"/>
                </a:lnTo>
                <a:lnTo>
                  <a:pt x="2629703" y="905456"/>
                </a:lnTo>
                <a:lnTo>
                  <a:pt x="2633246" y="904313"/>
                </a:lnTo>
                <a:lnTo>
                  <a:pt x="2636790" y="902056"/>
                </a:lnTo>
                <a:lnTo>
                  <a:pt x="2640333" y="898598"/>
                </a:lnTo>
                <a:lnTo>
                  <a:pt x="2643848" y="898484"/>
                </a:lnTo>
                <a:lnTo>
                  <a:pt x="2647391" y="894540"/>
                </a:lnTo>
                <a:lnTo>
                  <a:pt x="2650934" y="893569"/>
                </a:lnTo>
                <a:lnTo>
                  <a:pt x="2654449" y="891883"/>
                </a:lnTo>
                <a:lnTo>
                  <a:pt x="2657992" y="891826"/>
                </a:lnTo>
                <a:lnTo>
                  <a:pt x="2661536" y="888654"/>
                </a:lnTo>
                <a:lnTo>
                  <a:pt x="2665079" y="888025"/>
                </a:lnTo>
                <a:lnTo>
                  <a:pt x="2668594" y="881624"/>
                </a:lnTo>
                <a:lnTo>
                  <a:pt x="2672137" y="878167"/>
                </a:lnTo>
                <a:lnTo>
                  <a:pt x="2675680" y="874881"/>
                </a:lnTo>
                <a:lnTo>
                  <a:pt x="2679195" y="872395"/>
                </a:lnTo>
                <a:lnTo>
                  <a:pt x="2682738" y="872395"/>
                </a:lnTo>
                <a:lnTo>
                  <a:pt x="2686281" y="870823"/>
                </a:lnTo>
                <a:lnTo>
                  <a:pt x="2689825" y="869823"/>
                </a:lnTo>
                <a:lnTo>
                  <a:pt x="2693339" y="868851"/>
                </a:lnTo>
                <a:lnTo>
                  <a:pt x="2696883" y="867023"/>
                </a:lnTo>
                <a:lnTo>
                  <a:pt x="2700426" y="865308"/>
                </a:lnTo>
                <a:lnTo>
                  <a:pt x="2703941" y="864022"/>
                </a:lnTo>
                <a:lnTo>
                  <a:pt x="2707484" y="857136"/>
                </a:lnTo>
                <a:lnTo>
                  <a:pt x="2711027" y="853964"/>
                </a:lnTo>
                <a:lnTo>
                  <a:pt x="2714542" y="849735"/>
                </a:lnTo>
                <a:lnTo>
                  <a:pt x="2718085" y="848392"/>
                </a:lnTo>
                <a:lnTo>
                  <a:pt x="2721629" y="842591"/>
                </a:lnTo>
                <a:lnTo>
                  <a:pt x="2725143" y="837333"/>
                </a:lnTo>
                <a:lnTo>
                  <a:pt x="2728687" y="835276"/>
                </a:lnTo>
                <a:lnTo>
                  <a:pt x="2732230" y="832275"/>
                </a:lnTo>
                <a:lnTo>
                  <a:pt x="2735745" y="831504"/>
                </a:lnTo>
                <a:lnTo>
                  <a:pt x="2739288" y="831247"/>
                </a:lnTo>
                <a:lnTo>
                  <a:pt x="2742831" y="824246"/>
                </a:lnTo>
                <a:lnTo>
                  <a:pt x="2746346" y="814702"/>
                </a:lnTo>
                <a:lnTo>
                  <a:pt x="2749889" y="814416"/>
                </a:lnTo>
                <a:lnTo>
                  <a:pt x="2753433" y="810844"/>
                </a:lnTo>
                <a:lnTo>
                  <a:pt x="2756976" y="810616"/>
                </a:lnTo>
                <a:lnTo>
                  <a:pt x="2760491" y="797414"/>
                </a:lnTo>
                <a:lnTo>
                  <a:pt x="2764034" y="794299"/>
                </a:lnTo>
                <a:lnTo>
                  <a:pt x="2767577" y="792328"/>
                </a:lnTo>
                <a:lnTo>
                  <a:pt x="2771092" y="792270"/>
                </a:lnTo>
                <a:lnTo>
                  <a:pt x="2774635" y="787841"/>
                </a:lnTo>
                <a:lnTo>
                  <a:pt x="2778179" y="786155"/>
                </a:lnTo>
                <a:lnTo>
                  <a:pt x="2781722" y="783469"/>
                </a:lnTo>
                <a:lnTo>
                  <a:pt x="2785237" y="772325"/>
                </a:lnTo>
                <a:lnTo>
                  <a:pt x="2788780" y="771696"/>
                </a:lnTo>
                <a:lnTo>
                  <a:pt x="2792323" y="758066"/>
                </a:lnTo>
                <a:lnTo>
                  <a:pt x="2795838" y="753666"/>
                </a:lnTo>
                <a:lnTo>
                  <a:pt x="2799381" y="753437"/>
                </a:lnTo>
                <a:lnTo>
                  <a:pt x="2802925" y="749837"/>
                </a:lnTo>
                <a:lnTo>
                  <a:pt x="2806439" y="730291"/>
                </a:lnTo>
                <a:lnTo>
                  <a:pt x="2809983" y="724833"/>
                </a:lnTo>
                <a:lnTo>
                  <a:pt x="2813526" y="719204"/>
                </a:lnTo>
                <a:lnTo>
                  <a:pt x="2817041" y="718890"/>
                </a:lnTo>
                <a:lnTo>
                  <a:pt x="2820584" y="716232"/>
                </a:lnTo>
                <a:lnTo>
                  <a:pt x="2824127" y="712146"/>
                </a:lnTo>
                <a:lnTo>
                  <a:pt x="2827642" y="711203"/>
                </a:lnTo>
                <a:lnTo>
                  <a:pt x="2831185" y="707088"/>
                </a:lnTo>
                <a:lnTo>
                  <a:pt x="2834729" y="704259"/>
                </a:lnTo>
                <a:lnTo>
                  <a:pt x="2838243" y="703802"/>
                </a:lnTo>
                <a:lnTo>
                  <a:pt x="2841787" y="702859"/>
                </a:lnTo>
                <a:lnTo>
                  <a:pt x="2845330" y="697773"/>
                </a:lnTo>
                <a:lnTo>
                  <a:pt x="2848873" y="696744"/>
                </a:lnTo>
                <a:lnTo>
                  <a:pt x="2852388" y="695315"/>
                </a:lnTo>
                <a:lnTo>
                  <a:pt x="2855931" y="694430"/>
                </a:lnTo>
                <a:lnTo>
                  <a:pt x="2859475" y="693087"/>
                </a:lnTo>
                <a:lnTo>
                  <a:pt x="2862989" y="692515"/>
                </a:lnTo>
                <a:lnTo>
                  <a:pt x="2866533" y="690886"/>
                </a:lnTo>
                <a:lnTo>
                  <a:pt x="2870076" y="688772"/>
                </a:lnTo>
                <a:lnTo>
                  <a:pt x="2873619" y="684828"/>
                </a:lnTo>
                <a:lnTo>
                  <a:pt x="2877134" y="684714"/>
                </a:lnTo>
                <a:lnTo>
                  <a:pt x="2880677" y="683885"/>
                </a:lnTo>
                <a:lnTo>
                  <a:pt x="2884220" y="680885"/>
                </a:lnTo>
                <a:lnTo>
                  <a:pt x="2887735" y="678342"/>
                </a:lnTo>
                <a:lnTo>
                  <a:pt x="2891279" y="676513"/>
                </a:lnTo>
                <a:lnTo>
                  <a:pt x="2894822" y="674370"/>
                </a:lnTo>
                <a:lnTo>
                  <a:pt x="2898337" y="672427"/>
                </a:lnTo>
                <a:lnTo>
                  <a:pt x="2901880" y="671427"/>
                </a:lnTo>
                <a:lnTo>
                  <a:pt x="2905423" y="663026"/>
                </a:lnTo>
                <a:lnTo>
                  <a:pt x="2908938" y="661740"/>
                </a:lnTo>
                <a:lnTo>
                  <a:pt x="2912481" y="658797"/>
                </a:lnTo>
                <a:lnTo>
                  <a:pt x="2916024" y="652596"/>
                </a:lnTo>
                <a:lnTo>
                  <a:pt x="2919539" y="652024"/>
                </a:lnTo>
                <a:lnTo>
                  <a:pt x="2923082" y="644052"/>
                </a:lnTo>
                <a:lnTo>
                  <a:pt x="2926626" y="634194"/>
                </a:lnTo>
                <a:lnTo>
                  <a:pt x="2930141" y="627964"/>
                </a:lnTo>
                <a:lnTo>
                  <a:pt x="2933684" y="611305"/>
                </a:lnTo>
                <a:lnTo>
                  <a:pt x="2937227" y="611048"/>
                </a:lnTo>
                <a:lnTo>
                  <a:pt x="2940770" y="608676"/>
                </a:lnTo>
                <a:lnTo>
                  <a:pt x="2944285" y="605247"/>
                </a:lnTo>
                <a:lnTo>
                  <a:pt x="2947828" y="599704"/>
                </a:lnTo>
                <a:lnTo>
                  <a:pt x="2951372" y="595103"/>
                </a:lnTo>
                <a:lnTo>
                  <a:pt x="2954915" y="592303"/>
                </a:lnTo>
                <a:lnTo>
                  <a:pt x="2958430" y="582901"/>
                </a:lnTo>
                <a:lnTo>
                  <a:pt x="2961973" y="582530"/>
                </a:lnTo>
                <a:lnTo>
                  <a:pt x="2965516" y="577872"/>
                </a:lnTo>
                <a:lnTo>
                  <a:pt x="2969031" y="574443"/>
                </a:lnTo>
                <a:lnTo>
                  <a:pt x="2972574" y="573215"/>
                </a:lnTo>
                <a:lnTo>
                  <a:pt x="2976118" y="565042"/>
                </a:lnTo>
                <a:lnTo>
                  <a:pt x="2979661" y="558727"/>
                </a:lnTo>
                <a:lnTo>
                  <a:pt x="2983176" y="557413"/>
                </a:lnTo>
                <a:lnTo>
                  <a:pt x="2986719" y="531124"/>
                </a:lnTo>
                <a:lnTo>
                  <a:pt x="2990262" y="511264"/>
                </a:lnTo>
                <a:lnTo>
                  <a:pt x="2993777" y="499577"/>
                </a:lnTo>
                <a:lnTo>
                  <a:pt x="2997320" y="496719"/>
                </a:lnTo>
                <a:lnTo>
                  <a:pt x="3000864" y="496205"/>
                </a:lnTo>
                <a:lnTo>
                  <a:pt x="3004378" y="488718"/>
                </a:lnTo>
                <a:lnTo>
                  <a:pt x="3007922" y="488061"/>
                </a:lnTo>
                <a:lnTo>
                  <a:pt x="3011436" y="486175"/>
                </a:lnTo>
                <a:lnTo>
                  <a:pt x="3014980" y="474316"/>
                </a:lnTo>
                <a:lnTo>
                  <a:pt x="3018523" y="468230"/>
                </a:lnTo>
                <a:lnTo>
                  <a:pt x="3022066" y="468116"/>
                </a:lnTo>
                <a:lnTo>
                  <a:pt x="3025581" y="467487"/>
                </a:lnTo>
                <a:lnTo>
                  <a:pt x="3029124" y="460686"/>
                </a:lnTo>
                <a:lnTo>
                  <a:pt x="3032668" y="452371"/>
                </a:lnTo>
                <a:lnTo>
                  <a:pt x="3036182" y="446542"/>
                </a:lnTo>
                <a:lnTo>
                  <a:pt x="3039726" y="438312"/>
                </a:lnTo>
                <a:lnTo>
                  <a:pt x="3043269" y="429968"/>
                </a:lnTo>
                <a:lnTo>
                  <a:pt x="3046812" y="410766"/>
                </a:lnTo>
                <a:lnTo>
                  <a:pt x="3050327" y="409394"/>
                </a:lnTo>
                <a:lnTo>
                  <a:pt x="3053870" y="396192"/>
                </a:lnTo>
                <a:lnTo>
                  <a:pt x="3057414" y="384391"/>
                </a:lnTo>
                <a:lnTo>
                  <a:pt x="3060928" y="378904"/>
                </a:lnTo>
                <a:lnTo>
                  <a:pt x="3064472" y="376819"/>
                </a:lnTo>
                <a:lnTo>
                  <a:pt x="3068015" y="373704"/>
                </a:lnTo>
                <a:lnTo>
                  <a:pt x="3071558" y="366703"/>
                </a:lnTo>
                <a:lnTo>
                  <a:pt x="3075073" y="355987"/>
                </a:lnTo>
                <a:lnTo>
                  <a:pt x="3078616" y="350958"/>
                </a:lnTo>
                <a:lnTo>
                  <a:pt x="3082160" y="346700"/>
                </a:lnTo>
                <a:lnTo>
                  <a:pt x="3085674" y="335728"/>
                </a:lnTo>
                <a:lnTo>
                  <a:pt x="3089218" y="330784"/>
                </a:lnTo>
                <a:lnTo>
                  <a:pt x="3092761" y="327298"/>
                </a:lnTo>
                <a:lnTo>
                  <a:pt x="3096276" y="319211"/>
                </a:lnTo>
                <a:lnTo>
                  <a:pt x="3099819" y="316182"/>
                </a:lnTo>
                <a:lnTo>
                  <a:pt x="3103362" y="312439"/>
                </a:lnTo>
                <a:lnTo>
                  <a:pt x="3106877" y="309353"/>
                </a:lnTo>
                <a:lnTo>
                  <a:pt x="3110420" y="306610"/>
                </a:lnTo>
                <a:lnTo>
                  <a:pt x="3113963" y="305010"/>
                </a:lnTo>
                <a:lnTo>
                  <a:pt x="3117478" y="297294"/>
                </a:lnTo>
                <a:lnTo>
                  <a:pt x="3121022" y="296437"/>
                </a:lnTo>
                <a:lnTo>
                  <a:pt x="3124565" y="289150"/>
                </a:lnTo>
                <a:lnTo>
                  <a:pt x="3128080" y="288522"/>
                </a:lnTo>
                <a:lnTo>
                  <a:pt x="3131623" y="283378"/>
                </a:lnTo>
                <a:lnTo>
                  <a:pt x="3135166" y="277892"/>
                </a:lnTo>
                <a:lnTo>
                  <a:pt x="3138709" y="275006"/>
                </a:lnTo>
                <a:lnTo>
                  <a:pt x="3142224" y="268548"/>
                </a:lnTo>
                <a:lnTo>
                  <a:pt x="3145767" y="265433"/>
                </a:lnTo>
                <a:lnTo>
                  <a:pt x="3149311" y="250031"/>
                </a:lnTo>
                <a:lnTo>
                  <a:pt x="3152825" y="248431"/>
                </a:lnTo>
                <a:lnTo>
                  <a:pt x="3156369" y="245459"/>
                </a:lnTo>
                <a:lnTo>
                  <a:pt x="3159912" y="243545"/>
                </a:lnTo>
                <a:lnTo>
                  <a:pt x="3163455" y="237573"/>
                </a:lnTo>
                <a:lnTo>
                  <a:pt x="3166970" y="226628"/>
                </a:lnTo>
                <a:lnTo>
                  <a:pt x="3170513" y="223885"/>
                </a:lnTo>
                <a:lnTo>
                  <a:pt x="3174057" y="218227"/>
                </a:lnTo>
                <a:lnTo>
                  <a:pt x="3177571" y="207626"/>
                </a:lnTo>
                <a:lnTo>
                  <a:pt x="3181115" y="199082"/>
                </a:lnTo>
                <a:lnTo>
                  <a:pt x="3184658" y="196796"/>
                </a:lnTo>
                <a:lnTo>
                  <a:pt x="3188173" y="178622"/>
                </a:lnTo>
                <a:lnTo>
                  <a:pt x="3191716" y="170307"/>
                </a:lnTo>
                <a:lnTo>
                  <a:pt x="3195259" y="169221"/>
                </a:lnTo>
                <a:lnTo>
                  <a:pt x="3198774" y="165735"/>
                </a:lnTo>
                <a:lnTo>
                  <a:pt x="3202317" y="160134"/>
                </a:lnTo>
                <a:lnTo>
                  <a:pt x="3205861" y="159220"/>
                </a:lnTo>
                <a:lnTo>
                  <a:pt x="3209375" y="157963"/>
                </a:lnTo>
                <a:lnTo>
                  <a:pt x="3212919" y="153876"/>
                </a:lnTo>
                <a:lnTo>
                  <a:pt x="3216462" y="145590"/>
                </a:lnTo>
                <a:lnTo>
                  <a:pt x="3219977" y="144447"/>
                </a:lnTo>
                <a:lnTo>
                  <a:pt x="3223520" y="140989"/>
                </a:lnTo>
                <a:lnTo>
                  <a:pt x="3227063" y="133674"/>
                </a:lnTo>
                <a:lnTo>
                  <a:pt x="3230607" y="130959"/>
                </a:lnTo>
                <a:lnTo>
                  <a:pt x="3234121" y="129530"/>
                </a:lnTo>
                <a:lnTo>
                  <a:pt x="3237665" y="127445"/>
                </a:lnTo>
                <a:lnTo>
                  <a:pt x="3241208" y="125501"/>
                </a:lnTo>
                <a:lnTo>
                  <a:pt x="3244723" y="124330"/>
                </a:lnTo>
                <a:lnTo>
                  <a:pt x="3248266" y="123158"/>
                </a:lnTo>
                <a:lnTo>
                  <a:pt x="3251809" y="122215"/>
                </a:lnTo>
                <a:lnTo>
                  <a:pt x="3255353" y="121872"/>
                </a:lnTo>
                <a:lnTo>
                  <a:pt x="3258867" y="118243"/>
                </a:lnTo>
                <a:lnTo>
                  <a:pt x="3262411" y="113443"/>
                </a:lnTo>
                <a:lnTo>
                  <a:pt x="3265954" y="109728"/>
                </a:lnTo>
                <a:lnTo>
                  <a:pt x="3269469" y="109585"/>
                </a:lnTo>
                <a:lnTo>
                  <a:pt x="3273012" y="106556"/>
                </a:lnTo>
                <a:lnTo>
                  <a:pt x="3276555" y="105670"/>
                </a:lnTo>
                <a:lnTo>
                  <a:pt x="3280070" y="102670"/>
                </a:lnTo>
                <a:lnTo>
                  <a:pt x="3283613" y="101556"/>
                </a:lnTo>
                <a:lnTo>
                  <a:pt x="3287157" y="100441"/>
                </a:lnTo>
                <a:lnTo>
                  <a:pt x="3290671" y="96383"/>
                </a:lnTo>
                <a:lnTo>
                  <a:pt x="3294215" y="95555"/>
                </a:lnTo>
                <a:lnTo>
                  <a:pt x="3297758" y="94840"/>
                </a:lnTo>
                <a:lnTo>
                  <a:pt x="3301273" y="94498"/>
                </a:lnTo>
                <a:lnTo>
                  <a:pt x="3304816" y="94269"/>
                </a:lnTo>
                <a:lnTo>
                  <a:pt x="3308359" y="91726"/>
                </a:lnTo>
                <a:lnTo>
                  <a:pt x="3311874" y="90954"/>
                </a:lnTo>
                <a:lnTo>
                  <a:pt x="3315417" y="88754"/>
                </a:lnTo>
                <a:lnTo>
                  <a:pt x="3318961" y="87325"/>
                </a:lnTo>
                <a:lnTo>
                  <a:pt x="3322504" y="86439"/>
                </a:lnTo>
                <a:lnTo>
                  <a:pt x="3326019" y="82782"/>
                </a:lnTo>
                <a:lnTo>
                  <a:pt x="3329562" y="81667"/>
                </a:lnTo>
                <a:lnTo>
                  <a:pt x="3333105" y="81124"/>
                </a:lnTo>
                <a:lnTo>
                  <a:pt x="3336620" y="80982"/>
                </a:lnTo>
                <a:lnTo>
                  <a:pt x="3340163" y="80867"/>
                </a:lnTo>
                <a:lnTo>
                  <a:pt x="3343706" y="80353"/>
                </a:lnTo>
                <a:lnTo>
                  <a:pt x="3347250" y="76467"/>
                </a:lnTo>
                <a:lnTo>
                  <a:pt x="3350765" y="76410"/>
                </a:lnTo>
                <a:lnTo>
                  <a:pt x="3354308" y="75867"/>
                </a:lnTo>
                <a:lnTo>
                  <a:pt x="3357851" y="74981"/>
                </a:lnTo>
                <a:lnTo>
                  <a:pt x="3361394" y="72581"/>
                </a:lnTo>
                <a:lnTo>
                  <a:pt x="3364909" y="66323"/>
                </a:lnTo>
                <a:lnTo>
                  <a:pt x="3368452" y="56607"/>
                </a:lnTo>
                <a:lnTo>
                  <a:pt x="3371996" y="55407"/>
                </a:lnTo>
                <a:lnTo>
                  <a:pt x="3375510" y="54178"/>
                </a:lnTo>
                <a:lnTo>
                  <a:pt x="3379054" y="50406"/>
                </a:lnTo>
                <a:lnTo>
                  <a:pt x="3382568" y="50378"/>
                </a:lnTo>
                <a:lnTo>
                  <a:pt x="3386112" y="48920"/>
                </a:lnTo>
                <a:lnTo>
                  <a:pt x="3389655" y="43148"/>
                </a:lnTo>
                <a:lnTo>
                  <a:pt x="3393170" y="42491"/>
                </a:lnTo>
                <a:lnTo>
                  <a:pt x="3396713" y="36919"/>
                </a:lnTo>
                <a:lnTo>
                  <a:pt x="3400256" y="35062"/>
                </a:lnTo>
                <a:lnTo>
                  <a:pt x="3403771" y="33461"/>
                </a:lnTo>
                <a:lnTo>
                  <a:pt x="3407314" y="25489"/>
                </a:lnTo>
                <a:lnTo>
                  <a:pt x="3410858" y="25203"/>
                </a:lnTo>
                <a:lnTo>
                  <a:pt x="3414401" y="21603"/>
                </a:lnTo>
                <a:lnTo>
                  <a:pt x="3417916" y="21146"/>
                </a:lnTo>
                <a:lnTo>
                  <a:pt x="3421459" y="20631"/>
                </a:lnTo>
                <a:lnTo>
                  <a:pt x="3425002" y="19231"/>
                </a:lnTo>
                <a:lnTo>
                  <a:pt x="3428546" y="16974"/>
                </a:lnTo>
                <a:lnTo>
                  <a:pt x="3432060" y="14430"/>
                </a:lnTo>
                <a:lnTo>
                  <a:pt x="3435604" y="10173"/>
                </a:lnTo>
                <a:lnTo>
                  <a:pt x="3439147" y="10030"/>
                </a:lnTo>
                <a:lnTo>
                  <a:pt x="3442662" y="3715"/>
                </a:lnTo>
                <a:lnTo>
                  <a:pt x="34462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custDash>
              <a:ds d="375005" sp="125002"/>
              <a:ds d="100000" sp="125002"/>
              <a:ds d="100000" sp="125002"/>
            </a:custDash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CEDAF-0989-4199-B81B-EA415686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79" y="2131095"/>
            <a:ext cx="91091" cy="91097"/>
          </a:xfrm>
          <a:custGeom xmlns:a="http://schemas.openxmlformats.org/drawingml/2006/main">
            <a:pathLst>
              <a:path w="91091" h="91097">
                <a:moveTo>
                  <a:pt x="91091" y="45549"/>
                </a:moveTo>
                <a:cubicBezTo>
                  <a:pt x="91091" y="20403"/>
                  <a:pt x="70700" y="0"/>
                  <a:pt x="45540" y="0"/>
                </a:cubicBezTo>
                <a:cubicBezTo>
                  <a:pt x="20391" y="0"/>
                  <a:pt x="0" y="20403"/>
                  <a:pt x="0" y="45549"/>
                </a:cubicBezTo>
                <a:cubicBezTo>
                  <a:pt x="0" y="70723"/>
                  <a:pt x="20391" y="91097"/>
                  <a:pt x="45540" y="91097"/>
                </a:cubicBezTo>
                <a:cubicBezTo>
                  <a:pt x="70700" y="91097"/>
                  <a:pt x="91091" y="70723"/>
                  <a:pt x="91091" y="45549"/>
                </a:cubicBezTo>
                <a:close/>
                <a:moveTo>
                  <a:pt x="45540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5D153-13AC-40CC-B821-3DD688ED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79" y="2131095"/>
            <a:ext cx="91091" cy="91097"/>
          </a:xfrm>
          <a:custGeom xmlns:a="http://schemas.openxmlformats.org/drawingml/2006/main">
            <a:pathLst>
              <a:path w="91091" h="91097" fill="none">
                <a:moveTo>
                  <a:pt x="91091" y="45549"/>
                </a:moveTo>
                <a:cubicBezTo>
                  <a:pt x="91091" y="20403"/>
                  <a:pt x="70700" y="0"/>
                  <a:pt x="45540" y="0"/>
                </a:cubicBezTo>
                <a:cubicBezTo>
                  <a:pt x="20391" y="0"/>
                  <a:pt x="0" y="20403"/>
                  <a:pt x="0" y="45549"/>
                </a:cubicBezTo>
                <a:cubicBezTo>
                  <a:pt x="0" y="70723"/>
                  <a:pt x="20391" y="91097"/>
                  <a:pt x="45540" y="91097"/>
                </a:cubicBezTo>
                <a:cubicBezTo>
                  <a:pt x="70700" y="91097"/>
                  <a:pt x="91091" y="70723"/>
                  <a:pt x="91091" y="45549"/>
                </a:cubicBezTo>
                <a:close/>
                <a:moveTo>
                  <a:pt x="45540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68606-C74B-4F10-ABD0-B054BCFF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990" y="1920154"/>
            <a:ext cx="91097" cy="91097"/>
          </a:xfrm>
          <a:custGeom xmlns:a="http://schemas.openxmlformats.org/drawingml/2006/main">
            <a:pathLst>
              <a:path w="91097" h="91097">
                <a:moveTo>
                  <a:pt x="91097" y="45549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403" y="0"/>
                  <a:pt x="0" y="20403"/>
                  <a:pt x="0" y="45549"/>
                </a:cubicBezTo>
                <a:cubicBezTo>
                  <a:pt x="0" y="70695"/>
                  <a:pt x="20403" y="91097"/>
                  <a:pt x="45549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29EBF-4B9A-442B-92B0-7E5B615E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990" y="1920154"/>
            <a:ext cx="91097" cy="91097"/>
          </a:xfrm>
          <a:custGeom xmlns:a="http://schemas.openxmlformats.org/drawingml/2006/main">
            <a:pathLst>
              <a:path w="91097" h="91097" fill="none">
                <a:moveTo>
                  <a:pt x="91097" y="45549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403" y="0"/>
                  <a:pt x="0" y="20403"/>
                  <a:pt x="0" y="45549"/>
                </a:cubicBezTo>
                <a:cubicBezTo>
                  <a:pt x="0" y="70695"/>
                  <a:pt x="20403" y="91097"/>
                  <a:pt x="45549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7E784-9C69-4521-9114-70F0F75B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907" y="1715100"/>
            <a:ext cx="91097" cy="91097"/>
          </a:xfrm>
          <a:custGeom xmlns:a="http://schemas.openxmlformats.org/drawingml/2006/main">
            <a:pathLst>
              <a:path w="91097" h="91097">
                <a:moveTo>
                  <a:pt x="91097" y="45549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403" y="0"/>
                  <a:pt x="0" y="20403"/>
                  <a:pt x="0" y="45549"/>
                </a:cubicBezTo>
                <a:cubicBezTo>
                  <a:pt x="0" y="70723"/>
                  <a:pt x="20403" y="91097"/>
                  <a:pt x="45549" y="91097"/>
                </a:cubicBezTo>
                <a:cubicBezTo>
                  <a:pt x="70695" y="91097"/>
                  <a:pt x="91097" y="70723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76EF6-8EEA-4447-A27A-10CB893D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907" y="1715100"/>
            <a:ext cx="91097" cy="91097"/>
          </a:xfrm>
          <a:custGeom xmlns:a="http://schemas.openxmlformats.org/drawingml/2006/main">
            <a:pathLst>
              <a:path w="91097" h="91097" fill="none">
                <a:moveTo>
                  <a:pt x="91097" y="45549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403" y="0"/>
                  <a:pt x="0" y="20403"/>
                  <a:pt x="0" y="45549"/>
                </a:cubicBezTo>
                <a:cubicBezTo>
                  <a:pt x="0" y="70723"/>
                  <a:pt x="20403" y="91097"/>
                  <a:pt x="45549" y="91097"/>
                </a:cubicBezTo>
                <a:cubicBezTo>
                  <a:pt x="70695" y="91097"/>
                  <a:pt x="91097" y="70723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1EB41-2BBF-46BC-93AE-D4C37417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824" y="1358484"/>
            <a:ext cx="91097" cy="91097"/>
          </a:xfrm>
          <a:custGeom xmlns:a="http://schemas.openxmlformats.org/drawingml/2006/main">
            <a:pathLst>
              <a:path w="91097" h="91097">
                <a:moveTo>
                  <a:pt x="91097" y="45549"/>
                </a:moveTo>
                <a:cubicBezTo>
                  <a:pt x="91097" y="20374"/>
                  <a:pt x="70695" y="0"/>
                  <a:pt x="45549" y="0"/>
                </a:cubicBezTo>
                <a:cubicBezTo>
                  <a:pt x="20374" y="0"/>
                  <a:pt x="0" y="20374"/>
                  <a:pt x="0" y="45549"/>
                </a:cubicBezTo>
                <a:cubicBezTo>
                  <a:pt x="0" y="70695"/>
                  <a:pt x="20374" y="91097"/>
                  <a:pt x="45549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BF614-EA7E-406A-AF88-6CBC3F8C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824" y="1358484"/>
            <a:ext cx="91097" cy="91097"/>
          </a:xfrm>
          <a:custGeom xmlns:a="http://schemas.openxmlformats.org/drawingml/2006/main">
            <a:pathLst>
              <a:path w="91097" h="91097" fill="none">
                <a:moveTo>
                  <a:pt x="91097" y="45549"/>
                </a:moveTo>
                <a:cubicBezTo>
                  <a:pt x="91097" y="20374"/>
                  <a:pt x="70695" y="0"/>
                  <a:pt x="45549" y="0"/>
                </a:cubicBezTo>
                <a:cubicBezTo>
                  <a:pt x="20374" y="0"/>
                  <a:pt x="0" y="20374"/>
                  <a:pt x="0" y="45549"/>
                </a:cubicBezTo>
                <a:cubicBezTo>
                  <a:pt x="0" y="70695"/>
                  <a:pt x="20374" y="91097"/>
                  <a:pt x="45549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0AB9C-DDC5-4B9D-A5CA-D83B7291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41" y="788899"/>
            <a:ext cx="91097" cy="91097"/>
          </a:xfrm>
          <a:custGeom xmlns:a="http://schemas.openxmlformats.org/drawingml/2006/main">
            <a:pathLst>
              <a:path w="91097" h="91097">
                <a:moveTo>
                  <a:pt x="91097" y="45549"/>
                </a:moveTo>
                <a:cubicBezTo>
                  <a:pt x="91097" y="20374"/>
                  <a:pt x="70695" y="0"/>
                  <a:pt x="45520" y="0"/>
                </a:cubicBezTo>
                <a:cubicBezTo>
                  <a:pt x="20374" y="0"/>
                  <a:pt x="0" y="20374"/>
                  <a:pt x="0" y="45549"/>
                </a:cubicBezTo>
                <a:cubicBezTo>
                  <a:pt x="0" y="70695"/>
                  <a:pt x="20374" y="91097"/>
                  <a:pt x="45520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20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93A9D-64FB-4EF4-85B0-179A0A56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41" y="788899"/>
            <a:ext cx="91097" cy="91097"/>
          </a:xfrm>
          <a:custGeom xmlns:a="http://schemas.openxmlformats.org/drawingml/2006/main">
            <a:pathLst>
              <a:path w="91097" h="91097" fill="none">
                <a:moveTo>
                  <a:pt x="91097" y="45549"/>
                </a:moveTo>
                <a:cubicBezTo>
                  <a:pt x="91097" y="20374"/>
                  <a:pt x="70695" y="0"/>
                  <a:pt x="45520" y="0"/>
                </a:cubicBezTo>
                <a:cubicBezTo>
                  <a:pt x="20374" y="0"/>
                  <a:pt x="0" y="20374"/>
                  <a:pt x="0" y="45549"/>
                </a:cubicBezTo>
                <a:cubicBezTo>
                  <a:pt x="0" y="70695"/>
                  <a:pt x="20374" y="91097"/>
                  <a:pt x="45520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20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B93B9-CBC3-4677-A2E1-8A3D565F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79" y="2137996"/>
            <a:ext cx="91094" cy="91083"/>
          </a:xfrm>
          <a:custGeom xmlns:a="http://schemas.openxmlformats.org/drawingml/2006/main">
            <a:pathLst>
              <a:path w="91094" h="91083">
                <a:moveTo>
                  <a:pt x="0" y="91083"/>
                </a:moveTo>
                <a:lnTo>
                  <a:pt x="91094" y="91083"/>
                </a:lnTo>
                <a:lnTo>
                  <a:pt x="91094" y="0"/>
                </a:lnTo>
                <a:lnTo>
                  <a:pt x="0" y="0"/>
                </a:lnTo>
                <a:lnTo>
                  <a:pt x="0" y="91083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DFB492-C128-4943-9A15-7650E52B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79" y="2137996"/>
            <a:ext cx="91094" cy="91083"/>
          </a:xfrm>
          <a:custGeom xmlns:a="http://schemas.openxmlformats.org/drawingml/2006/main">
            <a:pathLst>
              <a:path w="91094" h="91083" fill="none">
                <a:moveTo>
                  <a:pt x="0" y="91083"/>
                </a:moveTo>
                <a:lnTo>
                  <a:pt x="91094" y="91083"/>
                </a:lnTo>
                <a:lnTo>
                  <a:pt x="91094" y="0"/>
                </a:lnTo>
                <a:lnTo>
                  <a:pt x="0" y="0"/>
                </a:lnTo>
                <a:lnTo>
                  <a:pt x="0" y="9108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CD9F0-19C7-4E31-AB55-3E6B1E94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990" y="1928261"/>
            <a:ext cx="91105" cy="91106"/>
          </a:xfrm>
          <a:custGeom xmlns:a="http://schemas.openxmlformats.org/drawingml/2006/main">
            <a:pathLst>
              <a:path w="91105" h="91106">
                <a:moveTo>
                  <a:pt x="0" y="91106"/>
                </a:moveTo>
                <a:lnTo>
                  <a:pt x="91105" y="91106"/>
                </a:lnTo>
                <a:lnTo>
                  <a:pt x="91105" y="0"/>
                </a:lnTo>
                <a:lnTo>
                  <a:pt x="0" y="0"/>
                </a:lnTo>
                <a:lnTo>
                  <a:pt x="0" y="91106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18CC4-8657-4104-8178-8A36233C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990" y="1928261"/>
            <a:ext cx="91105" cy="91106"/>
          </a:xfrm>
          <a:custGeom xmlns:a="http://schemas.openxmlformats.org/drawingml/2006/main">
            <a:pathLst>
              <a:path w="91105" h="91106" fill="none">
                <a:moveTo>
                  <a:pt x="0" y="91106"/>
                </a:moveTo>
                <a:lnTo>
                  <a:pt x="91105" y="91106"/>
                </a:lnTo>
                <a:lnTo>
                  <a:pt x="91105" y="0"/>
                </a:lnTo>
                <a:lnTo>
                  <a:pt x="0" y="0"/>
                </a:lnTo>
                <a:lnTo>
                  <a:pt x="0" y="911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7CE0E-3B0C-4B3B-96A7-A55CCF84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907" y="1750279"/>
            <a:ext cx="91094" cy="91094"/>
          </a:xfrm>
          <a:custGeom xmlns:a="http://schemas.openxmlformats.org/drawingml/2006/main">
            <a:pathLst>
              <a:path w="91094" h="91094">
                <a:moveTo>
                  <a:pt x="0" y="91094"/>
                </a:moveTo>
                <a:lnTo>
                  <a:pt x="91094" y="91094"/>
                </a:lnTo>
                <a:lnTo>
                  <a:pt x="91094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730CE-5AC6-4FB7-B95E-D97DE419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907" y="1750279"/>
            <a:ext cx="91094" cy="91094"/>
          </a:xfrm>
          <a:custGeom xmlns:a="http://schemas.openxmlformats.org/drawingml/2006/main">
            <a:pathLst>
              <a:path w="91094" h="91094" fill="none">
                <a:moveTo>
                  <a:pt x="0" y="91094"/>
                </a:moveTo>
                <a:lnTo>
                  <a:pt x="91094" y="91094"/>
                </a:lnTo>
                <a:lnTo>
                  <a:pt x="91094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D907A-0E84-4D06-B055-1B508C7D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824" y="1490675"/>
            <a:ext cx="91105" cy="91094"/>
          </a:xfrm>
          <a:custGeom xmlns:a="http://schemas.openxmlformats.org/drawingml/2006/main">
            <a:pathLst>
              <a:path w="91105" h="91094">
                <a:moveTo>
                  <a:pt x="0" y="91094"/>
                </a:moveTo>
                <a:lnTo>
                  <a:pt x="91105" y="91094"/>
                </a:lnTo>
                <a:lnTo>
                  <a:pt x="91105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2EF96-1581-4F47-8F33-F2466DC8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824" y="1490675"/>
            <a:ext cx="91105" cy="91094"/>
          </a:xfrm>
          <a:custGeom xmlns:a="http://schemas.openxmlformats.org/drawingml/2006/main">
            <a:pathLst>
              <a:path w="91105" h="91094" fill="none">
                <a:moveTo>
                  <a:pt x="0" y="91094"/>
                </a:moveTo>
                <a:lnTo>
                  <a:pt x="91105" y="91094"/>
                </a:lnTo>
                <a:lnTo>
                  <a:pt x="91105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E1BB77-6CC4-4863-BAB2-AB7F0C96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41" y="943052"/>
            <a:ext cx="91094" cy="91105"/>
          </a:xfrm>
          <a:custGeom xmlns:a="http://schemas.openxmlformats.org/drawingml/2006/main">
            <a:pathLst>
              <a:path w="91094" h="91105">
                <a:moveTo>
                  <a:pt x="0" y="91105"/>
                </a:moveTo>
                <a:lnTo>
                  <a:pt x="91094" y="91105"/>
                </a:lnTo>
                <a:lnTo>
                  <a:pt x="91094" y="0"/>
                </a:lnTo>
                <a:lnTo>
                  <a:pt x="0" y="0"/>
                </a:lnTo>
                <a:lnTo>
                  <a:pt x="0" y="91105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5119A-67E6-42A5-AD92-3B5A9141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41" y="943052"/>
            <a:ext cx="91094" cy="91105"/>
          </a:xfrm>
          <a:custGeom xmlns:a="http://schemas.openxmlformats.org/drawingml/2006/main">
            <a:pathLst>
              <a:path w="91094" h="91105" fill="none">
                <a:moveTo>
                  <a:pt x="0" y="91105"/>
                </a:moveTo>
                <a:lnTo>
                  <a:pt x="91094" y="91105"/>
                </a:lnTo>
                <a:lnTo>
                  <a:pt x="91094" y="0"/>
                </a:lnTo>
                <a:lnTo>
                  <a:pt x="0" y="0"/>
                </a:lnTo>
                <a:lnTo>
                  <a:pt x="0" y="911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0DF20-855E-4893-A0C5-0DC65030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629" y="154022"/>
            <a:ext cx="91094" cy="91094"/>
          </a:xfrm>
          <a:custGeom xmlns:a="http://schemas.openxmlformats.org/drawingml/2006/main">
            <a:pathLst>
              <a:path w="91094" h="91094">
                <a:moveTo>
                  <a:pt x="0" y="91094"/>
                </a:moveTo>
                <a:lnTo>
                  <a:pt x="91094" y="91094"/>
                </a:lnTo>
                <a:lnTo>
                  <a:pt x="91094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D6C9A-6BD2-4C1E-AC81-584975BC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629" y="154022"/>
            <a:ext cx="91094" cy="91094"/>
          </a:xfrm>
          <a:custGeom xmlns:a="http://schemas.openxmlformats.org/drawingml/2006/main">
            <a:pathLst>
              <a:path w="91094" h="91094" fill="none">
                <a:moveTo>
                  <a:pt x="0" y="91094"/>
                </a:moveTo>
                <a:lnTo>
                  <a:pt x="91094" y="91094"/>
                </a:lnTo>
                <a:lnTo>
                  <a:pt x="91094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FB577-92BC-48EA-8A86-091E3382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71" y="2139982"/>
            <a:ext cx="78907" cy="68323"/>
          </a:xfrm>
          <a:custGeom xmlns:a="http://schemas.openxmlformats.org/drawingml/2006/main">
            <a:pathLst>
              <a:path w="78907" h="68323">
                <a:moveTo>
                  <a:pt x="39448" y="0"/>
                </a:moveTo>
                <a:lnTo>
                  <a:pt x="78907" y="68323"/>
                </a:lnTo>
                <a:lnTo>
                  <a:pt x="0" y="68323"/>
                </a:lnTo>
                <a:lnTo>
                  <a:pt x="39448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C69FF-29E9-4AAA-BDAB-832C078F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71" y="2139982"/>
            <a:ext cx="78907" cy="68323"/>
          </a:xfrm>
          <a:custGeom xmlns:a="http://schemas.openxmlformats.org/drawingml/2006/main">
            <a:pathLst>
              <a:path w="78907" h="68323" fill="none">
                <a:moveTo>
                  <a:pt x="39448" y="0"/>
                </a:moveTo>
                <a:lnTo>
                  <a:pt x="78907" y="68323"/>
                </a:lnTo>
                <a:lnTo>
                  <a:pt x="0" y="68323"/>
                </a:lnTo>
                <a:lnTo>
                  <a:pt x="3944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B9BDC-3BD7-4E5B-95E3-F4C2BCB4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05" y="1917811"/>
            <a:ext cx="78867" cy="68323"/>
          </a:xfrm>
          <a:custGeom xmlns:a="http://schemas.openxmlformats.org/drawingml/2006/main">
            <a:pathLst>
              <a:path w="78867" h="68323">
                <a:moveTo>
                  <a:pt x="39433" y="0"/>
                </a:moveTo>
                <a:lnTo>
                  <a:pt x="78867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78C19-5548-4A7E-8F32-E2F99D12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05" y="1917811"/>
            <a:ext cx="78867" cy="68323"/>
          </a:xfrm>
          <a:custGeom xmlns:a="http://schemas.openxmlformats.org/drawingml/2006/main">
            <a:pathLst>
              <a:path w="78867" h="68323" fill="none">
                <a:moveTo>
                  <a:pt x="39433" y="0"/>
                </a:moveTo>
                <a:lnTo>
                  <a:pt x="78867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ADA22-D89E-4484-BBCB-45C0F176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994" y="1717786"/>
            <a:ext cx="78896" cy="68323"/>
          </a:xfrm>
          <a:custGeom xmlns:a="http://schemas.openxmlformats.org/drawingml/2006/main">
            <a:pathLst>
              <a:path w="78896" h="68323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ADB7C-BA38-4999-BDB4-1327F557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994" y="1717786"/>
            <a:ext cx="78896" cy="68323"/>
          </a:xfrm>
          <a:custGeom xmlns:a="http://schemas.openxmlformats.org/drawingml/2006/main">
            <a:pathLst>
              <a:path w="78896" h="68323" fill="none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94864-7559-4686-94D2-34427ED8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911" y="1410576"/>
            <a:ext cx="78896" cy="68323"/>
          </a:xfrm>
          <a:custGeom xmlns:a="http://schemas.openxmlformats.org/drawingml/2006/main">
            <a:pathLst>
              <a:path w="78896" h="68323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E5E5D-3CCE-47F7-A0E0-7FD5E5F5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911" y="1410576"/>
            <a:ext cx="78896" cy="68323"/>
          </a:xfrm>
          <a:custGeom xmlns:a="http://schemas.openxmlformats.org/drawingml/2006/main">
            <a:pathLst>
              <a:path w="78896" h="68323" fill="none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14760-2FC0-4199-BEE7-6D0BEDB4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27" y="806129"/>
            <a:ext cx="78896" cy="68323"/>
          </a:xfrm>
          <a:custGeom xmlns:a="http://schemas.openxmlformats.org/drawingml/2006/main">
            <a:pathLst>
              <a:path w="78896" h="68323">
                <a:moveTo>
                  <a:pt x="39433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E56A7-57B9-4C5C-B78E-7492E5DF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27" y="806129"/>
            <a:ext cx="78896" cy="68323"/>
          </a:xfrm>
          <a:custGeom xmlns:a="http://schemas.openxmlformats.org/drawingml/2006/main">
            <a:pathLst>
              <a:path w="78896" h="68323" fill="none">
                <a:moveTo>
                  <a:pt x="39433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50" name="Text n-thf">
            <a:extLst xmlns:a="http://schemas.openxmlformats.org/drawingml/2006/main">
              <a:ext uri="{FF2B5EF4-FFF2-40B4-BE49-F238E27FC236}">
                <a16:creationId xmlns:a16="http://schemas.microsoft.com/office/drawing/2014/main" id="{4D02D324-DCE2-48C5-AC02-CE3FACED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927" y="3044579"/>
            <a:ext cx="537247" cy="161245"/>
          </a:xfrm>
          <a:custGeom xmlns:a="http://schemas.openxmlformats.org/drawingml/2006/main">
            <a:pathLst>
              <a:path w="537247" h="161245">
                <a:moveTo>
                  <a:pt x="37351" y="77394"/>
                </a:moveTo>
                <a:cubicBezTo>
                  <a:pt x="35985" y="78989"/>
                  <a:pt x="34619" y="79448"/>
                  <a:pt x="34619" y="77394"/>
                </a:cubicBezTo>
                <a:cubicBezTo>
                  <a:pt x="34390" y="71240"/>
                  <a:pt x="33934" y="62357"/>
                  <a:pt x="32795" y="60078"/>
                </a:cubicBezTo>
                <a:cubicBezTo>
                  <a:pt x="32339" y="58938"/>
                  <a:pt x="31884" y="58257"/>
                  <a:pt x="30063" y="58257"/>
                </a:cubicBezTo>
                <a:cubicBezTo>
                  <a:pt x="23686" y="60762"/>
                  <a:pt x="17765" y="62813"/>
                  <a:pt x="2050" y="64860"/>
                </a:cubicBezTo>
                <a:cubicBezTo>
                  <a:pt x="1595" y="66229"/>
                  <a:pt x="2050" y="69871"/>
                  <a:pt x="2506" y="71240"/>
                </a:cubicBezTo>
                <a:cubicBezTo>
                  <a:pt x="14804" y="72380"/>
                  <a:pt x="17310" y="73520"/>
                  <a:pt x="17310" y="86742"/>
                </a:cubicBezTo>
                <a:lnTo>
                  <a:pt x="17310" y="131203"/>
                </a:lnTo>
                <a:cubicBezTo>
                  <a:pt x="17310" y="149899"/>
                  <a:pt x="15033" y="150813"/>
                  <a:pt x="1366" y="151953"/>
                </a:cubicBezTo>
                <a:cubicBezTo>
                  <a:pt x="0" y="153319"/>
                  <a:pt x="0" y="158100"/>
                  <a:pt x="1366" y="159466"/>
                </a:cubicBezTo>
                <a:cubicBezTo>
                  <a:pt x="8201" y="159240"/>
                  <a:pt x="17310" y="159011"/>
                  <a:pt x="26418" y="159011"/>
                </a:cubicBezTo>
                <a:cubicBezTo>
                  <a:pt x="35530" y="159011"/>
                  <a:pt x="42362" y="159240"/>
                  <a:pt x="49194" y="159466"/>
                </a:cubicBezTo>
                <a:cubicBezTo>
                  <a:pt x="50559" y="158100"/>
                  <a:pt x="50559" y="153319"/>
                  <a:pt x="49194" y="151953"/>
                </a:cubicBezTo>
                <a:cubicBezTo>
                  <a:pt x="37580" y="150813"/>
                  <a:pt x="35300" y="149899"/>
                  <a:pt x="35300" y="131203"/>
                </a:cubicBezTo>
                <a:lnTo>
                  <a:pt x="35300" y="93811"/>
                </a:lnTo>
                <a:cubicBezTo>
                  <a:pt x="35300" y="89022"/>
                  <a:pt x="37351" y="86287"/>
                  <a:pt x="39171" y="84237"/>
                </a:cubicBezTo>
                <a:cubicBezTo>
                  <a:pt x="47828" y="75799"/>
                  <a:pt x="58076" y="70781"/>
                  <a:pt x="66958" y="70781"/>
                </a:cubicBezTo>
                <a:cubicBezTo>
                  <a:pt x="71514" y="70781"/>
                  <a:pt x="76296" y="73745"/>
                  <a:pt x="79028" y="78989"/>
                </a:cubicBezTo>
                <a:cubicBezTo>
                  <a:pt x="81307" y="83552"/>
                  <a:pt x="81762" y="89707"/>
                  <a:pt x="81762" y="96546"/>
                </a:cubicBezTo>
                <a:lnTo>
                  <a:pt x="81762" y="131203"/>
                </a:lnTo>
                <a:cubicBezTo>
                  <a:pt x="81762" y="149899"/>
                  <a:pt x="79483" y="150813"/>
                  <a:pt x="67640" y="151953"/>
                </a:cubicBezTo>
                <a:cubicBezTo>
                  <a:pt x="66503" y="153319"/>
                  <a:pt x="66503" y="158100"/>
                  <a:pt x="67640" y="159466"/>
                </a:cubicBezTo>
                <a:cubicBezTo>
                  <a:pt x="74475" y="159240"/>
                  <a:pt x="81762" y="159011"/>
                  <a:pt x="90871" y="159011"/>
                </a:cubicBezTo>
                <a:cubicBezTo>
                  <a:pt x="99982" y="159011"/>
                  <a:pt x="108180" y="159240"/>
                  <a:pt x="115012" y="159466"/>
                </a:cubicBezTo>
                <a:cubicBezTo>
                  <a:pt x="116152" y="158100"/>
                  <a:pt x="116152" y="153319"/>
                  <a:pt x="115012" y="151953"/>
                </a:cubicBezTo>
                <a:cubicBezTo>
                  <a:pt x="102259" y="150813"/>
                  <a:pt x="99753" y="149899"/>
                  <a:pt x="99753" y="131203"/>
                </a:cubicBezTo>
                <a:lnTo>
                  <a:pt x="99753" y="97230"/>
                </a:lnTo>
                <a:cubicBezTo>
                  <a:pt x="99753" y="84692"/>
                  <a:pt x="98843" y="73745"/>
                  <a:pt x="93606" y="66684"/>
                </a:cubicBezTo>
                <a:cubicBezTo>
                  <a:pt x="89731" y="61673"/>
                  <a:pt x="82673" y="58938"/>
                  <a:pt x="74701" y="58938"/>
                </a:cubicBezTo>
                <a:cubicBezTo>
                  <a:pt x="63542" y="58938"/>
                  <a:pt x="50789" y="61899"/>
                  <a:pt x="37351" y="77394"/>
                </a:cubicBezTo>
                <a:close/>
                <a:moveTo>
                  <a:pt x="180604" y="108191"/>
                </a:moveTo>
                <a:cubicBezTo>
                  <a:pt x="183564" y="108191"/>
                  <a:pt x="186751" y="101814"/>
                  <a:pt x="186751" y="99079"/>
                </a:cubicBezTo>
                <a:cubicBezTo>
                  <a:pt x="186751" y="96803"/>
                  <a:pt x="185841" y="94523"/>
                  <a:pt x="183564" y="94523"/>
                </a:cubicBezTo>
                <a:lnTo>
                  <a:pt x="133686" y="94523"/>
                </a:lnTo>
                <a:cubicBezTo>
                  <a:pt x="130955" y="94523"/>
                  <a:pt x="127994" y="99764"/>
                  <a:pt x="127994" y="103861"/>
                </a:cubicBezTo>
                <a:cubicBezTo>
                  <a:pt x="127994" y="106140"/>
                  <a:pt x="129360" y="108191"/>
                  <a:pt x="131410" y="108191"/>
                </a:cubicBezTo>
                <a:lnTo>
                  <a:pt x="180604" y="108191"/>
                </a:lnTo>
                <a:close/>
                <a:moveTo>
                  <a:pt x="205656" y="61384"/>
                </a:moveTo>
                <a:cubicBezTo>
                  <a:pt x="202466" y="61384"/>
                  <a:pt x="201556" y="64119"/>
                  <a:pt x="201556" y="65940"/>
                </a:cubicBezTo>
                <a:lnTo>
                  <a:pt x="201556" y="68901"/>
                </a:lnTo>
                <a:cubicBezTo>
                  <a:pt x="201556" y="70041"/>
                  <a:pt x="201781" y="70267"/>
                  <a:pt x="202695" y="70267"/>
                </a:cubicBezTo>
                <a:lnTo>
                  <a:pt x="216130" y="70267"/>
                </a:lnTo>
                <a:lnTo>
                  <a:pt x="216130" y="138716"/>
                </a:lnTo>
                <a:cubicBezTo>
                  <a:pt x="216130" y="154868"/>
                  <a:pt x="223192" y="161245"/>
                  <a:pt x="233666" y="161245"/>
                </a:cubicBezTo>
                <a:cubicBezTo>
                  <a:pt x="244143" y="161245"/>
                  <a:pt x="255531" y="156238"/>
                  <a:pt x="264413" y="146219"/>
                </a:cubicBezTo>
                <a:cubicBezTo>
                  <a:pt x="263958" y="143946"/>
                  <a:pt x="262592" y="142580"/>
                  <a:pt x="260313" y="142355"/>
                </a:cubicBezTo>
                <a:cubicBezTo>
                  <a:pt x="254391" y="146903"/>
                  <a:pt x="247559" y="148721"/>
                  <a:pt x="241638" y="148721"/>
                </a:cubicBezTo>
                <a:cubicBezTo>
                  <a:pt x="235490" y="148721"/>
                  <a:pt x="234124" y="141899"/>
                  <a:pt x="234124" y="127801"/>
                </a:cubicBezTo>
                <a:lnTo>
                  <a:pt x="234124" y="70267"/>
                </a:lnTo>
                <a:lnTo>
                  <a:pt x="257807" y="70267"/>
                </a:lnTo>
                <a:cubicBezTo>
                  <a:pt x="260087" y="70267"/>
                  <a:pt x="263274" y="69356"/>
                  <a:pt x="263274" y="67306"/>
                </a:cubicBezTo>
                <a:lnTo>
                  <a:pt x="263274" y="62754"/>
                </a:lnTo>
                <a:cubicBezTo>
                  <a:pt x="263274" y="61843"/>
                  <a:pt x="262592" y="61384"/>
                  <a:pt x="261453" y="61384"/>
                </a:cubicBezTo>
                <a:lnTo>
                  <a:pt x="234124" y="61384"/>
                </a:lnTo>
                <a:lnTo>
                  <a:pt x="234124" y="52505"/>
                </a:lnTo>
                <a:cubicBezTo>
                  <a:pt x="234124" y="37702"/>
                  <a:pt x="235035" y="28590"/>
                  <a:pt x="235035" y="28590"/>
                </a:cubicBezTo>
                <a:cubicBezTo>
                  <a:pt x="235035" y="27224"/>
                  <a:pt x="234350" y="26539"/>
                  <a:pt x="233210" y="26539"/>
                </a:cubicBezTo>
                <a:cubicBezTo>
                  <a:pt x="232300" y="26539"/>
                  <a:pt x="230250" y="27453"/>
                  <a:pt x="228203" y="28590"/>
                </a:cubicBezTo>
                <a:cubicBezTo>
                  <a:pt x="225697" y="29959"/>
                  <a:pt x="223418" y="31095"/>
                  <a:pt x="220457" y="31780"/>
                </a:cubicBezTo>
                <a:cubicBezTo>
                  <a:pt x="217725" y="32690"/>
                  <a:pt x="215449" y="33375"/>
                  <a:pt x="215449" y="34967"/>
                </a:cubicBezTo>
                <a:cubicBezTo>
                  <a:pt x="215449" y="37702"/>
                  <a:pt x="216130" y="36106"/>
                  <a:pt x="216130" y="61384"/>
                </a:cubicBezTo>
                <a:lnTo>
                  <a:pt x="205656" y="61384"/>
                </a:lnTo>
                <a:close/>
                <a:moveTo>
                  <a:pt x="305862" y="93811"/>
                </a:moveTo>
                <a:cubicBezTo>
                  <a:pt x="305862" y="89022"/>
                  <a:pt x="307913" y="86287"/>
                  <a:pt x="309734" y="84237"/>
                </a:cubicBezTo>
                <a:cubicBezTo>
                  <a:pt x="318390" y="75799"/>
                  <a:pt x="330004" y="70781"/>
                  <a:pt x="338886" y="70781"/>
                </a:cubicBezTo>
                <a:cubicBezTo>
                  <a:pt x="343439" y="70781"/>
                  <a:pt x="348224" y="73745"/>
                  <a:pt x="350956" y="78989"/>
                </a:cubicBezTo>
                <a:cubicBezTo>
                  <a:pt x="353235" y="83552"/>
                  <a:pt x="353690" y="89707"/>
                  <a:pt x="353690" y="96546"/>
                </a:cubicBezTo>
                <a:lnTo>
                  <a:pt x="353690" y="131203"/>
                </a:lnTo>
                <a:cubicBezTo>
                  <a:pt x="353690" y="149899"/>
                  <a:pt x="351411" y="150813"/>
                  <a:pt x="339568" y="151953"/>
                </a:cubicBezTo>
                <a:cubicBezTo>
                  <a:pt x="338431" y="153319"/>
                  <a:pt x="338431" y="158100"/>
                  <a:pt x="339568" y="159466"/>
                </a:cubicBezTo>
                <a:cubicBezTo>
                  <a:pt x="345944" y="159240"/>
                  <a:pt x="353690" y="159011"/>
                  <a:pt x="362799" y="159011"/>
                </a:cubicBezTo>
                <a:cubicBezTo>
                  <a:pt x="371910" y="159011"/>
                  <a:pt x="379424" y="159240"/>
                  <a:pt x="386940" y="159466"/>
                </a:cubicBezTo>
                <a:cubicBezTo>
                  <a:pt x="388080" y="158100"/>
                  <a:pt x="388080" y="153319"/>
                  <a:pt x="386940" y="151953"/>
                </a:cubicBezTo>
                <a:cubicBezTo>
                  <a:pt x="374187" y="150813"/>
                  <a:pt x="371681" y="149899"/>
                  <a:pt x="371681" y="131203"/>
                </a:cubicBezTo>
                <a:lnTo>
                  <a:pt x="371681" y="97230"/>
                </a:lnTo>
                <a:cubicBezTo>
                  <a:pt x="371681" y="84692"/>
                  <a:pt x="370771" y="73520"/>
                  <a:pt x="365534" y="66684"/>
                </a:cubicBezTo>
                <a:cubicBezTo>
                  <a:pt x="361659" y="61673"/>
                  <a:pt x="354601" y="58938"/>
                  <a:pt x="346629" y="58938"/>
                </a:cubicBezTo>
                <a:cubicBezTo>
                  <a:pt x="335470" y="58938"/>
                  <a:pt x="321806" y="61899"/>
                  <a:pt x="307913" y="77394"/>
                </a:cubicBezTo>
                <a:cubicBezTo>
                  <a:pt x="307228" y="78308"/>
                  <a:pt x="305633" y="80588"/>
                  <a:pt x="305633" y="77394"/>
                </a:cubicBezTo>
                <a:lnTo>
                  <a:pt x="305862" y="26119"/>
                </a:lnTo>
                <a:cubicBezTo>
                  <a:pt x="305862" y="11308"/>
                  <a:pt x="306773" y="2248"/>
                  <a:pt x="306773" y="2248"/>
                </a:cubicBezTo>
                <a:cubicBezTo>
                  <a:pt x="306773" y="678"/>
                  <a:pt x="305862" y="0"/>
                  <a:pt x="303812" y="0"/>
                </a:cubicBezTo>
                <a:cubicBezTo>
                  <a:pt x="298120" y="2248"/>
                  <a:pt x="281040" y="5393"/>
                  <a:pt x="271928" y="6068"/>
                </a:cubicBezTo>
                <a:cubicBezTo>
                  <a:pt x="271473" y="7892"/>
                  <a:pt x="271928" y="11534"/>
                  <a:pt x="273294" y="12900"/>
                </a:cubicBezTo>
                <a:cubicBezTo>
                  <a:pt x="285137" y="13584"/>
                  <a:pt x="287872" y="12444"/>
                  <a:pt x="287872" y="31589"/>
                </a:cubicBezTo>
                <a:lnTo>
                  <a:pt x="287872" y="131203"/>
                </a:lnTo>
                <a:cubicBezTo>
                  <a:pt x="287872" y="150128"/>
                  <a:pt x="285137" y="151039"/>
                  <a:pt x="271928" y="151953"/>
                </a:cubicBezTo>
                <a:cubicBezTo>
                  <a:pt x="270562" y="153319"/>
                  <a:pt x="270562" y="158100"/>
                  <a:pt x="271928" y="159466"/>
                </a:cubicBezTo>
                <a:cubicBezTo>
                  <a:pt x="279445" y="159240"/>
                  <a:pt x="287872" y="159011"/>
                  <a:pt x="296980" y="159011"/>
                </a:cubicBezTo>
                <a:cubicBezTo>
                  <a:pt x="305633" y="159011"/>
                  <a:pt x="313150" y="159240"/>
                  <a:pt x="319527" y="159466"/>
                </a:cubicBezTo>
                <a:cubicBezTo>
                  <a:pt x="320892" y="158100"/>
                  <a:pt x="320892" y="153319"/>
                  <a:pt x="319527" y="151953"/>
                </a:cubicBezTo>
                <a:cubicBezTo>
                  <a:pt x="307913" y="151039"/>
                  <a:pt x="305862" y="150128"/>
                  <a:pt x="305862" y="131203"/>
                </a:cubicBezTo>
                <a:lnTo>
                  <a:pt x="305862" y="93811"/>
                </a:lnTo>
                <a:close/>
                <a:moveTo>
                  <a:pt x="487143" y="131248"/>
                </a:moveTo>
                <a:lnTo>
                  <a:pt x="487143" y="70267"/>
                </a:lnTo>
                <a:lnTo>
                  <a:pt x="508323" y="70267"/>
                </a:lnTo>
                <a:cubicBezTo>
                  <a:pt x="510374" y="70267"/>
                  <a:pt x="513564" y="69356"/>
                  <a:pt x="513564" y="67306"/>
                </a:cubicBezTo>
                <a:lnTo>
                  <a:pt x="513564" y="62754"/>
                </a:lnTo>
                <a:cubicBezTo>
                  <a:pt x="513564" y="61843"/>
                  <a:pt x="512879" y="61384"/>
                  <a:pt x="511740" y="61384"/>
                </a:cubicBezTo>
                <a:lnTo>
                  <a:pt x="487143" y="61384"/>
                </a:lnTo>
                <a:lnTo>
                  <a:pt x="487143" y="48374"/>
                </a:lnTo>
                <a:cubicBezTo>
                  <a:pt x="487143" y="13223"/>
                  <a:pt x="497620" y="7746"/>
                  <a:pt x="505137" y="7746"/>
                </a:cubicBezTo>
                <a:cubicBezTo>
                  <a:pt x="511969" y="7746"/>
                  <a:pt x="515611" y="10484"/>
                  <a:pt x="518801" y="18474"/>
                </a:cubicBezTo>
                <a:cubicBezTo>
                  <a:pt x="520622" y="22581"/>
                  <a:pt x="523127" y="25778"/>
                  <a:pt x="527909" y="25778"/>
                </a:cubicBezTo>
                <a:cubicBezTo>
                  <a:pt x="531781" y="25778"/>
                  <a:pt x="537247" y="20983"/>
                  <a:pt x="537247" y="16420"/>
                </a:cubicBezTo>
                <a:cubicBezTo>
                  <a:pt x="537247" y="12538"/>
                  <a:pt x="534741" y="8431"/>
                  <a:pt x="529960" y="4785"/>
                </a:cubicBezTo>
                <a:cubicBezTo>
                  <a:pt x="524038" y="685"/>
                  <a:pt x="518116" y="0"/>
                  <a:pt x="509463" y="0"/>
                </a:cubicBezTo>
                <a:cubicBezTo>
                  <a:pt x="490333" y="0"/>
                  <a:pt x="469152" y="16646"/>
                  <a:pt x="469152" y="52255"/>
                </a:cubicBezTo>
                <a:lnTo>
                  <a:pt x="469152" y="61384"/>
                </a:lnTo>
                <a:lnTo>
                  <a:pt x="457538" y="61384"/>
                </a:lnTo>
                <a:cubicBezTo>
                  <a:pt x="453438" y="61384"/>
                  <a:pt x="452298" y="64119"/>
                  <a:pt x="452298" y="65940"/>
                </a:cubicBezTo>
                <a:lnTo>
                  <a:pt x="452298" y="68901"/>
                </a:lnTo>
                <a:cubicBezTo>
                  <a:pt x="452298" y="70041"/>
                  <a:pt x="452527" y="70267"/>
                  <a:pt x="453438" y="70267"/>
                </a:cubicBezTo>
                <a:lnTo>
                  <a:pt x="469152" y="70267"/>
                </a:lnTo>
                <a:lnTo>
                  <a:pt x="469152" y="131248"/>
                </a:lnTo>
                <a:cubicBezTo>
                  <a:pt x="469152" y="150132"/>
                  <a:pt x="465507" y="151042"/>
                  <a:pt x="453208" y="151953"/>
                </a:cubicBezTo>
                <a:cubicBezTo>
                  <a:pt x="451842" y="153319"/>
                  <a:pt x="451842" y="158100"/>
                  <a:pt x="453208" y="159466"/>
                </a:cubicBezTo>
                <a:cubicBezTo>
                  <a:pt x="461180" y="159240"/>
                  <a:pt x="469152" y="159011"/>
                  <a:pt x="478260" y="159011"/>
                </a:cubicBezTo>
                <a:cubicBezTo>
                  <a:pt x="487372" y="159011"/>
                  <a:pt x="498305" y="159240"/>
                  <a:pt x="506273" y="159466"/>
                </a:cubicBezTo>
                <a:cubicBezTo>
                  <a:pt x="507642" y="158100"/>
                  <a:pt x="507642" y="153319"/>
                  <a:pt x="506273" y="151953"/>
                </a:cubicBezTo>
                <a:cubicBezTo>
                  <a:pt x="488512" y="151042"/>
                  <a:pt x="487143" y="150132"/>
                  <a:pt x="487143" y="131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astestcorrectalarm">
            <a:extLst xmlns:a="http://schemas.openxmlformats.org/drawingml/2006/main">
              <a:ext uri="{FF2B5EF4-FFF2-40B4-BE49-F238E27FC236}">
                <a16:creationId xmlns:a16="http://schemas.microsoft.com/office/drawing/2014/main" id="{F0478B0A-887B-4132-ACD9-7C70B745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016" y="3044579"/>
            <a:ext cx="1816949" cy="161245"/>
          </a:xfrm>
          <a:custGeom xmlns:a="http://schemas.openxmlformats.org/drawingml/2006/main">
            <a:pathLst>
              <a:path w="1816949" h="161245">
                <a:moveTo>
                  <a:pt x="58531" y="105880"/>
                </a:moveTo>
                <a:lnTo>
                  <a:pt x="58531" y="135957"/>
                </a:lnTo>
                <a:cubicBezTo>
                  <a:pt x="58531" y="138921"/>
                  <a:pt x="57162" y="140516"/>
                  <a:pt x="55341" y="141882"/>
                </a:cubicBezTo>
                <a:cubicBezTo>
                  <a:pt x="49420" y="146667"/>
                  <a:pt x="41677" y="151911"/>
                  <a:pt x="35300" y="151911"/>
                </a:cubicBezTo>
                <a:cubicBezTo>
                  <a:pt x="23912" y="151911"/>
                  <a:pt x="18901" y="142796"/>
                  <a:pt x="18901" y="135731"/>
                </a:cubicBezTo>
                <a:cubicBezTo>
                  <a:pt x="18901" y="125476"/>
                  <a:pt x="23686" y="114992"/>
                  <a:pt x="40537" y="110665"/>
                </a:cubicBezTo>
                <a:lnTo>
                  <a:pt x="58531" y="105880"/>
                </a:lnTo>
                <a:moveTo>
                  <a:pt x="58531" y="148036"/>
                </a:moveTo>
                <a:cubicBezTo>
                  <a:pt x="59897" y="155098"/>
                  <a:pt x="62403" y="161245"/>
                  <a:pt x="73791" y="161245"/>
                </a:cubicBezTo>
                <a:cubicBezTo>
                  <a:pt x="82444" y="161245"/>
                  <a:pt x="90641" y="157374"/>
                  <a:pt x="95423" y="152822"/>
                </a:cubicBezTo>
                <a:cubicBezTo>
                  <a:pt x="94968" y="150087"/>
                  <a:pt x="94057" y="148036"/>
                  <a:pt x="91552" y="146671"/>
                </a:cubicBezTo>
                <a:cubicBezTo>
                  <a:pt x="89960" y="148036"/>
                  <a:pt x="86086" y="150316"/>
                  <a:pt x="83125" y="150316"/>
                </a:cubicBezTo>
                <a:cubicBezTo>
                  <a:pt x="76522" y="150316"/>
                  <a:pt x="76293" y="141427"/>
                  <a:pt x="76293" y="130946"/>
                </a:cubicBezTo>
                <a:lnTo>
                  <a:pt x="76293" y="97446"/>
                </a:lnTo>
                <a:cubicBezTo>
                  <a:pt x="76293" y="65089"/>
                  <a:pt x="58531" y="58938"/>
                  <a:pt x="41903" y="58938"/>
                </a:cubicBezTo>
                <a:cubicBezTo>
                  <a:pt x="23228" y="58938"/>
                  <a:pt x="4327" y="71240"/>
                  <a:pt x="4327" y="84230"/>
                </a:cubicBezTo>
                <a:cubicBezTo>
                  <a:pt x="4327" y="89700"/>
                  <a:pt x="7058" y="92435"/>
                  <a:pt x="12298" y="92435"/>
                </a:cubicBezTo>
                <a:cubicBezTo>
                  <a:pt x="18901" y="92435"/>
                  <a:pt x="23002" y="87649"/>
                  <a:pt x="23002" y="84685"/>
                </a:cubicBezTo>
                <a:cubicBezTo>
                  <a:pt x="23002" y="83090"/>
                  <a:pt x="22772" y="81495"/>
                  <a:pt x="22317" y="80584"/>
                </a:cubicBezTo>
                <a:cubicBezTo>
                  <a:pt x="22091" y="79900"/>
                  <a:pt x="21862" y="78534"/>
                  <a:pt x="21862" y="76025"/>
                </a:cubicBezTo>
                <a:cubicBezTo>
                  <a:pt x="21862" y="68960"/>
                  <a:pt x="31429" y="66455"/>
                  <a:pt x="40082" y="66455"/>
                </a:cubicBezTo>
                <a:cubicBezTo>
                  <a:pt x="47825" y="66455"/>
                  <a:pt x="58531" y="70329"/>
                  <a:pt x="58531" y="96080"/>
                </a:cubicBezTo>
                <a:cubicBezTo>
                  <a:pt x="58531" y="97675"/>
                  <a:pt x="57847" y="98585"/>
                  <a:pt x="57162" y="98815"/>
                </a:cubicBezTo>
                <a:lnTo>
                  <a:pt x="37576" y="103600"/>
                </a:lnTo>
                <a:cubicBezTo>
                  <a:pt x="15714" y="109070"/>
                  <a:pt x="0" y="121146"/>
                  <a:pt x="0" y="136641"/>
                </a:cubicBezTo>
                <a:cubicBezTo>
                  <a:pt x="0" y="155327"/>
                  <a:pt x="12754" y="161245"/>
                  <a:pt x="28694" y="161245"/>
                </a:cubicBezTo>
                <a:cubicBezTo>
                  <a:pt x="36666" y="161245"/>
                  <a:pt x="43498" y="159424"/>
                  <a:pt x="53520" y="151682"/>
                </a:cubicBezTo>
                <a:lnTo>
                  <a:pt x="58076" y="148036"/>
                </a:lnTo>
                <a:lnTo>
                  <a:pt x="58531" y="148036"/>
                </a:lnTo>
                <a:close/>
                <a:moveTo>
                  <a:pt x="106811" y="127526"/>
                </a:moveTo>
                <a:cubicBezTo>
                  <a:pt x="107721" y="138692"/>
                  <a:pt x="108406" y="149402"/>
                  <a:pt x="108406" y="158969"/>
                </a:cubicBezTo>
                <a:cubicBezTo>
                  <a:pt x="110682" y="158514"/>
                  <a:pt x="112962" y="158288"/>
                  <a:pt x="114098" y="158288"/>
                </a:cubicBezTo>
                <a:cubicBezTo>
                  <a:pt x="115693" y="158288"/>
                  <a:pt x="117059" y="158288"/>
                  <a:pt x="118654" y="158743"/>
                </a:cubicBezTo>
                <a:cubicBezTo>
                  <a:pt x="124805" y="160335"/>
                  <a:pt x="130953" y="161245"/>
                  <a:pt x="139380" y="161245"/>
                </a:cubicBezTo>
                <a:cubicBezTo>
                  <a:pt x="152133" y="161245"/>
                  <a:pt x="175590" y="155098"/>
                  <a:pt x="175590" y="132537"/>
                </a:cubicBezTo>
                <a:cubicBezTo>
                  <a:pt x="175590" y="117045"/>
                  <a:pt x="164432" y="107930"/>
                  <a:pt x="148943" y="102231"/>
                </a:cubicBezTo>
                <a:cubicBezTo>
                  <a:pt x="135279" y="96990"/>
                  <a:pt x="126171" y="93571"/>
                  <a:pt x="126171" y="81040"/>
                </a:cubicBezTo>
                <a:cubicBezTo>
                  <a:pt x="126171" y="71695"/>
                  <a:pt x="134369" y="66455"/>
                  <a:pt x="142111" y="66455"/>
                </a:cubicBezTo>
                <a:cubicBezTo>
                  <a:pt x="147122" y="66455"/>
                  <a:pt x="160331" y="68279"/>
                  <a:pt x="163292" y="87649"/>
                </a:cubicBezTo>
                <a:cubicBezTo>
                  <a:pt x="164658" y="89015"/>
                  <a:pt x="169214" y="88786"/>
                  <a:pt x="170579" y="87420"/>
                </a:cubicBezTo>
                <a:cubicBezTo>
                  <a:pt x="171264" y="79215"/>
                  <a:pt x="171719" y="70785"/>
                  <a:pt x="171949" y="63268"/>
                </a:cubicBezTo>
                <a:cubicBezTo>
                  <a:pt x="164887" y="62128"/>
                  <a:pt x="153954" y="58938"/>
                  <a:pt x="142111" y="58938"/>
                </a:cubicBezTo>
                <a:cubicBezTo>
                  <a:pt x="125260" y="58938"/>
                  <a:pt x="110001" y="69874"/>
                  <a:pt x="110001" y="84459"/>
                </a:cubicBezTo>
                <a:cubicBezTo>
                  <a:pt x="110001" y="101091"/>
                  <a:pt x="117514" y="108156"/>
                  <a:pt x="135053" y="115450"/>
                </a:cubicBezTo>
                <a:cubicBezTo>
                  <a:pt x="153954" y="123196"/>
                  <a:pt x="158281" y="127981"/>
                  <a:pt x="158281" y="137781"/>
                </a:cubicBezTo>
                <a:cubicBezTo>
                  <a:pt x="158281" y="148947"/>
                  <a:pt x="147352" y="153732"/>
                  <a:pt x="138925" y="153732"/>
                </a:cubicBezTo>
                <a:cubicBezTo>
                  <a:pt x="130042" y="153732"/>
                  <a:pt x="125031" y="150768"/>
                  <a:pt x="122755" y="148262"/>
                </a:cubicBezTo>
                <a:cubicBezTo>
                  <a:pt x="117744" y="143022"/>
                  <a:pt x="115238" y="132996"/>
                  <a:pt x="113872" y="127297"/>
                </a:cubicBezTo>
                <a:cubicBezTo>
                  <a:pt x="112507" y="125931"/>
                  <a:pt x="108177" y="126157"/>
                  <a:pt x="106811" y="127526"/>
                </a:cubicBezTo>
                <a:close/>
                <a:moveTo>
                  <a:pt x="194495" y="61384"/>
                </a:moveTo>
                <a:cubicBezTo>
                  <a:pt x="191305" y="61384"/>
                  <a:pt x="190395" y="64119"/>
                  <a:pt x="190395" y="65940"/>
                </a:cubicBezTo>
                <a:lnTo>
                  <a:pt x="190395" y="68901"/>
                </a:lnTo>
                <a:cubicBezTo>
                  <a:pt x="190395" y="70041"/>
                  <a:pt x="190621" y="70267"/>
                  <a:pt x="191535" y="70267"/>
                </a:cubicBezTo>
                <a:lnTo>
                  <a:pt x="204969" y="70267"/>
                </a:lnTo>
                <a:lnTo>
                  <a:pt x="204969" y="138716"/>
                </a:lnTo>
                <a:cubicBezTo>
                  <a:pt x="204969" y="154868"/>
                  <a:pt x="212031" y="161245"/>
                  <a:pt x="222505" y="161245"/>
                </a:cubicBezTo>
                <a:cubicBezTo>
                  <a:pt x="232982" y="161245"/>
                  <a:pt x="244370" y="156238"/>
                  <a:pt x="253253" y="146219"/>
                </a:cubicBezTo>
                <a:cubicBezTo>
                  <a:pt x="252797" y="143946"/>
                  <a:pt x="251432" y="142580"/>
                  <a:pt x="249152" y="142355"/>
                </a:cubicBezTo>
                <a:cubicBezTo>
                  <a:pt x="243230" y="146903"/>
                  <a:pt x="236398" y="148721"/>
                  <a:pt x="230477" y="148721"/>
                </a:cubicBezTo>
                <a:cubicBezTo>
                  <a:pt x="224329" y="148721"/>
                  <a:pt x="222964" y="141899"/>
                  <a:pt x="222964" y="127801"/>
                </a:cubicBezTo>
                <a:lnTo>
                  <a:pt x="222964" y="70267"/>
                </a:lnTo>
                <a:lnTo>
                  <a:pt x="246647" y="70267"/>
                </a:lnTo>
                <a:cubicBezTo>
                  <a:pt x="248926" y="70267"/>
                  <a:pt x="252113" y="69356"/>
                  <a:pt x="252113" y="67306"/>
                </a:cubicBezTo>
                <a:lnTo>
                  <a:pt x="252113" y="62754"/>
                </a:lnTo>
                <a:cubicBezTo>
                  <a:pt x="252113" y="61843"/>
                  <a:pt x="251432" y="61384"/>
                  <a:pt x="250292" y="61384"/>
                </a:cubicBezTo>
                <a:lnTo>
                  <a:pt x="222964" y="61384"/>
                </a:lnTo>
                <a:lnTo>
                  <a:pt x="222964" y="52505"/>
                </a:lnTo>
                <a:cubicBezTo>
                  <a:pt x="222964" y="37702"/>
                  <a:pt x="223874" y="28590"/>
                  <a:pt x="223874" y="28590"/>
                </a:cubicBezTo>
                <a:cubicBezTo>
                  <a:pt x="223874" y="27224"/>
                  <a:pt x="223189" y="26539"/>
                  <a:pt x="222050" y="26539"/>
                </a:cubicBezTo>
                <a:cubicBezTo>
                  <a:pt x="221139" y="26539"/>
                  <a:pt x="219089" y="27453"/>
                  <a:pt x="217042" y="28590"/>
                </a:cubicBezTo>
                <a:cubicBezTo>
                  <a:pt x="214536" y="29959"/>
                  <a:pt x="212257" y="31095"/>
                  <a:pt x="209296" y="31780"/>
                </a:cubicBezTo>
                <a:cubicBezTo>
                  <a:pt x="206565" y="32690"/>
                  <a:pt x="204288" y="33375"/>
                  <a:pt x="204288" y="34967"/>
                </a:cubicBezTo>
                <a:cubicBezTo>
                  <a:pt x="204288" y="37702"/>
                  <a:pt x="204969" y="36106"/>
                  <a:pt x="204969" y="61384"/>
                </a:cubicBezTo>
                <a:lnTo>
                  <a:pt x="194495" y="61384"/>
                </a:lnTo>
                <a:close/>
                <a:moveTo>
                  <a:pt x="284909" y="94787"/>
                </a:moveTo>
                <a:cubicBezTo>
                  <a:pt x="289235" y="69162"/>
                  <a:pt x="305179" y="67122"/>
                  <a:pt x="310645" y="67122"/>
                </a:cubicBezTo>
                <a:cubicBezTo>
                  <a:pt x="319298" y="67122"/>
                  <a:pt x="329546" y="71886"/>
                  <a:pt x="329546" y="90933"/>
                </a:cubicBezTo>
                <a:cubicBezTo>
                  <a:pt x="329546" y="92973"/>
                  <a:pt x="328636" y="94110"/>
                  <a:pt x="326130" y="94110"/>
                </a:cubicBezTo>
                <a:lnTo>
                  <a:pt x="284909" y="94787"/>
                </a:lnTo>
                <a:moveTo>
                  <a:pt x="344576" y="137799"/>
                </a:moveTo>
                <a:cubicBezTo>
                  <a:pt x="336153" y="146448"/>
                  <a:pt x="329546" y="150087"/>
                  <a:pt x="316338" y="150087"/>
                </a:cubicBezTo>
                <a:cubicBezTo>
                  <a:pt x="308140" y="150087"/>
                  <a:pt x="298573" y="145308"/>
                  <a:pt x="291515" y="133705"/>
                </a:cubicBezTo>
                <a:cubicBezTo>
                  <a:pt x="286959" y="126195"/>
                  <a:pt x="284224" y="115728"/>
                  <a:pt x="284224" y="102530"/>
                </a:cubicBezTo>
                <a:lnTo>
                  <a:pt x="344806" y="102985"/>
                </a:lnTo>
                <a:cubicBezTo>
                  <a:pt x="347537" y="102985"/>
                  <a:pt x="349132" y="101619"/>
                  <a:pt x="349132" y="99114"/>
                </a:cubicBezTo>
                <a:cubicBezTo>
                  <a:pt x="349132" y="80049"/>
                  <a:pt x="342300" y="59605"/>
                  <a:pt x="310645" y="59605"/>
                </a:cubicBezTo>
                <a:cubicBezTo>
                  <a:pt x="290830" y="59605"/>
                  <a:pt x="265094" y="78461"/>
                  <a:pt x="265094" y="112997"/>
                </a:cubicBezTo>
                <a:cubicBezTo>
                  <a:pt x="265094" y="125740"/>
                  <a:pt x="268284" y="138028"/>
                  <a:pt x="275800" y="146674"/>
                </a:cubicBezTo>
                <a:cubicBezTo>
                  <a:pt x="283543" y="155782"/>
                  <a:pt x="294246" y="161245"/>
                  <a:pt x="310645" y="161245"/>
                </a:cubicBezTo>
                <a:cubicBezTo>
                  <a:pt x="327951" y="161245"/>
                  <a:pt x="340250" y="153277"/>
                  <a:pt x="349362" y="141441"/>
                </a:cubicBezTo>
                <a:cubicBezTo>
                  <a:pt x="348677" y="139164"/>
                  <a:pt x="347311" y="138028"/>
                  <a:pt x="344576" y="137799"/>
                </a:cubicBezTo>
                <a:close/>
                <a:moveTo>
                  <a:pt x="369401" y="127526"/>
                </a:moveTo>
                <a:cubicBezTo>
                  <a:pt x="370311" y="138692"/>
                  <a:pt x="370996" y="149402"/>
                  <a:pt x="370996" y="158969"/>
                </a:cubicBezTo>
                <a:cubicBezTo>
                  <a:pt x="373272" y="158514"/>
                  <a:pt x="375552" y="158288"/>
                  <a:pt x="376688" y="158288"/>
                </a:cubicBezTo>
                <a:cubicBezTo>
                  <a:pt x="378283" y="158288"/>
                  <a:pt x="379649" y="158288"/>
                  <a:pt x="381244" y="158743"/>
                </a:cubicBezTo>
                <a:cubicBezTo>
                  <a:pt x="387395" y="160335"/>
                  <a:pt x="393543" y="161245"/>
                  <a:pt x="401970" y="161245"/>
                </a:cubicBezTo>
                <a:cubicBezTo>
                  <a:pt x="414723" y="161245"/>
                  <a:pt x="438180" y="155098"/>
                  <a:pt x="438180" y="132537"/>
                </a:cubicBezTo>
                <a:cubicBezTo>
                  <a:pt x="438180" y="117045"/>
                  <a:pt x="427022" y="107930"/>
                  <a:pt x="411533" y="102231"/>
                </a:cubicBezTo>
                <a:cubicBezTo>
                  <a:pt x="397869" y="96990"/>
                  <a:pt x="388761" y="93571"/>
                  <a:pt x="388761" y="81040"/>
                </a:cubicBezTo>
                <a:cubicBezTo>
                  <a:pt x="388761" y="71695"/>
                  <a:pt x="396959" y="66455"/>
                  <a:pt x="404701" y="66455"/>
                </a:cubicBezTo>
                <a:cubicBezTo>
                  <a:pt x="409712" y="66455"/>
                  <a:pt x="422921" y="68279"/>
                  <a:pt x="425882" y="87649"/>
                </a:cubicBezTo>
                <a:cubicBezTo>
                  <a:pt x="427248" y="89015"/>
                  <a:pt x="431804" y="88786"/>
                  <a:pt x="433169" y="87420"/>
                </a:cubicBezTo>
                <a:cubicBezTo>
                  <a:pt x="433854" y="79215"/>
                  <a:pt x="434309" y="70785"/>
                  <a:pt x="434539" y="63268"/>
                </a:cubicBezTo>
                <a:cubicBezTo>
                  <a:pt x="427477" y="62128"/>
                  <a:pt x="416544" y="58938"/>
                  <a:pt x="404701" y="58938"/>
                </a:cubicBezTo>
                <a:cubicBezTo>
                  <a:pt x="387850" y="58938"/>
                  <a:pt x="372591" y="69874"/>
                  <a:pt x="372591" y="84459"/>
                </a:cubicBezTo>
                <a:cubicBezTo>
                  <a:pt x="372591" y="101091"/>
                  <a:pt x="380104" y="108156"/>
                  <a:pt x="397643" y="115450"/>
                </a:cubicBezTo>
                <a:cubicBezTo>
                  <a:pt x="416544" y="123196"/>
                  <a:pt x="420871" y="127981"/>
                  <a:pt x="420871" y="137781"/>
                </a:cubicBezTo>
                <a:cubicBezTo>
                  <a:pt x="420871" y="148947"/>
                  <a:pt x="409942" y="153732"/>
                  <a:pt x="401515" y="153732"/>
                </a:cubicBezTo>
                <a:cubicBezTo>
                  <a:pt x="392632" y="153732"/>
                  <a:pt x="387621" y="150768"/>
                  <a:pt x="385345" y="148262"/>
                </a:cubicBezTo>
                <a:cubicBezTo>
                  <a:pt x="380334" y="143022"/>
                  <a:pt x="377828" y="132996"/>
                  <a:pt x="376462" y="127297"/>
                </a:cubicBezTo>
                <a:cubicBezTo>
                  <a:pt x="375097" y="125931"/>
                  <a:pt x="370767" y="126157"/>
                  <a:pt x="369401" y="127526"/>
                </a:cubicBezTo>
                <a:close/>
                <a:moveTo>
                  <a:pt x="457085" y="61384"/>
                </a:moveTo>
                <a:cubicBezTo>
                  <a:pt x="453895" y="61384"/>
                  <a:pt x="452985" y="64119"/>
                  <a:pt x="452985" y="65940"/>
                </a:cubicBezTo>
                <a:lnTo>
                  <a:pt x="452985" y="68901"/>
                </a:lnTo>
                <a:cubicBezTo>
                  <a:pt x="452985" y="70041"/>
                  <a:pt x="453211" y="70267"/>
                  <a:pt x="454125" y="70267"/>
                </a:cubicBezTo>
                <a:lnTo>
                  <a:pt x="467559" y="70267"/>
                </a:lnTo>
                <a:lnTo>
                  <a:pt x="467559" y="138716"/>
                </a:lnTo>
                <a:cubicBezTo>
                  <a:pt x="467559" y="154868"/>
                  <a:pt x="474621" y="161245"/>
                  <a:pt x="485095" y="161245"/>
                </a:cubicBezTo>
                <a:cubicBezTo>
                  <a:pt x="495572" y="161245"/>
                  <a:pt x="506960" y="156238"/>
                  <a:pt x="515843" y="146219"/>
                </a:cubicBezTo>
                <a:cubicBezTo>
                  <a:pt x="515387" y="143946"/>
                  <a:pt x="514022" y="142580"/>
                  <a:pt x="511742" y="142355"/>
                </a:cubicBezTo>
                <a:cubicBezTo>
                  <a:pt x="505820" y="146903"/>
                  <a:pt x="498988" y="148721"/>
                  <a:pt x="493067" y="148721"/>
                </a:cubicBezTo>
                <a:cubicBezTo>
                  <a:pt x="486919" y="148721"/>
                  <a:pt x="485554" y="141899"/>
                  <a:pt x="485554" y="127801"/>
                </a:cubicBezTo>
                <a:lnTo>
                  <a:pt x="485554" y="70267"/>
                </a:lnTo>
                <a:lnTo>
                  <a:pt x="509236" y="70267"/>
                </a:lnTo>
                <a:cubicBezTo>
                  <a:pt x="511516" y="70267"/>
                  <a:pt x="514703" y="69356"/>
                  <a:pt x="514703" y="67306"/>
                </a:cubicBezTo>
                <a:lnTo>
                  <a:pt x="514703" y="62754"/>
                </a:lnTo>
                <a:cubicBezTo>
                  <a:pt x="514703" y="61843"/>
                  <a:pt x="514022" y="61384"/>
                  <a:pt x="512882" y="61384"/>
                </a:cubicBezTo>
                <a:lnTo>
                  <a:pt x="485554" y="61384"/>
                </a:lnTo>
                <a:lnTo>
                  <a:pt x="485554" y="52505"/>
                </a:lnTo>
                <a:cubicBezTo>
                  <a:pt x="485554" y="37702"/>
                  <a:pt x="486464" y="28590"/>
                  <a:pt x="486464" y="28590"/>
                </a:cubicBezTo>
                <a:cubicBezTo>
                  <a:pt x="486464" y="27224"/>
                  <a:pt x="485779" y="26539"/>
                  <a:pt x="484640" y="26539"/>
                </a:cubicBezTo>
                <a:cubicBezTo>
                  <a:pt x="483729" y="26539"/>
                  <a:pt x="481679" y="27453"/>
                  <a:pt x="479632" y="28590"/>
                </a:cubicBezTo>
                <a:cubicBezTo>
                  <a:pt x="477126" y="29959"/>
                  <a:pt x="474847" y="31095"/>
                  <a:pt x="471886" y="31780"/>
                </a:cubicBezTo>
                <a:cubicBezTo>
                  <a:pt x="469155" y="32690"/>
                  <a:pt x="466878" y="33375"/>
                  <a:pt x="466878" y="34967"/>
                </a:cubicBezTo>
                <a:cubicBezTo>
                  <a:pt x="466878" y="37702"/>
                  <a:pt x="467559" y="36106"/>
                  <a:pt x="467559" y="61384"/>
                </a:cubicBezTo>
                <a:lnTo>
                  <a:pt x="457085" y="61384"/>
                </a:lnTo>
                <a:close/>
                <a:moveTo>
                  <a:pt x="666835" y="138237"/>
                </a:moveTo>
                <a:cubicBezTo>
                  <a:pt x="665925" y="136186"/>
                  <a:pt x="664100" y="135276"/>
                  <a:pt x="662053" y="135046"/>
                </a:cubicBezTo>
                <a:cubicBezTo>
                  <a:pt x="654307" y="145076"/>
                  <a:pt x="644515" y="150087"/>
                  <a:pt x="634722" y="150087"/>
                </a:cubicBezTo>
                <a:cubicBezTo>
                  <a:pt x="618097" y="150087"/>
                  <a:pt x="604203" y="133225"/>
                  <a:pt x="604203" y="106561"/>
                </a:cubicBezTo>
                <a:cubicBezTo>
                  <a:pt x="604203" y="81495"/>
                  <a:pt x="615136" y="66455"/>
                  <a:pt x="630169" y="66455"/>
                </a:cubicBezTo>
                <a:cubicBezTo>
                  <a:pt x="643604" y="66455"/>
                  <a:pt x="645425" y="74430"/>
                  <a:pt x="646339" y="82405"/>
                </a:cubicBezTo>
                <a:cubicBezTo>
                  <a:pt x="647020" y="88560"/>
                  <a:pt x="650210" y="90610"/>
                  <a:pt x="654992" y="90610"/>
                </a:cubicBezTo>
                <a:cubicBezTo>
                  <a:pt x="659774" y="90610"/>
                  <a:pt x="666151" y="87649"/>
                  <a:pt x="666151" y="80584"/>
                </a:cubicBezTo>
                <a:cubicBezTo>
                  <a:pt x="666151" y="68050"/>
                  <a:pt x="653171" y="58938"/>
                  <a:pt x="631306" y="58938"/>
                </a:cubicBezTo>
                <a:cubicBezTo>
                  <a:pt x="608759" y="58938"/>
                  <a:pt x="584617" y="79215"/>
                  <a:pt x="584617" y="111575"/>
                </a:cubicBezTo>
                <a:cubicBezTo>
                  <a:pt x="584617" y="140971"/>
                  <a:pt x="601017" y="161245"/>
                  <a:pt x="629711" y="161245"/>
                </a:cubicBezTo>
                <a:cubicBezTo>
                  <a:pt x="643378" y="161245"/>
                  <a:pt x="655447" y="156919"/>
                  <a:pt x="666835" y="138237"/>
                </a:cubicBezTo>
                <a:close/>
                <a:moveTo>
                  <a:pt x="683003" y="112257"/>
                </a:moveTo>
                <a:cubicBezTo>
                  <a:pt x="683003" y="135502"/>
                  <a:pt x="698492" y="161245"/>
                  <a:pt x="730831" y="161245"/>
                </a:cubicBezTo>
                <a:cubicBezTo>
                  <a:pt x="745406" y="161245"/>
                  <a:pt x="756568" y="156008"/>
                  <a:pt x="764310" y="148492"/>
                </a:cubicBezTo>
                <a:cubicBezTo>
                  <a:pt x="774558" y="138462"/>
                  <a:pt x="779114" y="124107"/>
                  <a:pt x="779114" y="110206"/>
                </a:cubicBezTo>
                <a:cubicBezTo>
                  <a:pt x="779114" y="86506"/>
                  <a:pt x="766131" y="58938"/>
                  <a:pt x="731286" y="58938"/>
                </a:cubicBezTo>
                <a:cubicBezTo>
                  <a:pt x="716256" y="58938"/>
                  <a:pt x="703958" y="65089"/>
                  <a:pt x="695531" y="74885"/>
                </a:cubicBezTo>
                <a:cubicBezTo>
                  <a:pt x="687333" y="84685"/>
                  <a:pt x="683003" y="97901"/>
                  <a:pt x="683003" y="112257"/>
                </a:cubicBezTo>
                <a:moveTo>
                  <a:pt x="727870" y="66910"/>
                </a:moveTo>
                <a:cubicBezTo>
                  <a:pt x="747456" y="66910"/>
                  <a:pt x="759528" y="84685"/>
                  <a:pt x="759528" y="117501"/>
                </a:cubicBezTo>
                <a:cubicBezTo>
                  <a:pt x="759528" y="146212"/>
                  <a:pt x="744725" y="153277"/>
                  <a:pt x="734021" y="153277"/>
                </a:cubicBezTo>
                <a:cubicBezTo>
                  <a:pt x="710335" y="153277"/>
                  <a:pt x="702592" y="124562"/>
                  <a:pt x="702592" y="107016"/>
                </a:cubicBezTo>
                <a:cubicBezTo>
                  <a:pt x="702592" y="87191"/>
                  <a:pt x="707374" y="66910"/>
                  <a:pt x="727870" y="66910"/>
                </a:cubicBezTo>
                <a:close/>
                <a:moveTo>
                  <a:pt x="828534" y="77391"/>
                </a:moveTo>
                <a:cubicBezTo>
                  <a:pt x="828079" y="68276"/>
                  <a:pt x="827850" y="62357"/>
                  <a:pt x="826713" y="60078"/>
                </a:cubicBezTo>
                <a:cubicBezTo>
                  <a:pt x="826255" y="58938"/>
                  <a:pt x="825799" y="58257"/>
                  <a:pt x="823978" y="58257"/>
                </a:cubicBezTo>
                <a:cubicBezTo>
                  <a:pt x="817602" y="60762"/>
                  <a:pt x="811680" y="62813"/>
                  <a:pt x="795966" y="64860"/>
                </a:cubicBezTo>
                <a:cubicBezTo>
                  <a:pt x="795510" y="66229"/>
                  <a:pt x="795966" y="69871"/>
                  <a:pt x="796421" y="71236"/>
                </a:cubicBezTo>
                <a:cubicBezTo>
                  <a:pt x="808719" y="72376"/>
                  <a:pt x="811225" y="73516"/>
                  <a:pt x="811225" y="86739"/>
                </a:cubicBezTo>
                <a:lnTo>
                  <a:pt x="811225" y="131203"/>
                </a:lnTo>
                <a:cubicBezTo>
                  <a:pt x="811225" y="150128"/>
                  <a:pt x="808493" y="151039"/>
                  <a:pt x="794370" y="151953"/>
                </a:cubicBezTo>
                <a:cubicBezTo>
                  <a:pt x="793005" y="153319"/>
                  <a:pt x="793005" y="158100"/>
                  <a:pt x="794370" y="159466"/>
                </a:cubicBezTo>
                <a:cubicBezTo>
                  <a:pt x="802342" y="159240"/>
                  <a:pt x="811225" y="159011"/>
                  <a:pt x="820337" y="159011"/>
                </a:cubicBezTo>
                <a:cubicBezTo>
                  <a:pt x="829445" y="159011"/>
                  <a:pt x="839922" y="159240"/>
                  <a:pt x="847891" y="159466"/>
                </a:cubicBezTo>
                <a:cubicBezTo>
                  <a:pt x="849260" y="158100"/>
                  <a:pt x="849260" y="153319"/>
                  <a:pt x="847891" y="151953"/>
                </a:cubicBezTo>
                <a:cubicBezTo>
                  <a:pt x="831950" y="150813"/>
                  <a:pt x="829215" y="150128"/>
                  <a:pt x="829215" y="131203"/>
                </a:cubicBezTo>
                <a:lnTo>
                  <a:pt x="829215" y="99510"/>
                </a:lnTo>
                <a:cubicBezTo>
                  <a:pt x="829215" y="93581"/>
                  <a:pt x="831950" y="88337"/>
                  <a:pt x="834682" y="84233"/>
                </a:cubicBezTo>
                <a:cubicBezTo>
                  <a:pt x="837187" y="80584"/>
                  <a:pt x="842428" y="73061"/>
                  <a:pt x="845159" y="73061"/>
                </a:cubicBezTo>
                <a:cubicBezTo>
                  <a:pt x="847210" y="73061"/>
                  <a:pt x="849260" y="73516"/>
                  <a:pt x="851081" y="76025"/>
                </a:cubicBezTo>
                <a:cubicBezTo>
                  <a:pt x="852676" y="78305"/>
                  <a:pt x="855407" y="81269"/>
                  <a:pt x="859279" y="81269"/>
                </a:cubicBezTo>
                <a:cubicBezTo>
                  <a:pt x="864745" y="81269"/>
                  <a:pt x="869982" y="75566"/>
                  <a:pt x="869982" y="69871"/>
                </a:cubicBezTo>
                <a:cubicBezTo>
                  <a:pt x="869982" y="65544"/>
                  <a:pt x="865885" y="58938"/>
                  <a:pt x="856318" y="58938"/>
                </a:cubicBezTo>
                <a:cubicBezTo>
                  <a:pt x="845614" y="58938"/>
                  <a:pt x="836277" y="68960"/>
                  <a:pt x="831040" y="77846"/>
                </a:cubicBezTo>
                <a:cubicBezTo>
                  <a:pt x="829674" y="80355"/>
                  <a:pt x="828534" y="78531"/>
                  <a:pt x="828534" y="77391"/>
                </a:cubicBezTo>
                <a:close/>
                <a:moveTo>
                  <a:pt x="913255" y="77391"/>
                </a:moveTo>
                <a:cubicBezTo>
                  <a:pt x="912800" y="68276"/>
                  <a:pt x="912571" y="62357"/>
                  <a:pt x="911435" y="60078"/>
                </a:cubicBezTo>
                <a:cubicBezTo>
                  <a:pt x="910976" y="58938"/>
                  <a:pt x="910521" y="58257"/>
                  <a:pt x="908700" y="58257"/>
                </a:cubicBezTo>
                <a:cubicBezTo>
                  <a:pt x="902323" y="60762"/>
                  <a:pt x="896401" y="62813"/>
                  <a:pt x="880687" y="64860"/>
                </a:cubicBezTo>
                <a:cubicBezTo>
                  <a:pt x="880231" y="66229"/>
                  <a:pt x="880687" y="69871"/>
                  <a:pt x="881142" y="71236"/>
                </a:cubicBezTo>
                <a:cubicBezTo>
                  <a:pt x="893440" y="72376"/>
                  <a:pt x="895946" y="73516"/>
                  <a:pt x="895946" y="86739"/>
                </a:cubicBezTo>
                <a:lnTo>
                  <a:pt x="895946" y="131203"/>
                </a:lnTo>
                <a:cubicBezTo>
                  <a:pt x="895946" y="150128"/>
                  <a:pt x="893214" y="151039"/>
                  <a:pt x="879092" y="151953"/>
                </a:cubicBezTo>
                <a:cubicBezTo>
                  <a:pt x="877726" y="153319"/>
                  <a:pt x="877726" y="158100"/>
                  <a:pt x="879092" y="159466"/>
                </a:cubicBezTo>
                <a:cubicBezTo>
                  <a:pt x="887064" y="159240"/>
                  <a:pt x="895946" y="159011"/>
                  <a:pt x="905058" y="159011"/>
                </a:cubicBezTo>
                <a:cubicBezTo>
                  <a:pt x="914166" y="159011"/>
                  <a:pt x="924643" y="159240"/>
                  <a:pt x="932612" y="159466"/>
                </a:cubicBezTo>
                <a:cubicBezTo>
                  <a:pt x="933981" y="158100"/>
                  <a:pt x="933981" y="153319"/>
                  <a:pt x="932612" y="151953"/>
                </a:cubicBezTo>
                <a:cubicBezTo>
                  <a:pt x="916672" y="150813"/>
                  <a:pt x="913937" y="150128"/>
                  <a:pt x="913937" y="131203"/>
                </a:cubicBezTo>
                <a:lnTo>
                  <a:pt x="913937" y="99510"/>
                </a:lnTo>
                <a:cubicBezTo>
                  <a:pt x="913937" y="93581"/>
                  <a:pt x="916672" y="88337"/>
                  <a:pt x="919403" y="84233"/>
                </a:cubicBezTo>
                <a:cubicBezTo>
                  <a:pt x="921908" y="80584"/>
                  <a:pt x="927149" y="73061"/>
                  <a:pt x="929880" y="73061"/>
                </a:cubicBezTo>
                <a:cubicBezTo>
                  <a:pt x="931931" y="73061"/>
                  <a:pt x="933981" y="73516"/>
                  <a:pt x="935802" y="76025"/>
                </a:cubicBezTo>
                <a:cubicBezTo>
                  <a:pt x="937397" y="78305"/>
                  <a:pt x="940129" y="81269"/>
                  <a:pt x="944000" y="81269"/>
                </a:cubicBezTo>
                <a:cubicBezTo>
                  <a:pt x="949466" y="81269"/>
                  <a:pt x="954703" y="75566"/>
                  <a:pt x="954703" y="69871"/>
                </a:cubicBezTo>
                <a:cubicBezTo>
                  <a:pt x="954703" y="65544"/>
                  <a:pt x="950606" y="58938"/>
                  <a:pt x="941039" y="58938"/>
                </a:cubicBezTo>
                <a:cubicBezTo>
                  <a:pt x="930336" y="58938"/>
                  <a:pt x="920998" y="68960"/>
                  <a:pt x="915761" y="77846"/>
                </a:cubicBezTo>
                <a:cubicBezTo>
                  <a:pt x="914395" y="80355"/>
                  <a:pt x="913255" y="78531"/>
                  <a:pt x="913255" y="77391"/>
                </a:cubicBezTo>
                <a:close/>
                <a:moveTo>
                  <a:pt x="984313" y="94787"/>
                </a:moveTo>
                <a:cubicBezTo>
                  <a:pt x="988640" y="69162"/>
                  <a:pt x="1004584" y="67122"/>
                  <a:pt x="1010050" y="67122"/>
                </a:cubicBezTo>
                <a:cubicBezTo>
                  <a:pt x="1018703" y="67122"/>
                  <a:pt x="1028951" y="71886"/>
                  <a:pt x="1028951" y="90933"/>
                </a:cubicBezTo>
                <a:cubicBezTo>
                  <a:pt x="1028951" y="92973"/>
                  <a:pt x="1028041" y="94110"/>
                  <a:pt x="1025535" y="94110"/>
                </a:cubicBezTo>
                <a:lnTo>
                  <a:pt x="984313" y="94787"/>
                </a:lnTo>
                <a:moveTo>
                  <a:pt x="1043981" y="137799"/>
                </a:moveTo>
                <a:cubicBezTo>
                  <a:pt x="1035557" y="146448"/>
                  <a:pt x="1028951" y="150087"/>
                  <a:pt x="1015742" y="150087"/>
                </a:cubicBezTo>
                <a:cubicBezTo>
                  <a:pt x="1007544" y="150087"/>
                  <a:pt x="997977" y="145308"/>
                  <a:pt x="990919" y="133705"/>
                </a:cubicBezTo>
                <a:cubicBezTo>
                  <a:pt x="986364" y="126195"/>
                  <a:pt x="983629" y="115728"/>
                  <a:pt x="983629" y="102530"/>
                </a:cubicBezTo>
                <a:lnTo>
                  <a:pt x="1044210" y="102985"/>
                </a:lnTo>
                <a:cubicBezTo>
                  <a:pt x="1046942" y="102985"/>
                  <a:pt x="1048537" y="101619"/>
                  <a:pt x="1048537" y="99114"/>
                </a:cubicBezTo>
                <a:cubicBezTo>
                  <a:pt x="1048537" y="80049"/>
                  <a:pt x="1041705" y="59605"/>
                  <a:pt x="1010050" y="59605"/>
                </a:cubicBezTo>
                <a:cubicBezTo>
                  <a:pt x="990235" y="59605"/>
                  <a:pt x="964498" y="78461"/>
                  <a:pt x="964498" y="112997"/>
                </a:cubicBezTo>
                <a:cubicBezTo>
                  <a:pt x="964498" y="125740"/>
                  <a:pt x="967688" y="138028"/>
                  <a:pt x="975205" y="146674"/>
                </a:cubicBezTo>
                <a:cubicBezTo>
                  <a:pt x="982947" y="155782"/>
                  <a:pt x="993651" y="161245"/>
                  <a:pt x="1010050" y="161245"/>
                </a:cubicBezTo>
                <a:cubicBezTo>
                  <a:pt x="1027356" y="161245"/>
                  <a:pt x="1039654" y="153277"/>
                  <a:pt x="1048766" y="141441"/>
                </a:cubicBezTo>
                <a:cubicBezTo>
                  <a:pt x="1048082" y="139164"/>
                  <a:pt x="1046716" y="138028"/>
                  <a:pt x="1043981" y="137799"/>
                </a:cubicBezTo>
                <a:close/>
                <a:moveTo>
                  <a:pt x="1150111" y="138237"/>
                </a:moveTo>
                <a:cubicBezTo>
                  <a:pt x="1149200" y="136186"/>
                  <a:pt x="1147376" y="135276"/>
                  <a:pt x="1145329" y="135046"/>
                </a:cubicBezTo>
                <a:cubicBezTo>
                  <a:pt x="1137583" y="145076"/>
                  <a:pt x="1127790" y="150087"/>
                  <a:pt x="1117997" y="150087"/>
                </a:cubicBezTo>
                <a:cubicBezTo>
                  <a:pt x="1101372" y="150087"/>
                  <a:pt x="1087479" y="133225"/>
                  <a:pt x="1087479" y="106561"/>
                </a:cubicBezTo>
                <a:cubicBezTo>
                  <a:pt x="1087479" y="81495"/>
                  <a:pt x="1098411" y="66455"/>
                  <a:pt x="1113445" y="66455"/>
                </a:cubicBezTo>
                <a:cubicBezTo>
                  <a:pt x="1126880" y="66455"/>
                  <a:pt x="1128701" y="74430"/>
                  <a:pt x="1129614" y="82405"/>
                </a:cubicBezTo>
                <a:cubicBezTo>
                  <a:pt x="1130296" y="88560"/>
                  <a:pt x="1133486" y="90610"/>
                  <a:pt x="1138268" y="90610"/>
                </a:cubicBezTo>
                <a:cubicBezTo>
                  <a:pt x="1143049" y="90610"/>
                  <a:pt x="1149426" y="87649"/>
                  <a:pt x="1149426" y="80584"/>
                </a:cubicBezTo>
                <a:cubicBezTo>
                  <a:pt x="1149426" y="68050"/>
                  <a:pt x="1136447" y="58938"/>
                  <a:pt x="1114581" y="58938"/>
                </a:cubicBezTo>
                <a:cubicBezTo>
                  <a:pt x="1092035" y="58938"/>
                  <a:pt x="1067893" y="79215"/>
                  <a:pt x="1067893" y="111575"/>
                </a:cubicBezTo>
                <a:cubicBezTo>
                  <a:pt x="1067893" y="140971"/>
                  <a:pt x="1084292" y="161245"/>
                  <a:pt x="1112986" y="161245"/>
                </a:cubicBezTo>
                <a:cubicBezTo>
                  <a:pt x="1126654" y="161245"/>
                  <a:pt x="1138723" y="156919"/>
                  <a:pt x="1150111" y="138237"/>
                </a:cubicBezTo>
                <a:close/>
                <a:moveTo>
                  <a:pt x="1166737" y="61384"/>
                </a:moveTo>
                <a:cubicBezTo>
                  <a:pt x="1163547" y="61384"/>
                  <a:pt x="1162636" y="64119"/>
                  <a:pt x="1162636" y="65940"/>
                </a:cubicBezTo>
                <a:lnTo>
                  <a:pt x="1162636" y="68901"/>
                </a:lnTo>
                <a:cubicBezTo>
                  <a:pt x="1162636" y="70041"/>
                  <a:pt x="1162862" y="70267"/>
                  <a:pt x="1163776" y="70267"/>
                </a:cubicBezTo>
                <a:lnTo>
                  <a:pt x="1177211" y="70267"/>
                </a:lnTo>
                <a:lnTo>
                  <a:pt x="1177211" y="138716"/>
                </a:lnTo>
                <a:cubicBezTo>
                  <a:pt x="1177211" y="154868"/>
                  <a:pt x="1184272" y="161245"/>
                  <a:pt x="1194746" y="161245"/>
                </a:cubicBezTo>
                <a:cubicBezTo>
                  <a:pt x="1205224" y="161245"/>
                  <a:pt x="1216612" y="156238"/>
                  <a:pt x="1225494" y="146219"/>
                </a:cubicBezTo>
                <a:cubicBezTo>
                  <a:pt x="1225039" y="143946"/>
                  <a:pt x="1223673" y="142580"/>
                  <a:pt x="1221394" y="142355"/>
                </a:cubicBezTo>
                <a:cubicBezTo>
                  <a:pt x="1215472" y="146903"/>
                  <a:pt x="1208640" y="148721"/>
                  <a:pt x="1202718" y="148721"/>
                </a:cubicBezTo>
                <a:cubicBezTo>
                  <a:pt x="1196571" y="148721"/>
                  <a:pt x="1195205" y="141899"/>
                  <a:pt x="1195205" y="127801"/>
                </a:cubicBezTo>
                <a:lnTo>
                  <a:pt x="1195205" y="70267"/>
                </a:lnTo>
                <a:lnTo>
                  <a:pt x="1218888" y="70267"/>
                </a:lnTo>
                <a:cubicBezTo>
                  <a:pt x="1221168" y="70267"/>
                  <a:pt x="1224354" y="69356"/>
                  <a:pt x="1224354" y="67306"/>
                </a:cubicBezTo>
                <a:lnTo>
                  <a:pt x="1224354" y="62754"/>
                </a:lnTo>
                <a:cubicBezTo>
                  <a:pt x="1224354" y="61843"/>
                  <a:pt x="1223673" y="61384"/>
                  <a:pt x="1222533" y="61384"/>
                </a:cubicBezTo>
                <a:lnTo>
                  <a:pt x="1195205" y="61384"/>
                </a:lnTo>
                <a:lnTo>
                  <a:pt x="1195205" y="52505"/>
                </a:lnTo>
                <a:cubicBezTo>
                  <a:pt x="1195205" y="37702"/>
                  <a:pt x="1196116" y="28590"/>
                  <a:pt x="1196116" y="28590"/>
                </a:cubicBezTo>
                <a:cubicBezTo>
                  <a:pt x="1196116" y="27224"/>
                  <a:pt x="1195431" y="26539"/>
                  <a:pt x="1194291" y="26539"/>
                </a:cubicBezTo>
                <a:cubicBezTo>
                  <a:pt x="1193381" y="26539"/>
                  <a:pt x="1191330" y="27453"/>
                  <a:pt x="1189284" y="28590"/>
                </a:cubicBezTo>
                <a:cubicBezTo>
                  <a:pt x="1186778" y="29959"/>
                  <a:pt x="1184498" y="31095"/>
                  <a:pt x="1181537" y="31780"/>
                </a:cubicBezTo>
                <a:cubicBezTo>
                  <a:pt x="1178806" y="32690"/>
                  <a:pt x="1176530" y="33375"/>
                  <a:pt x="1176530" y="34967"/>
                </a:cubicBezTo>
                <a:cubicBezTo>
                  <a:pt x="1176530" y="37702"/>
                  <a:pt x="1177211" y="36106"/>
                  <a:pt x="1177211" y="61384"/>
                </a:cubicBezTo>
                <a:lnTo>
                  <a:pt x="1166737" y="61384"/>
                </a:lnTo>
                <a:close/>
                <a:moveTo>
                  <a:pt x="1352577" y="105880"/>
                </a:moveTo>
                <a:lnTo>
                  <a:pt x="1352577" y="135957"/>
                </a:lnTo>
                <a:cubicBezTo>
                  <a:pt x="1352577" y="138921"/>
                  <a:pt x="1351208" y="140516"/>
                  <a:pt x="1349387" y="141882"/>
                </a:cubicBezTo>
                <a:cubicBezTo>
                  <a:pt x="1343465" y="146667"/>
                  <a:pt x="1335722" y="151911"/>
                  <a:pt x="1329346" y="151911"/>
                </a:cubicBezTo>
                <a:cubicBezTo>
                  <a:pt x="1317958" y="151911"/>
                  <a:pt x="1312947" y="142796"/>
                  <a:pt x="1312947" y="135731"/>
                </a:cubicBezTo>
                <a:cubicBezTo>
                  <a:pt x="1312947" y="125476"/>
                  <a:pt x="1317732" y="114992"/>
                  <a:pt x="1334583" y="110665"/>
                </a:cubicBezTo>
                <a:lnTo>
                  <a:pt x="1352577" y="105880"/>
                </a:lnTo>
                <a:moveTo>
                  <a:pt x="1352577" y="148036"/>
                </a:moveTo>
                <a:cubicBezTo>
                  <a:pt x="1353943" y="155098"/>
                  <a:pt x="1356448" y="161245"/>
                  <a:pt x="1367836" y="161245"/>
                </a:cubicBezTo>
                <a:cubicBezTo>
                  <a:pt x="1376489" y="161245"/>
                  <a:pt x="1384687" y="157374"/>
                  <a:pt x="1389469" y="152822"/>
                </a:cubicBezTo>
                <a:cubicBezTo>
                  <a:pt x="1389013" y="150087"/>
                  <a:pt x="1388103" y="148036"/>
                  <a:pt x="1385597" y="146671"/>
                </a:cubicBezTo>
                <a:cubicBezTo>
                  <a:pt x="1384006" y="148036"/>
                  <a:pt x="1380131" y="150316"/>
                  <a:pt x="1377170" y="150316"/>
                </a:cubicBezTo>
                <a:cubicBezTo>
                  <a:pt x="1370567" y="150316"/>
                  <a:pt x="1370338" y="141427"/>
                  <a:pt x="1370338" y="130946"/>
                </a:cubicBezTo>
                <a:lnTo>
                  <a:pt x="1370338" y="97446"/>
                </a:lnTo>
                <a:cubicBezTo>
                  <a:pt x="1370338" y="65089"/>
                  <a:pt x="1352577" y="58938"/>
                  <a:pt x="1335948" y="58938"/>
                </a:cubicBezTo>
                <a:cubicBezTo>
                  <a:pt x="1317273" y="58938"/>
                  <a:pt x="1298372" y="71240"/>
                  <a:pt x="1298372" y="84230"/>
                </a:cubicBezTo>
                <a:cubicBezTo>
                  <a:pt x="1298372" y="89700"/>
                  <a:pt x="1301103" y="92435"/>
                  <a:pt x="1306344" y="92435"/>
                </a:cubicBezTo>
                <a:cubicBezTo>
                  <a:pt x="1312947" y="92435"/>
                  <a:pt x="1317047" y="87649"/>
                  <a:pt x="1317047" y="84685"/>
                </a:cubicBezTo>
                <a:cubicBezTo>
                  <a:pt x="1317047" y="83090"/>
                  <a:pt x="1316818" y="81495"/>
                  <a:pt x="1316363" y="80584"/>
                </a:cubicBezTo>
                <a:cubicBezTo>
                  <a:pt x="1316137" y="79900"/>
                  <a:pt x="1315907" y="78534"/>
                  <a:pt x="1315907" y="76025"/>
                </a:cubicBezTo>
                <a:cubicBezTo>
                  <a:pt x="1315907" y="68960"/>
                  <a:pt x="1325474" y="66455"/>
                  <a:pt x="1334127" y="66455"/>
                </a:cubicBezTo>
                <a:cubicBezTo>
                  <a:pt x="1341870" y="66455"/>
                  <a:pt x="1352577" y="70329"/>
                  <a:pt x="1352577" y="96080"/>
                </a:cubicBezTo>
                <a:cubicBezTo>
                  <a:pt x="1352577" y="97675"/>
                  <a:pt x="1351892" y="98585"/>
                  <a:pt x="1351208" y="98815"/>
                </a:cubicBezTo>
                <a:lnTo>
                  <a:pt x="1331622" y="103600"/>
                </a:lnTo>
                <a:cubicBezTo>
                  <a:pt x="1309760" y="109070"/>
                  <a:pt x="1294045" y="121146"/>
                  <a:pt x="1294045" y="136641"/>
                </a:cubicBezTo>
                <a:cubicBezTo>
                  <a:pt x="1294045" y="155327"/>
                  <a:pt x="1306799" y="161245"/>
                  <a:pt x="1322739" y="161245"/>
                </a:cubicBezTo>
                <a:cubicBezTo>
                  <a:pt x="1330711" y="161245"/>
                  <a:pt x="1337543" y="159424"/>
                  <a:pt x="1347566" y="151682"/>
                </a:cubicBezTo>
                <a:lnTo>
                  <a:pt x="1352122" y="148036"/>
                </a:lnTo>
                <a:lnTo>
                  <a:pt x="1352577" y="148036"/>
                </a:lnTo>
                <a:close/>
                <a:moveTo>
                  <a:pt x="1411560" y="131231"/>
                </a:moveTo>
                <a:cubicBezTo>
                  <a:pt x="1411560" y="150132"/>
                  <a:pt x="1409058" y="151268"/>
                  <a:pt x="1395164" y="151953"/>
                </a:cubicBezTo>
                <a:cubicBezTo>
                  <a:pt x="1393799" y="153319"/>
                  <a:pt x="1393799" y="158100"/>
                  <a:pt x="1395164" y="159466"/>
                </a:cubicBezTo>
                <a:cubicBezTo>
                  <a:pt x="1403136" y="159240"/>
                  <a:pt x="1411560" y="159011"/>
                  <a:pt x="1420672" y="159011"/>
                </a:cubicBezTo>
                <a:cubicBezTo>
                  <a:pt x="1429780" y="159011"/>
                  <a:pt x="1438437" y="159240"/>
                  <a:pt x="1445950" y="159466"/>
                </a:cubicBezTo>
                <a:cubicBezTo>
                  <a:pt x="1447319" y="158100"/>
                  <a:pt x="1447319" y="153319"/>
                  <a:pt x="1445950" y="151953"/>
                </a:cubicBezTo>
                <a:cubicBezTo>
                  <a:pt x="1432060" y="151268"/>
                  <a:pt x="1429554" y="150132"/>
                  <a:pt x="1429554" y="131231"/>
                </a:cubicBezTo>
                <a:lnTo>
                  <a:pt x="1429554" y="26265"/>
                </a:lnTo>
                <a:cubicBezTo>
                  <a:pt x="1429554" y="11468"/>
                  <a:pt x="1430465" y="2307"/>
                  <a:pt x="1430465" y="2307"/>
                </a:cubicBezTo>
                <a:cubicBezTo>
                  <a:pt x="1430465" y="695"/>
                  <a:pt x="1429554" y="0"/>
                  <a:pt x="1427504" y="0"/>
                </a:cubicBezTo>
                <a:cubicBezTo>
                  <a:pt x="1421812" y="2307"/>
                  <a:pt x="1404728" y="5536"/>
                  <a:pt x="1395620" y="6227"/>
                </a:cubicBezTo>
                <a:cubicBezTo>
                  <a:pt x="1395164" y="8052"/>
                  <a:pt x="1395620" y="11694"/>
                  <a:pt x="1396985" y="13063"/>
                </a:cubicBezTo>
                <a:cubicBezTo>
                  <a:pt x="1410194" y="13970"/>
                  <a:pt x="1411560" y="14655"/>
                  <a:pt x="1411560" y="31731"/>
                </a:cubicBezTo>
                <a:lnTo>
                  <a:pt x="1411560" y="131231"/>
                </a:lnTo>
                <a:close/>
                <a:moveTo>
                  <a:pt x="1516781" y="105880"/>
                </a:moveTo>
                <a:lnTo>
                  <a:pt x="1516781" y="135957"/>
                </a:lnTo>
                <a:cubicBezTo>
                  <a:pt x="1516781" y="138921"/>
                  <a:pt x="1515412" y="140516"/>
                  <a:pt x="1513591" y="141882"/>
                </a:cubicBezTo>
                <a:cubicBezTo>
                  <a:pt x="1507669" y="146667"/>
                  <a:pt x="1499927" y="151911"/>
                  <a:pt x="1493550" y="151911"/>
                </a:cubicBezTo>
                <a:cubicBezTo>
                  <a:pt x="1482162" y="151911"/>
                  <a:pt x="1477151" y="142796"/>
                  <a:pt x="1477151" y="135731"/>
                </a:cubicBezTo>
                <a:cubicBezTo>
                  <a:pt x="1477151" y="125476"/>
                  <a:pt x="1481936" y="114992"/>
                  <a:pt x="1498787" y="110665"/>
                </a:cubicBezTo>
                <a:lnTo>
                  <a:pt x="1516781" y="105880"/>
                </a:lnTo>
                <a:moveTo>
                  <a:pt x="1516781" y="148036"/>
                </a:moveTo>
                <a:cubicBezTo>
                  <a:pt x="1518147" y="155098"/>
                  <a:pt x="1520652" y="161245"/>
                  <a:pt x="1532040" y="161245"/>
                </a:cubicBezTo>
                <a:cubicBezTo>
                  <a:pt x="1540693" y="161245"/>
                  <a:pt x="1548891" y="157374"/>
                  <a:pt x="1553673" y="152822"/>
                </a:cubicBezTo>
                <a:cubicBezTo>
                  <a:pt x="1553218" y="150087"/>
                  <a:pt x="1552307" y="148036"/>
                  <a:pt x="1549802" y="146671"/>
                </a:cubicBezTo>
                <a:cubicBezTo>
                  <a:pt x="1548210" y="148036"/>
                  <a:pt x="1544335" y="150316"/>
                  <a:pt x="1541374" y="150316"/>
                </a:cubicBezTo>
                <a:cubicBezTo>
                  <a:pt x="1534772" y="150316"/>
                  <a:pt x="1534542" y="141427"/>
                  <a:pt x="1534542" y="130946"/>
                </a:cubicBezTo>
                <a:lnTo>
                  <a:pt x="1534542" y="97446"/>
                </a:lnTo>
                <a:cubicBezTo>
                  <a:pt x="1534542" y="65089"/>
                  <a:pt x="1516781" y="58938"/>
                  <a:pt x="1500153" y="58938"/>
                </a:cubicBezTo>
                <a:cubicBezTo>
                  <a:pt x="1481477" y="58938"/>
                  <a:pt x="1462576" y="71240"/>
                  <a:pt x="1462576" y="84230"/>
                </a:cubicBezTo>
                <a:cubicBezTo>
                  <a:pt x="1462576" y="89700"/>
                  <a:pt x="1465308" y="92435"/>
                  <a:pt x="1470548" y="92435"/>
                </a:cubicBezTo>
                <a:cubicBezTo>
                  <a:pt x="1477151" y="92435"/>
                  <a:pt x="1481251" y="87649"/>
                  <a:pt x="1481251" y="84685"/>
                </a:cubicBezTo>
                <a:cubicBezTo>
                  <a:pt x="1481251" y="83090"/>
                  <a:pt x="1481022" y="81495"/>
                  <a:pt x="1480567" y="80584"/>
                </a:cubicBezTo>
                <a:cubicBezTo>
                  <a:pt x="1480341" y="79900"/>
                  <a:pt x="1480112" y="78534"/>
                  <a:pt x="1480112" y="76025"/>
                </a:cubicBezTo>
                <a:cubicBezTo>
                  <a:pt x="1480112" y="68960"/>
                  <a:pt x="1489679" y="66455"/>
                  <a:pt x="1498332" y="66455"/>
                </a:cubicBezTo>
                <a:cubicBezTo>
                  <a:pt x="1506074" y="66455"/>
                  <a:pt x="1516781" y="70329"/>
                  <a:pt x="1516781" y="96080"/>
                </a:cubicBezTo>
                <a:cubicBezTo>
                  <a:pt x="1516781" y="97675"/>
                  <a:pt x="1516096" y="98585"/>
                  <a:pt x="1515412" y="98815"/>
                </a:cubicBezTo>
                <a:lnTo>
                  <a:pt x="1495826" y="103600"/>
                </a:lnTo>
                <a:cubicBezTo>
                  <a:pt x="1473964" y="109070"/>
                  <a:pt x="1458250" y="121146"/>
                  <a:pt x="1458250" y="136641"/>
                </a:cubicBezTo>
                <a:cubicBezTo>
                  <a:pt x="1458250" y="155327"/>
                  <a:pt x="1471003" y="161245"/>
                  <a:pt x="1486944" y="161245"/>
                </a:cubicBezTo>
                <a:cubicBezTo>
                  <a:pt x="1494916" y="161245"/>
                  <a:pt x="1501748" y="159424"/>
                  <a:pt x="1511770" y="151682"/>
                </a:cubicBezTo>
                <a:lnTo>
                  <a:pt x="1516326" y="148036"/>
                </a:lnTo>
                <a:lnTo>
                  <a:pt x="1516781" y="148036"/>
                </a:lnTo>
                <a:close/>
                <a:moveTo>
                  <a:pt x="1594214" y="77391"/>
                </a:moveTo>
                <a:cubicBezTo>
                  <a:pt x="1593758" y="68276"/>
                  <a:pt x="1593529" y="62357"/>
                  <a:pt x="1592393" y="60078"/>
                </a:cubicBezTo>
                <a:cubicBezTo>
                  <a:pt x="1591934" y="58938"/>
                  <a:pt x="1591479" y="58257"/>
                  <a:pt x="1589658" y="58257"/>
                </a:cubicBezTo>
                <a:cubicBezTo>
                  <a:pt x="1583281" y="60762"/>
                  <a:pt x="1577359" y="62813"/>
                  <a:pt x="1561645" y="64860"/>
                </a:cubicBezTo>
                <a:cubicBezTo>
                  <a:pt x="1561190" y="66229"/>
                  <a:pt x="1561645" y="69871"/>
                  <a:pt x="1562100" y="71236"/>
                </a:cubicBezTo>
                <a:cubicBezTo>
                  <a:pt x="1574399" y="72376"/>
                  <a:pt x="1576904" y="73516"/>
                  <a:pt x="1576904" y="86739"/>
                </a:cubicBezTo>
                <a:lnTo>
                  <a:pt x="1576904" y="131203"/>
                </a:lnTo>
                <a:cubicBezTo>
                  <a:pt x="1576904" y="150128"/>
                  <a:pt x="1574173" y="151039"/>
                  <a:pt x="1560050" y="151953"/>
                </a:cubicBezTo>
                <a:cubicBezTo>
                  <a:pt x="1558684" y="153319"/>
                  <a:pt x="1558684" y="158100"/>
                  <a:pt x="1560050" y="159466"/>
                </a:cubicBezTo>
                <a:cubicBezTo>
                  <a:pt x="1568022" y="159240"/>
                  <a:pt x="1576904" y="159011"/>
                  <a:pt x="1586016" y="159011"/>
                </a:cubicBezTo>
                <a:cubicBezTo>
                  <a:pt x="1595124" y="159011"/>
                  <a:pt x="1605602" y="159240"/>
                  <a:pt x="1613570" y="159466"/>
                </a:cubicBezTo>
                <a:cubicBezTo>
                  <a:pt x="1614939" y="158100"/>
                  <a:pt x="1614939" y="153319"/>
                  <a:pt x="1613570" y="151953"/>
                </a:cubicBezTo>
                <a:cubicBezTo>
                  <a:pt x="1597630" y="150813"/>
                  <a:pt x="1594895" y="150128"/>
                  <a:pt x="1594895" y="131203"/>
                </a:cubicBezTo>
                <a:lnTo>
                  <a:pt x="1594895" y="99510"/>
                </a:lnTo>
                <a:cubicBezTo>
                  <a:pt x="1594895" y="93581"/>
                  <a:pt x="1597630" y="88337"/>
                  <a:pt x="1600361" y="84233"/>
                </a:cubicBezTo>
                <a:cubicBezTo>
                  <a:pt x="1602867" y="80584"/>
                  <a:pt x="1608107" y="73061"/>
                  <a:pt x="1610839" y="73061"/>
                </a:cubicBezTo>
                <a:cubicBezTo>
                  <a:pt x="1612889" y="73061"/>
                  <a:pt x="1614939" y="73516"/>
                  <a:pt x="1616760" y="76025"/>
                </a:cubicBezTo>
                <a:cubicBezTo>
                  <a:pt x="1618355" y="78305"/>
                  <a:pt x="1621087" y="81269"/>
                  <a:pt x="1624958" y="81269"/>
                </a:cubicBezTo>
                <a:cubicBezTo>
                  <a:pt x="1630424" y="81269"/>
                  <a:pt x="1635661" y="75566"/>
                  <a:pt x="1635661" y="69871"/>
                </a:cubicBezTo>
                <a:cubicBezTo>
                  <a:pt x="1635661" y="65544"/>
                  <a:pt x="1631564" y="58938"/>
                  <a:pt x="1621997" y="58938"/>
                </a:cubicBezTo>
                <a:cubicBezTo>
                  <a:pt x="1611294" y="58938"/>
                  <a:pt x="1601956" y="68960"/>
                  <a:pt x="1596719" y="77846"/>
                </a:cubicBezTo>
                <a:cubicBezTo>
                  <a:pt x="1595353" y="80355"/>
                  <a:pt x="1594214" y="78531"/>
                  <a:pt x="1594214" y="77391"/>
                </a:cubicBezTo>
                <a:close/>
                <a:moveTo>
                  <a:pt x="1677569" y="77394"/>
                </a:moveTo>
                <a:cubicBezTo>
                  <a:pt x="1677340" y="70555"/>
                  <a:pt x="1676885" y="62357"/>
                  <a:pt x="1675745" y="60078"/>
                </a:cubicBezTo>
                <a:cubicBezTo>
                  <a:pt x="1675289" y="58938"/>
                  <a:pt x="1674834" y="58257"/>
                  <a:pt x="1673013" y="58257"/>
                </a:cubicBezTo>
                <a:cubicBezTo>
                  <a:pt x="1666636" y="60762"/>
                  <a:pt x="1660715" y="62813"/>
                  <a:pt x="1645000" y="64860"/>
                </a:cubicBezTo>
                <a:cubicBezTo>
                  <a:pt x="1644545" y="66229"/>
                  <a:pt x="1645000" y="69871"/>
                  <a:pt x="1645456" y="71240"/>
                </a:cubicBezTo>
                <a:cubicBezTo>
                  <a:pt x="1657754" y="72380"/>
                  <a:pt x="1660260" y="73520"/>
                  <a:pt x="1660260" y="86742"/>
                </a:cubicBezTo>
                <a:lnTo>
                  <a:pt x="1660260" y="131203"/>
                </a:lnTo>
                <a:cubicBezTo>
                  <a:pt x="1660260" y="149899"/>
                  <a:pt x="1657299" y="151039"/>
                  <a:pt x="1644771" y="151953"/>
                </a:cubicBezTo>
                <a:cubicBezTo>
                  <a:pt x="1643405" y="153319"/>
                  <a:pt x="1643405" y="158100"/>
                  <a:pt x="1644771" y="159466"/>
                </a:cubicBezTo>
                <a:cubicBezTo>
                  <a:pt x="1651607" y="159240"/>
                  <a:pt x="1660260" y="159011"/>
                  <a:pt x="1669368" y="159011"/>
                </a:cubicBezTo>
                <a:cubicBezTo>
                  <a:pt x="1678480" y="159011"/>
                  <a:pt x="1685538" y="159240"/>
                  <a:pt x="1692370" y="159466"/>
                </a:cubicBezTo>
                <a:cubicBezTo>
                  <a:pt x="1693739" y="158100"/>
                  <a:pt x="1693739" y="153319"/>
                  <a:pt x="1692370" y="151953"/>
                </a:cubicBezTo>
                <a:cubicBezTo>
                  <a:pt x="1680756" y="150813"/>
                  <a:pt x="1678250" y="149899"/>
                  <a:pt x="1678250" y="131203"/>
                </a:cubicBezTo>
                <a:lnTo>
                  <a:pt x="1678250" y="93811"/>
                </a:lnTo>
                <a:cubicBezTo>
                  <a:pt x="1678250" y="89022"/>
                  <a:pt x="1680301" y="86287"/>
                  <a:pt x="1682122" y="84237"/>
                </a:cubicBezTo>
                <a:cubicBezTo>
                  <a:pt x="1691233" y="75344"/>
                  <a:pt x="1699660" y="70781"/>
                  <a:pt x="1706718" y="70781"/>
                </a:cubicBezTo>
                <a:cubicBezTo>
                  <a:pt x="1715375" y="70781"/>
                  <a:pt x="1721752" y="76254"/>
                  <a:pt x="1721752" y="91531"/>
                </a:cubicBezTo>
                <a:lnTo>
                  <a:pt x="1721752" y="131203"/>
                </a:lnTo>
                <a:cubicBezTo>
                  <a:pt x="1721752" y="149899"/>
                  <a:pt x="1719927" y="151039"/>
                  <a:pt x="1707629" y="151953"/>
                </a:cubicBezTo>
                <a:cubicBezTo>
                  <a:pt x="1706493" y="153319"/>
                  <a:pt x="1706493" y="158100"/>
                  <a:pt x="1707629" y="159466"/>
                </a:cubicBezTo>
                <a:cubicBezTo>
                  <a:pt x="1713325" y="159240"/>
                  <a:pt x="1721752" y="159011"/>
                  <a:pt x="1730860" y="159011"/>
                </a:cubicBezTo>
                <a:cubicBezTo>
                  <a:pt x="1739972" y="159011"/>
                  <a:pt x="1747485" y="159240"/>
                  <a:pt x="1753181" y="159466"/>
                </a:cubicBezTo>
                <a:cubicBezTo>
                  <a:pt x="1754317" y="158100"/>
                  <a:pt x="1754317" y="153319"/>
                  <a:pt x="1753181" y="151953"/>
                </a:cubicBezTo>
                <a:cubicBezTo>
                  <a:pt x="1741793" y="151039"/>
                  <a:pt x="1739742" y="149899"/>
                  <a:pt x="1739742" y="131203"/>
                </a:cubicBezTo>
                <a:lnTo>
                  <a:pt x="1739742" y="94951"/>
                </a:lnTo>
                <a:cubicBezTo>
                  <a:pt x="1739742" y="91760"/>
                  <a:pt x="1739742" y="88567"/>
                  <a:pt x="1739513" y="85832"/>
                </a:cubicBezTo>
                <a:cubicBezTo>
                  <a:pt x="1750446" y="73745"/>
                  <a:pt x="1760694" y="70781"/>
                  <a:pt x="1769576" y="70781"/>
                </a:cubicBezTo>
                <a:cubicBezTo>
                  <a:pt x="1778233" y="70781"/>
                  <a:pt x="1783240" y="75799"/>
                  <a:pt x="1783240" y="91076"/>
                </a:cubicBezTo>
                <a:lnTo>
                  <a:pt x="1783240" y="131203"/>
                </a:lnTo>
                <a:cubicBezTo>
                  <a:pt x="1783240" y="149899"/>
                  <a:pt x="1780964" y="151039"/>
                  <a:pt x="1769121" y="151953"/>
                </a:cubicBezTo>
                <a:cubicBezTo>
                  <a:pt x="1767981" y="153319"/>
                  <a:pt x="1767981" y="158100"/>
                  <a:pt x="1769121" y="159466"/>
                </a:cubicBezTo>
                <a:cubicBezTo>
                  <a:pt x="1774817" y="159240"/>
                  <a:pt x="1783240" y="159011"/>
                  <a:pt x="1792352" y="159011"/>
                </a:cubicBezTo>
                <a:cubicBezTo>
                  <a:pt x="1801460" y="159011"/>
                  <a:pt x="1809432" y="159240"/>
                  <a:pt x="1815809" y="159466"/>
                </a:cubicBezTo>
                <a:cubicBezTo>
                  <a:pt x="1816949" y="158100"/>
                  <a:pt x="1816949" y="153319"/>
                  <a:pt x="1815809" y="151953"/>
                </a:cubicBezTo>
                <a:cubicBezTo>
                  <a:pt x="1803285" y="151039"/>
                  <a:pt x="1801235" y="149899"/>
                  <a:pt x="1801235" y="131203"/>
                </a:cubicBezTo>
                <a:lnTo>
                  <a:pt x="1801235" y="95180"/>
                </a:lnTo>
                <a:cubicBezTo>
                  <a:pt x="1801235" y="74889"/>
                  <a:pt x="1797819" y="58938"/>
                  <a:pt x="1777778" y="58938"/>
                </a:cubicBezTo>
                <a:cubicBezTo>
                  <a:pt x="1766160" y="58938"/>
                  <a:pt x="1752041" y="63268"/>
                  <a:pt x="1740198" y="75799"/>
                </a:cubicBezTo>
                <a:cubicBezTo>
                  <a:pt x="1739513" y="76484"/>
                  <a:pt x="1738147" y="77624"/>
                  <a:pt x="1737692" y="75570"/>
                </a:cubicBezTo>
                <a:cubicBezTo>
                  <a:pt x="1735642" y="66229"/>
                  <a:pt x="1726759" y="58938"/>
                  <a:pt x="1714920" y="58938"/>
                </a:cubicBezTo>
                <a:cubicBezTo>
                  <a:pt x="1701707" y="58938"/>
                  <a:pt x="1689868" y="66684"/>
                  <a:pt x="1680301" y="77394"/>
                </a:cubicBezTo>
                <a:cubicBezTo>
                  <a:pt x="1679161" y="78534"/>
                  <a:pt x="1677795" y="80133"/>
                  <a:pt x="1677569" y="773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C">
            <a:extLst xmlns:a="http://schemas.openxmlformats.org/drawingml/2006/main">
              <a:ext uri="{FF2B5EF4-FFF2-40B4-BE49-F238E27FC236}">
                <a16:creationId xmlns:a16="http://schemas.microsoft.com/office/drawing/2014/main" id="{208725A2-A4A8-4293-BC70-1E19069A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24" y="1853898"/>
            <a:ext cx="152127" cy="130727"/>
          </a:xfrm>
          <a:custGeom xmlns:a="http://schemas.openxmlformats.org/drawingml/2006/main">
            <a:pathLst>
              <a:path w="152127" h="130727">
                <a:moveTo>
                  <a:pt x="152127" y="57847"/>
                </a:moveTo>
                <a:cubicBezTo>
                  <a:pt x="152127" y="35755"/>
                  <a:pt x="141653" y="15485"/>
                  <a:pt x="121382" y="0"/>
                </a:cubicBezTo>
                <a:cubicBezTo>
                  <a:pt x="119335" y="1140"/>
                  <a:pt x="117970" y="2731"/>
                  <a:pt x="117970" y="5237"/>
                </a:cubicBezTo>
                <a:cubicBezTo>
                  <a:pt x="135731" y="21407"/>
                  <a:pt x="142792" y="36895"/>
                  <a:pt x="142792" y="58076"/>
                </a:cubicBezTo>
                <a:cubicBezTo>
                  <a:pt x="142792" y="88820"/>
                  <a:pt x="108177" y="110001"/>
                  <a:pt x="74927" y="110001"/>
                </a:cubicBezTo>
                <a:cubicBezTo>
                  <a:pt x="55341" y="110001"/>
                  <a:pt x="38946" y="104764"/>
                  <a:pt x="28697" y="96563"/>
                </a:cubicBezTo>
                <a:cubicBezTo>
                  <a:pt x="14804" y="85175"/>
                  <a:pt x="8427" y="71966"/>
                  <a:pt x="8427" y="60123"/>
                </a:cubicBezTo>
                <a:cubicBezTo>
                  <a:pt x="8427" y="28694"/>
                  <a:pt x="27102" y="16170"/>
                  <a:pt x="46688" y="10248"/>
                </a:cubicBezTo>
                <a:cubicBezTo>
                  <a:pt x="47599" y="7517"/>
                  <a:pt x="46914" y="5237"/>
                  <a:pt x="45548" y="2731"/>
                </a:cubicBezTo>
                <a:cubicBezTo>
                  <a:pt x="33709" y="3871"/>
                  <a:pt x="22776" y="5466"/>
                  <a:pt x="10252" y="7743"/>
                </a:cubicBezTo>
                <a:cubicBezTo>
                  <a:pt x="9112" y="19356"/>
                  <a:pt x="0" y="29608"/>
                  <a:pt x="0" y="57621"/>
                </a:cubicBezTo>
                <a:cubicBezTo>
                  <a:pt x="0" y="76977"/>
                  <a:pt x="7061" y="93147"/>
                  <a:pt x="19360" y="106585"/>
                </a:cubicBezTo>
                <a:cubicBezTo>
                  <a:pt x="33253" y="121615"/>
                  <a:pt x="55571" y="130727"/>
                  <a:pt x="79253" y="130727"/>
                </a:cubicBezTo>
                <a:cubicBezTo>
                  <a:pt x="118880" y="130727"/>
                  <a:pt x="152127" y="106811"/>
                  <a:pt x="152127" y="578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P">
            <a:extLst xmlns:a="http://schemas.openxmlformats.org/drawingml/2006/main">
              <a:ext uri="{FF2B5EF4-FFF2-40B4-BE49-F238E27FC236}">
                <a16:creationId xmlns:a16="http://schemas.microsoft.com/office/drawing/2014/main" id="{CC3E28CF-8172-42C7-AF88-29044023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8" y="1730461"/>
            <a:ext cx="149013" cy="112962"/>
          </a:xfrm>
          <a:custGeom xmlns:a="http://schemas.openxmlformats.org/drawingml/2006/main">
            <a:pathLst>
              <a:path w="149013" h="112962">
                <a:moveTo>
                  <a:pt x="22328" y="72421"/>
                </a:moveTo>
                <a:cubicBezTo>
                  <a:pt x="15718" y="72421"/>
                  <a:pt x="7746" y="69005"/>
                  <a:pt x="7746" y="52610"/>
                </a:cubicBezTo>
                <a:cubicBezTo>
                  <a:pt x="7746" y="36895"/>
                  <a:pt x="12986" y="21181"/>
                  <a:pt x="41920" y="21181"/>
                </a:cubicBezTo>
                <a:cubicBezTo>
                  <a:pt x="66528" y="21181"/>
                  <a:pt x="76550" y="33021"/>
                  <a:pt x="76550" y="55112"/>
                </a:cubicBezTo>
                <a:cubicBezTo>
                  <a:pt x="76550" y="60808"/>
                  <a:pt x="76095" y="69916"/>
                  <a:pt x="75410" y="72421"/>
                </a:cubicBezTo>
                <a:lnTo>
                  <a:pt x="22328" y="72421"/>
                </a:lnTo>
                <a:moveTo>
                  <a:pt x="29389" y="91781"/>
                </a:moveTo>
                <a:lnTo>
                  <a:pt x="120760" y="91781"/>
                </a:lnTo>
                <a:cubicBezTo>
                  <a:pt x="139675" y="91781"/>
                  <a:pt x="140815" y="95652"/>
                  <a:pt x="141500" y="111593"/>
                </a:cubicBezTo>
                <a:cubicBezTo>
                  <a:pt x="142865" y="112962"/>
                  <a:pt x="147647" y="112962"/>
                  <a:pt x="149013" y="111593"/>
                </a:cubicBezTo>
                <a:cubicBezTo>
                  <a:pt x="148787" y="101345"/>
                  <a:pt x="148558" y="90186"/>
                  <a:pt x="148558" y="81988"/>
                </a:cubicBezTo>
                <a:cubicBezTo>
                  <a:pt x="148558" y="74016"/>
                  <a:pt x="148787" y="60578"/>
                  <a:pt x="149013" y="49190"/>
                </a:cubicBezTo>
                <a:cubicBezTo>
                  <a:pt x="147647" y="47825"/>
                  <a:pt x="142865" y="47825"/>
                  <a:pt x="141500" y="49190"/>
                </a:cubicBezTo>
                <a:cubicBezTo>
                  <a:pt x="140586" y="66955"/>
                  <a:pt x="139675" y="72421"/>
                  <a:pt x="120760" y="72421"/>
                </a:cubicBezTo>
                <a:lnTo>
                  <a:pt x="82016" y="72421"/>
                </a:lnTo>
                <a:cubicBezTo>
                  <a:pt x="83611" y="67410"/>
                  <a:pt x="84292" y="61947"/>
                  <a:pt x="84292" y="53975"/>
                </a:cubicBezTo>
                <a:cubicBezTo>
                  <a:pt x="84292" y="12524"/>
                  <a:pt x="57186" y="0"/>
                  <a:pt x="37820" y="0"/>
                </a:cubicBezTo>
                <a:cubicBezTo>
                  <a:pt x="24378" y="0"/>
                  <a:pt x="0" y="8882"/>
                  <a:pt x="0" y="51015"/>
                </a:cubicBezTo>
                <a:cubicBezTo>
                  <a:pt x="0" y="59668"/>
                  <a:pt x="1595" y="73106"/>
                  <a:pt x="1595" y="82214"/>
                </a:cubicBezTo>
                <a:cubicBezTo>
                  <a:pt x="1595" y="90641"/>
                  <a:pt x="1369" y="102485"/>
                  <a:pt x="1140" y="111593"/>
                </a:cubicBezTo>
                <a:cubicBezTo>
                  <a:pt x="2506" y="112962"/>
                  <a:pt x="7291" y="112962"/>
                  <a:pt x="8657" y="111593"/>
                </a:cubicBezTo>
                <a:cubicBezTo>
                  <a:pt x="9341" y="95652"/>
                  <a:pt x="10477" y="91781"/>
                  <a:pt x="29389" y="917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U">
            <a:extLst xmlns:a="http://schemas.openxmlformats.org/drawingml/2006/main">
              <a:ext uri="{FF2B5EF4-FFF2-40B4-BE49-F238E27FC236}">
                <a16:creationId xmlns:a16="http://schemas.microsoft.com/office/drawing/2014/main" id="{BCC638B1-DD92-4EF4-B7B3-84DEE31C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0" y="1561697"/>
            <a:ext cx="149680" cy="148943"/>
          </a:xfrm>
          <a:custGeom xmlns:a="http://schemas.openxmlformats.org/drawingml/2006/main">
            <a:pathLst>
              <a:path w="149680" h="148943">
                <a:moveTo>
                  <a:pt x="28249" y="110682"/>
                </a:moveTo>
                <a:cubicBezTo>
                  <a:pt x="9341" y="110682"/>
                  <a:pt x="8201" y="107266"/>
                  <a:pt x="7517" y="89731"/>
                </a:cubicBezTo>
                <a:cubicBezTo>
                  <a:pt x="6151" y="88365"/>
                  <a:pt x="1369" y="88365"/>
                  <a:pt x="0" y="89731"/>
                </a:cubicBezTo>
                <a:cubicBezTo>
                  <a:pt x="229" y="100434"/>
                  <a:pt x="459" y="111593"/>
                  <a:pt x="459" y="120475"/>
                </a:cubicBezTo>
                <a:cubicBezTo>
                  <a:pt x="459" y="129358"/>
                  <a:pt x="229" y="138695"/>
                  <a:pt x="0" y="147578"/>
                </a:cubicBezTo>
                <a:cubicBezTo>
                  <a:pt x="1369" y="148943"/>
                  <a:pt x="6151" y="148943"/>
                  <a:pt x="7517" y="147578"/>
                </a:cubicBezTo>
                <a:cubicBezTo>
                  <a:pt x="8201" y="133913"/>
                  <a:pt x="9341" y="130042"/>
                  <a:pt x="28249" y="130042"/>
                </a:cubicBezTo>
                <a:lnTo>
                  <a:pt x="94322" y="130042"/>
                </a:lnTo>
                <a:cubicBezTo>
                  <a:pt x="140801" y="130042"/>
                  <a:pt x="149680" y="99979"/>
                  <a:pt x="149680" y="76748"/>
                </a:cubicBezTo>
                <a:cubicBezTo>
                  <a:pt x="149680" y="30060"/>
                  <a:pt x="120750" y="18901"/>
                  <a:pt x="80195" y="18901"/>
                </a:cubicBezTo>
                <a:lnTo>
                  <a:pt x="28249" y="18901"/>
                </a:lnTo>
                <a:cubicBezTo>
                  <a:pt x="10022" y="18901"/>
                  <a:pt x="9112" y="15030"/>
                  <a:pt x="7517" y="1366"/>
                </a:cubicBezTo>
                <a:cubicBezTo>
                  <a:pt x="6151" y="0"/>
                  <a:pt x="1369" y="0"/>
                  <a:pt x="0" y="1366"/>
                </a:cubicBezTo>
                <a:cubicBezTo>
                  <a:pt x="229" y="10019"/>
                  <a:pt x="459" y="19356"/>
                  <a:pt x="459" y="24597"/>
                </a:cubicBezTo>
                <a:cubicBezTo>
                  <a:pt x="459" y="29379"/>
                  <a:pt x="229" y="40537"/>
                  <a:pt x="0" y="51015"/>
                </a:cubicBezTo>
                <a:cubicBezTo>
                  <a:pt x="1369" y="52380"/>
                  <a:pt x="6151" y="52380"/>
                  <a:pt x="7517" y="51015"/>
                </a:cubicBezTo>
                <a:cubicBezTo>
                  <a:pt x="9112" y="33934"/>
                  <a:pt x="9796" y="30060"/>
                  <a:pt x="28249" y="30060"/>
                </a:cubicBezTo>
                <a:lnTo>
                  <a:pt x="84296" y="30060"/>
                </a:lnTo>
                <a:cubicBezTo>
                  <a:pt x="109814" y="30060"/>
                  <a:pt x="140346" y="33479"/>
                  <a:pt x="140346" y="71966"/>
                </a:cubicBezTo>
                <a:cubicBezTo>
                  <a:pt x="140346" y="82899"/>
                  <a:pt x="136242" y="92236"/>
                  <a:pt x="129636" y="99069"/>
                </a:cubicBezTo>
                <a:cubicBezTo>
                  <a:pt x="118929" y="110227"/>
                  <a:pt x="101612" y="110682"/>
                  <a:pt x="86805" y="110682"/>
                </a:cubicBezTo>
                <a:lnTo>
                  <a:pt x="28249" y="1106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t">
            <a:extLst xmlns:a="http://schemas.openxmlformats.org/drawingml/2006/main">
              <a:ext uri="{FF2B5EF4-FFF2-40B4-BE49-F238E27FC236}">
                <a16:creationId xmlns:a16="http://schemas.microsoft.com/office/drawing/2014/main" id="{4B9E0CC7-318F-4A4D-991F-2122D190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5" y="1435519"/>
            <a:ext cx="134706" cy="62858"/>
          </a:xfrm>
          <a:custGeom xmlns:a="http://schemas.openxmlformats.org/drawingml/2006/main">
            <a:pathLst>
              <a:path w="134706" h="62858">
                <a:moveTo>
                  <a:pt x="34845" y="58757"/>
                </a:moveTo>
                <a:cubicBezTo>
                  <a:pt x="34845" y="61947"/>
                  <a:pt x="37580" y="62858"/>
                  <a:pt x="39401" y="62858"/>
                </a:cubicBezTo>
                <a:lnTo>
                  <a:pt x="42362" y="62858"/>
                </a:lnTo>
                <a:cubicBezTo>
                  <a:pt x="43501" y="62858"/>
                  <a:pt x="43727" y="62632"/>
                  <a:pt x="43727" y="61718"/>
                </a:cubicBezTo>
                <a:lnTo>
                  <a:pt x="43727" y="48283"/>
                </a:lnTo>
                <a:lnTo>
                  <a:pt x="112177" y="48283"/>
                </a:lnTo>
                <a:cubicBezTo>
                  <a:pt x="128329" y="48283"/>
                  <a:pt x="134706" y="41222"/>
                  <a:pt x="134706" y="30748"/>
                </a:cubicBezTo>
                <a:cubicBezTo>
                  <a:pt x="134706" y="20270"/>
                  <a:pt x="129698" y="8882"/>
                  <a:pt x="119679" y="0"/>
                </a:cubicBezTo>
                <a:cubicBezTo>
                  <a:pt x="117407" y="455"/>
                  <a:pt x="116041" y="1821"/>
                  <a:pt x="115815" y="4101"/>
                </a:cubicBezTo>
                <a:cubicBezTo>
                  <a:pt x="120364" y="10022"/>
                  <a:pt x="122182" y="16854"/>
                  <a:pt x="122182" y="22776"/>
                </a:cubicBezTo>
                <a:cubicBezTo>
                  <a:pt x="122182" y="28923"/>
                  <a:pt x="115360" y="30289"/>
                  <a:pt x="101261" y="30289"/>
                </a:cubicBezTo>
                <a:lnTo>
                  <a:pt x="43727" y="30289"/>
                </a:lnTo>
                <a:lnTo>
                  <a:pt x="43727" y="6606"/>
                </a:lnTo>
                <a:cubicBezTo>
                  <a:pt x="43727" y="4327"/>
                  <a:pt x="42817" y="1140"/>
                  <a:pt x="40767" y="1140"/>
                </a:cubicBezTo>
                <a:lnTo>
                  <a:pt x="36214" y="1140"/>
                </a:lnTo>
                <a:cubicBezTo>
                  <a:pt x="35304" y="1140"/>
                  <a:pt x="34845" y="1821"/>
                  <a:pt x="34845" y="2961"/>
                </a:cubicBezTo>
                <a:lnTo>
                  <a:pt x="34845" y="30289"/>
                </a:lnTo>
                <a:lnTo>
                  <a:pt x="25966" y="30289"/>
                </a:lnTo>
                <a:cubicBezTo>
                  <a:pt x="11162" y="30289"/>
                  <a:pt x="2050" y="29379"/>
                  <a:pt x="2050" y="29379"/>
                </a:cubicBezTo>
                <a:cubicBezTo>
                  <a:pt x="685" y="29379"/>
                  <a:pt x="0" y="30063"/>
                  <a:pt x="0" y="31203"/>
                </a:cubicBezTo>
                <a:cubicBezTo>
                  <a:pt x="0" y="32114"/>
                  <a:pt x="914" y="34164"/>
                  <a:pt x="2050" y="36211"/>
                </a:cubicBezTo>
                <a:cubicBezTo>
                  <a:pt x="3420" y="38716"/>
                  <a:pt x="4556" y="40996"/>
                  <a:pt x="5240" y="43957"/>
                </a:cubicBezTo>
                <a:cubicBezTo>
                  <a:pt x="6151" y="46688"/>
                  <a:pt x="6836" y="48964"/>
                  <a:pt x="8427" y="48964"/>
                </a:cubicBezTo>
                <a:cubicBezTo>
                  <a:pt x="11162" y="48964"/>
                  <a:pt x="9567" y="48283"/>
                  <a:pt x="34845" y="48283"/>
                </a:cubicBezTo>
                <a:lnTo>
                  <a:pt x="34845" y="587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i">
            <a:extLst xmlns:a="http://schemas.openxmlformats.org/drawingml/2006/main">
              <a:ext uri="{FF2B5EF4-FFF2-40B4-BE49-F238E27FC236}">
                <a16:creationId xmlns:a16="http://schemas.microsoft.com/office/drawing/2014/main" id="{8F7912D2-3B34-4068-A151-76636875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0" y="1373118"/>
            <a:ext cx="147901" cy="53520"/>
          </a:xfrm>
          <a:custGeom xmlns:a="http://schemas.openxmlformats.org/drawingml/2006/main">
            <a:pathLst>
              <a:path w="147901" h="53520">
                <a:moveTo>
                  <a:pt x="10933" y="38487"/>
                </a:moveTo>
                <a:cubicBezTo>
                  <a:pt x="16854" y="38487"/>
                  <a:pt x="22776" y="33021"/>
                  <a:pt x="22776" y="27558"/>
                </a:cubicBezTo>
                <a:cubicBezTo>
                  <a:pt x="22776" y="21181"/>
                  <a:pt x="16628" y="15714"/>
                  <a:pt x="11843" y="15714"/>
                </a:cubicBezTo>
                <a:cubicBezTo>
                  <a:pt x="6380" y="15714"/>
                  <a:pt x="0" y="20496"/>
                  <a:pt x="0" y="26644"/>
                </a:cubicBezTo>
                <a:cubicBezTo>
                  <a:pt x="0" y="32110"/>
                  <a:pt x="5466" y="38487"/>
                  <a:pt x="10933" y="38487"/>
                </a:cubicBezTo>
                <a:moveTo>
                  <a:pt x="119659" y="17761"/>
                </a:moveTo>
                <a:lnTo>
                  <a:pt x="74333" y="17761"/>
                </a:lnTo>
                <a:cubicBezTo>
                  <a:pt x="62945" y="17761"/>
                  <a:pt x="48318" y="16851"/>
                  <a:pt x="48318" y="16851"/>
                </a:cubicBezTo>
                <a:cubicBezTo>
                  <a:pt x="47397" y="16851"/>
                  <a:pt x="46706" y="17991"/>
                  <a:pt x="46706" y="19812"/>
                </a:cubicBezTo>
                <a:cubicBezTo>
                  <a:pt x="49239" y="26188"/>
                  <a:pt x="51310" y="35300"/>
                  <a:pt x="53378" y="51015"/>
                </a:cubicBezTo>
                <a:cubicBezTo>
                  <a:pt x="54747" y="51470"/>
                  <a:pt x="58389" y="51015"/>
                  <a:pt x="59758" y="50559"/>
                </a:cubicBezTo>
                <a:cubicBezTo>
                  <a:pt x="60894" y="38032"/>
                  <a:pt x="62264" y="35755"/>
                  <a:pt x="75247" y="35755"/>
                </a:cubicBezTo>
                <a:lnTo>
                  <a:pt x="119659" y="35755"/>
                </a:lnTo>
                <a:cubicBezTo>
                  <a:pt x="138563" y="35755"/>
                  <a:pt x="139248" y="38261"/>
                  <a:pt x="140388" y="52151"/>
                </a:cubicBezTo>
                <a:cubicBezTo>
                  <a:pt x="141753" y="53520"/>
                  <a:pt x="146535" y="53520"/>
                  <a:pt x="147901" y="52151"/>
                </a:cubicBezTo>
                <a:cubicBezTo>
                  <a:pt x="147675" y="44638"/>
                  <a:pt x="147446" y="35755"/>
                  <a:pt x="147446" y="26644"/>
                </a:cubicBezTo>
                <a:cubicBezTo>
                  <a:pt x="147446" y="17535"/>
                  <a:pt x="147675" y="8882"/>
                  <a:pt x="147901" y="1366"/>
                </a:cubicBezTo>
                <a:cubicBezTo>
                  <a:pt x="146535" y="0"/>
                  <a:pt x="141753" y="0"/>
                  <a:pt x="140388" y="1366"/>
                </a:cubicBezTo>
                <a:cubicBezTo>
                  <a:pt x="139477" y="15259"/>
                  <a:pt x="138563" y="17761"/>
                  <a:pt x="119659" y="17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m">
            <a:extLst xmlns:a="http://schemas.openxmlformats.org/drawingml/2006/main">
              <a:ext uri="{FF2B5EF4-FFF2-40B4-BE49-F238E27FC236}">
                <a16:creationId xmlns:a16="http://schemas.microsoft.com/office/drawing/2014/main" id="{726B8F6B-E79A-46E0-9AAE-4E31A71D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2" y="1192287"/>
            <a:ext cx="101209" cy="173544"/>
          </a:xfrm>
          <a:custGeom xmlns:a="http://schemas.openxmlformats.org/drawingml/2006/main">
            <a:pathLst>
              <a:path w="101209" h="173544">
                <a:moveTo>
                  <a:pt x="19137" y="139380"/>
                </a:moveTo>
                <a:cubicBezTo>
                  <a:pt x="12298" y="139609"/>
                  <a:pt x="4101" y="140064"/>
                  <a:pt x="1821" y="141204"/>
                </a:cubicBezTo>
                <a:cubicBezTo>
                  <a:pt x="681" y="141660"/>
                  <a:pt x="0" y="142115"/>
                  <a:pt x="0" y="143936"/>
                </a:cubicBezTo>
                <a:cubicBezTo>
                  <a:pt x="2506" y="150313"/>
                  <a:pt x="4556" y="156234"/>
                  <a:pt x="6603" y="171949"/>
                </a:cubicBezTo>
                <a:cubicBezTo>
                  <a:pt x="7972" y="172404"/>
                  <a:pt x="11614" y="171949"/>
                  <a:pt x="12983" y="171493"/>
                </a:cubicBezTo>
                <a:cubicBezTo>
                  <a:pt x="14123" y="159195"/>
                  <a:pt x="15263" y="156689"/>
                  <a:pt x="28486" y="156689"/>
                </a:cubicBezTo>
                <a:lnTo>
                  <a:pt x="72946" y="156689"/>
                </a:lnTo>
                <a:cubicBezTo>
                  <a:pt x="91642" y="156689"/>
                  <a:pt x="92782" y="159650"/>
                  <a:pt x="93696" y="172178"/>
                </a:cubicBezTo>
                <a:cubicBezTo>
                  <a:pt x="95062" y="173544"/>
                  <a:pt x="99843" y="173544"/>
                  <a:pt x="101209" y="172178"/>
                </a:cubicBezTo>
                <a:cubicBezTo>
                  <a:pt x="100983" y="165342"/>
                  <a:pt x="100754" y="156689"/>
                  <a:pt x="100754" y="147581"/>
                </a:cubicBezTo>
                <a:cubicBezTo>
                  <a:pt x="100754" y="138469"/>
                  <a:pt x="100983" y="131411"/>
                  <a:pt x="101209" y="124579"/>
                </a:cubicBezTo>
                <a:cubicBezTo>
                  <a:pt x="99843" y="123210"/>
                  <a:pt x="95062" y="123210"/>
                  <a:pt x="93696" y="124579"/>
                </a:cubicBezTo>
                <a:cubicBezTo>
                  <a:pt x="92556" y="136193"/>
                  <a:pt x="91642" y="138699"/>
                  <a:pt x="72946" y="138699"/>
                </a:cubicBezTo>
                <a:lnTo>
                  <a:pt x="35554" y="138699"/>
                </a:lnTo>
                <a:cubicBezTo>
                  <a:pt x="30765" y="138699"/>
                  <a:pt x="28030" y="136648"/>
                  <a:pt x="25980" y="134827"/>
                </a:cubicBezTo>
                <a:cubicBezTo>
                  <a:pt x="17087" y="125716"/>
                  <a:pt x="12524" y="117289"/>
                  <a:pt x="12524" y="110231"/>
                </a:cubicBezTo>
                <a:cubicBezTo>
                  <a:pt x="12524" y="101574"/>
                  <a:pt x="17998" y="95197"/>
                  <a:pt x="33274" y="95197"/>
                </a:cubicBezTo>
                <a:lnTo>
                  <a:pt x="72946" y="95197"/>
                </a:lnTo>
                <a:cubicBezTo>
                  <a:pt x="91642" y="95197"/>
                  <a:pt x="92782" y="97022"/>
                  <a:pt x="93696" y="109320"/>
                </a:cubicBezTo>
                <a:cubicBezTo>
                  <a:pt x="95062" y="110456"/>
                  <a:pt x="99843" y="110456"/>
                  <a:pt x="101209" y="109320"/>
                </a:cubicBezTo>
                <a:cubicBezTo>
                  <a:pt x="100983" y="103624"/>
                  <a:pt x="100754" y="95197"/>
                  <a:pt x="100754" y="86089"/>
                </a:cubicBezTo>
                <a:cubicBezTo>
                  <a:pt x="100754" y="76977"/>
                  <a:pt x="100983" y="69464"/>
                  <a:pt x="101209" y="63768"/>
                </a:cubicBezTo>
                <a:cubicBezTo>
                  <a:pt x="99843" y="62632"/>
                  <a:pt x="95062" y="62632"/>
                  <a:pt x="93696" y="63768"/>
                </a:cubicBezTo>
                <a:cubicBezTo>
                  <a:pt x="92782" y="75156"/>
                  <a:pt x="91642" y="77207"/>
                  <a:pt x="72946" y="77207"/>
                </a:cubicBezTo>
                <a:lnTo>
                  <a:pt x="36694" y="77207"/>
                </a:lnTo>
                <a:cubicBezTo>
                  <a:pt x="33504" y="77207"/>
                  <a:pt x="30310" y="77207"/>
                  <a:pt x="27575" y="77436"/>
                </a:cubicBezTo>
                <a:cubicBezTo>
                  <a:pt x="15489" y="66503"/>
                  <a:pt x="12524" y="56255"/>
                  <a:pt x="12524" y="47373"/>
                </a:cubicBezTo>
                <a:cubicBezTo>
                  <a:pt x="12524" y="38716"/>
                  <a:pt x="17542" y="33709"/>
                  <a:pt x="32819" y="33709"/>
                </a:cubicBezTo>
                <a:lnTo>
                  <a:pt x="72946" y="33709"/>
                </a:lnTo>
                <a:cubicBezTo>
                  <a:pt x="91642" y="33709"/>
                  <a:pt x="92782" y="35985"/>
                  <a:pt x="93696" y="47828"/>
                </a:cubicBezTo>
                <a:cubicBezTo>
                  <a:pt x="95062" y="48968"/>
                  <a:pt x="99843" y="48968"/>
                  <a:pt x="101209" y="47828"/>
                </a:cubicBezTo>
                <a:cubicBezTo>
                  <a:pt x="100983" y="42132"/>
                  <a:pt x="100754" y="33709"/>
                  <a:pt x="100754" y="24597"/>
                </a:cubicBezTo>
                <a:cubicBezTo>
                  <a:pt x="100754" y="15489"/>
                  <a:pt x="100983" y="7517"/>
                  <a:pt x="101209" y="1140"/>
                </a:cubicBezTo>
                <a:cubicBezTo>
                  <a:pt x="99843" y="0"/>
                  <a:pt x="95062" y="0"/>
                  <a:pt x="93696" y="1140"/>
                </a:cubicBezTo>
                <a:cubicBezTo>
                  <a:pt x="92782" y="13664"/>
                  <a:pt x="91642" y="15714"/>
                  <a:pt x="72946" y="15714"/>
                </a:cubicBezTo>
                <a:lnTo>
                  <a:pt x="36923" y="15714"/>
                </a:lnTo>
                <a:cubicBezTo>
                  <a:pt x="16632" y="15714"/>
                  <a:pt x="681" y="19130"/>
                  <a:pt x="681" y="39171"/>
                </a:cubicBezTo>
                <a:cubicBezTo>
                  <a:pt x="681" y="50789"/>
                  <a:pt x="5011" y="64908"/>
                  <a:pt x="17542" y="76751"/>
                </a:cubicBezTo>
                <a:cubicBezTo>
                  <a:pt x="18227" y="77436"/>
                  <a:pt x="19367" y="78802"/>
                  <a:pt x="17313" y="79257"/>
                </a:cubicBezTo>
                <a:cubicBezTo>
                  <a:pt x="7972" y="81307"/>
                  <a:pt x="681" y="90190"/>
                  <a:pt x="681" y="102029"/>
                </a:cubicBezTo>
                <a:cubicBezTo>
                  <a:pt x="681" y="115242"/>
                  <a:pt x="8427" y="127081"/>
                  <a:pt x="19137" y="136648"/>
                </a:cubicBezTo>
                <a:cubicBezTo>
                  <a:pt x="20277" y="137788"/>
                  <a:pt x="21876" y="139154"/>
                  <a:pt x="19137" y="1393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e">
            <a:extLst xmlns:a="http://schemas.openxmlformats.org/drawingml/2006/main">
              <a:ext uri="{FF2B5EF4-FFF2-40B4-BE49-F238E27FC236}">
                <a16:creationId xmlns:a16="http://schemas.microsoft.com/office/drawing/2014/main" id="{5C9DA5EE-AF28-40ED-8223-0202F3B0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10" y="1097773"/>
            <a:ext cx="101640" cy="84268"/>
          </a:xfrm>
          <a:custGeom xmlns:a="http://schemas.openxmlformats.org/drawingml/2006/main">
            <a:pathLst>
              <a:path w="101640" h="84268">
                <a:moveTo>
                  <a:pt x="35182" y="64453"/>
                </a:moveTo>
                <a:cubicBezTo>
                  <a:pt x="9557" y="60126"/>
                  <a:pt x="7517" y="44183"/>
                  <a:pt x="7517" y="38716"/>
                </a:cubicBezTo>
                <a:cubicBezTo>
                  <a:pt x="7517" y="30063"/>
                  <a:pt x="12281" y="19815"/>
                  <a:pt x="31328" y="19815"/>
                </a:cubicBezTo>
                <a:cubicBezTo>
                  <a:pt x="33368" y="19815"/>
                  <a:pt x="34504" y="20726"/>
                  <a:pt x="34504" y="23231"/>
                </a:cubicBezTo>
                <a:lnTo>
                  <a:pt x="35182" y="64453"/>
                </a:lnTo>
                <a:moveTo>
                  <a:pt x="78194" y="4785"/>
                </a:moveTo>
                <a:cubicBezTo>
                  <a:pt x="86843" y="13209"/>
                  <a:pt x="90482" y="19815"/>
                  <a:pt x="90482" y="33024"/>
                </a:cubicBezTo>
                <a:cubicBezTo>
                  <a:pt x="90482" y="41222"/>
                  <a:pt x="85703" y="50789"/>
                  <a:pt x="74100" y="57847"/>
                </a:cubicBezTo>
                <a:cubicBezTo>
                  <a:pt x="66590" y="62403"/>
                  <a:pt x="56123" y="65138"/>
                  <a:pt x="42925" y="65138"/>
                </a:cubicBezTo>
                <a:lnTo>
                  <a:pt x="43380" y="4556"/>
                </a:lnTo>
                <a:cubicBezTo>
                  <a:pt x="43380" y="1824"/>
                  <a:pt x="42014" y="229"/>
                  <a:pt x="39509" y="229"/>
                </a:cubicBezTo>
                <a:cubicBezTo>
                  <a:pt x="20444" y="229"/>
                  <a:pt x="0" y="7061"/>
                  <a:pt x="0" y="38716"/>
                </a:cubicBezTo>
                <a:cubicBezTo>
                  <a:pt x="0" y="58531"/>
                  <a:pt x="18856" y="84268"/>
                  <a:pt x="53392" y="84268"/>
                </a:cubicBezTo>
                <a:cubicBezTo>
                  <a:pt x="66135" y="84268"/>
                  <a:pt x="78423" y="81078"/>
                  <a:pt x="87069" y="73561"/>
                </a:cubicBezTo>
                <a:cubicBezTo>
                  <a:pt x="96177" y="65819"/>
                  <a:pt x="101640" y="55115"/>
                  <a:pt x="101640" y="38716"/>
                </a:cubicBezTo>
                <a:cubicBezTo>
                  <a:pt x="101640" y="21410"/>
                  <a:pt x="93672" y="9112"/>
                  <a:pt x="81835" y="0"/>
                </a:cubicBezTo>
                <a:cubicBezTo>
                  <a:pt x="79559" y="685"/>
                  <a:pt x="78423" y="2050"/>
                  <a:pt x="78194" y="4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(">
            <a:extLst xmlns:a="http://schemas.openxmlformats.org/drawingml/2006/main">
              <a:ext uri="{FF2B5EF4-FFF2-40B4-BE49-F238E27FC236}">
                <a16:creationId xmlns:a16="http://schemas.microsoft.com/office/drawing/2014/main" id="{06C35066-2D79-4ABC-9A71-7BB33034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0" y="968637"/>
            <a:ext cx="207478" cy="53065"/>
          </a:xfrm>
          <a:custGeom xmlns:a="http://schemas.openxmlformats.org/drawingml/2006/main">
            <a:pathLst>
              <a:path w="207478" h="53065">
                <a:moveTo>
                  <a:pt x="103624" y="53065"/>
                </a:moveTo>
                <a:cubicBezTo>
                  <a:pt x="113876" y="53065"/>
                  <a:pt x="166482" y="52155"/>
                  <a:pt x="207478" y="4782"/>
                </a:cubicBezTo>
                <a:cubicBezTo>
                  <a:pt x="207023" y="2506"/>
                  <a:pt x="205428" y="685"/>
                  <a:pt x="203607" y="0"/>
                </a:cubicBezTo>
                <a:cubicBezTo>
                  <a:pt x="194950" y="7517"/>
                  <a:pt x="163521" y="34160"/>
                  <a:pt x="103624" y="34160"/>
                </a:cubicBezTo>
                <a:cubicBezTo>
                  <a:pt x="43727" y="34160"/>
                  <a:pt x="12298" y="7287"/>
                  <a:pt x="4101" y="0"/>
                </a:cubicBezTo>
                <a:cubicBezTo>
                  <a:pt x="1824" y="685"/>
                  <a:pt x="229" y="2276"/>
                  <a:pt x="0" y="4782"/>
                </a:cubicBezTo>
                <a:cubicBezTo>
                  <a:pt x="23231" y="31884"/>
                  <a:pt x="61266" y="53065"/>
                  <a:pt x="103624" y="530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s">
            <a:extLst xmlns:a="http://schemas.openxmlformats.org/drawingml/2006/main">
              <a:ext uri="{FF2B5EF4-FFF2-40B4-BE49-F238E27FC236}">
                <a16:creationId xmlns:a16="http://schemas.microsoft.com/office/drawing/2014/main" id="{415CDE00-61D9-4FA9-9814-64A620A0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3" y="884160"/>
            <a:ext cx="102307" cy="68779"/>
          </a:xfrm>
          <a:custGeom xmlns:a="http://schemas.openxmlformats.org/drawingml/2006/main">
            <a:pathLst>
              <a:path w="102307" h="68779">
                <a:moveTo>
                  <a:pt x="68588" y="68779"/>
                </a:moveTo>
                <a:cubicBezTo>
                  <a:pt x="79754" y="67869"/>
                  <a:pt x="90464" y="67184"/>
                  <a:pt x="100031" y="67184"/>
                </a:cubicBezTo>
                <a:cubicBezTo>
                  <a:pt x="99576" y="64908"/>
                  <a:pt x="99350" y="62628"/>
                  <a:pt x="99350" y="61492"/>
                </a:cubicBezTo>
                <a:cubicBezTo>
                  <a:pt x="99350" y="59897"/>
                  <a:pt x="99350" y="58531"/>
                  <a:pt x="99805" y="56936"/>
                </a:cubicBezTo>
                <a:cubicBezTo>
                  <a:pt x="101397" y="50785"/>
                  <a:pt x="102307" y="44638"/>
                  <a:pt x="102307" y="36211"/>
                </a:cubicBezTo>
                <a:cubicBezTo>
                  <a:pt x="102307" y="23457"/>
                  <a:pt x="96160" y="0"/>
                  <a:pt x="73599" y="0"/>
                </a:cubicBezTo>
                <a:cubicBezTo>
                  <a:pt x="58107" y="0"/>
                  <a:pt x="48992" y="11159"/>
                  <a:pt x="43293" y="26647"/>
                </a:cubicBezTo>
                <a:cubicBezTo>
                  <a:pt x="38052" y="40311"/>
                  <a:pt x="34633" y="49420"/>
                  <a:pt x="22102" y="49420"/>
                </a:cubicBezTo>
                <a:cubicBezTo>
                  <a:pt x="12757" y="49420"/>
                  <a:pt x="7517" y="41222"/>
                  <a:pt x="7517" y="33479"/>
                </a:cubicBezTo>
                <a:cubicBezTo>
                  <a:pt x="7517" y="28468"/>
                  <a:pt x="9341" y="15259"/>
                  <a:pt x="28711" y="12298"/>
                </a:cubicBezTo>
                <a:cubicBezTo>
                  <a:pt x="30077" y="10933"/>
                  <a:pt x="29848" y="6377"/>
                  <a:pt x="28482" y="5011"/>
                </a:cubicBezTo>
                <a:cubicBezTo>
                  <a:pt x="20277" y="4327"/>
                  <a:pt x="11847" y="3871"/>
                  <a:pt x="4330" y="3642"/>
                </a:cubicBezTo>
                <a:cubicBezTo>
                  <a:pt x="3190" y="10703"/>
                  <a:pt x="0" y="21636"/>
                  <a:pt x="0" y="33479"/>
                </a:cubicBezTo>
                <a:cubicBezTo>
                  <a:pt x="0" y="50330"/>
                  <a:pt x="10936" y="65589"/>
                  <a:pt x="25521" y="65589"/>
                </a:cubicBezTo>
                <a:cubicBezTo>
                  <a:pt x="42153" y="65589"/>
                  <a:pt x="49218" y="58076"/>
                  <a:pt x="56512" y="40537"/>
                </a:cubicBezTo>
                <a:cubicBezTo>
                  <a:pt x="64258" y="21636"/>
                  <a:pt x="69044" y="17310"/>
                  <a:pt x="78843" y="17310"/>
                </a:cubicBezTo>
                <a:cubicBezTo>
                  <a:pt x="90009" y="17310"/>
                  <a:pt x="94794" y="28239"/>
                  <a:pt x="94794" y="36666"/>
                </a:cubicBezTo>
                <a:cubicBezTo>
                  <a:pt x="94794" y="45548"/>
                  <a:pt x="91830" y="50559"/>
                  <a:pt x="89324" y="52836"/>
                </a:cubicBezTo>
                <a:cubicBezTo>
                  <a:pt x="84084" y="57847"/>
                  <a:pt x="74058" y="60352"/>
                  <a:pt x="68359" y="61718"/>
                </a:cubicBezTo>
                <a:cubicBezTo>
                  <a:pt x="66993" y="63084"/>
                  <a:pt x="67219" y="67414"/>
                  <a:pt x="68588" y="687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)">
            <a:extLst xmlns:a="http://schemas.openxmlformats.org/drawingml/2006/main">
              <a:ext uri="{FF2B5EF4-FFF2-40B4-BE49-F238E27FC236}">
                <a16:creationId xmlns:a16="http://schemas.microsoft.com/office/drawing/2014/main" id="{E18702D0-10EF-4AB3-A3D9-47A6A23F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5" y="817182"/>
            <a:ext cx="207475" cy="53065"/>
          </a:xfrm>
          <a:custGeom xmlns:a="http://schemas.openxmlformats.org/drawingml/2006/main">
            <a:pathLst>
              <a:path w="207475" h="53065">
                <a:moveTo>
                  <a:pt x="103850" y="0"/>
                </a:moveTo>
                <a:cubicBezTo>
                  <a:pt x="93602" y="0"/>
                  <a:pt x="40992" y="910"/>
                  <a:pt x="0" y="48283"/>
                </a:cubicBezTo>
                <a:cubicBezTo>
                  <a:pt x="455" y="50559"/>
                  <a:pt x="2050" y="52384"/>
                  <a:pt x="3871" y="53065"/>
                </a:cubicBezTo>
                <a:cubicBezTo>
                  <a:pt x="12524" y="45552"/>
                  <a:pt x="43953" y="18905"/>
                  <a:pt x="103850" y="18905"/>
                </a:cubicBezTo>
                <a:cubicBezTo>
                  <a:pt x="163747" y="18905"/>
                  <a:pt x="195176" y="45778"/>
                  <a:pt x="203378" y="53065"/>
                </a:cubicBezTo>
                <a:cubicBezTo>
                  <a:pt x="205654" y="52384"/>
                  <a:pt x="207249" y="50789"/>
                  <a:pt x="207475" y="48283"/>
                </a:cubicBezTo>
                <a:cubicBezTo>
                  <a:pt x="184247" y="21181"/>
                  <a:pt x="146212" y="0"/>
                  <a:pt x="10385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DA467-6616-4D72-9B61-0E7A7295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67" y="217996"/>
            <a:ext cx="1047820" cy="825449"/>
          </a:xfrm>
          <a:custGeom xmlns:a="http://schemas.openxmlformats.org/drawingml/2006/main">
            <a:pathLst>
              <a:path w="1047820" h="825449" fill="none">
                <a:moveTo>
                  <a:pt x="0" y="825449"/>
                </a:moveTo>
                <a:lnTo>
                  <a:pt x="1047820" y="825449"/>
                </a:lnTo>
                <a:lnTo>
                  <a:pt x="1047820" y="0"/>
                </a:lnTo>
                <a:lnTo>
                  <a:pt x="0" y="0"/>
                </a:lnTo>
                <a:lnTo>
                  <a:pt x="0" y="8254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110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4ED11-CA0C-47DE-8A95-C228B5EF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11" y="385963"/>
            <a:ext cx="388797" cy="10"/>
          </a:xfrm>
          <a:custGeom xmlns:a="http://schemas.openxmlformats.org/drawingml/2006/main">
            <a:pathLst>
              <a:path w="388797" h="1" fill="none">
                <a:moveTo>
                  <a:pt x="0" y="0"/>
                </a:moveTo>
                <a:lnTo>
                  <a:pt x="3887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5FD38-6B8E-4A73-9E77-71398B2E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64" y="340414"/>
            <a:ext cx="91097" cy="91097"/>
          </a:xfrm>
          <a:custGeom xmlns:a="http://schemas.openxmlformats.org/drawingml/2006/main">
            <a:pathLst>
              <a:path w="91097" h="91097">
                <a:moveTo>
                  <a:pt x="91097" y="45549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374" y="0"/>
                  <a:pt x="0" y="20403"/>
                  <a:pt x="0" y="45549"/>
                </a:cubicBezTo>
                <a:cubicBezTo>
                  <a:pt x="0" y="70695"/>
                  <a:pt x="20374" y="91097"/>
                  <a:pt x="45549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BEEEA-61A4-49C4-9A33-E86E1ACA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64" y="340414"/>
            <a:ext cx="91097" cy="91097"/>
          </a:xfrm>
          <a:custGeom xmlns:a="http://schemas.openxmlformats.org/drawingml/2006/main">
            <a:pathLst>
              <a:path w="91097" h="91097" fill="none">
                <a:moveTo>
                  <a:pt x="91097" y="45549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374" y="0"/>
                  <a:pt x="0" y="20403"/>
                  <a:pt x="0" y="45549"/>
                </a:cubicBezTo>
                <a:cubicBezTo>
                  <a:pt x="0" y="70695"/>
                  <a:pt x="20374" y="91097"/>
                  <a:pt x="45549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66" name="Text IMC">
            <a:extLst xmlns:a="http://schemas.openxmlformats.org/drawingml/2006/main">
              <a:ext uri="{FF2B5EF4-FFF2-40B4-BE49-F238E27FC236}">
                <a16:creationId xmlns:a16="http://schemas.microsoft.com/office/drawing/2014/main" id="{4601D444-4370-4800-8A3B-E50FA961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38" y="308731"/>
            <a:ext cx="315930" cy="121702"/>
          </a:xfrm>
          <a:custGeom xmlns:a="http://schemas.openxmlformats.org/drawingml/2006/main">
            <a:pathLst>
              <a:path w="315930" h="121702">
                <a:moveTo>
                  <a:pt x="32433" y="97676"/>
                </a:moveTo>
                <a:lnTo>
                  <a:pt x="32433" y="24562"/>
                </a:lnTo>
                <a:cubicBezTo>
                  <a:pt x="32433" y="9430"/>
                  <a:pt x="35530" y="8518"/>
                  <a:pt x="48285" y="7971"/>
                </a:cubicBezTo>
                <a:cubicBezTo>
                  <a:pt x="49377" y="6878"/>
                  <a:pt x="49377" y="3053"/>
                  <a:pt x="48285" y="1957"/>
                </a:cubicBezTo>
                <a:cubicBezTo>
                  <a:pt x="40267" y="2141"/>
                  <a:pt x="31704" y="2324"/>
                  <a:pt x="24598" y="2324"/>
                </a:cubicBezTo>
                <a:cubicBezTo>
                  <a:pt x="18585" y="2324"/>
                  <a:pt x="9658" y="2141"/>
                  <a:pt x="1095" y="1957"/>
                </a:cubicBezTo>
                <a:cubicBezTo>
                  <a:pt x="0" y="3053"/>
                  <a:pt x="0" y="6878"/>
                  <a:pt x="1095" y="7971"/>
                </a:cubicBezTo>
                <a:cubicBezTo>
                  <a:pt x="13848" y="8518"/>
                  <a:pt x="16945" y="9430"/>
                  <a:pt x="16945" y="24562"/>
                </a:cubicBezTo>
                <a:lnTo>
                  <a:pt x="16945" y="97676"/>
                </a:lnTo>
                <a:cubicBezTo>
                  <a:pt x="16945" y="112808"/>
                  <a:pt x="13848" y="113720"/>
                  <a:pt x="1095" y="114268"/>
                </a:cubicBezTo>
                <a:cubicBezTo>
                  <a:pt x="0" y="115360"/>
                  <a:pt x="0" y="119186"/>
                  <a:pt x="1095" y="120278"/>
                </a:cubicBezTo>
                <a:cubicBezTo>
                  <a:pt x="9294" y="120097"/>
                  <a:pt x="18221" y="119914"/>
                  <a:pt x="24779" y="119914"/>
                </a:cubicBezTo>
                <a:cubicBezTo>
                  <a:pt x="31340" y="119914"/>
                  <a:pt x="40083" y="120097"/>
                  <a:pt x="48285" y="120278"/>
                </a:cubicBezTo>
                <a:cubicBezTo>
                  <a:pt x="49377" y="119186"/>
                  <a:pt x="49377" y="115360"/>
                  <a:pt x="48285" y="114268"/>
                </a:cubicBezTo>
                <a:cubicBezTo>
                  <a:pt x="35530" y="113720"/>
                  <a:pt x="32433" y="112808"/>
                  <a:pt x="32433" y="97676"/>
                </a:cubicBezTo>
                <a:close/>
                <a:moveTo>
                  <a:pt x="172542" y="98769"/>
                </a:moveTo>
                <a:cubicBezTo>
                  <a:pt x="173454" y="113536"/>
                  <a:pt x="172723" y="113720"/>
                  <a:pt x="160882" y="114268"/>
                </a:cubicBezTo>
                <a:cubicBezTo>
                  <a:pt x="159787" y="115360"/>
                  <a:pt x="159787" y="119186"/>
                  <a:pt x="160882" y="120278"/>
                </a:cubicBezTo>
                <a:cubicBezTo>
                  <a:pt x="167621" y="120097"/>
                  <a:pt x="174911" y="119914"/>
                  <a:pt x="180376" y="119914"/>
                </a:cubicBezTo>
                <a:cubicBezTo>
                  <a:pt x="185842" y="119914"/>
                  <a:pt x="194224" y="120097"/>
                  <a:pt x="200234" y="120278"/>
                </a:cubicBezTo>
                <a:cubicBezTo>
                  <a:pt x="201330" y="119186"/>
                  <a:pt x="201330" y="115360"/>
                  <a:pt x="200234" y="114268"/>
                </a:cubicBezTo>
                <a:cubicBezTo>
                  <a:pt x="187846" y="113720"/>
                  <a:pt x="187299" y="112992"/>
                  <a:pt x="186206" y="97857"/>
                </a:cubicBezTo>
                <a:lnTo>
                  <a:pt x="180740" y="21098"/>
                </a:lnTo>
                <a:cubicBezTo>
                  <a:pt x="180012" y="11251"/>
                  <a:pt x="180924" y="8699"/>
                  <a:pt x="193312" y="7971"/>
                </a:cubicBezTo>
                <a:cubicBezTo>
                  <a:pt x="194405" y="6878"/>
                  <a:pt x="194405" y="3053"/>
                  <a:pt x="193312" y="1957"/>
                </a:cubicBezTo>
                <a:lnTo>
                  <a:pt x="169445" y="2324"/>
                </a:lnTo>
                <a:lnTo>
                  <a:pt x="130818" y="94757"/>
                </a:lnTo>
                <a:cubicBezTo>
                  <a:pt x="130090" y="96581"/>
                  <a:pt x="129542" y="97312"/>
                  <a:pt x="129178" y="97312"/>
                </a:cubicBezTo>
                <a:cubicBezTo>
                  <a:pt x="128814" y="97312"/>
                  <a:pt x="128269" y="96400"/>
                  <a:pt x="127721" y="94940"/>
                </a:cubicBezTo>
                <a:lnTo>
                  <a:pt x="90371" y="2324"/>
                </a:lnTo>
                <a:lnTo>
                  <a:pt x="63951" y="1957"/>
                </a:lnTo>
                <a:cubicBezTo>
                  <a:pt x="62859" y="3053"/>
                  <a:pt x="62859" y="6878"/>
                  <a:pt x="63951" y="7971"/>
                </a:cubicBezTo>
                <a:cubicBezTo>
                  <a:pt x="76523" y="8699"/>
                  <a:pt x="77618" y="9063"/>
                  <a:pt x="76342" y="22738"/>
                </a:cubicBezTo>
                <a:lnTo>
                  <a:pt x="69053" y="97857"/>
                </a:lnTo>
                <a:cubicBezTo>
                  <a:pt x="67960" y="108796"/>
                  <a:pt x="65775" y="113356"/>
                  <a:pt x="55389" y="114268"/>
                </a:cubicBezTo>
                <a:cubicBezTo>
                  <a:pt x="54296" y="115360"/>
                  <a:pt x="54296" y="119186"/>
                  <a:pt x="55389" y="120278"/>
                </a:cubicBezTo>
                <a:cubicBezTo>
                  <a:pt x="60854" y="120097"/>
                  <a:pt x="66684" y="119914"/>
                  <a:pt x="71057" y="119914"/>
                </a:cubicBezTo>
                <a:cubicBezTo>
                  <a:pt x="75430" y="119914"/>
                  <a:pt x="82720" y="120097"/>
                  <a:pt x="88185" y="120278"/>
                </a:cubicBezTo>
                <a:cubicBezTo>
                  <a:pt x="89278" y="119186"/>
                  <a:pt x="89278" y="115360"/>
                  <a:pt x="88185" y="114268"/>
                </a:cubicBezTo>
                <a:cubicBezTo>
                  <a:pt x="76159" y="113356"/>
                  <a:pt x="75250" y="107704"/>
                  <a:pt x="76159" y="97492"/>
                </a:cubicBezTo>
                <a:lnTo>
                  <a:pt x="83084" y="24379"/>
                </a:lnTo>
                <a:lnTo>
                  <a:pt x="83448" y="24379"/>
                </a:lnTo>
                <a:lnTo>
                  <a:pt x="121163" y="119005"/>
                </a:lnTo>
                <a:cubicBezTo>
                  <a:pt x="121708" y="120245"/>
                  <a:pt x="122803" y="121702"/>
                  <a:pt x="123896" y="121702"/>
                </a:cubicBezTo>
                <a:cubicBezTo>
                  <a:pt x="124988" y="121702"/>
                  <a:pt x="125717" y="120428"/>
                  <a:pt x="126445" y="118969"/>
                </a:cubicBezTo>
                <a:lnTo>
                  <a:pt x="167440" y="22552"/>
                </a:lnTo>
                <a:lnTo>
                  <a:pt x="167805" y="22552"/>
                </a:lnTo>
                <a:lnTo>
                  <a:pt x="172542" y="98769"/>
                </a:lnTo>
                <a:close/>
                <a:moveTo>
                  <a:pt x="269653" y="121702"/>
                </a:moveTo>
                <a:cubicBezTo>
                  <a:pt x="287326" y="121702"/>
                  <a:pt x="303542" y="113322"/>
                  <a:pt x="315930" y="97106"/>
                </a:cubicBezTo>
                <a:cubicBezTo>
                  <a:pt x="315018" y="95469"/>
                  <a:pt x="313745" y="94376"/>
                  <a:pt x="311741" y="94376"/>
                </a:cubicBezTo>
                <a:cubicBezTo>
                  <a:pt x="298805" y="108585"/>
                  <a:pt x="286414" y="114234"/>
                  <a:pt x="269469" y="114234"/>
                </a:cubicBezTo>
                <a:cubicBezTo>
                  <a:pt x="244874" y="114234"/>
                  <a:pt x="227929" y="86542"/>
                  <a:pt x="227929" y="59942"/>
                </a:cubicBezTo>
                <a:cubicBezTo>
                  <a:pt x="227929" y="44273"/>
                  <a:pt x="232119" y="31157"/>
                  <a:pt x="238680" y="22958"/>
                </a:cubicBezTo>
                <a:cubicBezTo>
                  <a:pt x="247790" y="11843"/>
                  <a:pt x="258357" y="6742"/>
                  <a:pt x="267832" y="6742"/>
                </a:cubicBezTo>
                <a:cubicBezTo>
                  <a:pt x="292975" y="6742"/>
                  <a:pt x="302994" y="21682"/>
                  <a:pt x="307732" y="37351"/>
                </a:cubicBezTo>
                <a:cubicBezTo>
                  <a:pt x="309917" y="38079"/>
                  <a:pt x="311741" y="37531"/>
                  <a:pt x="313745" y="36439"/>
                </a:cubicBezTo>
                <a:cubicBezTo>
                  <a:pt x="312833" y="26967"/>
                  <a:pt x="311557" y="18221"/>
                  <a:pt x="309736" y="8201"/>
                </a:cubicBezTo>
                <a:cubicBezTo>
                  <a:pt x="300445" y="7289"/>
                  <a:pt x="292244" y="0"/>
                  <a:pt x="269833" y="0"/>
                </a:cubicBezTo>
                <a:cubicBezTo>
                  <a:pt x="254348" y="0"/>
                  <a:pt x="241412" y="5649"/>
                  <a:pt x="230662" y="15488"/>
                </a:cubicBezTo>
                <a:cubicBezTo>
                  <a:pt x="218638" y="26603"/>
                  <a:pt x="211349" y="44457"/>
                  <a:pt x="211349" y="63403"/>
                </a:cubicBezTo>
                <a:cubicBezTo>
                  <a:pt x="211349" y="95104"/>
                  <a:pt x="230481" y="121702"/>
                  <a:pt x="269653" y="1217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EA1794-D8FC-4B6B-9AFC-5DE70A26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11" y="630736"/>
            <a:ext cx="388797" cy="10"/>
          </a:xfrm>
          <a:custGeom xmlns:a="http://schemas.openxmlformats.org/drawingml/2006/main">
            <a:pathLst>
              <a:path w="388797" h="1" fill="none">
                <a:moveTo>
                  <a:pt x="0" y="0"/>
                </a:moveTo>
                <a:lnTo>
                  <a:pt x="3887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custDash>
              <a:ds d="375005" sp="250003"/>
            </a:custDash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DDFAD-0A00-454F-8060-024413AE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64" y="585219"/>
            <a:ext cx="91105" cy="91094"/>
          </a:xfrm>
          <a:custGeom xmlns:a="http://schemas.openxmlformats.org/drawingml/2006/main">
            <a:pathLst>
              <a:path w="91105" h="91094">
                <a:moveTo>
                  <a:pt x="0" y="91094"/>
                </a:moveTo>
                <a:lnTo>
                  <a:pt x="91105" y="91094"/>
                </a:lnTo>
                <a:lnTo>
                  <a:pt x="91105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1A274-0853-4D27-8B1A-52E6C6EB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64" y="585219"/>
            <a:ext cx="91105" cy="91094"/>
          </a:xfrm>
          <a:custGeom xmlns:a="http://schemas.openxmlformats.org/drawingml/2006/main">
            <a:pathLst>
              <a:path w="91105" h="91094" fill="none">
                <a:moveTo>
                  <a:pt x="0" y="91094"/>
                </a:moveTo>
                <a:lnTo>
                  <a:pt x="91105" y="91094"/>
                </a:lnTo>
                <a:lnTo>
                  <a:pt x="91105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70" name="Text ISMC">
            <a:extLst xmlns:a="http://schemas.openxmlformats.org/drawingml/2006/main">
              <a:ext uri="{FF2B5EF4-FFF2-40B4-BE49-F238E27FC236}">
                <a16:creationId xmlns:a16="http://schemas.microsoft.com/office/drawing/2014/main" id="{F953C230-97EE-421E-A0E8-1A6313D0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38" y="553505"/>
            <a:ext cx="404296" cy="121702"/>
          </a:xfrm>
          <a:custGeom xmlns:a="http://schemas.openxmlformats.org/drawingml/2006/main">
            <a:pathLst>
              <a:path w="404296" h="121702">
                <a:moveTo>
                  <a:pt x="32433" y="97676"/>
                </a:moveTo>
                <a:lnTo>
                  <a:pt x="32433" y="24562"/>
                </a:lnTo>
                <a:cubicBezTo>
                  <a:pt x="32433" y="9430"/>
                  <a:pt x="35530" y="8518"/>
                  <a:pt x="48285" y="7971"/>
                </a:cubicBezTo>
                <a:cubicBezTo>
                  <a:pt x="49377" y="6878"/>
                  <a:pt x="49377" y="3053"/>
                  <a:pt x="48285" y="1957"/>
                </a:cubicBezTo>
                <a:cubicBezTo>
                  <a:pt x="40267" y="2141"/>
                  <a:pt x="31704" y="2324"/>
                  <a:pt x="24598" y="2324"/>
                </a:cubicBezTo>
                <a:cubicBezTo>
                  <a:pt x="18585" y="2324"/>
                  <a:pt x="9658" y="2141"/>
                  <a:pt x="1095" y="1957"/>
                </a:cubicBezTo>
                <a:cubicBezTo>
                  <a:pt x="0" y="3053"/>
                  <a:pt x="0" y="6878"/>
                  <a:pt x="1095" y="7971"/>
                </a:cubicBezTo>
                <a:cubicBezTo>
                  <a:pt x="13848" y="8518"/>
                  <a:pt x="16945" y="9430"/>
                  <a:pt x="16945" y="24562"/>
                </a:cubicBezTo>
                <a:lnTo>
                  <a:pt x="16945" y="97676"/>
                </a:lnTo>
                <a:cubicBezTo>
                  <a:pt x="16945" y="112808"/>
                  <a:pt x="13848" y="113720"/>
                  <a:pt x="1095" y="114268"/>
                </a:cubicBezTo>
                <a:cubicBezTo>
                  <a:pt x="0" y="115360"/>
                  <a:pt x="0" y="119186"/>
                  <a:pt x="1095" y="120278"/>
                </a:cubicBezTo>
                <a:cubicBezTo>
                  <a:pt x="9294" y="120097"/>
                  <a:pt x="18221" y="119914"/>
                  <a:pt x="24779" y="119914"/>
                </a:cubicBezTo>
                <a:cubicBezTo>
                  <a:pt x="31340" y="119914"/>
                  <a:pt x="40083" y="120097"/>
                  <a:pt x="48285" y="120278"/>
                </a:cubicBezTo>
                <a:cubicBezTo>
                  <a:pt x="49377" y="119186"/>
                  <a:pt x="49377" y="115360"/>
                  <a:pt x="48285" y="114268"/>
                </a:cubicBezTo>
                <a:cubicBezTo>
                  <a:pt x="35530" y="113720"/>
                  <a:pt x="32433" y="112808"/>
                  <a:pt x="32433" y="97676"/>
                </a:cubicBezTo>
                <a:close/>
                <a:moveTo>
                  <a:pt x="123712" y="4921"/>
                </a:moveTo>
                <a:cubicBezTo>
                  <a:pt x="113145" y="3464"/>
                  <a:pt x="113509" y="0"/>
                  <a:pt x="95655" y="0"/>
                </a:cubicBezTo>
                <a:cubicBezTo>
                  <a:pt x="77254" y="0"/>
                  <a:pt x="61038" y="12207"/>
                  <a:pt x="61038" y="31521"/>
                </a:cubicBezTo>
                <a:cubicBezTo>
                  <a:pt x="61038" y="50651"/>
                  <a:pt x="76887" y="59394"/>
                  <a:pt x="92923" y="65588"/>
                </a:cubicBezTo>
                <a:cubicBezTo>
                  <a:pt x="103854" y="69780"/>
                  <a:pt x="117337" y="74882"/>
                  <a:pt x="117337" y="92736"/>
                </a:cubicBezTo>
                <a:cubicBezTo>
                  <a:pt x="117337" y="107492"/>
                  <a:pt x="109136" y="115143"/>
                  <a:pt x="94560" y="115143"/>
                </a:cubicBezTo>
                <a:cubicBezTo>
                  <a:pt x="77618" y="115143"/>
                  <a:pt x="66684" y="107309"/>
                  <a:pt x="62678" y="89274"/>
                </a:cubicBezTo>
                <a:cubicBezTo>
                  <a:pt x="60309" y="88543"/>
                  <a:pt x="58486" y="88910"/>
                  <a:pt x="56665" y="89819"/>
                </a:cubicBezTo>
                <a:cubicBezTo>
                  <a:pt x="57393" y="103848"/>
                  <a:pt x="58121" y="108585"/>
                  <a:pt x="60309" y="117512"/>
                </a:cubicBezTo>
                <a:cubicBezTo>
                  <a:pt x="71786" y="117512"/>
                  <a:pt x="76887" y="121702"/>
                  <a:pt x="93103" y="121702"/>
                </a:cubicBezTo>
                <a:cubicBezTo>
                  <a:pt x="101302" y="121702"/>
                  <a:pt x="109136" y="119700"/>
                  <a:pt x="115514" y="115691"/>
                </a:cubicBezTo>
                <a:cubicBezTo>
                  <a:pt x="126081" y="109133"/>
                  <a:pt x="132642" y="98018"/>
                  <a:pt x="132642" y="86358"/>
                </a:cubicBezTo>
                <a:cubicBezTo>
                  <a:pt x="132642" y="67048"/>
                  <a:pt x="118066" y="58485"/>
                  <a:pt x="103126" y="52836"/>
                </a:cubicBezTo>
                <a:cubicBezTo>
                  <a:pt x="92194" y="48827"/>
                  <a:pt x="73973" y="41904"/>
                  <a:pt x="73973" y="26603"/>
                </a:cubicBezTo>
                <a:cubicBezTo>
                  <a:pt x="73973" y="16400"/>
                  <a:pt x="83265" y="6197"/>
                  <a:pt x="94015" y="6197"/>
                </a:cubicBezTo>
                <a:cubicBezTo>
                  <a:pt x="111688" y="6197"/>
                  <a:pt x="117337" y="17492"/>
                  <a:pt x="120979" y="29516"/>
                </a:cubicBezTo>
                <a:cubicBezTo>
                  <a:pt x="122984" y="29880"/>
                  <a:pt x="125352" y="29700"/>
                  <a:pt x="126993" y="28424"/>
                </a:cubicBezTo>
                <a:cubicBezTo>
                  <a:pt x="126264" y="19678"/>
                  <a:pt x="125536" y="14576"/>
                  <a:pt x="123712" y="4921"/>
                </a:cubicBezTo>
                <a:close/>
                <a:moveTo>
                  <a:pt x="260907" y="98769"/>
                </a:moveTo>
                <a:cubicBezTo>
                  <a:pt x="261819" y="113536"/>
                  <a:pt x="261088" y="113720"/>
                  <a:pt x="249247" y="114268"/>
                </a:cubicBezTo>
                <a:cubicBezTo>
                  <a:pt x="248152" y="115360"/>
                  <a:pt x="248152" y="119186"/>
                  <a:pt x="249247" y="120278"/>
                </a:cubicBezTo>
                <a:cubicBezTo>
                  <a:pt x="255986" y="120097"/>
                  <a:pt x="263276" y="119914"/>
                  <a:pt x="268742" y="119914"/>
                </a:cubicBezTo>
                <a:cubicBezTo>
                  <a:pt x="274207" y="119914"/>
                  <a:pt x="282589" y="120097"/>
                  <a:pt x="288600" y="120278"/>
                </a:cubicBezTo>
                <a:cubicBezTo>
                  <a:pt x="289695" y="119186"/>
                  <a:pt x="289695" y="115360"/>
                  <a:pt x="288600" y="114268"/>
                </a:cubicBezTo>
                <a:cubicBezTo>
                  <a:pt x="276212" y="113720"/>
                  <a:pt x="275664" y="112992"/>
                  <a:pt x="274571" y="97857"/>
                </a:cubicBezTo>
                <a:lnTo>
                  <a:pt x="269106" y="21098"/>
                </a:lnTo>
                <a:cubicBezTo>
                  <a:pt x="268377" y="11251"/>
                  <a:pt x="269289" y="8699"/>
                  <a:pt x="281677" y="7971"/>
                </a:cubicBezTo>
                <a:cubicBezTo>
                  <a:pt x="282770" y="6878"/>
                  <a:pt x="282770" y="3053"/>
                  <a:pt x="281677" y="1957"/>
                </a:cubicBezTo>
                <a:lnTo>
                  <a:pt x="257810" y="2324"/>
                </a:lnTo>
                <a:lnTo>
                  <a:pt x="219183" y="94757"/>
                </a:lnTo>
                <a:cubicBezTo>
                  <a:pt x="218455" y="96581"/>
                  <a:pt x="217907" y="97312"/>
                  <a:pt x="217543" y="97312"/>
                </a:cubicBezTo>
                <a:cubicBezTo>
                  <a:pt x="217179" y="97312"/>
                  <a:pt x="216634" y="96400"/>
                  <a:pt x="216086" y="94940"/>
                </a:cubicBezTo>
                <a:lnTo>
                  <a:pt x="178736" y="2324"/>
                </a:lnTo>
                <a:lnTo>
                  <a:pt x="152317" y="1957"/>
                </a:lnTo>
                <a:cubicBezTo>
                  <a:pt x="151224" y="3053"/>
                  <a:pt x="151224" y="6878"/>
                  <a:pt x="152317" y="7971"/>
                </a:cubicBezTo>
                <a:cubicBezTo>
                  <a:pt x="164888" y="8699"/>
                  <a:pt x="165984" y="9063"/>
                  <a:pt x="164707" y="22738"/>
                </a:cubicBezTo>
                <a:lnTo>
                  <a:pt x="157418" y="97857"/>
                </a:lnTo>
                <a:cubicBezTo>
                  <a:pt x="156325" y="108796"/>
                  <a:pt x="154140" y="113356"/>
                  <a:pt x="143754" y="114268"/>
                </a:cubicBezTo>
                <a:cubicBezTo>
                  <a:pt x="142661" y="115360"/>
                  <a:pt x="142661" y="119186"/>
                  <a:pt x="143754" y="120278"/>
                </a:cubicBezTo>
                <a:cubicBezTo>
                  <a:pt x="149220" y="120097"/>
                  <a:pt x="155049" y="119914"/>
                  <a:pt x="159423" y="119914"/>
                </a:cubicBezTo>
                <a:cubicBezTo>
                  <a:pt x="163796" y="119914"/>
                  <a:pt x="171085" y="120097"/>
                  <a:pt x="176551" y="120278"/>
                </a:cubicBezTo>
                <a:cubicBezTo>
                  <a:pt x="177643" y="119186"/>
                  <a:pt x="177643" y="115360"/>
                  <a:pt x="176551" y="114268"/>
                </a:cubicBezTo>
                <a:cubicBezTo>
                  <a:pt x="164524" y="113356"/>
                  <a:pt x="163615" y="107704"/>
                  <a:pt x="164524" y="97492"/>
                </a:cubicBezTo>
                <a:lnTo>
                  <a:pt x="171449" y="24379"/>
                </a:lnTo>
                <a:lnTo>
                  <a:pt x="171813" y="24379"/>
                </a:lnTo>
                <a:lnTo>
                  <a:pt x="209528" y="119005"/>
                </a:lnTo>
                <a:cubicBezTo>
                  <a:pt x="210073" y="120245"/>
                  <a:pt x="211168" y="121702"/>
                  <a:pt x="212261" y="121702"/>
                </a:cubicBezTo>
                <a:cubicBezTo>
                  <a:pt x="213354" y="121702"/>
                  <a:pt x="214082" y="120428"/>
                  <a:pt x="214810" y="118969"/>
                </a:cubicBezTo>
                <a:lnTo>
                  <a:pt x="255806" y="22552"/>
                </a:lnTo>
                <a:lnTo>
                  <a:pt x="256170" y="22552"/>
                </a:lnTo>
                <a:lnTo>
                  <a:pt x="260907" y="98769"/>
                </a:lnTo>
                <a:close/>
                <a:moveTo>
                  <a:pt x="358018" y="121702"/>
                </a:moveTo>
                <a:cubicBezTo>
                  <a:pt x="375691" y="121702"/>
                  <a:pt x="391907" y="113322"/>
                  <a:pt x="404296" y="97106"/>
                </a:cubicBezTo>
                <a:cubicBezTo>
                  <a:pt x="403384" y="95469"/>
                  <a:pt x="402110" y="94376"/>
                  <a:pt x="400106" y="94376"/>
                </a:cubicBezTo>
                <a:cubicBezTo>
                  <a:pt x="387170" y="108585"/>
                  <a:pt x="374779" y="114234"/>
                  <a:pt x="357835" y="114234"/>
                </a:cubicBezTo>
                <a:cubicBezTo>
                  <a:pt x="333239" y="114234"/>
                  <a:pt x="316294" y="86542"/>
                  <a:pt x="316294" y="59942"/>
                </a:cubicBezTo>
                <a:cubicBezTo>
                  <a:pt x="316294" y="44273"/>
                  <a:pt x="320484" y="31157"/>
                  <a:pt x="327045" y="22958"/>
                </a:cubicBezTo>
                <a:cubicBezTo>
                  <a:pt x="336155" y="11843"/>
                  <a:pt x="346722" y="6742"/>
                  <a:pt x="356197" y="6742"/>
                </a:cubicBezTo>
                <a:cubicBezTo>
                  <a:pt x="381340" y="6742"/>
                  <a:pt x="391360" y="21682"/>
                  <a:pt x="396097" y="37351"/>
                </a:cubicBezTo>
                <a:cubicBezTo>
                  <a:pt x="398282" y="38079"/>
                  <a:pt x="400106" y="37531"/>
                  <a:pt x="402110" y="36439"/>
                </a:cubicBezTo>
                <a:cubicBezTo>
                  <a:pt x="401199" y="26967"/>
                  <a:pt x="399922" y="18221"/>
                  <a:pt x="398101" y="8201"/>
                </a:cubicBezTo>
                <a:cubicBezTo>
                  <a:pt x="388810" y="7289"/>
                  <a:pt x="380609" y="0"/>
                  <a:pt x="358199" y="0"/>
                </a:cubicBezTo>
                <a:cubicBezTo>
                  <a:pt x="342714" y="0"/>
                  <a:pt x="329778" y="5649"/>
                  <a:pt x="319027" y="15488"/>
                </a:cubicBezTo>
                <a:cubicBezTo>
                  <a:pt x="307003" y="26603"/>
                  <a:pt x="299714" y="44457"/>
                  <a:pt x="299714" y="63403"/>
                </a:cubicBezTo>
                <a:cubicBezTo>
                  <a:pt x="299714" y="95104"/>
                  <a:pt x="318846" y="121702"/>
                  <a:pt x="358018" y="1217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8DE3E-F476-435F-857E-3C6171D1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11" y="875538"/>
            <a:ext cx="388797" cy="10"/>
          </a:xfrm>
          <a:custGeom xmlns:a="http://schemas.openxmlformats.org/drawingml/2006/main">
            <a:pathLst>
              <a:path w="388797" h="1" fill="none">
                <a:moveTo>
                  <a:pt x="0" y="0"/>
                </a:moveTo>
                <a:lnTo>
                  <a:pt x="3887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custDash>
              <a:ds d="375005" sp="125002"/>
              <a:ds d="100000" sp="125002"/>
              <a:ds d="100000" sp="125002"/>
            </a:custDash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AA9BD-D228-47E8-ADFF-DE2E39A6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350" y="829989"/>
            <a:ext cx="78896" cy="68323"/>
          </a:xfrm>
          <a:custGeom xmlns:a="http://schemas.openxmlformats.org/drawingml/2006/main">
            <a:pathLst>
              <a:path w="78896" h="68323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6265A5-FF5C-4FF2-A844-7C87B9C3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350" y="829989"/>
            <a:ext cx="78896" cy="68323"/>
          </a:xfrm>
          <a:custGeom xmlns:a="http://schemas.openxmlformats.org/drawingml/2006/main">
            <a:pathLst>
              <a:path w="78896" h="68323" fill="none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74" name="Text DAR">
            <a:extLst xmlns:a="http://schemas.openxmlformats.org/drawingml/2006/main">
              <a:ext uri="{FF2B5EF4-FFF2-40B4-BE49-F238E27FC236}">
                <a16:creationId xmlns:a16="http://schemas.microsoft.com/office/drawing/2014/main" id="{BB9E7C12-9D7D-4A0B-8450-E58F669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38" y="798306"/>
            <a:ext cx="354374" cy="121702"/>
          </a:xfrm>
          <a:custGeom xmlns:a="http://schemas.openxmlformats.org/drawingml/2006/main">
            <a:pathLst>
              <a:path w="354374" h="121702">
                <a:moveTo>
                  <a:pt x="32433" y="104604"/>
                </a:moveTo>
                <a:lnTo>
                  <a:pt x="32433" y="17086"/>
                </a:lnTo>
                <a:cubicBezTo>
                  <a:pt x="32433" y="10706"/>
                  <a:pt x="38810" y="8154"/>
                  <a:pt x="47737" y="8154"/>
                </a:cubicBezTo>
                <a:cubicBezTo>
                  <a:pt x="87092" y="8154"/>
                  <a:pt x="100028" y="40061"/>
                  <a:pt x="100028" y="68137"/>
                </a:cubicBezTo>
                <a:cubicBezTo>
                  <a:pt x="100028" y="104968"/>
                  <a:pt x="77982" y="114084"/>
                  <a:pt x="52291" y="114084"/>
                </a:cubicBezTo>
                <a:cubicBezTo>
                  <a:pt x="34437" y="114084"/>
                  <a:pt x="32433" y="110439"/>
                  <a:pt x="32433" y="104604"/>
                </a:cubicBezTo>
                <a:moveTo>
                  <a:pt x="1095" y="1957"/>
                </a:moveTo>
                <a:cubicBezTo>
                  <a:pt x="0" y="3053"/>
                  <a:pt x="0" y="6878"/>
                  <a:pt x="1095" y="7971"/>
                </a:cubicBezTo>
                <a:cubicBezTo>
                  <a:pt x="13848" y="8518"/>
                  <a:pt x="16945" y="9430"/>
                  <a:pt x="16945" y="24562"/>
                </a:cubicBezTo>
                <a:lnTo>
                  <a:pt x="16945" y="97676"/>
                </a:lnTo>
                <a:cubicBezTo>
                  <a:pt x="16945" y="112808"/>
                  <a:pt x="13848" y="113720"/>
                  <a:pt x="1095" y="114268"/>
                </a:cubicBezTo>
                <a:cubicBezTo>
                  <a:pt x="0" y="115360"/>
                  <a:pt x="0" y="119186"/>
                  <a:pt x="1095" y="120278"/>
                </a:cubicBezTo>
                <a:cubicBezTo>
                  <a:pt x="8201" y="120097"/>
                  <a:pt x="17857" y="119914"/>
                  <a:pt x="24779" y="119914"/>
                </a:cubicBezTo>
                <a:cubicBezTo>
                  <a:pt x="31521" y="119914"/>
                  <a:pt x="39174" y="120278"/>
                  <a:pt x="57940" y="120278"/>
                </a:cubicBezTo>
                <a:cubicBezTo>
                  <a:pt x="83631" y="120278"/>
                  <a:pt x="117518" y="108616"/>
                  <a:pt x="117518" y="63762"/>
                </a:cubicBezTo>
                <a:cubicBezTo>
                  <a:pt x="117518" y="29850"/>
                  <a:pt x="89641" y="1957"/>
                  <a:pt x="54660" y="1957"/>
                </a:cubicBezTo>
                <a:cubicBezTo>
                  <a:pt x="41724" y="1957"/>
                  <a:pt x="31704" y="2324"/>
                  <a:pt x="24598" y="2324"/>
                </a:cubicBezTo>
                <a:cubicBezTo>
                  <a:pt x="18040" y="2324"/>
                  <a:pt x="8382" y="2141"/>
                  <a:pt x="1095" y="1957"/>
                </a:cubicBezTo>
                <a:close/>
                <a:moveTo>
                  <a:pt x="167989" y="68324"/>
                </a:moveTo>
                <a:cubicBezTo>
                  <a:pt x="163980" y="68324"/>
                  <a:pt x="162704" y="67779"/>
                  <a:pt x="163433" y="65958"/>
                </a:cubicBezTo>
                <a:lnTo>
                  <a:pt x="182018" y="18768"/>
                </a:lnTo>
                <a:lnTo>
                  <a:pt x="183110" y="18768"/>
                </a:lnTo>
                <a:lnTo>
                  <a:pt x="200236" y="68324"/>
                </a:lnTo>
                <a:lnTo>
                  <a:pt x="167989" y="68324"/>
                </a:lnTo>
                <a:moveTo>
                  <a:pt x="148312" y="105516"/>
                </a:moveTo>
                <a:lnTo>
                  <a:pt x="158331" y="79077"/>
                </a:lnTo>
                <a:cubicBezTo>
                  <a:pt x="159243" y="76706"/>
                  <a:pt x="160336" y="75977"/>
                  <a:pt x="164709" y="75977"/>
                </a:cubicBezTo>
                <a:lnTo>
                  <a:pt x="203152" y="75977"/>
                </a:lnTo>
                <a:lnTo>
                  <a:pt x="213719" y="106792"/>
                </a:lnTo>
                <a:cubicBezTo>
                  <a:pt x="215907" y="112992"/>
                  <a:pt x="208982" y="113720"/>
                  <a:pt x="200236" y="114268"/>
                </a:cubicBezTo>
                <a:cubicBezTo>
                  <a:pt x="199143" y="115360"/>
                  <a:pt x="199143" y="119186"/>
                  <a:pt x="200236" y="120278"/>
                </a:cubicBezTo>
                <a:cubicBezTo>
                  <a:pt x="206977" y="120097"/>
                  <a:pt x="217000" y="119914"/>
                  <a:pt x="224106" y="119914"/>
                </a:cubicBezTo>
                <a:cubicBezTo>
                  <a:pt x="231576" y="119914"/>
                  <a:pt x="238498" y="120097"/>
                  <a:pt x="244876" y="120278"/>
                </a:cubicBezTo>
                <a:cubicBezTo>
                  <a:pt x="245968" y="119186"/>
                  <a:pt x="245968" y="115360"/>
                  <a:pt x="244876" y="114268"/>
                </a:cubicBezTo>
                <a:cubicBezTo>
                  <a:pt x="237770" y="113536"/>
                  <a:pt x="231576" y="112992"/>
                  <a:pt x="228476" y="104240"/>
                </a:cubicBezTo>
                <a:lnTo>
                  <a:pt x="190945" y="0"/>
                </a:lnTo>
                <a:cubicBezTo>
                  <a:pt x="188212" y="1640"/>
                  <a:pt x="183294" y="3645"/>
                  <a:pt x="180925" y="3645"/>
                </a:cubicBezTo>
                <a:lnTo>
                  <a:pt x="139566" y="101321"/>
                </a:lnTo>
                <a:cubicBezTo>
                  <a:pt x="134828" y="112627"/>
                  <a:pt x="129363" y="113720"/>
                  <a:pt x="121345" y="114268"/>
                </a:cubicBezTo>
                <a:cubicBezTo>
                  <a:pt x="120252" y="115360"/>
                  <a:pt x="120252" y="119186"/>
                  <a:pt x="121345" y="120278"/>
                </a:cubicBezTo>
                <a:cubicBezTo>
                  <a:pt x="126082" y="120097"/>
                  <a:pt x="132096" y="119914"/>
                  <a:pt x="137561" y="119914"/>
                </a:cubicBezTo>
                <a:cubicBezTo>
                  <a:pt x="145031" y="119914"/>
                  <a:pt x="154142" y="120097"/>
                  <a:pt x="160883" y="120278"/>
                </a:cubicBezTo>
                <a:cubicBezTo>
                  <a:pt x="161976" y="119186"/>
                  <a:pt x="161976" y="115360"/>
                  <a:pt x="160883" y="114268"/>
                </a:cubicBezTo>
                <a:cubicBezTo>
                  <a:pt x="153958" y="113720"/>
                  <a:pt x="145396" y="112992"/>
                  <a:pt x="148312" y="105516"/>
                </a:cubicBezTo>
                <a:close/>
                <a:moveTo>
                  <a:pt x="296253" y="7264"/>
                </a:moveTo>
                <a:cubicBezTo>
                  <a:pt x="307368" y="7264"/>
                  <a:pt x="320487" y="11273"/>
                  <a:pt x="320487" y="32783"/>
                </a:cubicBezTo>
                <a:cubicBezTo>
                  <a:pt x="320487" y="55571"/>
                  <a:pt x="307552" y="60673"/>
                  <a:pt x="289879" y="60673"/>
                </a:cubicBezTo>
                <a:lnTo>
                  <a:pt x="281132" y="60673"/>
                </a:lnTo>
                <a:lnTo>
                  <a:pt x="281132" y="18930"/>
                </a:lnTo>
                <a:cubicBezTo>
                  <a:pt x="281132" y="13645"/>
                  <a:pt x="283318" y="7264"/>
                  <a:pt x="296253" y="7264"/>
                </a:cubicBezTo>
                <a:moveTo>
                  <a:pt x="281132" y="97659"/>
                </a:moveTo>
                <a:lnTo>
                  <a:pt x="281132" y="66870"/>
                </a:lnTo>
                <a:cubicBezTo>
                  <a:pt x="296437" y="66870"/>
                  <a:pt x="299898" y="69603"/>
                  <a:pt x="302450" y="73792"/>
                </a:cubicBezTo>
                <a:lnTo>
                  <a:pt x="321944" y="105494"/>
                </a:lnTo>
                <a:cubicBezTo>
                  <a:pt x="327226" y="114051"/>
                  <a:pt x="335063" y="121702"/>
                  <a:pt x="345995" y="121702"/>
                </a:cubicBezTo>
                <a:cubicBezTo>
                  <a:pt x="348728" y="121702"/>
                  <a:pt x="351825" y="121337"/>
                  <a:pt x="353646" y="120428"/>
                </a:cubicBezTo>
                <a:cubicBezTo>
                  <a:pt x="354374" y="119152"/>
                  <a:pt x="354193" y="117512"/>
                  <a:pt x="353465" y="116055"/>
                </a:cubicBezTo>
                <a:cubicBezTo>
                  <a:pt x="345266" y="116055"/>
                  <a:pt x="340710" y="109861"/>
                  <a:pt x="335973" y="102027"/>
                </a:cubicBezTo>
                <a:lnTo>
                  <a:pt x="313017" y="63773"/>
                </a:lnTo>
                <a:cubicBezTo>
                  <a:pt x="320852" y="61221"/>
                  <a:pt x="337249" y="51743"/>
                  <a:pt x="337249" y="32602"/>
                </a:cubicBezTo>
                <a:cubicBezTo>
                  <a:pt x="337249" y="23486"/>
                  <a:pt x="334152" y="16013"/>
                  <a:pt x="327593" y="9817"/>
                </a:cubicBezTo>
                <a:cubicBezTo>
                  <a:pt x="318847" y="1615"/>
                  <a:pt x="307552" y="1068"/>
                  <a:pt x="296073" y="1068"/>
                </a:cubicBezTo>
                <a:cubicBezTo>
                  <a:pt x="287510" y="1068"/>
                  <a:pt x="279856" y="2344"/>
                  <a:pt x="273298" y="2344"/>
                </a:cubicBezTo>
                <a:cubicBezTo>
                  <a:pt x="266921" y="2344"/>
                  <a:pt x="258358" y="2163"/>
                  <a:pt x="249795" y="1979"/>
                </a:cubicBezTo>
                <a:cubicBezTo>
                  <a:pt x="248700" y="3072"/>
                  <a:pt x="248700" y="6900"/>
                  <a:pt x="249795" y="7993"/>
                </a:cubicBezTo>
                <a:cubicBezTo>
                  <a:pt x="262547" y="8540"/>
                  <a:pt x="265644" y="9452"/>
                  <a:pt x="265644" y="24582"/>
                </a:cubicBezTo>
                <a:lnTo>
                  <a:pt x="265644" y="97656"/>
                </a:lnTo>
                <a:cubicBezTo>
                  <a:pt x="265644" y="112808"/>
                  <a:pt x="262547" y="113720"/>
                  <a:pt x="249795" y="114268"/>
                </a:cubicBezTo>
                <a:cubicBezTo>
                  <a:pt x="248700" y="115360"/>
                  <a:pt x="248700" y="119186"/>
                  <a:pt x="249795" y="120278"/>
                </a:cubicBezTo>
                <a:cubicBezTo>
                  <a:pt x="257994" y="120097"/>
                  <a:pt x="266556" y="119914"/>
                  <a:pt x="273479" y="119914"/>
                </a:cubicBezTo>
                <a:cubicBezTo>
                  <a:pt x="280404" y="119914"/>
                  <a:pt x="288967" y="120097"/>
                  <a:pt x="296982" y="120278"/>
                </a:cubicBezTo>
                <a:cubicBezTo>
                  <a:pt x="298077" y="119186"/>
                  <a:pt x="298077" y="115360"/>
                  <a:pt x="296982" y="114268"/>
                </a:cubicBezTo>
                <a:cubicBezTo>
                  <a:pt x="284229" y="113720"/>
                  <a:pt x="281132" y="112808"/>
                  <a:pt x="281132" y="97679"/>
                </a:cubicBezTo>
                <a:lnTo>
                  <a:pt x="281132" y="976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(a)">
            <a:extLst xmlns:a="http://schemas.openxmlformats.org/drawingml/2006/main">
              <a:ext uri="{FF2B5EF4-FFF2-40B4-BE49-F238E27FC236}">
                <a16:creationId xmlns:a16="http://schemas.microsoft.com/office/drawing/2014/main" id="{77523C2C-42D0-4EC7-9945-23856CF0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213" y="3451204"/>
            <a:ext cx="239585" cy="213154"/>
          </a:xfrm>
          <a:custGeom xmlns:a="http://schemas.openxmlformats.org/drawingml/2006/main">
            <a:pathLst>
              <a:path w="239585" h="213154">
                <a:moveTo>
                  <a:pt x="0" y="106360"/>
                </a:moveTo>
                <a:cubicBezTo>
                  <a:pt x="0" y="116608"/>
                  <a:pt x="1136" y="167848"/>
                  <a:pt x="52836" y="212486"/>
                </a:cubicBezTo>
                <a:lnTo>
                  <a:pt x="59668" y="205199"/>
                </a:lnTo>
                <a:cubicBezTo>
                  <a:pt x="52381" y="197001"/>
                  <a:pt x="26189" y="166483"/>
                  <a:pt x="26189" y="106360"/>
                </a:cubicBezTo>
                <a:cubicBezTo>
                  <a:pt x="26189" y="46233"/>
                  <a:pt x="52836" y="15715"/>
                  <a:pt x="59668" y="7746"/>
                </a:cubicBezTo>
                <a:lnTo>
                  <a:pt x="53291" y="0"/>
                </a:lnTo>
                <a:cubicBezTo>
                  <a:pt x="23457" y="25737"/>
                  <a:pt x="0" y="64908"/>
                  <a:pt x="0" y="106360"/>
                </a:cubicBezTo>
                <a:close/>
                <a:moveTo>
                  <a:pt x="127991" y="152791"/>
                </a:moveTo>
                <a:cubicBezTo>
                  <a:pt x="129582" y="162128"/>
                  <a:pt x="135733" y="166226"/>
                  <a:pt x="145752" y="166226"/>
                </a:cubicBezTo>
                <a:cubicBezTo>
                  <a:pt x="158280" y="166226"/>
                  <a:pt x="167162" y="161444"/>
                  <a:pt x="175590" y="153472"/>
                </a:cubicBezTo>
                <a:cubicBezTo>
                  <a:pt x="175134" y="150740"/>
                  <a:pt x="174220" y="148919"/>
                  <a:pt x="171489" y="147095"/>
                </a:cubicBezTo>
                <a:cubicBezTo>
                  <a:pt x="168528" y="149375"/>
                  <a:pt x="166252" y="150285"/>
                  <a:pt x="161925" y="150285"/>
                </a:cubicBezTo>
                <a:cubicBezTo>
                  <a:pt x="156914" y="150285"/>
                  <a:pt x="155548" y="146184"/>
                  <a:pt x="155548" y="135022"/>
                </a:cubicBezTo>
                <a:lnTo>
                  <a:pt x="156004" y="102217"/>
                </a:lnTo>
                <a:cubicBezTo>
                  <a:pt x="156004" y="69412"/>
                  <a:pt x="135733" y="62806"/>
                  <a:pt x="117058" y="62806"/>
                </a:cubicBezTo>
                <a:cubicBezTo>
                  <a:pt x="100433" y="62806"/>
                  <a:pt x="74926" y="72373"/>
                  <a:pt x="74926" y="87410"/>
                </a:cubicBezTo>
                <a:cubicBezTo>
                  <a:pt x="74926" y="93787"/>
                  <a:pt x="77657" y="98798"/>
                  <a:pt x="86540" y="98798"/>
                </a:cubicBezTo>
                <a:cubicBezTo>
                  <a:pt x="94737" y="98798"/>
                  <a:pt x="100659" y="93787"/>
                  <a:pt x="100659" y="88320"/>
                </a:cubicBezTo>
                <a:cubicBezTo>
                  <a:pt x="100659" y="85359"/>
                  <a:pt x="99067" y="81485"/>
                  <a:pt x="99748" y="77613"/>
                </a:cubicBezTo>
                <a:cubicBezTo>
                  <a:pt x="99978" y="75108"/>
                  <a:pt x="101799" y="72373"/>
                  <a:pt x="109315" y="72373"/>
                </a:cubicBezTo>
                <a:cubicBezTo>
                  <a:pt x="118879" y="72373"/>
                  <a:pt x="126851" y="76474"/>
                  <a:pt x="126851" y="105407"/>
                </a:cubicBezTo>
                <a:lnTo>
                  <a:pt x="111592" y="110189"/>
                </a:lnTo>
                <a:cubicBezTo>
                  <a:pt x="87679" y="117706"/>
                  <a:pt x="70825" y="124316"/>
                  <a:pt x="70825" y="142310"/>
                </a:cubicBezTo>
                <a:cubicBezTo>
                  <a:pt x="70825" y="158028"/>
                  <a:pt x="79478" y="166226"/>
                  <a:pt x="99293" y="166226"/>
                </a:cubicBezTo>
                <a:cubicBezTo>
                  <a:pt x="105899" y="166226"/>
                  <a:pt x="119108" y="158938"/>
                  <a:pt x="126622" y="153017"/>
                </a:cubicBezTo>
                <a:lnTo>
                  <a:pt x="127991" y="152791"/>
                </a:lnTo>
                <a:moveTo>
                  <a:pt x="126851" y="114290"/>
                </a:moveTo>
                <a:lnTo>
                  <a:pt x="126851" y="144360"/>
                </a:lnTo>
                <a:cubicBezTo>
                  <a:pt x="121159" y="148916"/>
                  <a:pt x="115463" y="152561"/>
                  <a:pt x="111366" y="152561"/>
                </a:cubicBezTo>
                <a:cubicBezTo>
                  <a:pt x="101569" y="152561"/>
                  <a:pt x="98153" y="145955"/>
                  <a:pt x="98153" y="138894"/>
                </a:cubicBezTo>
                <a:cubicBezTo>
                  <a:pt x="98153" y="130467"/>
                  <a:pt x="98838" y="123402"/>
                  <a:pt x="115008" y="118165"/>
                </a:cubicBezTo>
                <a:lnTo>
                  <a:pt x="126851" y="114290"/>
                </a:lnTo>
                <a:close/>
                <a:moveTo>
                  <a:pt x="239585" y="106797"/>
                </a:moveTo>
                <a:cubicBezTo>
                  <a:pt x="239585" y="96549"/>
                  <a:pt x="238445" y="45305"/>
                  <a:pt x="186749" y="667"/>
                </a:cubicBezTo>
                <a:lnTo>
                  <a:pt x="179917" y="7955"/>
                </a:lnTo>
                <a:cubicBezTo>
                  <a:pt x="187204" y="16156"/>
                  <a:pt x="213393" y="46674"/>
                  <a:pt x="213393" y="106797"/>
                </a:cubicBezTo>
                <a:cubicBezTo>
                  <a:pt x="213393" y="166924"/>
                  <a:pt x="186749" y="197443"/>
                  <a:pt x="179917" y="205411"/>
                </a:cubicBezTo>
                <a:lnTo>
                  <a:pt x="186294" y="213154"/>
                </a:lnTo>
                <a:cubicBezTo>
                  <a:pt x="216128" y="187420"/>
                  <a:pt x="239585" y="148249"/>
                  <a:pt x="239585" y="1067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Alarms">
            <a:extLst xmlns:a="http://schemas.openxmlformats.org/drawingml/2006/main">
              <a:ext uri="{FF2B5EF4-FFF2-40B4-BE49-F238E27FC236}">
                <a16:creationId xmlns:a16="http://schemas.microsoft.com/office/drawing/2014/main" id="{AA2A9278-5059-4FF8-97EB-B43D6FA7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043" y="3436309"/>
            <a:ext cx="733286" cy="181402"/>
          </a:xfrm>
          <a:custGeom xmlns:a="http://schemas.openxmlformats.org/drawingml/2006/main">
            <a:pathLst>
              <a:path w="733286" h="181402">
                <a:moveTo>
                  <a:pt x="100233" y="108173"/>
                </a:moveTo>
                <a:cubicBezTo>
                  <a:pt x="91776" y="108583"/>
                  <a:pt x="81170" y="108837"/>
                  <a:pt x="73534" y="108837"/>
                </a:cubicBezTo>
                <a:cubicBezTo>
                  <a:pt x="66106" y="108837"/>
                  <a:pt x="52423" y="108380"/>
                  <a:pt x="46785" y="108071"/>
                </a:cubicBezTo>
                <a:lnTo>
                  <a:pt x="73792" y="45136"/>
                </a:lnTo>
                <a:lnTo>
                  <a:pt x="74305" y="45136"/>
                </a:lnTo>
                <a:cubicBezTo>
                  <a:pt x="84809" y="69304"/>
                  <a:pt x="93367" y="90353"/>
                  <a:pt x="100233" y="108173"/>
                </a:cubicBezTo>
                <a:moveTo>
                  <a:pt x="41762" y="120320"/>
                </a:moveTo>
                <a:cubicBezTo>
                  <a:pt x="48169" y="119858"/>
                  <a:pt x="66001" y="119600"/>
                  <a:pt x="74813" y="119600"/>
                </a:cubicBezTo>
                <a:cubicBezTo>
                  <a:pt x="84551" y="119600"/>
                  <a:pt x="98641" y="119858"/>
                  <a:pt x="104842" y="120320"/>
                </a:cubicBezTo>
                <a:cubicBezTo>
                  <a:pt x="117395" y="153938"/>
                  <a:pt x="123185" y="173951"/>
                  <a:pt x="124777" y="179647"/>
                </a:cubicBezTo>
                <a:cubicBezTo>
                  <a:pt x="129132" y="178880"/>
                  <a:pt x="133229" y="178880"/>
                  <a:pt x="137584" y="178880"/>
                </a:cubicBezTo>
                <a:cubicBezTo>
                  <a:pt x="141943" y="178880"/>
                  <a:pt x="148605" y="178880"/>
                  <a:pt x="152960" y="179647"/>
                </a:cubicBezTo>
                <a:cubicBezTo>
                  <a:pt x="140149" y="153730"/>
                  <a:pt x="106327" y="66333"/>
                  <a:pt x="82757" y="10255"/>
                </a:cubicBezTo>
                <a:lnTo>
                  <a:pt x="75583" y="10255"/>
                </a:lnTo>
                <a:cubicBezTo>
                  <a:pt x="50984" y="67103"/>
                  <a:pt x="25877" y="122935"/>
                  <a:pt x="0" y="179647"/>
                </a:cubicBezTo>
                <a:cubicBezTo>
                  <a:pt x="3073" y="178880"/>
                  <a:pt x="6146" y="178880"/>
                  <a:pt x="8965" y="178880"/>
                </a:cubicBezTo>
                <a:cubicBezTo>
                  <a:pt x="11783" y="178880"/>
                  <a:pt x="17421" y="178880"/>
                  <a:pt x="20494" y="179647"/>
                </a:cubicBezTo>
                <a:cubicBezTo>
                  <a:pt x="24696" y="163942"/>
                  <a:pt x="32586" y="142749"/>
                  <a:pt x="41758" y="120320"/>
                </a:cubicBezTo>
                <a:lnTo>
                  <a:pt x="41762" y="120320"/>
                </a:lnTo>
                <a:close/>
                <a:moveTo>
                  <a:pt x="180120" y="127623"/>
                </a:moveTo>
                <a:cubicBezTo>
                  <a:pt x="180120" y="146689"/>
                  <a:pt x="179761" y="165142"/>
                  <a:pt x="177814" y="178880"/>
                </a:cubicBezTo>
                <a:lnTo>
                  <a:pt x="178326" y="179647"/>
                </a:lnTo>
                <a:cubicBezTo>
                  <a:pt x="181403" y="179135"/>
                  <a:pt x="187294" y="178880"/>
                  <a:pt x="190367" y="178880"/>
                </a:cubicBezTo>
                <a:cubicBezTo>
                  <a:pt x="193444" y="178880"/>
                  <a:pt x="199336" y="179135"/>
                  <a:pt x="202412" y="179647"/>
                </a:cubicBezTo>
                <a:lnTo>
                  <a:pt x="202924" y="178880"/>
                </a:lnTo>
                <a:cubicBezTo>
                  <a:pt x="200927" y="164271"/>
                  <a:pt x="200618" y="146897"/>
                  <a:pt x="200618" y="127623"/>
                </a:cubicBezTo>
                <a:lnTo>
                  <a:pt x="200618" y="50742"/>
                </a:lnTo>
                <a:cubicBezTo>
                  <a:pt x="200618" y="31523"/>
                  <a:pt x="201693" y="18758"/>
                  <a:pt x="202924" y="2561"/>
                </a:cubicBezTo>
                <a:cubicBezTo>
                  <a:pt x="202924" y="770"/>
                  <a:pt x="202205" y="0"/>
                  <a:pt x="200618" y="0"/>
                </a:cubicBezTo>
                <a:cubicBezTo>
                  <a:pt x="194214" y="2561"/>
                  <a:pt x="188729" y="4355"/>
                  <a:pt x="178330" y="5125"/>
                </a:cubicBezTo>
                <a:lnTo>
                  <a:pt x="177818" y="5896"/>
                </a:lnTo>
                <a:cubicBezTo>
                  <a:pt x="179815" y="16862"/>
                  <a:pt x="180120" y="35878"/>
                  <a:pt x="180120" y="55355"/>
                </a:cubicBezTo>
                <a:lnTo>
                  <a:pt x="180120" y="127623"/>
                </a:lnTo>
                <a:close/>
                <a:moveTo>
                  <a:pt x="301054" y="121160"/>
                </a:moveTo>
                <a:lnTo>
                  <a:pt x="300030" y="151670"/>
                </a:lnTo>
                <a:cubicBezTo>
                  <a:pt x="300030" y="155001"/>
                  <a:pt x="298490" y="156796"/>
                  <a:pt x="296441" y="158336"/>
                </a:cubicBezTo>
                <a:cubicBezTo>
                  <a:pt x="289267" y="163719"/>
                  <a:pt x="280556" y="168333"/>
                  <a:pt x="272870" y="168333"/>
                </a:cubicBezTo>
                <a:cubicBezTo>
                  <a:pt x="261341" y="168333"/>
                  <a:pt x="253909" y="160643"/>
                  <a:pt x="253909" y="152694"/>
                </a:cubicBezTo>
                <a:cubicBezTo>
                  <a:pt x="253909" y="141157"/>
                  <a:pt x="259289" y="132439"/>
                  <a:pt x="279274" y="127056"/>
                </a:cubicBezTo>
                <a:lnTo>
                  <a:pt x="301054" y="121160"/>
                </a:lnTo>
                <a:moveTo>
                  <a:pt x="301054" y="166538"/>
                </a:moveTo>
                <a:cubicBezTo>
                  <a:pt x="304025" y="176531"/>
                  <a:pt x="311661" y="181398"/>
                  <a:pt x="321036" y="181398"/>
                </a:cubicBezTo>
                <a:cubicBezTo>
                  <a:pt x="327490" y="181398"/>
                  <a:pt x="335384" y="179862"/>
                  <a:pt x="341428" y="173458"/>
                </a:cubicBezTo>
                <a:lnTo>
                  <a:pt x="339532" y="167105"/>
                </a:lnTo>
                <a:cubicBezTo>
                  <a:pt x="336717" y="168078"/>
                  <a:pt x="334563" y="168434"/>
                  <a:pt x="332616" y="168434"/>
                </a:cubicBezTo>
                <a:cubicBezTo>
                  <a:pt x="330055" y="168434"/>
                  <a:pt x="326673" y="167973"/>
                  <a:pt x="325086" y="166538"/>
                </a:cubicBezTo>
                <a:cubicBezTo>
                  <a:pt x="322471" y="164181"/>
                  <a:pt x="320832" y="157925"/>
                  <a:pt x="320832" y="146545"/>
                </a:cubicBezTo>
                <a:cubicBezTo>
                  <a:pt x="320832" y="139109"/>
                  <a:pt x="321548" y="110651"/>
                  <a:pt x="321548" y="107833"/>
                </a:cubicBezTo>
                <a:cubicBezTo>
                  <a:pt x="321548" y="73222"/>
                  <a:pt x="298744" y="66306"/>
                  <a:pt x="279274" y="66306"/>
                </a:cubicBezTo>
                <a:cubicBezTo>
                  <a:pt x="259801" y="66306"/>
                  <a:pt x="248014" y="75786"/>
                  <a:pt x="241610" y="81170"/>
                </a:cubicBezTo>
                <a:lnTo>
                  <a:pt x="240840" y="82194"/>
                </a:lnTo>
                <a:lnTo>
                  <a:pt x="245195" y="99372"/>
                </a:lnTo>
                <a:lnTo>
                  <a:pt x="248526" y="99627"/>
                </a:lnTo>
                <a:cubicBezTo>
                  <a:pt x="255700" y="88089"/>
                  <a:pt x="264414" y="77835"/>
                  <a:pt x="276710" y="77835"/>
                </a:cubicBezTo>
                <a:cubicBezTo>
                  <a:pt x="285936" y="77835"/>
                  <a:pt x="301308" y="79117"/>
                  <a:pt x="301308" y="108087"/>
                </a:cubicBezTo>
                <a:cubicBezTo>
                  <a:pt x="301308" y="109881"/>
                  <a:pt x="300284" y="110909"/>
                  <a:pt x="299514" y="111164"/>
                </a:cubicBezTo>
                <a:lnTo>
                  <a:pt x="275685" y="116547"/>
                </a:lnTo>
                <a:cubicBezTo>
                  <a:pt x="249550" y="122446"/>
                  <a:pt x="233153" y="136290"/>
                  <a:pt x="233153" y="153723"/>
                </a:cubicBezTo>
                <a:cubicBezTo>
                  <a:pt x="233153" y="172692"/>
                  <a:pt x="246219" y="181402"/>
                  <a:pt x="265180" y="181402"/>
                </a:cubicBezTo>
                <a:cubicBezTo>
                  <a:pt x="279274" y="181402"/>
                  <a:pt x="286448" y="178071"/>
                  <a:pt x="300026" y="166542"/>
                </a:cubicBezTo>
                <a:lnTo>
                  <a:pt x="301054" y="166538"/>
                </a:lnTo>
                <a:close/>
                <a:moveTo>
                  <a:pt x="387653" y="93215"/>
                </a:moveTo>
                <a:lnTo>
                  <a:pt x="387653" y="69891"/>
                </a:lnTo>
                <a:cubicBezTo>
                  <a:pt x="387653" y="67893"/>
                  <a:pt x="387344" y="67330"/>
                  <a:pt x="386117" y="67330"/>
                </a:cubicBezTo>
                <a:cubicBezTo>
                  <a:pt x="380378" y="68456"/>
                  <a:pt x="371206" y="68659"/>
                  <a:pt x="365365" y="68096"/>
                </a:cubicBezTo>
                <a:lnTo>
                  <a:pt x="364853" y="68866"/>
                </a:lnTo>
                <a:cubicBezTo>
                  <a:pt x="366647" y="79934"/>
                  <a:pt x="367159" y="99368"/>
                  <a:pt x="367159" y="118607"/>
                </a:cubicBezTo>
                <a:lnTo>
                  <a:pt x="367159" y="132713"/>
                </a:lnTo>
                <a:cubicBezTo>
                  <a:pt x="367159" y="151948"/>
                  <a:pt x="366851" y="165080"/>
                  <a:pt x="364853" y="178877"/>
                </a:cubicBezTo>
                <a:lnTo>
                  <a:pt x="365365" y="179647"/>
                </a:lnTo>
                <a:cubicBezTo>
                  <a:pt x="368442" y="179135"/>
                  <a:pt x="374333" y="178877"/>
                  <a:pt x="377410" y="178877"/>
                </a:cubicBezTo>
                <a:cubicBezTo>
                  <a:pt x="380483" y="178877"/>
                  <a:pt x="386375" y="179135"/>
                  <a:pt x="389452" y="179647"/>
                </a:cubicBezTo>
                <a:lnTo>
                  <a:pt x="389964" y="178877"/>
                </a:lnTo>
                <a:cubicBezTo>
                  <a:pt x="388068" y="164259"/>
                  <a:pt x="387657" y="152202"/>
                  <a:pt x="387657" y="132713"/>
                </a:cubicBezTo>
                <a:lnTo>
                  <a:pt x="387657" y="119374"/>
                </a:lnTo>
                <a:cubicBezTo>
                  <a:pt x="387657" y="108603"/>
                  <a:pt x="390886" y="102445"/>
                  <a:pt x="396368" y="93981"/>
                </a:cubicBezTo>
                <a:cubicBezTo>
                  <a:pt x="400109" y="88289"/>
                  <a:pt x="405848" y="85005"/>
                  <a:pt x="410715" y="85005"/>
                </a:cubicBezTo>
                <a:cubicBezTo>
                  <a:pt x="415841" y="85005"/>
                  <a:pt x="420708" y="85521"/>
                  <a:pt x="424039" y="88598"/>
                </a:cubicBezTo>
                <a:lnTo>
                  <a:pt x="426088" y="88086"/>
                </a:lnTo>
                <a:lnTo>
                  <a:pt x="431213" y="69120"/>
                </a:lnTo>
                <a:lnTo>
                  <a:pt x="430189" y="68096"/>
                </a:lnTo>
                <a:cubicBezTo>
                  <a:pt x="425834" y="66814"/>
                  <a:pt x="425576" y="66302"/>
                  <a:pt x="420962" y="66302"/>
                </a:cubicBezTo>
                <a:cubicBezTo>
                  <a:pt x="407130" y="66302"/>
                  <a:pt x="399698" y="74246"/>
                  <a:pt x="388423" y="93727"/>
                </a:cubicBezTo>
                <a:lnTo>
                  <a:pt x="387653" y="93215"/>
                </a:lnTo>
                <a:close/>
                <a:moveTo>
                  <a:pt x="477327" y="88602"/>
                </a:moveTo>
                <a:lnTo>
                  <a:pt x="477327" y="69891"/>
                </a:lnTo>
                <a:cubicBezTo>
                  <a:pt x="477327" y="67893"/>
                  <a:pt x="477022" y="67330"/>
                  <a:pt x="475791" y="67330"/>
                </a:cubicBezTo>
                <a:cubicBezTo>
                  <a:pt x="470052" y="68456"/>
                  <a:pt x="460880" y="68659"/>
                  <a:pt x="455039" y="68096"/>
                </a:cubicBezTo>
                <a:lnTo>
                  <a:pt x="454527" y="68866"/>
                </a:lnTo>
                <a:cubicBezTo>
                  <a:pt x="456321" y="79934"/>
                  <a:pt x="456834" y="99372"/>
                  <a:pt x="456834" y="118607"/>
                </a:cubicBezTo>
                <a:lnTo>
                  <a:pt x="456834" y="132713"/>
                </a:lnTo>
                <a:cubicBezTo>
                  <a:pt x="456834" y="151948"/>
                  <a:pt x="456579" y="165029"/>
                  <a:pt x="454527" y="178877"/>
                </a:cubicBezTo>
                <a:lnTo>
                  <a:pt x="455039" y="179647"/>
                </a:lnTo>
                <a:cubicBezTo>
                  <a:pt x="458116" y="179135"/>
                  <a:pt x="464008" y="178877"/>
                  <a:pt x="467084" y="178877"/>
                </a:cubicBezTo>
                <a:cubicBezTo>
                  <a:pt x="470157" y="178877"/>
                  <a:pt x="476049" y="179135"/>
                  <a:pt x="479126" y="179647"/>
                </a:cubicBezTo>
                <a:lnTo>
                  <a:pt x="479638" y="178877"/>
                </a:lnTo>
                <a:cubicBezTo>
                  <a:pt x="477589" y="164259"/>
                  <a:pt x="477331" y="152206"/>
                  <a:pt x="477331" y="132713"/>
                </a:cubicBezTo>
                <a:lnTo>
                  <a:pt x="477331" y="101679"/>
                </a:lnTo>
                <a:cubicBezTo>
                  <a:pt x="489373" y="89368"/>
                  <a:pt x="503721" y="81674"/>
                  <a:pt x="512689" y="81674"/>
                </a:cubicBezTo>
                <a:cubicBezTo>
                  <a:pt x="522424" y="81674"/>
                  <a:pt x="529598" y="87319"/>
                  <a:pt x="529598" y="104502"/>
                </a:cubicBezTo>
                <a:lnTo>
                  <a:pt x="529598" y="132713"/>
                </a:lnTo>
                <a:cubicBezTo>
                  <a:pt x="529598" y="151948"/>
                  <a:pt x="529344" y="165029"/>
                  <a:pt x="527295" y="178877"/>
                </a:cubicBezTo>
                <a:lnTo>
                  <a:pt x="527807" y="179647"/>
                </a:lnTo>
                <a:cubicBezTo>
                  <a:pt x="530880" y="179135"/>
                  <a:pt x="536776" y="178877"/>
                  <a:pt x="539849" y="178877"/>
                </a:cubicBezTo>
                <a:cubicBezTo>
                  <a:pt x="542921" y="178877"/>
                  <a:pt x="548817" y="179135"/>
                  <a:pt x="551890" y="179647"/>
                </a:cubicBezTo>
                <a:lnTo>
                  <a:pt x="552402" y="178877"/>
                </a:lnTo>
                <a:cubicBezTo>
                  <a:pt x="550353" y="164259"/>
                  <a:pt x="550095" y="152206"/>
                  <a:pt x="550095" y="132713"/>
                </a:cubicBezTo>
                <a:lnTo>
                  <a:pt x="550095" y="106808"/>
                </a:lnTo>
                <a:cubicBezTo>
                  <a:pt x="550095" y="103219"/>
                  <a:pt x="550095" y="100143"/>
                  <a:pt x="549841" y="97066"/>
                </a:cubicBezTo>
                <a:cubicBezTo>
                  <a:pt x="562141" y="83472"/>
                  <a:pt x="572388" y="81674"/>
                  <a:pt x="582380" y="81674"/>
                </a:cubicBezTo>
                <a:cubicBezTo>
                  <a:pt x="596216" y="81674"/>
                  <a:pt x="602878" y="87319"/>
                  <a:pt x="602878" y="104502"/>
                </a:cubicBezTo>
                <a:lnTo>
                  <a:pt x="602878" y="132713"/>
                </a:lnTo>
                <a:cubicBezTo>
                  <a:pt x="602878" y="151948"/>
                  <a:pt x="602620" y="165029"/>
                  <a:pt x="600571" y="178877"/>
                </a:cubicBezTo>
                <a:lnTo>
                  <a:pt x="601083" y="179647"/>
                </a:lnTo>
                <a:cubicBezTo>
                  <a:pt x="604160" y="179135"/>
                  <a:pt x="610052" y="178877"/>
                  <a:pt x="613125" y="178877"/>
                </a:cubicBezTo>
                <a:cubicBezTo>
                  <a:pt x="616202" y="178877"/>
                  <a:pt x="622093" y="179135"/>
                  <a:pt x="625166" y="179647"/>
                </a:cubicBezTo>
                <a:lnTo>
                  <a:pt x="625682" y="178877"/>
                </a:lnTo>
                <a:cubicBezTo>
                  <a:pt x="623630" y="164259"/>
                  <a:pt x="623376" y="152206"/>
                  <a:pt x="623376" y="132713"/>
                </a:cubicBezTo>
                <a:lnTo>
                  <a:pt x="623376" y="107066"/>
                </a:lnTo>
                <a:cubicBezTo>
                  <a:pt x="623376" y="84239"/>
                  <a:pt x="619275" y="66302"/>
                  <a:pt x="591603" y="66302"/>
                </a:cubicBezTo>
                <a:cubicBezTo>
                  <a:pt x="577767" y="66302"/>
                  <a:pt x="562907" y="71169"/>
                  <a:pt x="548305" y="86549"/>
                </a:cubicBezTo>
                <a:cubicBezTo>
                  <a:pt x="545998" y="74246"/>
                  <a:pt x="535493" y="66302"/>
                  <a:pt x="521145" y="66302"/>
                </a:cubicBezTo>
                <a:cubicBezTo>
                  <a:pt x="505261" y="66302"/>
                  <a:pt x="490143" y="76552"/>
                  <a:pt x="478101" y="89368"/>
                </a:cubicBezTo>
                <a:lnTo>
                  <a:pt x="477327" y="88602"/>
                </a:lnTo>
                <a:close/>
                <a:moveTo>
                  <a:pt x="655397" y="152949"/>
                </a:moveTo>
                <a:lnTo>
                  <a:pt x="651041" y="174482"/>
                </a:lnTo>
                <a:cubicBezTo>
                  <a:pt x="665647" y="179608"/>
                  <a:pt x="679995" y="181398"/>
                  <a:pt x="689730" y="181398"/>
                </a:cubicBezTo>
                <a:cubicBezTo>
                  <a:pt x="725088" y="181398"/>
                  <a:pt x="733286" y="160385"/>
                  <a:pt x="733286" y="146283"/>
                </a:cubicBezTo>
                <a:cubicBezTo>
                  <a:pt x="733286" y="125261"/>
                  <a:pt x="716632" y="117059"/>
                  <a:pt x="698441" y="112700"/>
                </a:cubicBezTo>
                <a:cubicBezTo>
                  <a:pt x="688757" y="110393"/>
                  <a:pt x="674616" y="105522"/>
                  <a:pt x="674616" y="92703"/>
                </a:cubicBezTo>
                <a:cubicBezTo>
                  <a:pt x="674616" y="82190"/>
                  <a:pt x="683068" y="76552"/>
                  <a:pt x="694089" y="76552"/>
                </a:cubicBezTo>
                <a:cubicBezTo>
                  <a:pt x="707409" y="76552"/>
                  <a:pt x="715611" y="87061"/>
                  <a:pt x="721503" y="93985"/>
                </a:cubicBezTo>
                <a:lnTo>
                  <a:pt x="725088" y="93727"/>
                </a:lnTo>
                <a:lnTo>
                  <a:pt x="730213" y="74758"/>
                </a:lnTo>
                <a:lnTo>
                  <a:pt x="729701" y="73992"/>
                </a:lnTo>
                <a:cubicBezTo>
                  <a:pt x="722269" y="70149"/>
                  <a:pt x="708179" y="66302"/>
                  <a:pt x="695114" y="66302"/>
                </a:cubicBezTo>
                <a:cubicBezTo>
                  <a:pt x="676152" y="66302"/>
                  <a:pt x="656425" y="76294"/>
                  <a:pt x="656425" y="97574"/>
                </a:cubicBezTo>
                <a:cubicBezTo>
                  <a:pt x="656425" y="118083"/>
                  <a:pt x="671746" y="124851"/>
                  <a:pt x="687169" y="129104"/>
                </a:cubicBezTo>
                <a:cubicBezTo>
                  <a:pt x="702030" y="133209"/>
                  <a:pt x="713047" y="137310"/>
                  <a:pt x="713047" y="149872"/>
                </a:cubicBezTo>
                <a:cubicBezTo>
                  <a:pt x="713047" y="163461"/>
                  <a:pt x="703054" y="171151"/>
                  <a:pt x="689476" y="171151"/>
                </a:cubicBezTo>
                <a:cubicBezTo>
                  <a:pt x="677177" y="171151"/>
                  <a:pt x="666414" y="162691"/>
                  <a:pt x="659240" y="152691"/>
                </a:cubicBezTo>
                <a:lnTo>
                  <a:pt x="655397" y="1529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FD3FCE-1DF1-4228-B7D0-4FC88F4A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2" y="52978"/>
            <a:ext cx="3888029" cy="2591953"/>
          </a:xfrm>
          <a:custGeom xmlns:a="http://schemas.openxmlformats.org/drawingml/2006/main">
            <a:pathLst>
              <a:path w="3888029" h="2591953" fill="none">
                <a:moveTo>
                  <a:pt x="0" y="2591953"/>
                </a:moveTo>
                <a:lnTo>
                  <a:pt x="0" y="2494855"/>
                </a:lnTo>
                <a:moveTo>
                  <a:pt x="972007" y="2591953"/>
                </a:moveTo>
                <a:lnTo>
                  <a:pt x="972007" y="2494855"/>
                </a:lnTo>
                <a:moveTo>
                  <a:pt x="1944014" y="2591953"/>
                </a:moveTo>
                <a:lnTo>
                  <a:pt x="1944014" y="2494855"/>
                </a:lnTo>
                <a:moveTo>
                  <a:pt x="2916022" y="2591953"/>
                </a:moveTo>
                <a:lnTo>
                  <a:pt x="2916022" y="2494855"/>
                </a:lnTo>
                <a:moveTo>
                  <a:pt x="3888029" y="2591953"/>
                </a:moveTo>
                <a:lnTo>
                  <a:pt x="3888029" y="2494855"/>
                </a:lnTo>
                <a:moveTo>
                  <a:pt x="0" y="0"/>
                </a:moveTo>
                <a:lnTo>
                  <a:pt x="0" y="97098"/>
                </a:lnTo>
                <a:moveTo>
                  <a:pt x="972007" y="0"/>
                </a:moveTo>
                <a:lnTo>
                  <a:pt x="972007" y="97098"/>
                </a:lnTo>
                <a:moveTo>
                  <a:pt x="1944014" y="0"/>
                </a:moveTo>
                <a:lnTo>
                  <a:pt x="1944014" y="97098"/>
                </a:lnTo>
                <a:moveTo>
                  <a:pt x="2916022" y="0"/>
                </a:moveTo>
                <a:lnTo>
                  <a:pt x="2916022" y="97098"/>
                </a:lnTo>
                <a:moveTo>
                  <a:pt x="3888029" y="0"/>
                </a:moveTo>
                <a:lnTo>
                  <a:pt x="3888029" y="97098"/>
                </a:lnTo>
              </a:path>
            </a:pathLst>
          </a:custGeom>
          <a:noFill xmlns:a="http://schemas.openxmlformats.org/drawingml/2006/main"/>
          <a:ln xmlns:a="http://schemas.openxmlformats.org/drawingml/2006/main" w="4555" cap="flat">
            <a:solidFill>
              <a:srgbClr val="7F807F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47491-3FD0-417D-8DB6-C049C34B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2" y="325241"/>
            <a:ext cx="3888029" cy="2319690"/>
          </a:xfrm>
          <a:custGeom xmlns:a="http://schemas.openxmlformats.org/drawingml/2006/main">
            <a:pathLst>
              <a:path w="3888029" h="2319690" fill="none">
                <a:moveTo>
                  <a:pt x="0" y="2319690"/>
                </a:moveTo>
                <a:lnTo>
                  <a:pt x="64808" y="2319690"/>
                </a:lnTo>
                <a:moveTo>
                  <a:pt x="0" y="2083318"/>
                </a:moveTo>
                <a:lnTo>
                  <a:pt x="64808" y="2083318"/>
                </a:lnTo>
                <a:moveTo>
                  <a:pt x="0" y="1945043"/>
                </a:moveTo>
                <a:lnTo>
                  <a:pt x="64808" y="1945043"/>
                </a:lnTo>
                <a:moveTo>
                  <a:pt x="0" y="1846945"/>
                </a:moveTo>
                <a:lnTo>
                  <a:pt x="64808" y="1846945"/>
                </a:lnTo>
                <a:moveTo>
                  <a:pt x="0" y="1770850"/>
                </a:moveTo>
                <a:lnTo>
                  <a:pt x="64808" y="1770850"/>
                </a:lnTo>
                <a:moveTo>
                  <a:pt x="0" y="1708671"/>
                </a:moveTo>
                <a:lnTo>
                  <a:pt x="64808" y="1708671"/>
                </a:lnTo>
                <a:moveTo>
                  <a:pt x="0" y="1656121"/>
                </a:moveTo>
                <a:lnTo>
                  <a:pt x="64808" y="1656121"/>
                </a:lnTo>
                <a:moveTo>
                  <a:pt x="0" y="1610573"/>
                </a:moveTo>
                <a:lnTo>
                  <a:pt x="64808" y="1610573"/>
                </a:lnTo>
                <a:moveTo>
                  <a:pt x="0" y="1570396"/>
                </a:moveTo>
                <a:lnTo>
                  <a:pt x="64808" y="1570396"/>
                </a:lnTo>
                <a:moveTo>
                  <a:pt x="0" y="1534477"/>
                </a:moveTo>
                <a:lnTo>
                  <a:pt x="64808" y="1534477"/>
                </a:lnTo>
                <a:moveTo>
                  <a:pt x="0" y="1298105"/>
                </a:moveTo>
                <a:lnTo>
                  <a:pt x="64808" y="1298105"/>
                </a:lnTo>
                <a:moveTo>
                  <a:pt x="0" y="1159831"/>
                </a:moveTo>
                <a:lnTo>
                  <a:pt x="64808" y="1159831"/>
                </a:lnTo>
                <a:moveTo>
                  <a:pt x="0" y="1061733"/>
                </a:moveTo>
                <a:lnTo>
                  <a:pt x="64808" y="1061733"/>
                </a:lnTo>
                <a:moveTo>
                  <a:pt x="0" y="985637"/>
                </a:moveTo>
                <a:lnTo>
                  <a:pt x="64808" y="985637"/>
                </a:lnTo>
                <a:moveTo>
                  <a:pt x="0" y="923487"/>
                </a:moveTo>
                <a:lnTo>
                  <a:pt x="64808" y="923487"/>
                </a:lnTo>
                <a:moveTo>
                  <a:pt x="0" y="870909"/>
                </a:moveTo>
                <a:lnTo>
                  <a:pt x="64808" y="870909"/>
                </a:lnTo>
                <a:moveTo>
                  <a:pt x="0" y="825360"/>
                </a:moveTo>
                <a:lnTo>
                  <a:pt x="64808" y="825360"/>
                </a:lnTo>
                <a:moveTo>
                  <a:pt x="0" y="785212"/>
                </a:moveTo>
                <a:lnTo>
                  <a:pt x="64808" y="785212"/>
                </a:lnTo>
                <a:moveTo>
                  <a:pt x="0" y="749294"/>
                </a:moveTo>
                <a:lnTo>
                  <a:pt x="64808" y="749294"/>
                </a:lnTo>
                <a:moveTo>
                  <a:pt x="0" y="512921"/>
                </a:moveTo>
                <a:lnTo>
                  <a:pt x="64808" y="512921"/>
                </a:lnTo>
                <a:moveTo>
                  <a:pt x="0" y="374647"/>
                </a:moveTo>
                <a:lnTo>
                  <a:pt x="64808" y="374647"/>
                </a:lnTo>
                <a:moveTo>
                  <a:pt x="0" y="276549"/>
                </a:moveTo>
                <a:lnTo>
                  <a:pt x="64808" y="276549"/>
                </a:lnTo>
                <a:moveTo>
                  <a:pt x="0" y="200454"/>
                </a:moveTo>
                <a:lnTo>
                  <a:pt x="64808" y="200454"/>
                </a:lnTo>
                <a:moveTo>
                  <a:pt x="0" y="138274"/>
                </a:moveTo>
                <a:lnTo>
                  <a:pt x="64808" y="138274"/>
                </a:lnTo>
                <a:moveTo>
                  <a:pt x="0" y="85725"/>
                </a:moveTo>
                <a:lnTo>
                  <a:pt x="64808" y="85725"/>
                </a:lnTo>
                <a:moveTo>
                  <a:pt x="0" y="40176"/>
                </a:moveTo>
                <a:lnTo>
                  <a:pt x="64808" y="40176"/>
                </a:lnTo>
                <a:moveTo>
                  <a:pt x="0" y="0"/>
                </a:moveTo>
                <a:lnTo>
                  <a:pt x="64808" y="0"/>
                </a:lnTo>
                <a:moveTo>
                  <a:pt x="3888029" y="2319690"/>
                </a:moveTo>
                <a:lnTo>
                  <a:pt x="3823221" y="2319690"/>
                </a:lnTo>
                <a:moveTo>
                  <a:pt x="3888029" y="2083318"/>
                </a:moveTo>
                <a:lnTo>
                  <a:pt x="3823221" y="2083318"/>
                </a:lnTo>
                <a:moveTo>
                  <a:pt x="3888029" y="1945043"/>
                </a:moveTo>
                <a:lnTo>
                  <a:pt x="3823221" y="1945043"/>
                </a:lnTo>
                <a:moveTo>
                  <a:pt x="3888029" y="1846945"/>
                </a:moveTo>
                <a:lnTo>
                  <a:pt x="3823221" y="1846945"/>
                </a:lnTo>
                <a:moveTo>
                  <a:pt x="3888029" y="1770850"/>
                </a:moveTo>
                <a:lnTo>
                  <a:pt x="3823221" y="1770850"/>
                </a:lnTo>
                <a:moveTo>
                  <a:pt x="3888029" y="1708671"/>
                </a:moveTo>
                <a:lnTo>
                  <a:pt x="3823221" y="1708671"/>
                </a:lnTo>
                <a:moveTo>
                  <a:pt x="3888029" y="1656121"/>
                </a:moveTo>
                <a:lnTo>
                  <a:pt x="3823221" y="1656121"/>
                </a:lnTo>
                <a:moveTo>
                  <a:pt x="3888029" y="1610573"/>
                </a:moveTo>
                <a:lnTo>
                  <a:pt x="3823221" y="1610573"/>
                </a:lnTo>
                <a:moveTo>
                  <a:pt x="3888029" y="1570396"/>
                </a:moveTo>
                <a:lnTo>
                  <a:pt x="3823221" y="1570396"/>
                </a:lnTo>
                <a:moveTo>
                  <a:pt x="3888029" y="1534477"/>
                </a:moveTo>
                <a:lnTo>
                  <a:pt x="3823221" y="1534477"/>
                </a:lnTo>
                <a:moveTo>
                  <a:pt x="3888029" y="1298105"/>
                </a:moveTo>
                <a:lnTo>
                  <a:pt x="3823221" y="1298105"/>
                </a:lnTo>
                <a:moveTo>
                  <a:pt x="3888029" y="1159831"/>
                </a:moveTo>
                <a:lnTo>
                  <a:pt x="3823221" y="1159831"/>
                </a:lnTo>
                <a:moveTo>
                  <a:pt x="3888029" y="1061733"/>
                </a:moveTo>
                <a:lnTo>
                  <a:pt x="3823221" y="1061733"/>
                </a:lnTo>
                <a:moveTo>
                  <a:pt x="3888029" y="985637"/>
                </a:moveTo>
                <a:lnTo>
                  <a:pt x="3823221" y="985637"/>
                </a:lnTo>
                <a:moveTo>
                  <a:pt x="3888029" y="923487"/>
                </a:moveTo>
                <a:lnTo>
                  <a:pt x="3823221" y="923487"/>
                </a:lnTo>
                <a:moveTo>
                  <a:pt x="3888029" y="870909"/>
                </a:moveTo>
                <a:lnTo>
                  <a:pt x="3823221" y="870909"/>
                </a:lnTo>
                <a:moveTo>
                  <a:pt x="3888029" y="825360"/>
                </a:moveTo>
                <a:lnTo>
                  <a:pt x="3823221" y="825360"/>
                </a:lnTo>
                <a:moveTo>
                  <a:pt x="3888029" y="785212"/>
                </a:moveTo>
                <a:lnTo>
                  <a:pt x="3823221" y="785212"/>
                </a:lnTo>
                <a:moveTo>
                  <a:pt x="3888029" y="749294"/>
                </a:moveTo>
                <a:lnTo>
                  <a:pt x="3823221" y="749294"/>
                </a:lnTo>
                <a:moveTo>
                  <a:pt x="3888029" y="512921"/>
                </a:moveTo>
                <a:lnTo>
                  <a:pt x="3823221" y="512921"/>
                </a:lnTo>
                <a:moveTo>
                  <a:pt x="3888029" y="374647"/>
                </a:moveTo>
                <a:lnTo>
                  <a:pt x="3823221" y="374647"/>
                </a:lnTo>
                <a:moveTo>
                  <a:pt x="3888029" y="276549"/>
                </a:moveTo>
                <a:lnTo>
                  <a:pt x="3823221" y="276549"/>
                </a:lnTo>
                <a:moveTo>
                  <a:pt x="3888029" y="200454"/>
                </a:moveTo>
                <a:lnTo>
                  <a:pt x="3823221" y="200454"/>
                </a:lnTo>
                <a:moveTo>
                  <a:pt x="3888029" y="138274"/>
                </a:moveTo>
                <a:lnTo>
                  <a:pt x="3823221" y="138274"/>
                </a:lnTo>
                <a:moveTo>
                  <a:pt x="3888029" y="85725"/>
                </a:moveTo>
                <a:lnTo>
                  <a:pt x="3823221" y="85725"/>
                </a:lnTo>
                <a:moveTo>
                  <a:pt x="3888029" y="40176"/>
                </a:moveTo>
                <a:lnTo>
                  <a:pt x="3823221" y="40176"/>
                </a:lnTo>
                <a:moveTo>
                  <a:pt x="3888029" y="0"/>
                </a:moveTo>
                <a:lnTo>
                  <a:pt x="3823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" cap="flat">
            <a:solidFill>
              <a:srgbClr val="7F807F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A98C9-0CBF-44A0-94E6-48CDB388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2" y="289322"/>
            <a:ext cx="3888029" cy="2355609"/>
          </a:xfrm>
          <a:custGeom xmlns:a="http://schemas.openxmlformats.org/drawingml/2006/main">
            <a:pathLst>
              <a:path w="3888029" h="2355609" fill="none">
                <a:moveTo>
                  <a:pt x="0" y="2355609"/>
                </a:moveTo>
                <a:lnTo>
                  <a:pt x="97212" y="2355609"/>
                </a:lnTo>
                <a:moveTo>
                  <a:pt x="0" y="1570396"/>
                </a:moveTo>
                <a:lnTo>
                  <a:pt x="97212" y="1570396"/>
                </a:lnTo>
                <a:moveTo>
                  <a:pt x="0" y="785212"/>
                </a:moveTo>
                <a:lnTo>
                  <a:pt x="97212" y="785212"/>
                </a:lnTo>
                <a:moveTo>
                  <a:pt x="0" y="0"/>
                </a:moveTo>
                <a:lnTo>
                  <a:pt x="97212" y="0"/>
                </a:lnTo>
                <a:moveTo>
                  <a:pt x="3888029" y="2355609"/>
                </a:moveTo>
                <a:lnTo>
                  <a:pt x="3790845" y="2355609"/>
                </a:lnTo>
                <a:moveTo>
                  <a:pt x="3888029" y="1570396"/>
                </a:moveTo>
                <a:lnTo>
                  <a:pt x="3790845" y="1570396"/>
                </a:lnTo>
                <a:moveTo>
                  <a:pt x="3888029" y="785212"/>
                </a:moveTo>
                <a:lnTo>
                  <a:pt x="3790845" y="785212"/>
                </a:lnTo>
                <a:moveTo>
                  <a:pt x="3888029" y="0"/>
                </a:moveTo>
                <a:lnTo>
                  <a:pt x="37908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" cap="flat">
            <a:solidFill>
              <a:srgbClr val="7F807F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6D2912-2B68-4E11-8731-C58C8C62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2" y="52978"/>
            <a:ext cx="3888029" cy="2591953"/>
          </a:xfrm>
          <a:custGeom xmlns:a="http://schemas.openxmlformats.org/drawingml/2006/main">
            <a:pathLst>
              <a:path w="3888029" h="2591953" fill="none">
                <a:moveTo>
                  <a:pt x="0" y="2591953"/>
                </a:moveTo>
                <a:lnTo>
                  <a:pt x="0" y="0"/>
                </a:lnTo>
                <a:lnTo>
                  <a:pt x="3888029" y="0"/>
                </a:lnTo>
                <a:lnTo>
                  <a:pt x="3888029" y="2591953"/>
                </a:lnTo>
                <a:lnTo>
                  <a:pt x="0" y="25919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110" cap="flat">
            <a:solidFill>
              <a:srgbClr val="000000"/>
            </a:solidFill>
            <a:miter/>
          </a:ln>
        </p:spPr>
      </p:sp>
      <p:sp>
        <p:nvSpPr>
          <p:cNvPr id="81" name="Text 0">
            <a:extLst xmlns:a="http://schemas.openxmlformats.org/drawingml/2006/main">
              <a:ext uri="{FF2B5EF4-FFF2-40B4-BE49-F238E27FC236}">
                <a16:creationId xmlns:a16="http://schemas.microsoft.com/office/drawing/2014/main" id="{FAEBD5AE-339F-4925-BFA2-2B0FB1E3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117" y="2726351"/>
            <a:ext cx="69783" cy="112983"/>
          </a:xfrm>
          <a:custGeom xmlns:a="http://schemas.openxmlformats.org/drawingml/2006/main">
            <a:pathLst>
              <a:path w="69783" h="112983">
                <a:moveTo>
                  <a:pt x="35165" y="6378"/>
                </a:moveTo>
                <a:cubicBezTo>
                  <a:pt x="38262" y="6378"/>
                  <a:pt x="41179" y="7473"/>
                  <a:pt x="43364" y="9477"/>
                </a:cubicBezTo>
                <a:cubicBezTo>
                  <a:pt x="49013" y="14215"/>
                  <a:pt x="53931" y="28065"/>
                  <a:pt x="53931" y="52483"/>
                </a:cubicBezTo>
                <a:cubicBezTo>
                  <a:pt x="53931" y="69249"/>
                  <a:pt x="53383" y="80731"/>
                  <a:pt x="50834" y="90025"/>
                </a:cubicBezTo>
                <a:cubicBezTo>
                  <a:pt x="46825" y="104968"/>
                  <a:pt x="37898" y="106608"/>
                  <a:pt x="34618" y="106608"/>
                </a:cubicBezTo>
                <a:cubicBezTo>
                  <a:pt x="17673" y="106608"/>
                  <a:pt x="15852" y="75446"/>
                  <a:pt x="15852" y="59591"/>
                </a:cubicBezTo>
                <a:cubicBezTo>
                  <a:pt x="15852" y="14762"/>
                  <a:pt x="26967" y="6378"/>
                  <a:pt x="35165" y="6378"/>
                </a:cubicBezTo>
                <a:moveTo>
                  <a:pt x="34437" y="112983"/>
                </a:moveTo>
                <a:cubicBezTo>
                  <a:pt x="48465" y="112983"/>
                  <a:pt x="69783" y="98771"/>
                  <a:pt x="69783" y="55947"/>
                </a:cubicBezTo>
                <a:cubicBezTo>
                  <a:pt x="69783" y="37904"/>
                  <a:pt x="65410" y="22416"/>
                  <a:pt x="57392" y="11846"/>
                </a:cubicBezTo>
                <a:cubicBezTo>
                  <a:pt x="52655" y="5468"/>
                  <a:pt x="45004" y="0"/>
                  <a:pt x="35165" y="0"/>
                </a:cubicBezTo>
                <a:cubicBezTo>
                  <a:pt x="17128" y="0"/>
                  <a:pt x="0" y="21504"/>
                  <a:pt x="0" y="57587"/>
                </a:cubicBezTo>
                <a:cubicBezTo>
                  <a:pt x="0" y="77087"/>
                  <a:pt x="6013" y="95310"/>
                  <a:pt x="16036" y="105332"/>
                </a:cubicBezTo>
                <a:cubicBezTo>
                  <a:pt x="21137" y="110434"/>
                  <a:pt x="27331" y="112983"/>
                  <a:pt x="34437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500">
            <a:extLst xmlns:a="http://schemas.openxmlformats.org/drawingml/2006/main">
              <a:ext uri="{FF2B5EF4-FFF2-40B4-BE49-F238E27FC236}">
                <a16:creationId xmlns:a16="http://schemas.microsoft.com/office/drawing/2014/main" id="{46E64CAD-84DB-4AB8-9879-39D05A47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115" y="2726173"/>
            <a:ext cx="236493" cy="113339"/>
          </a:xfrm>
          <a:custGeom xmlns:a="http://schemas.openxmlformats.org/drawingml/2006/main">
            <a:pathLst>
              <a:path w="236493" h="113339">
                <a:moveTo>
                  <a:pt x="48285" y="76942"/>
                </a:moveTo>
                <a:cubicBezTo>
                  <a:pt x="48285" y="94229"/>
                  <a:pt x="39174" y="106964"/>
                  <a:pt x="28243" y="106964"/>
                </a:cubicBezTo>
                <a:cubicBezTo>
                  <a:pt x="21318" y="106964"/>
                  <a:pt x="18949" y="102416"/>
                  <a:pt x="16216" y="98777"/>
                </a:cubicBezTo>
                <a:cubicBezTo>
                  <a:pt x="13848" y="95683"/>
                  <a:pt x="10751" y="92953"/>
                  <a:pt x="6925" y="92953"/>
                </a:cubicBezTo>
                <a:cubicBezTo>
                  <a:pt x="3464" y="92953"/>
                  <a:pt x="0" y="96047"/>
                  <a:pt x="0" y="99686"/>
                </a:cubicBezTo>
                <a:cubicBezTo>
                  <a:pt x="0" y="107145"/>
                  <a:pt x="15488" y="113339"/>
                  <a:pt x="25874" y="113339"/>
                </a:cubicBezTo>
                <a:cubicBezTo>
                  <a:pt x="48465" y="113339"/>
                  <a:pt x="64498" y="96592"/>
                  <a:pt x="64498" y="73667"/>
                </a:cubicBezTo>
                <a:cubicBezTo>
                  <a:pt x="64498" y="56019"/>
                  <a:pt x="52291" y="40178"/>
                  <a:pt x="31885" y="40178"/>
                </a:cubicBezTo>
                <a:cubicBezTo>
                  <a:pt x="24051" y="40178"/>
                  <a:pt x="17309" y="41818"/>
                  <a:pt x="14031" y="43092"/>
                </a:cubicBezTo>
                <a:lnTo>
                  <a:pt x="17673" y="12705"/>
                </a:lnTo>
                <a:cubicBezTo>
                  <a:pt x="24415" y="13433"/>
                  <a:pt x="30245" y="14343"/>
                  <a:pt x="38991" y="14343"/>
                </a:cubicBezTo>
                <a:cubicBezTo>
                  <a:pt x="44457" y="14217"/>
                  <a:pt x="50651" y="13850"/>
                  <a:pt x="58121" y="13119"/>
                </a:cubicBezTo>
                <a:lnTo>
                  <a:pt x="61037" y="731"/>
                </a:lnTo>
                <a:lnTo>
                  <a:pt x="59761" y="0"/>
                </a:lnTo>
                <a:cubicBezTo>
                  <a:pt x="49377" y="1226"/>
                  <a:pt x="39539" y="2135"/>
                  <a:pt x="29880" y="2135"/>
                </a:cubicBezTo>
                <a:cubicBezTo>
                  <a:pt x="23142" y="2135"/>
                  <a:pt x="16581" y="1771"/>
                  <a:pt x="10203" y="1226"/>
                </a:cubicBezTo>
                <a:lnTo>
                  <a:pt x="4009" y="53653"/>
                </a:lnTo>
                <a:cubicBezTo>
                  <a:pt x="13667" y="50014"/>
                  <a:pt x="20589" y="49286"/>
                  <a:pt x="27148" y="49286"/>
                </a:cubicBezTo>
                <a:cubicBezTo>
                  <a:pt x="38991" y="49286"/>
                  <a:pt x="48285" y="57112"/>
                  <a:pt x="48285" y="76942"/>
                </a:cubicBezTo>
                <a:close/>
                <a:moveTo>
                  <a:pt x="117154" y="6555"/>
                </a:moveTo>
                <a:cubicBezTo>
                  <a:pt x="120251" y="6555"/>
                  <a:pt x="123167" y="7651"/>
                  <a:pt x="125353" y="9655"/>
                </a:cubicBezTo>
                <a:cubicBezTo>
                  <a:pt x="131002" y="14393"/>
                  <a:pt x="135920" y="28243"/>
                  <a:pt x="135920" y="52661"/>
                </a:cubicBezTo>
                <a:cubicBezTo>
                  <a:pt x="135920" y="69427"/>
                  <a:pt x="135372" y="80909"/>
                  <a:pt x="132823" y="90203"/>
                </a:cubicBezTo>
                <a:cubicBezTo>
                  <a:pt x="128814" y="105146"/>
                  <a:pt x="119887" y="106786"/>
                  <a:pt x="116606" y="106786"/>
                </a:cubicBezTo>
                <a:cubicBezTo>
                  <a:pt x="99662" y="106786"/>
                  <a:pt x="97841" y="75624"/>
                  <a:pt x="97841" y="59769"/>
                </a:cubicBezTo>
                <a:cubicBezTo>
                  <a:pt x="97841" y="14940"/>
                  <a:pt x="108956" y="6555"/>
                  <a:pt x="117154" y="6555"/>
                </a:cubicBezTo>
                <a:moveTo>
                  <a:pt x="116426" y="113161"/>
                </a:moveTo>
                <a:cubicBezTo>
                  <a:pt x="130454" y="113161"/>
                  <a:pt x="151772" y="98949"/>
                  <a:pt x="151772" y="56125"/>
                </a:cubicBezTo>
                <a:cubicBezTo>
                  <a:pt x="151772" y="38082"/>
                  <a:pt x="147399" y="22594"/>
                  <a:pt x="139381" y="12024"/>
                </a:cubicBezTo>
                <a:cubicBezTo>
                  <a:pt x="134644" y="5646"/>
                  <a:pt x="126993" y="178"/>
                  <a:pt x="117154" y="178"/>
                </a:cubicBezTo>
                <a:cubicBezTo>
                  <a:pt x="99117" y="178"/>
                  <a:pt x="81989" y="21682"/>
                  <a:pt x="81989" y="57765"/>
                </a:cubicBezTo>
                <a:cubicBezTo>
                  <a:pt x="81989" y="77264"/>
                  <a:pt x="88002" y="95488"/>
                  <a:pt x="98024" y="105510"/>
                </a:cubicBezTo>
                <a:cubicBezTo>
                  <a:pt x="103126" y="110612"/>
                  <a:pt x="109320" y="113161"/>
                  <a:pt x="116426" y="113161"/>
                </a:cubicBezTo>
                <a:close/>
                <a:moveTo>
                  <a:pt x="201875" y="6555"/>
                </a:moveTo>
                <a:cubicBezTo>
                  <a:pt x="204972" y="6555"/>
                  <a:pt x="207889" y="7651"/>
                  <a:pt x="210074" y="9655"/>
                </a:cubicBezTo>
                <a:cubicBezTo>
                  <a:pt x="215723" y="14393"/>
                  <a:pt x="220641" y="28243"/>
                  <a:pt x="220641" y="52661"/>
                </a:cubicBezTo>
                <a:cubicBezTo>
                  <a:pt x="220641" y="69427"/>
                  <a:pt x="220093" y="80909"/>
                  <a:pt x="217544" y="90203"/>
                </a:cubicBezTo>
                <a:cubicBezTo>
                  <a:pt x="213535" y="105146"/>
                  <a:pt x="204608" y="106786"/>
                  <a:pt x="201328" y="106786"/>
                </a:cubicBezTo>
                <a:cubicBezTo>
                  <a:pt x="184383" y="106786"/>
                  <a:pt x="182562" y="75624"/>
                  <a:pt x="182562" y="59769"/>
                </a:cubicBezTo>
                <a:cubicBezTo>
                  <a:pt x="182562" y="14940"/>
                  <a:pt x="193677" y="6555"/>
                  <a:pt x="201875" y="6555"/>
                </a:cubicBezTo>
                <a:moveTo>
                  <a:pt x="201147" y="113161"/>
                </a:moveTo>
                <a:cubicBezTo>
                  <a:pt x="215175" y="113161"/>
                  <a:pt x="236493" y="98949"/>
                  <a:pt x="236493" y="56125"/>
                </a:cubicBezTo>
                <a:cubicBezTo>
                  <a:pt x="236493" y="38082"/>
                  <a:pt x="232120" y="22594"/>
                  <a:pt x="224102" y="12024"/>
                </a:cubicBezTo>
                <a:cubicBezTo>
                  <a:pt x="219365" y="5646"/>
                  <a:pt x="211714" y="178"/>
                  <a:pt x="201875" y="178"/>
                </a:cubicBezTo>
                <a:cubicBezTo>
                  <a:pt x="183838" y="178"/>
                  <a:pt x="166710" y="21682"/>
                  <a:pt x="166710" y="57765"/>
                </a:cubicBezTo>
                <a:cubicBezTo>
                  <a:pt x="166710" y="77264"/>
                  <a:pt x="172723" y="95488"/>
                  <a:pt x="182745" y="105510"/>
                </a:cubicBezTo>
                <a:cubicBezTo>
                  <a:pt x="187847" y="110612"/>
                  <a:pt x="194041" y="113161"/>
                  <a:pt x="201147" y="1131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1000">
            <a:extLst xmlns:a="http://schemas.openxmlformats.org/drawingml/2006/main">
              <a:ext uri="{FF2B5EF4-FFF2-40B4-BE49-F238E27FC236}">
                <a16:creationId xmlns:a16="http://schemas.microsoft.com/office/drawing/2014/main" id="{E7826ADD-1970-43EF-B95F-23563D1A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118" y="2726351"/>
            <a:ext cx="314837" cy="112983"/>
          </a:xfrm>
          <a:custGeom xmlns:a="http://schemas.openxmlformats.org/drawingml/2006/main">
            <a:pathLst>
              <a:path w="314837" h="112983">
                <a:moveTo>
                  <a:pt x="36258" y="88958"/>
                </a:moveTo>
                <a:lnTo>
                  <a:pt x="36258" y="25696"/>
                </a:lnTo>
                <a:cubicBezTo>
                  <a:pt x="36258" y="14760"/>
                  <a:pt x="36439" y="3639"/>
                  <a:pt x="36806" y="1268"/>
                </a:cubicBezTo>
                <a:cubicBezTo>
                  <a:pt x="36806" y="356"/>
                  <a:pt x="36439" y="356"/>
                  <a:pt x="35710" y="356"/>
                </a:cubicBezTo>
                <a:cubicBezTo>
                  <a:pt x="25691" y="6555"/>
                  <a:pt x="16033" y="11112"/>
                  <a:pt x="0" y="18588"/>
                </a:cubicBezTo>
                <a:cubicBezTo>
                  <a:pt x="364" y="20592"/>
                  <a:pt x="1093" y="22416"/>
                  <a:pt x="2733" y="23511"/>
                </a:cubicBezTo>
                <a:cubicBezTo>
                  <a:pt x="11115" y="20047"/>
                  <a:pt x="15124" y="18952"/>
                  <a:pt x="18585" y="18952"/>
                </a:cubicBezTo>
                <a:cubicBezTo>
                  <a:pt x="21682" y="18952"/>
                  <a:pt x="22230" y="23328"/>
                  <a:pt x="22230" y="29527"/>
                </a:cubicBezTo>
                <a:lnTo>
                  <a:pt x="22230" y="88958"/>
                </a:lnTo>
                <a:cubicBezTo>
                  <a:pt x="22230" y="104090"/>
                  <a:pt x="17309" y="105002"/>
                  <a:pt x="4557" y="105549"/>
                </a:cubicBezTo>
                <a:cubicBezTo>
                  <a:pt x="3461" y="106642"/>
                  <a:pt x="3461" y="110467"/>
                  <a:pt x="4557" y="111560"/>
                </a:cubicBezTo>
                <a:cubicBezTo>
                  <a:pt x="13483" y="111379"/>
                  <a:pt x="20042" y="111196"/>
                  <a:pt x="29880" y="111196"/>
                </a:cubicBezTo>
                <a:cubicBezTo>
                  <a:pt x="38627" y="111196"/>
                  <a:pt x="43000" y="111379"/>
                  <a:pt x="52110" y="111560"/>
                </a:cubicBezTo>
                <a:cubicBezTo>
                  <a:pt x="53203" y="110467"/>
                  <a:pt x="53203" y="106642"/>
                  <a:pt x="52110" y="105549"/>
                </a:cubicBezTo>
                <a:cubicBezTo>
                  <a:pt x="39355" y="105002"/>
                  <a:pt x="36258" y="104090"/>
                  <a:pt x="36258" y="88958"/>
                </a:cubicBezTo>
                <a:close/>
                <a:moveTo>
                  <a:pt x="110777" y="6378"/>
                </a:moveTo>
                <a:cubicBezTo>
                  <a:pt x="113874" y="6378"/>
                  <a:pt x="116790" y="7473"/>
                  <a:pt x="118975" y="9477"/>
                </a:cubicBezTo>
                <a:cubicBezTo>
                  <a:pt x="124624" y="14215"/>
                  <a:pt x="129542" y="28065"/>
                  <a:pt x="129542" y="52483"/>
                </a:cubicBezTo>
                <a:cubicBezTo>
                  <a:pt x="129542" y="69249"/>
                  <a:pt x="128995" y="80731"/>
                  <a:pt x="126445" y="90025"/>
                </a:cubicBezTo>
                <a:cubicBezTo>
                  <a:pt x="122437" y="104968"/>
                  <a:pt x="113510" y="106608"/>
                  <a:pt x="110229" y="106608"/>
                </a:cubicBezTo>
                <a:cubicBezTo>
                  <a:pt x="93284" y="106608"/>
                  <a:pt x="91463" y="75446"/>
                  <a:pt x="91463" y="59591"/>
                </a:cubicBezTo>
                <a:cubicBezTo>
                  <a:pt x="91463" y="14762"/>
                  <a:pt x="102578" y="6378"/>
                  <a:pt x="110777" y="6378"/>
                </a:cubicBezTo>
                <a:moveTo>
                  <a:pt x="110048" y="112983"/>
                </a:moveTo>
                <a:cubicBezTo>
                  <a:pt x="124077" y="112983"/>
                  <a:pt x="145395" y="98771"/>
                  <a:pt x="145395" y="55947"/>
                </a:cubicBezTo>
                <a:cubicBezTo>
                  <a:pt x="145395" y="37904"/>
                  <a:pt x="141021" y="22416"/>
                  <a:pt x="133004" y="11846"/>
                </a:cubicBezTo>
                <a:cubicBezTo>
                  <a:pt x="128266" y="5468"/>
                  <a:pt x="120616" y="0"/>
                  <a:pt x="110777" y="0"/>
                </a:cubicBezTo>
                <a:cubicBezTo>
                  <a:pt x="92740" y="0"/>
                  <a:pt x="75611" y="21504"/>
                  <a:pt x="75611" y="57587"/>
                </a:cubicBezTo>
                <a:cubicBezTo>
                  <a:pt x="75611" y="77087"/>
                  <a:pt x="81625" y="95310"/>
                  <a:pt x="91647" y="105332"/>
                </a:cubicBezTo>
                <a:cubicBezTo>
                  <a:pt x="96748" y="110434"/>
                  <a:pt x="102942" y="112983"/>
                  <a:pt x="110048" y="112983"/>
                </a:cubicBezTo>
                <a:close/>
                <a:moveTo>
                  <a:pt x="195498" y="6378"/>
                </a:moveTo>
                <a:cubicBezTo>
                  <a:pt x="198595" y="6378"/>
                  <a:pt x="201512" y="7473"/>
                  <a:pt x="203697" y="9477"/>
                </a:cubicBezTo>
                <a:cubicBezTo>
                  <a:pt x="209346" y="14215"/>
                  <a:pt x="214264" y="28065"/>
                  <a:pt x="214264" y="52483"/>
                </a:cubicBezTo>
                <a:cubicBezTo>
                  <a:pt x="214264" y="69249"/>
                  <a:pt x="213716" y="80731"/>
                  <a:pt x="211167" y="90025"/>
                </a:cubicBezTo>
                <a:cubicBezTo>
                  <a:pt x="207158" y="104968"/>
                  <a:pt x="198231" y="106608"/>
                  <a:pt x="194951" y="106608"/>
                </a:cubicBezTo>
                <a:cubicBezTo>
                  <a:pt x="178006" y="106608"/>
                  <a:pt x="176185" y="75446"/>
                  <a:pt x="176185" y="59591"/>
                </a:cubicBezTo>
                <a:cubicBezTo>
                  <a:pt x="176185" y="14762"/>
                  <a:pt x="187300" y="6378"/>
                  <a:pt x="195498" y="6378"/>
                </a:cubicBezTo>
                <a:moveTo>
                  <a:pt x="194770" y="112983"/>
                </a:moveTo>
                <a:cubicBezTo>
                  <a:pt x="208798" y="112983"/>
                  <a:pt x="230116" y="98771"/>
                  <a:pt x="230116" y="55947"/>
                </a:cubicBezTo>
                <a:cubicBezTo>
                  <a:pt x="230116" y="37904"/>
                  <a:pt x="225743" y="22416"/>
                  <a:pt x="217725" y="11846"/>
                </a:cubicBezTo>
                <a:cubicBezTo>
                  <a:pt x="212988" y="5468"/>
                  <a:pt x="205337" y="0"/>
                  <a:pt x="195498" y="0"/>
                </a:cubicBezTo>
                <a:cubicBezTo>
                  <a:pt x="177461" y="0"/>
                  <a:pt x="160333" y="21504"/>
                  <a:pt x="160333" y="57587"/>
                </a:cubicBezTo>
                <a:cubicBezTo>
                  <a:pt x="160333" y="77087"/>
                  <a:pt x="166346" y="95310"/>
                  <a:pt x="176368" y="105332"/>
                </a:cubicBezTo>
                <a:cubicBezTo>
                  <a:pt x="181470" y="110434"/>
                  <a:pt x="187664" y="112983"/>
                  <a:pt x="194770" y="112983"/>
                </a:cubicBezTo>
                <a:close/>
                <a:moveTo>
                  <a:pt x="280219" y="6378"/>
                </a:moveTo>
                <a:cubicBezTo>
                  <a:pt x="283316" y="6378"/>
                  <a:pt x="286233" y="7473"/>
                  <a:pt x="288418" y="9477"/>
                </a:cubicBezTo>
                <a:cubicBezTo>
                  <a:pt x="294067" y="14215"/>
                  <a:pt x="298985" y="28065"/>
                  <a:pt x="298985" y="52483"/>
                </a:cubicBezTo>
                <a:cubicBezTo>
                  <a:pt x="298985" y="69249"/>
                  <a:pt x="298437" y="80731"/>
                  <a:pt x="295888" y="90025"/>
                </a:cubicBezTo>
                <a:cubicBezTo>
                  <a:pt x="291879" y="104968"/>
                  <a:pt x="282952" y="106608"/>
                  <a:pt x="279672" y="106608"/>
                </a:cubicBezTo>
                <a:cubicBezTo>
                  <a:pt x="262727" y="106608"/>
                  <a:pt x="260906" y="75446"/>
                  <a:pt x="260906" y="59591"/>
                </a:cubicBezTo>
                <a:cubicBezTo>
                  <a:pt x="260906" y="14762"/>
                  <a:pt x="272021" y="6378"/>
                  <a:pt x="280219" y="6378"/>
                </a:cubicBezTo>
                <a:moveTo>
                  <a:pt x="279491" y="112983"/>
                </a:moveTo>
                <a:cubicBezTo>
                  <a:pt x="293519" y="112983"/>
                  <a:pt x="314837" y="98771"/>
                  <a:pt x="314837" y="55947"/>
                </a:cubicBezTo>
                <a:cubicBezTo>
                  <a:pt x="314837" y="37904"/>
                  <a:pt x="310464" y="22416"/>
                  <a:pt x="302446" y="11846"/>
                </a:cubicBezTo>
                <a:cubicBezTo>
                  <a:pt x="297709" y="5468"/>
                  <a:pt x="290058" y="0"/>
                  <a:pt x="280219" y="0"/>
                </a:cubicBezTo>
                <a:cubicBezTo>
                  <a:pt x="262182" y="0"/>
                  <a:pt x="245054" y="21504"/>
                  <a:pt x="245054" y="57587"/>
                </a:cubicBezTo>
                <a:cubicBezTo>
                  <a:pt x="245054" y="77087"/>
                  <a:pt x="251067" y="95310"/>
                  <a:pt x="261090" y="105332"/>
                </a:cubicBezTo>
                <a:cubicBezTo>
                  <a:pt x="266191" y="110434"/>
                  <a:pt x="272385" y="112983"/>
                  <a:pt x="279491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1500">
            <a:extLst xmlns:a="http://schemas.openxmlformats.org/drawingml/2006/main">
              <a:ext uri="{FF2B5EF4-FFF2-40B4-BE49-F238E27FC236}">
                <a16:creationId xmlns:a16="http://schemas.microsoft.com/office/drawing/2014/main" id="{46B82F4F-DDC0-4474-B8DA-523EE4C2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125" y="2726173"/>
            <a:ext cx="314837" cy="113339"/>
          </a:xfrm>
          <a:custGeom xmlns:a="http://schemas.openxmlformats.org/drawingml/2006/main">
            <a:pathLst>
              <a:path w="314837" h="113339">
                <a:moveTo>
                  <a:pt x="36258" y="89135"/>
                </a:moveTo>
                <a:lnTo>
                  <a:pt x="36258" y="25874"/>
                </a:lnTo>
                <a:cubicBezTo>
                  <a:pt x="36258" y="14937"/>
                  <a:pt x="36439" y="3817"/>
                  <a:pt x="36806" y="1446"/>
                </a:cubicBezTo>
                <a:cubicBezTo>
                  <a:pt x="36806" y="534"/>
                  <a:pt x="36439" y="534"/>
                  <a:pt x="35710" y="534"/>
                </a:cubicBezTo>
                <a:cubicBezTo>
                  <a:pt x="25691" y="6733"/>
                  <a:pt x="16033" y="11290"/>
                  <a:pt x="0" y="18766"/>
                </a:cubicBezTo>
                <a:cubicBezTo>
                  <a:pt x="364" y="20770"/>
                  <a:pt x="1093" y="22594"/>
                  <a:pt x="2733" y="23689"/>
                </a:cubicBezTo>
                <a:cubicBezTo>
                  <a:pt x="11115" y="20225"/>
                  <a:pt x="15124" y="19130"/>
                  <a:pt x="18585" y="19130"/>
                </a:cubicBezTo>
                <a:cubicBezTo>
                  <a:pt x="21682" y="19130"/>
                  <a:pt x="22230" y="23506"/>
                  <a:pt x="22230" y="29705"/>
                </a:cubicBezTo>
                <a:lnTo>
                  <a:pt x="22230" y="89135"/>
                </a:lnTo>
                <a:cubicBezTo>
                  <a:pt x="22230" y="104268"/>
                  <a:pt x="17309" y="105179"/>
                  <a:pt x="4557" y="105727"/>
                </a:cubicBezTo>
                <a:cubicBezTo>
                  <a:pt x="3461" y="106820"/>
                  <a:pt x="3461" y="110645"/>
                  <a:pt x="4557" y="111738"/>
                </a:cubicBezTo>
                <a:cubicBezTo>
                  <a:pt x="13483" y="111557"/>
                  <a:pt x="20042" y="111373"/>
                  <a:pt x="29880" y="111373"/>
                </a:cubicBezTo>
                <a:cubicBezTo>
                  <a:pt x="38627" y="111373"/>
                  <a:pt x="43000" y="111557"/>
                  <a:pt x="52110" y="111738"/>
                </a:cubicBezTo>
                <a:cubicBezTo>
                  <a:pt x="53203" y="110645"/>
                  <a:pt x="53203" y="106820"/>
                  <a:pt x="52110" y="105727"/>
                </a:cubicBezTo>
                <a:cubicBezTo>
                  <a:pt x="39355" y="105179"/>
                  <a:pt x="36258" y="104268"/>
                  <a:pt x="36258" y="89135"/>
                </a:cubicBezTo>
                <a:close/>
                <a:moveTo>
                  <a:pt x="126629" y="76942"/>
                </a:moveTo>
                <a:cubicBezTo>
                  <a:pt x="126629" y="94229"/>
                  <a:pt x="117518" y="106964"/>
                  <a:pt x="106587" y="106964"/>
                </a:cubicBezTo>
                <a:cubicBezTo>
                  <a:pt x="99662" y="106964"/>
                  <a:pt x="97293" y="102416"/>
                  <a:pt x="94560" y="98777"/>
                </a:cubicBezTo>
                <a:cubicBezTo>
                  <a:pt x="92192" y="95683"/>
                  <a:pt x="89095" y="92953"/>
                  <a:pt x="85269" y="92953"/>
                </a:cubicBezTo>
                <a:cubicBezTo>
                  <a:pt x="81808" y="92953"/>
                  <a:pt x="78344" y="96047"/>
                  <a:pt x="78344" y="99686"/>
                </a:cubicBezTo>
                <a:cubicBezTo>
                  <a:pt x="78344" y="107145"/>
                  <a:pt x="93832" y="113339"/>
                  <a:pt x="104218" y="113339"/>
                </a:cubicBezTo>
                <a:cubicBezTo>
                  <a:pt x="126809" y="113339"/>
                  <a:pt x="142842" y="96592"/>
                  <a:pt x="142842" y="73667"/>
                </a:cubicBezTo>
                <a:cubicBezTo>
                  <a:pt x="142842" y="56019"/>
                  <a:pt x="130635" y="40178"/>
                  <a:pt x="110229" y="40178"/>
                </a:cubicBezTo>
                <a:cubicBezTo>
                  <a:pt x="102395" y="40178"/>
                  <a:pt x="95653" y="41818"/>
                  <a:pt x="92375" y="43092"/>
                </a:cubicBezTo>
                <a:lnTo>
                  <a:pt x="96017" y="12705"/>
                </a:lnTo>
                <a:cubicBezTo>
                  <a:pt x="102759" y="13433"/>
                  <a:pt x="108589" y="14343"/>
                  <a:pt x="117335" y="14343"/>
                </a:cubicBezTo>
                <a:cubicBezTo>
                  <a:pt x="122800" y="14217"/>
                  <a:pt x="128995" y="13850"/>
                  <a:pt x="136465" y="13119"/>
                </a:cubicBezTo>
                <a:lnTo>
                  <a:pt x="139381" y="731"/>
                </a:lnTo>
                <a:lnTo>
                  <a:pt x="138105" y="0"/>
                </a:lnTo>
                <a:cubicBezTo>
                  <a:pt x="127721" y="1226"/>
                  <a:pt x="117882" y="2135"/>
                  <a:pt x="108224" y="2135"/>
                </a:cubicBezTo>
                <a:cubicBezTo>
                  <a:pt x="101485" y="2135"/>
                  <a:pt x="94924" y="1771"/>
                  <a:pt x="88547" y="1226"/>
                </a:cubicBezTo>
                <a:lnTo>
                  <a:pt x="82353" y="53653"/>
                </a:lnTo>
                <a:cubicBezTo>
                  <a:pt x="92011" y="50014"/>
                  <a:pt x="98933" y="49286"/>
                  <a:pt x="105492" y="49286"/>
                </a:cubicBezTo>
                <a:cubicBezTo>
                  <a:pt x="117335" y="49286"/>
                  <a:pt x="126629" y="57112"/>
                  <a:pt x="126629" y="76942"/>
                </a:cubicBezTo>
                <a:close/>
                <a:moveTo>
                  <a:pt x="195498" y="6555"/>
                </a:moveTo>
                <a:cubicBezTo>
                  <a:pt x="198595" y="6555"/>
                  <a:pt x="201511" y="7651"/>
                  <a:pt x="203696" y="9655"/>
                </a:cubicBezTo>
                <a:cubicBezTo>
                  <a:pt x="209346" y="14393"/>
                  <a:pt x="214264" y="28243"/>
                  <a:pt x="214264" y="52661"/>
                </a:cubicBezTo>
                <a:cubicBezTo>
                  <a:pt x="214264" y="69427"/>
                  <a:pt x="213716" y="80909"/>
                  <a:pt x="211167" y="90203"/>
                </a:cubicBezTo>
                <a:cubicBezTo>
                  <a:pt x="207158" y="105146"/>
                  <a:pt x="198231" y="106786"/>
                  <a:pt x="194950" y="106786"/>
                </a:cubicBezTo>
                <a:cubicBezTo>
                  <a:pt x="178006" y="106786"/>
                  <a:pt x="176185" y="75624"/>
                  <a:pt x="176185" y="59769"/>
                </a:cubicBezTo>
                <a:cubicBezTo>
                  <a:pt x="176185" y="14940"/>
                  <a:pt x="187299" y="6555"/>
                  <a:pt x="195498" y="6555"/>
                </a:cubicBezTo>
                <a:moveTo>
                  <a:pt x="194770" y="113161"/>
                </a:moveTo>
                <a:cubicBezTo>
                  <a:pt x="208798" y="113161"/>
                  <a:pt x="230116" y="98949"/>
                  <a:pt x="230116" y="56125"/>
                </a:cubicBezTo>
                <a:cubicBezTo>
                  <a:pt x="230116" y="38082"/>
                  <a:pt x="225743" y="22594"/>
                  <a:pt x="217725" y="12024"/>
                </a:cubicBezTo>
                <a:cubicBezTo>
                  <a:pt x="212988" y="5646"/>
                  <a:pt x="205337" y="178"/>
                  <a:pt x="195498" y="178"/>
                </a:cubicBezTo>
                <a:cubicBezTo>
                  <a:pt x="177461" y="178"/>
                  <a:pt x="160333" y="21682"/>
                  <a:pt x="160333" y="57765"/>
                </a:cubicBezTo>
                <a:cubicBezTo>
                  <a:pt x="160333" y="77264"/>
                  <a:pt x="166346" y="95488"/>
                  <a:pt x="176368" y="105510"/>
                </a:cubicBezTo>
                <a:cubicBezTo>
                  <a:pt x="181470" y="110612"/>
                  <a:pt x="187664" y="113161"/>
                  <a:pt x="194770" y="113161"/>
                </a:cubicBezTo>
                <a:close/>
                <a:moveTo>
                  <a:pt x="280219" y="6555"/>
                </a:moveTo>
                <a:cubicBezTo>
                  <a:pt x="283316" y="6555"/>
                  <a:pt x="286232" y="7651"/>
                  <a:pt x="288418" y="9655"/>
                </a:cubicBezTo>
                <a:cubicBezTo>
                  <a:pt x="294067" y="14393"/>
                  <a:pt x="298985" y="28243"/>
                  <a:pt x="298985" y="52661"/>
                </a:cubicBezTo>
                <a:cubicBezTo>
                  <a:pt x="298985" y="69427"/>
                  <a:pt x="298437" y="80909"/>
                  <a:pt x="295888" y="90203"/>
                </a:cubicBezTo>
                <a:cubicBezTo>
                  <a:pt x="291879" y="105146"/>
                  <a:pt x="282952" y="106786"/>
                  <a:pt x="279671" y="106786"/>
                </a:cubicBezTo>
                <a:cubicBezTo>
                  <a:pt x="262727" y="106786"/>
                  <a:pt x="260906" y="75624"/>
                  <a:pt x="260906" y="59769"/>
                </a:cubicBezTo>
                <a:cubicBezTo>
                  <a:pt x="260906" y="14940"/>
                  <a:pt x="272021" y="6555"/>
                  <a:pt x="280219" y="6555"/>
                </a:cubicBezTo>
                <a:moveTo>
                  <a:pt x="279491" y="113161"/>
                </a:moveTo>
                <a:cubicBezTo>
                  <a:pt x="293519" y="113161"/>
                  <a:pt x="314837" y="98949"/>
                  <a:pt x="314837" y="56125"/>
                </a:cubicBezTo>
                <a:cubicBezTo>
                  <a:pt x="314837" y="38082"/>
                  <a:pt x="310464" y="22594"/>
                  <a:pt x="302446" y="12024"/>
                </a:cubicBezTo>
                <a:cubicBezTo>
                  <a:pt x="297709" y="5646"/>
                  <a:pt x="290058" y="178"/>
                  <a:pt x="280219" y="178"/>
                </a:cubicBezTo>
                <a:cubicBezTo>
                  <a:pt x="262182" y="178"/>
                  <a:pt x="245054" y="21682"/>
                  <a:pt x="245054" y="57765"/>
                </a:cubicBezTo>
                <a:cubicBezTo>
                  <a:pt x="245054" y="77264"/>
                  <a:pt x="251067" y="95488"/>
                  <a:pt x="261089" y="105510"/>
                </a:cubicBezTo>
                <a:cubicBezTo>
                  <a:pt x="266191" y="110612"/>
                  <a:pt x="272385" y="113161"/>
                  <a:pt x="279491" y="1131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2000">
            <a:extLst xmlns:a="http://schemas.openxmlformats.org/drawingml/2006/main">
              <a:ext uri="{FF2B5EF4-FFF2-40B4-BE49-F238E27FC236}">
                <a16:creationId xmlns:a16="http://schemas.microsoft.com/office/drawing/2014/main" id="{0F70AB92-3970-4D6A-B24F-BB319F22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369" y="2726351"/>
            <a:ext cx="321578" cy="112983"/>
          </a:xfrm>
          <a:custGeom xmlns:a="http://schemas.openxmlformats.org/drawingml/2006/main">
            <a:pathLst>
              <a:path w="321578" h="112983">
                <a:moveTo>
                  <a:pt x="1640" y="25827"/>
                </a:moveTo>
                <a:cubicBezTo>
                  <a:pt x="1640" y="29647"/>
                  <a:pt x="5101" y="32916"/>
                  <a:pt x="8930" y="32916"/>
                </a:cubicBezTo>
                <a:cubicBezTo>
                  <a:pt x="12027" y="32916"/>
                  <a:pt x="17492" y="29647"/>
                  <a:pt x="17492" y="25646"/>
                </a:cubicBezTo>
                <a:cubicBezTo>
                  <a:pt x="17492" y="24192"/>
                  <a:pt x="17128" y="23103"/>
                  <a:pt x="16764" y="21829"/>
                </a:cubicBezTo>
                <a:cubicBezTo>
                  <a:pt x="16400" y="20556"/>
                  <a:pt x="15304" y="18921"/>
                  <a:pt x="15304" y="17467"/>
                </a:cubicBezTo>
                <a:cubicBezTo>
                  <a:pt x="15304" y="12922"/>
                  <a:pt x="20042" y="6378"/>
                  <a:pt x="33342" y="6378"/>
                </a:cubicBezTo>
                <a:cubicBezTo>
                  <a:pt x="39903" y="6378"/>
                  <a:pt x="49194" y="10923"/>
                  <a:pt x="49194" y="28374"/>
                </a:cubicBezTo>
                <a:cubicBezTo>
                  <a:pt x="49194" y="40036"/>
                  <a:pt x="45004" y="49527"/>
                  <a:pt x="34254" y="60481"/>
                </a:cubicBezTo>
                <a:lnTo>
                  <a:pt x="20770" y="73806"/>
                </a:lnTo>
                <a:cubicBezTo>
                  <a:pt x="2916" y="92060"/>
                  <a:pt x="0" y="100820"/>
                  <a:pt x="0" y="111571"/>
                </a:cubicBezTo>
                <a:cubicBezTo>
                  <a:pt x="0" y="111571"/>
                  <a:pt x="9294" y="111204"/>
                  <a:pt x="15124" y="111204"/>
                </a:cubicBezTo>
                <a:lnTo>
                  <a:pt x="47009" y="111204"/>
                </a:lnTo>
                <a:cubicBezTo>
                  <a:pt x="52839" y="111204"/>
                  <a:pt x="61221" y="111571"/>
                  <a:pt x="61221" y="111571"/>
                </a:cubicBezTo>
                <a:cubicBezTo>
                  <a:pt x="63586" y="101913"/>
                  <a:pt x="65410" y="88226"/>
                  <a:pt x="65591" y="82752"/>
                </a:cubicBezTo>
                <a:cubicBezTo>
                  <a:pt x="64498" y="81838"/>
                  <a:pt x="62130" y="81474"/>
                  <a:pt x="60309" y="81838"/>
                </a:cubicBezTo>
                <a:cubicBezTo>
                  <a:pt x="57212" y="94799"/>
                  <a:pt x="54115" y="99363"/>
                  <a:pt x="47554" y="99363"/>
                </a:cubicBezTo>
                <a:lnTo>
                  <a:pt x="15124" y="99363"/>
                </a:lnTo>
                <a:cubicBezTo>
                  <a:pt x="15124" y="90601"/>
                  <a:pt x="27695" y="78187"/>
                  <a:pt x="28607" y="77276"/>
                </a:cubicBezTo>
                <a:lnTo>
                  <a:pt x="47009" y="59569"/>
                </a:lnTo>
                <a:cubicBezTo>
                  <a:pt x="57392" y="49527"/>
                  <a:pt x="65227" y="41496"/>
                  <a:pt x="65227" y="27645"/>
                </a:cubicBezTo>
                <a:cubicBezTo>
                  <a:pt x="65227" y="8015"/>
                  <a:pt x="49194" y="0"/>
                  <a:pt x="34437" y="0"/>
                </a:cubicBezTo>
                <a:cubicBezTo>
                  <a:pt x="14212" y="0"/>
                  <a:pt x="1640" y="14921"/>
                  <a:pt x="1640" y="25827"/>
                </a:cubicBezTo>
                <a:close/>
                <a:moveTo>
                  <a:pt x="117518" y="6378"/>
                </a:moveTo>
                <a:cubicBezTo>
                  <a:pt x="120615" y="6378"/>
                  <a:pt x="123531" y="7473"/>
                  <a:pt x="125716" y="9477"/>
                </a:cubicBezTo>
                <a:cubicBezTo>
                  <a:pt x="131365" y="14215"/>
                  <a:pt x="136283" y="28065"/>
                  <a:pt x="136283" y="52483"/>
                </a:cubicBezTo>
                <a:cubicBezTo>
                  <a:pt x="136283" y="69249"/>
                  <a:pt x="135736" y="80731"/>
                  <a:pt x="133186" y="90025"/>
                </a:cubicBezTo>
                <a:cubicBezTo>
                  <a:pt x="129177" y="104968"/>
                  <a:pt x="120251" y="106608"/>
                  <a:pt x="116970" y="106608"/>
                </a:cubicBezTo>
                <a:cubicBezTo>
                  <a:pt x="100025" y="106608"/>
                  <a:pt x="98204" y="75446"/>
                  <a:pt x="98204" y="59591"/>
                </a:cubicBezTo>
                <a:cubicBezTo>
                  <a:pt x="98204" y="14762"/>
                  <a:pt x="109319" y="6378"/>
                  <a:pt x="117518" y="6378"/>
                </a:cubicBezTo>
                <a:moveTo>
                  <a:pt x="116789" y="112983"/>
                </a:moveTo>
                <a:cubicBezTo>
                  <a:pt x="130818" y="112983"/>
                  <a:pt x="152135" y="98771"/>
                  <a:pt x="152135" y="55947"/>
                </a:cubicBezTo>
                <a:cubicBezTo>
                  <a:pt x="152135" y="37904"/>
                  <a:pt x="147762" y="22416"/>
                  <a:pt x="139745" y="11846"/>
                </a:cubicBezTo>
                <a:cubicBezTo>
                  <a:pt x="135007" y="5468"/>
                  <a:pt x="127356" y="0"/>
                  <a:pt x="117518" y="0"/>
                </a:cubicBezTo>
                <a:cubicBezTo>
                  <a:pt x="99480" y="0"/>
                  <a:pt x="82352" y="21504"/>
                  <a:pt x="82352" y="57587"/>
                </a:cubicBezTo>
                <a:cubicBezTo>
                  <a:pt x="82352" y="77087"/>
                  <a:pt x="88366" y="95310"/>
                  <a:pt x="98388" y="105332"/>
                </a:cubicBezTo>
                <a:cubicBezTo>
                  <a:pt x="103489" y="110434"/>
                  <a:pt x="109683" y="112983"/>
                  <a:pt x="116789" y="112983"/>
                </a:cubicBezTo>
                <a:close/>
                <a:moveTo>
                  <a:pt x="202239" y="6378"/>
                </a:moveTo>
                <a:cubicBezTo>
                  <a:pt x="205336" y="6378"/>
                  <a:pt x="208253" y="7473"/>
                  <a:pt x="210438" y="9477"/>
                </a:cubicBezTo>
                <a:cubicBezTo>
                  <a:pt x="216087" y="14215"/>
                  <a:pt x="221005" y="28065"/>
                  <a:pt x="221005" y="52483"/>
                </a:cubicBezTo>
                <a:cubicBezTo>
                  <a:pt x="221005" y="69249"/>
                  <a:pt x="220457" y="80731"/>
                  <a:pt x="217908" y="90025"/>
                </a:cubicBezTo>
                <a:cubicBezTo>
                  <a:pt x="213899" y="104968"/>
                  <a:pt x="204972" y="106608"/>
                  <a:pt x="201692" y="106608"/>
                </a:cubicBezTo>
                <a:cubicBezTo>
                  <a:pt x="184747" y="106608"/>
                  <a:pt x="182926" y="75446"/>
                  <a:pt x="182926" y="59591"/>
                </a:cubicBezTo>
                <a:cubicBezTo>
                  <a:pt x="182926" y="14762"/>
                  <a:pt x="194041" y="6378"/>
                  <a:pt x="202239" y="6378"/>
                </a:cubicBezTo>
                <a:moveTo>
                  <a:pt x="201511" y="112983"/>
                </a:moveTo>
                <a:cubicBezTo>
                  <a:pt x="215539" y="112983"/>
                  <a:pt x="236857" y="98771"/>
                  <a:pt x="236857" y="55947"/>
                </a:cubicBezTo>
                <a:cubicBezTo>
                  <a:pt x="236857" y="37904"/>
                  <a:pt x="232484" y="22416"/>
                  <a:pt x="224466" y="11846"/>
                </a:cubicBezTo>
                <a:cubicBezTo>
                  <a:pt x="219729" y="5468"/>
                  <a:pt x="212078" y="0"/>
                  <a:pt x="202239" y="0"/>
                </a:cubicBezTo>
                <a:cubicBezTo>
                  <a:pt x="184202" y="0"/>
                  <a:pt x="167074" y="21504"/>
                  <a:pt x="167074" y="57587"/>
                </a:cubicBezTo>
                <a:cubicBezTo>
                  <a:pt x="167074" y="77087"/>
                  <a:pt x="173087" y="95310"/>
                  <a:pt x="183110" y="105332"/>
                </a:cubicBezTo>
                <a:cubicBezTo>
                  <a:pt x="188211" y="110434"/>
                  <a:pt x="194405" y="112983"/>
                  <a:pt x="201511" y="112983"/>
                </a:cubicBezTo>
                <a:close/>
                <a:moveTo>
                  <a:pt x="286961" y="6378"/>
                </a:moveTo>
                <a:cubicBezTo>
                  <a:pt x="290058" y="6378"/>
                  <a:pt x="292974" y="7473"/>
                  <a:pt x="295159" y="9477"/>
                </a:cubicBezTo>
                <a:cubicBezTo>
                  <a:pt x="300808" y="14215"/>
                  <a:pt x="305726" y="28065"/>
                  <a:pt x="305726" y="52483"/>
                </a:cubicBezTo>
                <a:cubicBezTo>
                  <a:pt x="305726" y="69249"/>
                  <a:pt x="305179" y="80731"/>
                  <a:pt x="302629" y="90025"/>
                </a:cubicBezTo>
                <a:cubicBezTo>
                  <a:pt x="298620" y="104968"/>
                  <a:pt x="289693" y="106608"/>
                  <a:pt x="286413" y="106608"/>
                </a:cubicBezTo>
                <a:cubicBezTo>
                  <a:pt x="269468" y="106608"/>
                  <a:pt x="267647" y="75446"/>
                  <a:pt x="267647" y="59591"/>
                </a:cubicBezTo>
                <a:cubicBezTo>
                  <a:pt x="267647" y="14762"/>
                  <a:pt x="278762" y="6378"/>
                  <a:pt x="286961" y="6378"/>
                </a:cubicBezTo>
                <a:moveTo>
                  <a:pt x="286232" y="112983"/>
                </a:moveTo>
                <a:cubicBezTo>
                  <a:pt x="300261" y="112983"/>
                  <a:pt x="321578" y="98771"/>
                  <a:pt x="321578" y="55947"/>
                </a:cubicBezTo>
                <a:cubicBezTo>
                  <a:pt x="321578" y="37904"/>
                  <a:pt x="317205" y="22416"/>
                  <a:pt x="309187" y="11846"/>
                </a:cubicBezTo>
                <a:cubicBezTo>
                  <a:pt x="304450" y="5468"/>
                  <a:pt x="296799" y="0"/>
                  <a:pt x="286961" y="0"/>
                </a:cubicBezTo>
                <a:cubicBezTo>
                  <a:pt x="268923" y="0"/>
                  <a:pt x="251795" y="21504"/>
                  <a:pt x="251795" y="57587"/>
                </a:cubicBezTo>
                <a:cubicBezTo>
                  <a:pt x="251795" y="77087"/>
                  <a:pt x="257808" y="95310"/>
                  <a:pt x="267831" y="105332"/>
                </a:cubicBezTo>
                <a:cubicBezTo>
                  <a:pt x="272932" y="110434"/>
                  <a:pt x="279126" y="112983"/>
                  <a:pt x="286232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1">
            <a:extLst xmlns:a="http://schemas.openxmlformats.org/drawingml/2006/main">
              <a:ext uri="{FF2B5EF4-FFF2-40B4-BE49-F238E27FC236}">
                <a16:creationId xmlns:a16="http://schemas.microsoft.com/office/drawing/2014/main" id="{1C07155C-EC8C-4F27-8336-3EFD24D3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400" y="2589892"/>
            <a:ext cx="53203" cy="111204"/>
          </a:xfrm>
          <a:custGeom xmlns:a="http://schemas.openxmlformats.org/drawingml/2006/main">
            <a:pathLst>
              <a:path w="53203" h="111204">
                <a:moveTo>
                  <a:pt x="36258" y="88602"/>
                </a:moveTo>
                <a:lnTo>
                  <a:pt x="36258" y="25341"/>
                </a:lnTo>
                <a:cubicBezTo>
                  <a:pt x="36258" y="14404"/>
                  <a:pt x="36439" y="3283"/>
                  <a:pt x="36806" y="912"/>
                </a:cubicBezTo>
                <a:cubicBezTo>
                  <a:pt x="36806" y="0"/>
                  <a:pt x="36439" y="0"/>
                  <a:pt x="35710" y="0"/>
                </a:cubicBezTo>
                <a:cubicBezTo>
                  <a:pt x="25691" y="6200"/>
                  <a:pt x="16033" y="10756"/>
                  <a:pt x="0" y="18232"/>
                </a:cubicBezTo>
                <a:cubicBezTo>
                  <a:pt x="364" y="20236"/>
                  <a:pt x="1093" y="22060"/>
                  <a:pt x="2733" y="23155"/>
                </a:cubicBezTo>
                <a:cubicBezTo>
                  <a:pt x="11115" y="19691"/>
                  <a:pt x="15124" y="18596"/>
                  <a:pt x="18585" y="18596"/>
                </a:cubicBezTo>
                <a:cubicBezTo>
                  <a:pt x="21682" y="18596"/>
                  <a:pt x="22230" y="22972"/>
                  <a:pt x="22230" y="29172"/>
                </a:cubicBezTo>
                <a:lnTo>
                  <a:pt x="22230" y="88602"/>
                </a:lnTo>
                <a:cubicBezTo>
                  <a:pt x="22230" y="103734"/>
                  <a:pt x="17309" y="104646"/>
                  <a:pt x="4557" y="105193"/>
                </a:cubicBezTo>
                <a:cubicBezTo>
                  <a:pt x="3461" y="106286"/>
                  <a:pt x="3461" y="110111"/>
                  <a:pt x="4557" y="111204"/>
                </a:cubicBezTo>
                <a:cubicBezTo>
                  <a:pt x="13483" y="111023"/>
                  <a:pt x="20042" y="110840"/>
                  <a:pt x="29880" y="110840"/>
                </a:cubicBezTo>
                <a:cubicBezTo>
                  <a:pt x="38627" y="110840"/>
                  <a:pt x="43000" y="111023"/>
                  <a:pt x="52110" y="111204"/>
                </a:cubicBezTo>
                <a:cubicBezTo>
                  <a:pt x="53203" y="110111"/>
                  <a:pt x="53203" y="106286"/>
                  <a:pt x="52110" y="105193"/>
                </a:cubicBezTo>
                <a:cubicBezTo>
                  <a:pt x="39355" y="104646"/>
                  <a:pt x="36258" y="103734"/>
                  <a:pt x="36258" y="88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10">
            <a:extLst xmlns:a="http://schemas.openxmlformats.org/drawingml/2006/main">
              <a:ext uri="{FF2B5EF4-FFF2-40B4-BE49-F238E27FC236}">
                <a16:creationId xmlns:a16="http://schemas.microsoft.com/office/drawing/2014/main" id="{91140703-D2A7-49C8-9610-1EA90C39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691" y="1803578"/>
            <a:ext cx="145394" cy="112983"/>
          </a:xfrm>
          <a:custGeom xmlns:a="http://schemas.openxmlformats.org/drawingml/2006/main">
            <a:pathLst>
              <a:path w="145394" h="112983">
                <a:moveTo>
                  <a:pt x="36258" y="88958"/>
                </a:moveTo>
                <a:lnTo>
                  <a:pt x="36258" y="25696"/>
                </a:lnTo>
                <a:cubicBezTo>
                  <a:pt x="36258" y="14760"/>
                  <a:pt x="36439" y="3639"/>
                  <a:pt x="36806" y="1268"/>
                </a:cubicBezTo>
                <a:cubicBezTo>
                  <a:pt x="36806" y="356"/>
                  <a:pt x="36439" y="356"/>
                  <a:pt x="35710" y="356"/>
                </a:cubicBezTo>
                <a:cubicBezTo>
                  <a:pt x="25691" y="6555"/>
                  <a:pt x="16033" y="11112"/>
                  <a:pt x="0" y="18588"/>
                </a:cubicBezTo>
                <a:cubicBezTo>
                  <a:pt x="364" y="20592"/>
                  <a:pt x="1093" y="22416"/>
                  <a:pt x="2733" y="23511"/>
                </a:cubicBezTo>
                <a:cubicBezTo>
                  <a:pt x="11115" y="20047"/>
                  <a:pt x="15124" y="18952"/>
                  <a:pt x="18585" y="18952"/>
                </a:cubicBezTo>
                <a:cubicBezTo>
                  <a:pt x="21682" y="18952"/>
                  <a:pt x="22230" y="23328"/>
                  <a:pt x="22230" y="29527"/>
                </a:cubicBezTo>
                <a:lnTo>
                  <a:pt x="22230" y="88958"/>
                </a:lnTo>
                <a:cubicBezTo>
                  <a:pt x="22230" y="104090"/>
                  <a:pt x="17309" y="105002"/>
                  <a:pt x="4557" y="105549"/>
                </a:cubicBezTo>
                <a:cubicBezTo>
                  <a:pt x="3461" y="106642"/>
                  <a:pt x="3461" y="110467"/>
                  <a:pt x="4557" y="111560"/>
                </a:cubicBezTo>
                <a:cubicBezTo>
                  <a:pt x="13483" y="111379"/>
                  <a:pt x="20042" y="111196"/>
                  <a:pt x="29880" y="111196"/>
                </a:cubicBezTo>
                <a:cubicBezTo>
                  <a:pt x="38627" y="111196"/>
                  <a:pt x="43000" y="111379"/>
                  <a:pt x="52110" y="111560"/>
                </a:cubicBezTo>
                <a:cubicBezTo>
                  <a:pt x="53203" y="110467"/>
                  <a:pt x="53203" y="106642"/>
                  <a:pt x="52110" y="105549"/>
                </a:cubicBezTo>
                <a:cubicBezTo>
                  <a:pt x="39355" y="105002"/>
                  <a:pt x="36258" y="104090"/>
                  <a:pt x="36258" y="88958"/>
                </a:cubicBezTo>
                <a:close/>
                <a:moveTo>
                  <a:pt x="110777" y="6378"/>
                </a:moveTo>
                <a:cubicBezTo>
                  <a:pt x="113874" y="6378"/>
                  <a:pt x="116790" y="7473"/>
                  <a:pt x="118975" y="9477"/>
                </a:cubicBezTo>
                <a:cubicBezTo>
                  <a:pt x="124624" y="14215"/>
                  <a:pt x="129542" y="28065"/>
                  <a:pt x="129542" y="52483"/>
                </a:cubicBezTo>
                <a:cubicBezTo>
                  <a:pt x="129542" y="69249"/>
                  <a:pt x="128995" y="80731"/>
                  <a:pt x="126445" y="90025"/>
                </a:cubicBezTo>
                <a:cubicBezTo>
                  <a:pt x="122436" y="104968"/>
                  <a:pt x="113509" y="106608"/>
                  <a:pt x="110229" y="106608"/>
                </a:cubicBezTo>
                <a:cubicBezTo>
                  <a:pt x="93284" y="106608"/>
                  <a:pt x="91463" y="75446"/>
                  <a:pt x="91463" y="59591"/>
                </a:cubicBezTo>
                <a:cubicBezTo>
                  <a:pt x="91463" y="14762"/>
                  <a:pt x="102578" y="6378"/>
                  <a:pt x="110777" y="6378"/>
                </a:cubicBezTo>
                <a:moveTo>
                  <a:pt x="110048" y="112983"/>
                </a:moveTo>
                <a:cubicBezTo>
                  <a:pt x="124077" y="112983"/>
                  <a:pt x="145394" y="98771"/>
                  <a:pt x="145394" y="55947"/>
                </a:cubicBezTo>
                <a:cubicBezTo>
                  <a:pt x="145394" y="37904"/>
                  <a:pt x="141021" y="22416"/>
                  <a:pt x="133003" y="11846"/>
                </a:cubicBezTo>
                <a:cubicBezTo>
                  <a:pt x="128266" y="5468"/>
                  <a:pt x="120615" y="0"/>
                  <a:pt x="110777" y="0"/>
                </a:cubicBezTo>
                <a:cubicBezTo>
                  <a:pt x="92739" y="0"/>
                  <a:pt x="75611" y="21504"/>
                  <a:pt x="75611" y="57587"/>
                </a:cubicBezTo>
                <a:cubicBezTo>
                  <a:pt x="75611" y="77087"/>
                  <a:pt x="81624" y="95310"/>
                  <a:pt x="91647" y="105332"/>
                </a:cubicBezTo>
                <a:cubicBezTo>
                  <a:pt x="96748" y="110434"/>
                  <a:pt x="102942" y="112983"/>
                  <a:pt x="110048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100">
            <a:extLst xmlns:a="http://schemas.openxmlformats.org/drawingml/2006/main">
              <a:ext uri="{FF2B5EF4-FFF2-40B4-BE49-F238E27FC236}">
                <a16:creationId xmlns:a16="http://schemas.microsoft.com/office/drawing/2014/main" id="{1BE1E79D-985F-47C9-9993-D08B3229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970" y="1018392"/>
            <a:ext cx="230115" cy="112983"/>
          </a:xfrm>
          <a:custGeom xmlns:a="http://schemas.openxmlformats.org/drawingml/2006/main">
            <a:pathLst>
              <a:path w="230115" h="112983">
                <a:moveTo>
                  <a:pt x="36258" y="88958"/>
                </a:moveTo>
                <a:lnTo>
                  <a:pt x="36258" y="25696"/>
                </a:lnTo>
                <a:cubicBezTo>
                  <a:pt x="36258" y="14760"/>
                  <a:pt x="36439" y="3639"/>
                  <a:pt x="36806" y="1268"/>
                </a:cubicBezTo>
                <a:cubicBezTo>
                  <a:pt x="36806" y="356"/>
                  <a:pt x="36439" y="356"/>
                  <a:pt x="35710" y="356"/>
                </a:cubicBezTo>
                <a:cubicBezTo>
                  <a:pt x="25691" y="6555"/>
                  <a:pt x="16033" y="11112"/>
                  <a:pt x="0" y="18588"/>
                </a:cubicBezTo>
                <a:cubicBezTo>
                  <a:pt x="364" y="20592"/>
                  <a:pt x="1093" y="22416"/>
                  <a:pt x="2733" y="23511"/>
                </a:cubicBezTo>
                <a:cubicBezTo>
                  <a:pt x="11115" y="20047"/>
                  <a:pt x="15124" y="18952"/>
                  <a:pt x="18585" y="18952"/>
                </a:cubicBezTo>
                <a:cubicBezTo>
                  <a:pt x="21682" y="18952"/>
                  <a:pt x="22230" y="23328"/>
                  <a:pt x="22230" y="29527"/>
                </a:cubicBezTo>
                <a:lnTo>
                  <a:pt x="22230" y="88958"/>
                </a:lnTo>
                <a:cubicBezTo>
                  <a:pt x="22230" y="104090"/>
                  <a:pt x="17309" y="105002"/>
                  <a:pt x="4557" y="105549"/>
                </a:cubicBezTo>
                <a:cubicBezTo>
                  <a:pt x="3461" y="106642"/>
                  <a:pt x="3461" y="110467"/>
                  <a:pt x="4557" y="111560"/>
                </a:cubicBezTo>
                <a:cubicBezTo>
                  <a:pt x="13483" y="111379"/>
                  <a:pt x="20042" y="111196"/>
                  <a:pt x="29880" y="111196"/>
                </a:cubicBezTo>
                <a:cubicBezTo>
                  <a:pt x="38627" y="111196"/>
                  <a:pt x="43000" y="111379"/>
                  <a:pt x="52110" y="111560"/>
                </a:cubicBezTo>
                <a:cubicBezTo>
                  <a:pt x="53203" y="110467"/>
                  <a:pt x="53203" y="106642"/>
                  <a:pt x="52110" y="105549"/>
                </a:cubicBezTo>
                <a:cubicBezTo>
                  <a:pt x="39355" y="105002"/>
                  <a:pt x="36258" y="104090"/>
                  <a:pt x="36258" y="88958"/>
                </a:cubicBezTo>
                <a:close/>
                <a:moveTo>
                  <a:pt x="110776" y="6378"/>
                </a:moveTo>
                <a:cubicBezTo>
                  <a:pt x="113873" y="6378"/>
                  <a:pt x="116790" y="7473"/>
                  <a:pt x="118975" y="9477"/>
                </a:cubicBezTo>
                <a:cubicBezTo>
                  <a:pt x="124624" y="14215"/>
                  <a:pt x="129542" y="28065"/>
                  <a:pt x="129542" y="52483"/>
                </a:cubicBezTo>
                <a:cubicBezTo>
                  <a:pt x="129542" y="69249"/>
                  <a:pt x="128994" y="80731"/>
                  <a:pt x="126445" y="90025"/>
                </a:cubicBezTo>
                <a:cubicBezTo>
                  <a:pt x="122436" y="104968"/>
                  <a:pt x="113509" y="106608"/>
                  <a:pt x="110229" y="106608"/>
                </a:cubicBezTo>
                <a:cubicBezTo>
                  <a:pt x="93284" y="106608"/>
                  <a:pt x="91463" y="75446"/>
                  <a:pt x="91463" y="59591"/>
                </a:cubicBezTo>
                <a:cubicBezTo>
                  <a:pt x="91463" y="14762"/>
                  <a:pt x="102578" y="6378"/>
                  <a:pt x="110776" y="6378"/>
                </a:cubicBezTo>
                <a:moveTo>
                  <a:pt x="110048" y="112983"/>
                </a:moveTo>
                <a:cubicBezTo>
                  <a:pt x="124076" y="112983"/>
                  <a:pt x="145394" y="98771"/>
                  <a:pt x="145394" y="55947"/>
                </a:cubicBezTo>
                <a:cubicBezTo>
                  <a:pt x="145394" y="37904"/>
                  <a:pt x="141021" y="22416"/>
                  <a:pt x="133003" y="11846"/>
                </a:cubicBezTo>
                <a:cubicBezTo>
                  <a:pt x="128266" y="5468"/>
                  <a:pt x="120615" y="0"/>
                  <a:pt x="110776" y="0"/>
                </a:cubicBezTo>
                <a:cubicBezTo>
                  <a:pt x="92739" y="0"/>
                  <a:pt x="75611" y="21504"/>
                  <a:pt x="75611" y="57587"/>
                </a:cubicBezTo>
                <a:cubicBezTo>
                  <a:pt x="75611" y="77087"/>
                  <a:pt x="81624" y="95310"/>
                  <a:pt x="91646" y="105332"/>
                </a:cubicBezTo>
                <a:cubicBezTo>
                  <a:pt x="96748" y="110434"/>
                  <a:pt x="102942" y="112983"/>
                  <a:pt x="110048" y="112983"/>
                </a:cubicBezTo>
                <a:close/>
                <a:moveTo>
                  <a:pt x="195498" y="6378"/>
                </a:moveTo>
                <a:cubicBezTo>
                  <a:pt x="198595" y="6378"/>
                  <a:pt x="201511" y="7473"/>
                  <a:pt x="203696" y="9477"/>
                </a:cubicBezTo>
                <a:cubicBezTo>
                  <a:pt x="209345" y="14215"/>
                  <a:pt x="214263" y="28065"/>
                  <a:pt x="214263" y="52483"/>
                </a:cubicBezTo>
                <a:cubicBezTo>
                  <a:pt x="214263" y="69249"/>
                  <a:pt x="213716" y="80731"/>
                  <a:pt x="211166" y="90025"/>
                </a:cubicBezTo>
                <a:cubicBezTo>
                  <a:pt x="207157" y="104968"/>
                  <a:pt x="198231" y="106608"/>
                  <a:pt x="194950" y="106608"/>
                </a:cubicBezTo>
                <a:cubicBezTo>
                  <a:pt x="178005" y="106608"/>
                  <a:pt x="176184" y="75446"/>
                  <a:pt x="176184" y="59591"/>
                </a:cubicBezTo>
                <a:cubicBezTo>
                  <a:pt x="176184" y="14762"/>
                  <a:pt x="187299" y="6378"/>
                  <a:pt x="195498" y="6378"/>
                </a:cubicBezTo>
                <a:moveTo>
                  <a:pt x="194769" y="112983"/>
                </a:moveTo>
                <a:cubicBezTo>
                  <a:pt x="208798" y="112983"/>
                  <a:pt x="230115" y="98771"/>
                  <a:pt x="230115" y="55947"/>
                </a:cubicBezTo>
                <a:cubicBezTo>
                  <a:pt x="230115" y="37904"/>
                  <a:pt x="225742" y="22416"/>
                  <a:pt x="217725" y="11846"/>
                </a:cubicBezTo>
                <a:cubicBezTo>
                  <a:pt x="212987" y="5468"/>
                  <a:pt x="205336" y="0"/>
                  <a:pt x="195498" y="0"/>
                </a:cubicBezTo>
                <a:cubicBezTo>
                  <a:pt x="177460" y="0"/>
                  <a:pt x="160332" y="21504"/>
                  <a:pt x="160332" y="57587"/>
                </a:cubicBezTo>
                <a:cubicBezTo>
                  <a:pt x="160332" y="77087"/>
                  <a:pt x="166346" y="95310"/>
                  <a:pt x="176368" y="105332"/>
                </a:cubicBezTo>
                <a:cubicBezTo>
                  <a:pt x="181469" y="110434"/>
                  <a:pt x="187663" y="112983"/>
                  <a:pt x="194769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1000">
            <a:extLst xmlns:a="http://schemas.openxmlformats.org/drawingml/2006/main">
              <a:ext uri="{FF2B5EF4-FFF2-40B4-BE49-F238E27FC236}">
                <a16:creationId xmlns:a16="http://schemas.microsoft.com/office/drawing/2014/main" id="{F310FA40-E129-476F-BFCC-968F2398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250" y="233194"/>
            <a:ext cx="314837" cy="112983"/>
          </a:xfrm>
          <a:custGeom xmlns:a="http://schemas.openxmlformats.org/drawingml/2006/main">
            <a:pathLst>
              <a:path w="314837" h="112983">
                <a:moveTo>
                  <a:pt x="36258" y="88958"/>
                </a:moveTo>
                <a:lnTo>
                  <a:pt x="36258" y="25696"/>
                </a:lnTo>
                <a:cubicBezTo>
                  <a:pt x="36258" y="14760"/>
                  <a:pt x="36439" y="3639"/>
                  <a:pt x="36806" y="1268"/>
                </a:cubicBezTo>
                <a:cubicBezTo>
                  <a:pt x="36806" y="356"/>
                  <a:pt x="36439" y="356"/>
                  <a:pt x="35710" y="356"/>
                </a:cubicBezTo>
                <a:cubicBezTo>
                  <a:pt x="25691" y="6555"/>
                  <a:pt x="16033" y="11112"/>
                  <a:pt x="0" y="18588"/>
                </a:cubicBezTo>
                <a:cubicBezTo>
                  <a:pt x="364" y="20592"/>
                  <a:pt x="1093" y="22416"/>
                  <a:pt x="2733" y="23511"/>
                </a:cubicBezTo>
                <a:cubicBezTo>
                  <a:pt x="11115" y="20047"/>
                  <a:pt x="15124" y="18952"/>
                  <a:pt x="18585" y="18952"/>
                </a:cubicBezTo>
                <a:cubicBezTo>
                  <a:pt x="21682" y="18952"/>
                  <a:pt x="22230" y="23328"/>
                  <a:pt x="22230" y="29527"/>
                </a:cubicBezTo>
                <a:lnTo>
                  <a:pt x="22230" y="88958"/>
                </a:lnTo>
                <a:cubicBezTo>
                  <a:pt x="22230" y="104090"/>
                  <a:pt x="17309" y="105002"/>
                  <a:pt x="4557" y="105549"/>
                </a:cubicBezTo>
                <a:cubicBezTo>
                  <a:pt x="3461" y="106642"/>
                  <a:pt x="3461" y="110467"/>
                  <a:pt x="4557" y="111560"/>
                </a:cubicBezTo>
                <a:cubicBezTo>
                  <a:pt x="13483" y="111379"/>
                  <a:pt x="20042" y="111196"/>
                  <a:pt x="29880" y="111196"/>
                </a:cubicBezTo>
                <a:cubicBezTo>
                  <a:pt x="38627" y="111196"/>
                  <a:pt x="43000" y="111379"/>
                  <a:pt x="52110" y="111560"/>
                </a:cubicBezTo>
                <a:cubicBezTo>
                  <a:pt x="53203" y="110467"/>
                  <a:pt x="53203" y="106642"/>
                  <a:pt x="52110" y="105549"/>
                </a:cubicBezTo>
                <a:cubicBezTo>
                  <a:pt x="39355" y="105002"/>
                  <a:pt x="36258" y="104090"/>
                  <a:pt x="36258" y="88958"/>
                </a:cubicBezTo>
                <a:close/>
                <a:moveTo>
                  <a:pt x="110777" y="6378"/>
                </a:moveTo>
                <a:cubicBezTo>
                  <a:pt x="113874" y="6378"/>
                  <a:pt x="116790" y="7473"/>
                  <a:pt x="118975" y="9477"/>
                </a:cubicBezTo>
                <a:cubicBezTo>
                  <a:pt x="124624" y="14215"/>
                  <a:pt x="129542" y="28065"/>
                  <a:pt x="129542" y="52483"/>
                </a:cubicBezTo>
                <a:cubicBezTo>
                  <a:pt x="129542" y="69249"/>
                  <a:pt x="128995" y="80731"/>
                  <a:pt x="126445" y="90025"/>
                </a:cubicBezTo>
                <a:cubicBezTo>
                  <a:pt x="122436" y="104968"/>
                  <a:pt x="113509" y="106608"/>
                  <a:pt x="110229" y="106608"/>
                </a:cubicBezTo>
                <a:cubicBezTo>
                  <a:pt x="93284" y="106608"/>
                  <a:pt x="91463" y="75446"/>
                  <a:pt x="91463" y="59591"/>
                </a:cubicBezTo>
                <a:cubicBezTo>
                  <a:pt x="91463" y="14762"/>
                  <a:pt x="102578" y="6378"/>
                  <a:pt x="110777" y="6378"/>
                </a:cubicBezTo>
                <a:moveTo>
                  <a:pt x="110048" y="112983"/>
                </a:moveTo>
                <a:cubicBezTo>
                  <a:pt x="124077" y="112983"/>
                  <a:pt x="145394" y="98771"/>
                  <a:pt x="145394" y="55947"/>
                </a:cubicBezTo>
                <a:cubicBezTo>
                  <a:pt x="145394" y="37904"/>
                  <a:pt x="141021" y="22416"/>
                  <a:pt x="133003" y="11846"/>
                </a:cubicBezTo>
                <a:cubicBezTo>
                  <a:pt x="128266" y="5468"/>
                  <a:pt x="120615" y="0"/>
                  <a:pt x="110777" y="0"/>
                </a:cubicBezTo>
                <a:cubicBezTo>
                  <a:pt x="92739" y="0"/>
                  <a:pt x="75611" y="21504"/>
                  <a:pt x="75611" y="57587"/>
                </a:cubicBezTo>
                <a:cubicBezTo>
                  <a:pt x="75611" y="77087"/>
                  <a:pt x="81624" y="95310"/>
                  <a:pt x="91647" y="105332"/>
                </a:cubicBezTo>
                <a:cubicBezTo>
                  <a:pt x="96748" y="110434"/>
                  <a:pt x="102942" y="112983"/>
                  <a:pt x="110048" y="112983"/>
                </a:cubicBezTo>
                <a:close/>
                <a:moveTo>
                  <a:pt x="195498" y="6378"/>
                </a:moveTo>
                <a:cubicBezTo>
                  <a:pt x="198595" y="6378"/>
                  <a:pt x="201511" y="7473"/>
                  <a:pt x="203696" y="9477"/>
                </a:cubicBezTo>
                <a:cubicBezTo>
                  <a:pt x="209345" y="14215"/>
                  <a:pt x="214263" y="28065"/>
                  <a:pt x="214263" y="52483"/>
                </a:cubicBezTo>
                <a:cubicBezTo>
                  <a:pt x="214263" y="69249"/>
                  <a:pt x="213716" y="80731"/>
                  <a:pt x="211166" y="90025"/>
                </a:cubicBezTo>
                <a:cubicBezTo>
                  <a:pt x="207157" y="104968"/>
                  <a:pt x="198231" y="106608"/>
                  <a:pt x="194950" y="106608"/>
                </a:cubicBezTo>
                <a:cubicBezTo>
                  <a:pt x="178005" y="106608"/>
                  <a:pt x="176184" y="75446"/>
                  <a:pt x="176184" y="59591"/>
                </a:cubicBezTo>
                <a:cubicBezTo>
                  <a:pt x="176184" y="14762"/>
                  <a:pt x="187299" y="6378"/>
                  <a:pt x="195498" y="6378"/>
                </a:cubicBezTo>
                <a:moveTo>
                  <a:pt x="194769" y="112983"/>
                </a:moveTo>
                <a:cubicBezTo>
                  <a:pt x="208798" y="112983"/>
                  <a:pt x="230115" y="98771"/>
                  <a:pt x="230115" y="55947"/>
                </a:cubicBezTo>
                <a:cubicBezTo>
                  <a:pt x="230115" y="37904"/>
                  <a:pt x="225742" y="22416"/>
                  <a:pt x="217725" y="11846"/>
                </a:cubicBezTo>
                <a:cubicBezTo>
                  <a:pt x="212987" y="5468"/>
                  <a:pt x="205336" y="0"/>
                  <a:pt x="195498" y="0"/>
                </a:cubicBezTo>
                <a:cubicBezTo>
                  <a:pt x="177460" y="0"/>
                  <a:pt x="160332" y="21504"/>
                  <a:pt x="160332" y="57587"/>
                </a:cubicBezTo>
                <a:cubicBezTo>
                  <a:pt x="160332" y="77087"/>
                  <a:pt x="166346" y="95310"/>
                  <a:pt x="176368" y="105332"/>
                </a:cubicBezTo>
                <a:cubicBezTo>
                  <a:pt x="181469" y="110434"/>
                  <a:pt x="187663" y="112983"/>
                  <a:pt x="194769" y="112983"/>
                </a:cubicBezTo>
                <a:close/>
                <a:moveTo>
                  <a:pt x="280219" y="6378"/>
                </a:moveTo>
                <a:cubicBezTo>
                  <a:pt x="283316" y="6378"/>
                  <a:pt x="286232" y="7473"/>
                  <a:pt x="288418" y="9477"/>
                </a:cubicBezTo>
                <a:cubicBezTo>
                  <a:pt x="294067" y="14215"/>
                  <a:pt x="298985" y="28065"/>
                  <a:pt x="298985" y="52483"/>
                </a:cubicBezTo>
                <a:cubicBezTo>
                  <a:pt x="298985" y="69249"/>
                  <a:pt x="298437" y="80731"/>
                  <a:pt x="295888" y="90025"/>
                </a:cubicBezTo>
                <a:cubicBezTo>
                  <a:pt x="291879" y="104968"/>
                  <a:pt x="282952" y="106608"/>
                  <a:pt x="279671" y="106608"/>
                </a:cubicBezTo>
                <a:cubicBezTo>
                  <a:pt x="262727" y="106608"/>
                  <a:pt x="260906" y="75446"/>
                  <a:pt x="260906" y="59591"/>
                </a:cubicBezTo>
                <a:cubicBezTo>
                  <a:pt x="260906" y="14762"/>
                  <a:pt x="272021" y="6378"/>
                  <a:pt x="280219" y="6378"/>
                </a:cubicBezTo>
                <a:moveTo>
                  <a:pt x="279491" y="112983"/>
                </a:moveTo>
                <a:cubicBezTo>
                  <a:pt x="293519" y="112983"/>
                  <a:pt x="314837" y="98771"/>
                  <a:pt x="314837" y="55947"/>
                </a:cubicBezTo>
                <a:cubicBezTo>
                  <a:pt x="314837" y="37904"/>
                  <a:pt x="310464" y="22416"/>
                  <a:pt x="302446" y="11846"/>
                </a:cubicBezTo>
                <a:cubicBezTo>
                  <a:pt x="297709" y="5468"/>
                  <a:pt x="290058" y="0"/>
                  <a:pt x="280219" y="0"/>
                </a:cubicBezTo>
                <a:cubicBezTo>
                  <a:pt x="262182" y="0"/>
                  <a:pt x="245054" y="21504"/>
                  <a:pt x="245054" y="57587"/>
                </a:cubicBezTo>
                <a:cubicBezTo>
                  <a:pt x="245054" y="77087"/>
                  <a:pt x="251067" y="95310"/>
                  <a:pt x="261089" y="105332"/>
                </a:cubicBezTo>
                <a:cubicBezTo>
                  <a:pt x="266191" y="110434"/>
                  <a:pt x="272385" y="112983"/>
                  <a:pt x="279491" y="11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982A1E2-5C80-4479-BA1D-A19371DB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62" y="85234"/>
            <a:ext cx="3673670" cy="2056228"/>
          </a:xfrm>
          <a:custGeom xmlns:a="http://schemas.openxmlformats.org/drawingml/2006/main">
            <a:pathLst>
              <a:path w="3673670" h="2056228">
                <a:moveTo>
                  <a:pt x="0" y="2039552"/>
                </a:moveTo>
                <a:lnTo>
                  <a:pt x="13" y="2039547"/>
                </a:lnTo>
                <a:lnTo>
                  <a:pt x="2185" y="2036608"/>
                </a:lnTo>
                <a:lnTo>
                  <a:pt x="7890" y="2034762"/>
                </a:lnTo>
                <a:lnTo>
                  <a:pt x="9619" y="2034610"/>
                </a:lnTo>
                <a:lnTo>
                  <a:pt x="11331" y="2033270"/>
                </a:lnTo>
                <a:lnTo>
                  <a:pt x="13541" y="2032620"/>
                </a:lnTo>
                <a:lnTo>
                  <a:pt x="15917" y="2030978"/>
                </a:lnTo>
                <a:lnTo>
                  <a:pt x="19574" y="2030332"/>
                </a:lnTo>
                <a:lnTo>
                  <a:pt x="21994" y="2028563"/>
                </a:lnTo>
                <a:lnTo>
                  <a:pt x="24412" y="2028388"/>
                </a:lnTo>
                <a:lnTo>
                  <a:pt x="27846" y="2025812"/>
                </a:lnTo>
                <a:lnTo>
                  <a:pt x="30079" y="2025681"/>
                </a:lnTo>
                <a:lnTo>
                  <a:pt x="30096" y="2025669"/>
                </a:lnTo>
                <a:lnTo>
                  <a:pt x="31345" y="2024898"/>
                </a:lnTo>
                <a:lnTo>
                  <a:pt x="32898" y="2023414"/>
                </a:lnTo>
                <a:lnTo>
                  <a:pt x="36610" y="2020466"/>
                </a:lnTo>
                <a:lnTo>
                  <a:pt x="41528" y="2019092"/>
                </a:lnTo>
                <a:lnTo>
                  <a:pt x="43727" y="2019092"/>
                </a:lnTo>
                <a:lnTo>
                  <a:pt x="44140" y="2019001"/>
                </a:lnTo>
                <a:lnTo>
                  <a:pt x="46275" y="2017306"/>
                </a:lnTo>
                <a:lnTo>
                  <a:pt x="48473" y="2016659"/>
                </a:lnTo>
                <a:lnTo>
                  <a:pt x="51306" y="2014660"/>
                </a:lnTo>
                <a:lnTo>
                  <a:pt x="54868" y="2014450"/>
                </a:lnTo>
                <a:lnTo>
                  <a:pt x="56175" y="2014085"/>
                </a:lnTo>
                <a:lnTo>
                  <a:pt x="57645" y="2013782"/>
                </a:lnTo>
                <a:lnTo>
                  <a:pt x="60082" y="2012815"/>
                </a:lnTo>
                <a:lnTo>
                  <a:pt x="61912" y="2012653"/>
                </a:lnTo>
                <a:lnTo>
                  <a:pt x="62982" y="2011630"/>
                </a:lnTo>
                <a:lnTo>
                  <a:pt x="67068" y="2009948"/>
                </a:lnTo>
                <a:lnTo>
                  <a:pt x="68383" y="2009600"/>
                </a:lnTo>
                <a:lnTo>
                  <a:pt x="71143" y="2007976"/>
                </a:lnTo>
                <a:lnTo>
                  <a:pt x="73902" y="2007816"/>
                </a:lnTo>
                <a:lnTo>
                  <a:pt x="75464" y="2007219"/>
                </a:lnTo>
                <a:lnTo>
                  <a:pt x="77585" y="2006907"/>
                </a:lnTo>
                <a:lnTo>
                  <a:pt x="80038" y="2006077"/>
                </a:lnTo>
                <a:lnTo>
                  <a:pt x="82277" y="2006011"/>
                </a:lnTo>
                <a:lnTo>
                  <a:pt x="84258" y="2005479"/>
                </a:lnTo>
                <a:lnTo>
                  <a:pt x="86120" y="2005452"/>
                </a:lnTo>
                <a:lnTo>
                  <a:pt x="87932" y="2004919"/>
                </a:lnTo>
                <a:lnTo>
                  <a:pt x="91115" y="2004779"/>
                </a:lnTo>
                <a:lnTo>
                  <a:pt x="92725" y="2004755"/>
                </a:lnTo>
                <a:lnTo>
                  <a:pt x="94602" y="2004534"/>
                </a:lnTo>
                <a:lnTo>
                  <a:pt x="94936" y="2004524"/>
                </a:lnTo>
                <a:lnTo>
                  <a:pt x="96208" y="2003888"/>
                </a:lnTo>
                <a:lnTo>
                  <a:pt x="99971" y="2003169"/>
                </a:lnTo>
                <a:lnTo>
                  <a:pt x="102373" y="2003028"/>
                </a:lnTo>
                <a:lnTo>
                  <a:pt x="103597" y="2002920"/>
                </a:lnTo>
                <a:lnTo>
                  <a:pt x="105154" y="2002576"/>
                </a:lnTo>
                <a:lnTo>
                  <a:pt x="107546" y="2002154"/>
                </a:lnTo>
                <a:lnTo>
                  <a:pt x="109233" y="2001956"/>
                </a:lnTo>
                <a:lnTo>
                  <a:pt x="110427" y="2001675"/>
                </a:lnTo>
                <a:lnTo>
                  <a:pt x="111672" y="2001309"/>
                </a:lnTo>
                <a:lnTo>
                  <a:pt x="114522" y="2000135"/>
                </a:lnTo>
                <a:lnTo>
                  <a:pt x="118118" y="1999871"/>
                </a:lnTo>
                <a:lnTo>
                  <a:pt x="119490" y="1999830"/>
                </a:lnTo>
                <a:lnTo>
                  <a:pt x="121316" y="1998810"/>
                </a:lnTo>
                <a:lnTo>
                  <a:pt x="125362" y="1998096"/>
                </a:lnTo>
                <a:lnTo>
                  <a:pt x="126731" y="1998035"/>
                </a:lnTo>
                <a:lnTo>
                  <a:pt x="128675" y="1997435"/>
                </a:lnTo>
                <a:lnTo>
                  <a:pt x="130997" y="1997333"/>
                </a:lnTo>
                <a:lnTo>
                  <a:pt x="132621" y="1996974"/>
                </a:lnTo>
                <a:lnTo>
                  <a:pt x="133686" y="1996851"/>
                </a:lnTo>
                <a:lnTo>
                  <a:pt x="134797" y="1996361"/>
                </a:lnTo>
                <a:lnTo>
                  <a:pt x="137973" y="1995333"/>
                </a:lnTo>
                <a:lnTo>
                  <a:pt x="141062" y="1994925"/>
                </a:lnTo>
                <a:lnTo>
                  <a:pt x="142208" y="1994856"/>
                </a:lnTo>
                <a:lnTo>
                  <a:pt x="143718" y="1994390"/>
                </a:lnTo>
                <a:lnTo>
                  <a:pt x="146577" y="1993934"/>
                </a:lnTo>
                <a:lnTo>
                  <a:pt x="148970" y="1993688"/>
                </a:lnTo>
                <a:lnTo>
                  <a:pt x="150847" y="1993577"/>
                </a:lnTo>
                <a:lnTo>
                  <a:pt x="151398" y="1993512"/>
                </a:lnTo>
                <a:lnTo>
                  <a:pt x="153658" y="1992648"/>
                </a:lnTo>
                <a:lnTo>
                  <a:pt x="156032" y="1992543"/>
                </a:lnTo>
                <a:lnTo>
                  <a:pt x="156127" y="1992517"/>
                </a:lnTo>
                <a:lnTo>
                  <a:pt x="159086" y="1991037"/>
                </a:lnTo>
                <a:lnTo>
                  <a:pt x="161801" y="1990957"/>
                </a:lnTo>
                <a:lnTo>
                  <a:pt x="163485" y="1990437"/>
                </a:lnTo>
                <a:lnTo>
                  <a:pt x="165805" y="1990232"/>
                </a:lnTo>
                <a:lnTo>
                  <a:pt x="166688" y="1990038"/>
                </a:lnTo>
                <a:lnTo>
                  <a:pt x="169320" y="1989147"/>
                </a:lnTo>
                <a:lnTo>
                  <a:pt x="172420" y="1988965"/>
                </a:lnTo>
                <a:lnTo>
                  <a:pt x="174230" y="1988832"/>
                </a:lnTo>
                <a:lnTo>
                  <a:pt x="175844" y="1988689"/>
                </a:lnTo>
                <a:lnTo>
                  <a:pt x="178052" y="1988365"/>
                </a:lnTo>
                <a:lnTo>
                  <a:pt x="180259" y="1988300"/>
                </a:lnTo>
                <a:lnTo>
                  <a:pt x="181804" y="1988163"/>
                </a:lnTo>
                <a:lnTo>
                  <a:pt x="183291" y="1987989"/>
                </a:lnTo>
                <a:lnTo>
                  <a:pt x="185496" y="1987567"/>
                </a:lnTo>
                <a:lnTo>
                  <a:pt x="187246" y="1987464"/>
                </a:lnTo>
                <a:lnTo>
                  <a:pt x="188361" y="1987202"/>
                </a:lnTo>
                <a:lnTo>
                  <a:pt x="190554" y="1986653"/>
                </a:lnTo>
                <a:lnTo>
                  <a:pt x="193078" y="1986208"/>
                </a:lnTo>
                <a:lnTo>
                  <a:pt x="195180" y="1985964"/>
                </a:lnTo>
                <a:lnTo>
                  <a:pt x="196856" y="1985718"/>
                </a:lnTo>
                <a:lnTo>
                  <a:pt x="198799" y="1985375"/>
                </a:lnTo>
                <a:lnTo>
                  <a:pt x="201328" y="1985003"/>
                </a:lnTo>
                <a:lnTo>
                  <a:pt x="203710" y="1984896"/>
                </a:lnTo>
                <a:lnTo>
                  <a:pt x="205133" y="1984834"/>
                </a:lnTo>
                <a:lnTo>
                  <a:pt x="206711" y="1984582"/>
                </a:lnTo>
                <a:lnTo>
                  <a:pt x="208709" y="1984318"/>
                </a:lnTo>
                <a:lnTo>
                  <a:pt x="210914" y="1983993"/>
                </a:lnTo>
                <a:lnTo>
                  <a:pt x="212533" y="1983874"/>
                </a:lnTo>
                <a:lnTo>
                  <a:pt x="214542" y="1983431"/>
                </a:lnTo>
                <a:lnTo>
                  <a:pt x="217140" y="1983278"/>
                </a:lnTo>
                <a:lnTo>
                  <a:pt x="219283" y="1983121"/>
                </a:lnTo>
                <a:lnTo>
                  <a:pt x="221226" y="1983092"/>
                </a:lnTo>
                <a:lnTo>
                  <a:pt x="222704" y="1982984"/>
                </a:lnTo>
                <a:lnTo>
                  <a:pt x="224780" y="1982739"/>
                </a:lnTo>
                <a:lnTo>
                  <a:pt x="226723" y="1982654"/>
                </a:lnTo>
                <a:lnTo>
                  <a:pt x="227632" y="1982547"/>
                </a:lnTo>
                <a:lnTo>
                  <a:pt x="228773" y="1982228"/>
                </a:lnTo>
                <a:lnTo>
                  <a:pt x="231458" y="1981399"/>
                </a:lnTo>
                <a:lnTo>
                  <a:pt x="233970" y="1981140"/>
                </a:lnTo>
                <a:lnTo>
                  <a:pt x="236308" y="1980727"/>
                </a:lnTo>
                <a:lnTo>
                  <a:pt x="238982" y="1980688"/>
                </a:lnTo>
                <a:lnTo>
                  <a:pt x="240992" y="1980658"/>
                </a:lnTo>
                <a:lnTo>
                  <a:pt x="244544" y="1980658"/>
                </a:lnTo>
                <a:lnTo>
                  <a:pt x="246420" y="1980493"/>
                </a:lnTo>
                <a:lnTo>
                  <a:pt x="248182" y="1980467"/>
                </a:lnTo>
                <a:lnTo>
                  <a:pt x="249502" y="1979729"/>
                </a:lnTo>
                <a:lnTo>
                  <a:pt x="252293" y="1979155"/>
                </a:lnTo>
                <a:lnTo>
                  <a:pt x="255024" y="1978244"/>
                </a:lnTo>
                <a:lnTo>
                  <a:pt x="258174" y="1978152"/>
                </a:lnTo>
                <a:lnTo>
                  <a:pt x="259444" y="1978077"/>
                </a:lnTo>
                <a:lnTo>
                  <a:pt x="261162" y="1977769"/>
                </a:lnTo>
                <a:lnTo>
                  <a:pt x="263908" y="1977487"/>
                </a:lnTo>
                <a:lnTo>
                  <a:pt x="265031" y="1977487"/>
                </a:lnTo>
                <a:lnTo>
                  <a:pt x="266957" y="1976212"/>
                </a:lnTo>
                <a:lnTo>
                  <a:pt x="271510" y="1975610"/>
                </a:lnTo>
                <a:lnTo>
                  <a:pt x="271577" y="1975609"/>
                </a:lnTo>
                <a:lnTo>
                  <a:pt x="272307" y="1975179"/>
                </a:lnTo>
                <a:lnTo>
                  <a:pt x="276374" y="1973864"/>
                </a:lnTo>
                <a:lnTo>
                  <a:pt x="279748" y="1973715"/>
                </a:lnTo>
                <a:lnTo>
                  <a:pt x="280969" y="1973715"/>
                </a:lnTo>
                <a:lnTo>
                  <a:pt x="283088" y="1972343"/>
                </a:lnTo>
                <a:lnTo>
                  <a:pt x="287188" y="1972343"/>
                </a:lnTo>
                <a:lnTo>
                  <a:pt x="288470" y="1972192"/>
                </a:lnTo>
                <a:lnTo>
                  <a:pt x="289061" y="1972105"/>
                </a:lnTo>
                <a:lnTo>
                  <a:pt x="291377" y="1971084"/>
                </a:lnTo>
                <a:lnTo>
                  <a:pt x="294826" y="1970881"/>
                </a:lnTo>
                <a:lnTo>
                  <a:pt x="296836" y="1970703"/>
                </a:lnTo>
                <a:lnTo>
                  <a:pt x="298979" y="1970609"/>
                </a:lnTo>
                <a:lnTo>
                  <a:pt x="300656" y="1970535"/>
                </a:lnTo>
                <a:lnTo>
                  <a:pt x="301942" y="1970402"/>
                </a:lnTo>
                <a:lnTo>
                  <a:pt x="304280" y="1969956"/>
                </a:lnTo>
                <a:lnTo>
                  <a:pt x="306618" y="1969921"/>
                </a:lnTo>
                <a:lnTo>
                  <a:pt x="308561" y="1969721"/>
                </a:lnTo>
                <a:lnTo>
                  <a:pt x="310838" y="1969688"/>
                </a:lnTo>
                <a:lnTo>
                  <a:pt x="312781" y="1969630"/>
                </a:lnTo>
                <a:lnTo>
                  <a:pt x="314726" y="1969602"/>
                </a:lnTo>
                <a:lnTo>
                  <a:pt x="316631" y="1969547"/>
                </a:lnTo>
                <a:lnTo>
                  <a:pt x="317975" y="1969507"/>
                </a:lnTo>
                <a:lnTo>
                  <a:pt x="320051" y="1969171"/>
                </a:lnTo>
                <a:lnTo>
                  <a:pt x="320895" y="1969171"/>
                </a:lnTo>
                <a:lnTo>
                  <a:pt x="322269" y="1968606"/>
                </a:lnTo>
                <a:lnTo>
                  <a:pt x="325787" y="1968140"/>
                </a:lnTo>
                <a:lnTo>
                  <a:pt x="327239" y="1968077"/>
                </a:lnTo>
                <a:lnTo>
                  <a:pt x="328289" y="1967815"/>
                </a:lnTo>
                <a:lnTo>
                  <a:pt x="328625" y="1967731"/>
                </a:lnTo>
                <a:lnTo>
                  <a:pt x="331303" y="1965879"/>
                </a:lnTo>
                <a:lnTo>
                  <a:pt x="335330" y="1965642"/>
                </a:lnTo>
                <a:lnTo>
                  <a:pt x="337539" y="1965285"/>
                </a:lnTo>
                <a:lnTo>
                  <a:pt x="339746" y="1965285"/>
                </a:lnTo>
                <a:lnTo>
                  <a:pt x="341489" y="1965106"/>
                </a:lnTo>
                <a:lnTo>
                  <a:pt x="343899" y="1964999"/>
                </a:lnTo>
                <a:lnTo>
                  <a:pt x="345842" y="1964999"/>
                </a:lnTo>
                <a:lnTo>
                  <a:pt x="347585" y="1964922"/>
                </a:lnTo>
                <a:lnTo>
                  <a:pt x="349662" y="1964831"/>
                </a:lnTo>
                <a:lnTo>
                  <a:pt x="350558" y="1964818"/>
                </a:lnTo>
                <a:lnTo>
                  <a:pt x="352240" y="1964348"/>
                </a:lnTo>
                <a:lnTo>
                  <a:pt x="354695" y="1964167"/>
                </a:lnTo>
                <a:lnTo>
                  <a:pt x="356573" y="1963863"/>
                </a:lnTo>
                <a:lnTo>
                  <a:pt x="359044" y="1963645"/>
                </a:lnTo>
                <a:lnTo>
                  <a:pt x="361053" y="1963557"/>
                </a:lnTo>
                <a:lnTo>
                  <a:pt x="362403" y="1963458"/>
                </a:lnTo>
                <a:lnTo>
                  <a:pt x="364412" y="1963103"/>
                </a:lnTo>
                <a:lnTo>
                  <a:pt x="366816" y="1962962"/>
                </a:lnTo>
                <a:lnTo>
                  <a:pt x="368892" y="1962809"/>
                </a:lnTo>
                <a:lnTo>
                  <a:pt x="370835" y="1962752"/>
                </a:lnTo>
                <a:lnTo>
                  <a:pt x="372579" y="1962624"/>
                </a:lnTo>
                <a:lnTo>
                  <a:pt x="374266" y="1962500"/>
                </a:lnTo>
                <a:lnTo>
                  <a:pt x="375975" y="1962277"/>
                </a:lnTo>
                <a:lnTo>
                  <a:pt x="377769" y="1962039"/>
                </a:lnTo>
                <a:lnTo>
                  <a:pt x="379945" y="1961682"/>
                </a:lnTo>
                <a:lnTo>
                  <a:pt x="382228" y="1961514"/>
                </a:lnTo>
                <a:lnTo>
                  <a:pt x="384371" y="1961325"/>
                </a:lnTo>
                <a:lnTo>
                  <a:pt x="386319" y="1961268"/>
                </a:lnTo>
                <a:lnTo>
                  <a:pt x="387893" y="1961131"/>
                </a:lnTo>
                <a:lnTo>
                  <a:pt x="389057" y="1960994"/>
                </a:lnTo>
                <a:lnTo>
                  <a:pt x="390436" y="1960629"/>
                </a:lnTo>
                <a:lnTo>
                  <a:pt x="392941" y="1960002"/>
                </a:lnTo>
                <a:lnTo>
                  <a:pt x="395726" y="1959634"/>
                </a:lnTo>
                <a:lnTo>
                  <a:pt x="396900" y="1959565"/>
                </a:lnTo>
                <a:lnTo>
                  <a:pt x="398715" y="1959005"/>
                </a:lnTo>
                <a:lnTo>
                  <a:pt x="401228" y="1958783"/>
                </a:lnTo>
                <a:lnTo>
                  <a:pt x="402591" y="1958542"/>
                </a:lnTo>
                <a:lnTo>
                  <a:pt x="404791" y="1958057"/>
                </a:lnTo>
                <a:lnTo>
                  <a:pt x="406118" y="1957901"/>
                </a:lnTo>
                <a:lnTo>
                  <a:pt x="407690" y="1957323"/>
                </a:lnTo>
                <a:lnTo>
                  <a:pt x="410945" y="1956653"/>
                </a:lnTo>
                <a:lnTo>
                  <a:pt x="413545" y="1956500"/>
                </a:lnTo>
                <a:lnTo>
                  <a:pt x="414703" y="1956432"/>
                </a:lnTo>
                <a:lnTo>
                  <a:pt x="416646" y="1955974"/>
                </a:lnTo>
                <a:lnTo>
                  <a:pt x="418978" y="1955837"/>
                </a:lnTo>
                <a:lnTo>
                  <a:pt x="420921" y="1955552"/>
                </a:lnTo>
                <a:lnTo>
                  <a:pt x="422348" y="1955468"/>
                </a:lnTo>
                <a:lnTo>
                  <a:pt x="424226" y="1954970"/>
                </a:lnTo>
                <a:lnTo>
                  <a:pt x="426881" y="1954775"/>
                </a:lnTo>
                <a:lnTo>
                  <a:pt x="428891" y="1954568"/>
                </a:lnTo>
                <a:lnTo>
                  <a:pt x="430571" y="1954470"/>
                </a:lnTo>
                <a:lnTo>
                  <a:pt x="432646" y="1954134"/>
                </a:lnTo>
                <a:lnTo>
                  <a:pt x="434928" y="1954067"/>
                </a:lnTo>
                <a:lnTo>
                  <a:pt x="438407" y="1951626"/>
                </a:lnTo>
                <a:lnTo>
                  <a:pt x="442959" y="1951626"/>
                </a:lnTo>
                <a:lnTo>
                  <a:pt x="443849" y="1951574"/>
                </a:lnTo>
                <a:lnTo>
                  <a:pt x="444741" y="1951364"/>
                </a:lnTo>
                <a:lnTo>
                  <a:pt x="447729" y="1950455"/>
                </a:lnTo>
                <a:lnTo>
                  <a:pt x="450061" y="1950455"/>
                </a:lnTo>
                <a:lnTo>
                  <a:pt x="452157" y="1949345"/>
                </a:lnTo>
                <a:lnTo>
                  <a:pt x="456057" y="1948886"/>
                </a:lnTo>
                <a:lnTo>
                  <a:pt x="458066" y="1948768"/>
                </a:lnTo>
                <a:lnTo>
                  <a:pt x="460209" y="1948547"/>
                </a:lnTo>
                <a:lnTo>
                  <a:pt x="462152" y="1948518"/>
                </a:lnTo>
                <a:lnTo>
                  <a:pt x="463962" y="1948332"/>
                </a:lnTo>
                <a:lnTo>
                  <a:pt x="466104" y="1948238"/>
                </a:lnTo>
                <a:lnTo>
                  <a:pt x="467029" y="1948183"/>
                </a:lnTo>
                <a:lnTo>
                  <a:pt x="468771" y="1947081"/>
                </a:lnTo>
                <a:lnTo>
                  <a:pt x="472831" y="1946067"/>
                </a:lnTo>
                <a:lnTo>
                  <a:pt x="475554" y="1945826"/>
                </a:lnTo>
                <a:lnTo>
                  <a:pt x="477763" y="1945664"/>
                </a:lnTo>
                <a:lnTo>
                  <a:pt x="479840" y="1945603"/>
                </a:lnTo>
                <a:lnTo>
                  <a:pt x="481383" y="1945535"/>
                </a:lnTo>
                <a:lnTo>
                  <a:pt x="483128" y="1945330"/>
                </a:lnTo>
                <a:lnTo>
                  <a:pt x="485402" y="1945129"/>
                </a:lnTo>
                <a:lnTo>
                  <a:pt x="487412" y="1945040"/>
                </a:lnTo>
                <a:lnTo>
                  <a:pt x="489555" y="1944883"/>
                </a:lnTo>
                <a:lnTo>
                  <a:pt x="491299" y="1944883"/>
                </a:lnTo>
                <a:lnTo>
                  <a:pt x="493111" y="1944669"/>
                </a:lnTo>
                <a:lnTo>
                  <a:pt x="494625" y="1944626"/>
                </a:lnTo>
                <a:lnTo>
                  <a:pt x="496298" y="1944256"/>
                </a:lnTo>
                <a:lnTo>
                  <a:pt x="498733" y="1944038"/>
                </a:lnTo>
                <a:lnTo>
                  <a:pt x="500881" y="1943817"/>
                </a:lnTo>
                <a:lnTo>
                  <a:pt x="503224" y="1943714"/>
                </a:lnTo>
                <a:lnTo>
                  <a:pt x="503932" y="1943704"/>
                </a:lnTo>
                <a:lnTo>
                  <a:pt x="505558" y="1943178"/>
                </a:lnTo>
                <a:lnTo>
                  <a:pt x="508954" y="1942882"/>
                </a:lnTo>
                <a:lnTo>
                  <a:pt x="510364" y="1942882"/>
                </a:lnTo>
                <a:lnTo>
                  <a:pt x="512308" y="1942482"/>
                </a:lnTo>
                <a:lnTo>
                  <a:pt x="514711" y="1942482"/>
                </a:lnTo>
                <a:lnTo>
                  <a:pt x="516521" y="1942296"/>
                </a:lnTo>
                <a:lnTo>
                  <a:pt x="518200" y="1942247"/>
                </a:lnTo>
                <a:lnTo>
                  <a:pt x="520077" y="1941943"/>
                </a:lnTo>
                <a:lnTo>
                  <a:pt x="522483" y="1941837"/>
                </a:lnTo>
                <a:lnTo>
                  <a:pt x="523897" y="1941754"/>
                </a:lnTo>
                <a:lnTo>
                  <a:pt x="525254" y="1941534"/>
                </a:lnTo>
                <a:lnTo>
                  <a:pt x="527653" y="1941076"/>
                </a:lnTo>
                <a:lnTo>
                  <a:pt x="530456" y="1940911"/>
                </a:lnTo>
                <a:lnTo>
                  <a:pt x="531292" y="1940911"/>
                </a:lnTo>
                <a:lnTo>
                  <a:pt x="533170" y="1940331"/>
                </a:lnTo>
                <a:lnTo>
                  <a:pt x="536285" y="1940285"/>
                </a:lnTo>
                <a:lnTo>
                  <a:pt x="536681" y="1940267"/>
                </a:lnTo>
                <a:lnTo>
                  <a:pt x="538057" y="1939761"/>
                </a:lnTo>
                <a:lnTo>
                  <a:pt x="541518" y="1939151"/>
                </a:lnTo>
                <a:lnTo>
                  <a:pt x="543202" y="1939126"/>
                </a:lnTo>
                <a:lnTo>
                  <a:pt x="545013" y="1938700"/>
                </a:lnTo>
                <a:lnTo>
                  <a:pt x="547877" y="1938573"/>
                </a:lnTo>
                <a:lnTo>
                  <a:pt x="549553" y="1938524"/>
                </a:lnTo>
                <a:lnTo>
                  <a:pt x="551165" y="1938358"/>
                </a:lnTo>
                <a:lnTo>
                  <a:pt x="552353" y="1938236"/>
                </a:lnTo>
                <a:lnTo>
                  <a:pt x="554650" y="1937603"/>
                </a:lnTo>
                <a:lnTo>
                  <a:pt x="557146" y="1937530"/>
                </a:lnTo>
                <a:lnTo>
                  <a:pt x="558278" y="1937361"/>
                </a:lnTo>
                <a:lnTo>
                  <a:pt x="560687" y="1936865"/>
                </a:lnTo>
                <a:lnTo>
                  <a:pt x="563288" y="1936750"/>
                </a:lnTo>
                <a:lnTo>
                  <a:pt x="564965" y="1936652"/>
                </a:lnTo>
                <a:lnTo>
                  <a:pt x="567109" y="1936431"/>
                </a:lnTo>
                <a:lnTo>
                  <a:pt x="569280" y="1936400"/>
                </a:lnTo>
                <a:lnTo>
                  <a:pt x="571223" y="1936285"/>
                </a:lnTo>
                <a:lnTo>
                  <a:pt x="573166" y="1936257"/>
                </a:lnTo>
                <a:lnTo>
                  <a:pt x="574709" y="1936166"/>
                </a:lnTo>
                <a:lnTo>
                  <a:pt x="576719" y="1935959"/>
                </a:lnTo>
                <a:lnTo>
                  <a:pt x="579062" y="1935856"/>
                </a:lnTo>
                <a:lnTo>
                  <a:pt x="581072" y="1935826"/>
                </a:lnTo>
                <a:lnTo>
                  <a:pt x="582948" y="1935771"/>
                </a:lnTo>
                <a:lnTo>
                  <a:pt x="584958" y="1935712"/>
                </a:lnTo>
                <a:lnTo>
                  <a:pt x="586701" y="1935686"/>
                </a:lnTo>
                <a:lnTo>
                  <a:pt x="588178" y="1935578"/>
                </a:lnTo>
                <a:lnTo>
                  <a:pt x="589345" y="1935440"/>
                </a:lnTo>
                <a:lnTo>
                  <a:pt x="591810" y="1934824"/>
                </a:lnTo>
                <a:lnTo>
                  <a:pt x="594673" y="1934824"/>
                </a:lnTo>
                <a:lnTo>
                  <a:pt x="595886" y="1934771"/>
                </a:lnTo>
                <a:lnTo>
                  <a:pt x="597114" y="1934572"/>
                </a:lnTo>
                <a:lnTo>
                  <a:pt x="599577" y="1934065"/>
                </a:lnTo>
                <a:lnTo>
                  <a:pt x="602379" y="1933941"/>
                </a:lnTo>
                <a:lnTo>
                  <a:pt x="604389" y="1933912"/>
                </a:lnTo>
                <a:lnTo>
                  <a:pt x="605932" y="1933866"/>
                </a:lnTo>
                <a:lnTo>
                  <a:pt x="607281" y="1933727"/>
                </a:lnTo>
                <a:lnTo>
                  <a:pt x="609290" y="1933402"/>
                </a:lnTo>
                <a:lnTo>
                  <a:pt x="610660" y="1933282"/>
                </a:lnTo>
                <a:lnTo>
                  <a:pt x="612348" y="1932785"/>
                </a:lnTo>
                <a:lnTo>
                  <a:pt x="615516" y="1932319"/>
                </a:lnTo>
                <a:lnTo>
                  <a:pt x="617991" y="1932283"/>
                </a:lnTo>
                <a:lnTo>
                  <a:pt x="619401" y="1932241"/>
                </a:lnTo>
                <a:lnTo>
                  <a:pt x="620752" y="1932063"/>
                </a:lnTo>
                <a:lnTo>
                  <a:pt x="623090" y="1931685"/>
                </a:lnTo>
                <a:lnTo>
                  <a:pt x="625230" y="1931590"/>
                </a:lnTo>
                <a:lnTo>
                  <a:pt x="627307" y="1931346"/>
                </a:lnTo>
                <a:lnTo>
                  <a:pt x="629746" y="1931310"/>
                </a:lnTo>
                <a:lnTo>
                  <a:pt x="630444" y="1931300"/>
                </a:lnTo>
                <a:lnTo>
                  <a:pt x="632257" y="1930767"/>
                </a:lnTo>
                <a:lnTo>
                  <a:pt x="633773" y="1930700"/>
                </a:lnTo>
                <a:lnTo>
                  <a:pt x="635780" y="1929903"/>
                </a:lnTo>
                <a:lnTo>
                  <a:pt x="639326" y="1929799"/>
                </a:lnTo>
                <a:lnTo>
                  <a:pt x="641136" y="1929746"/>
                </a:lnTo>
                <a:lnTo>
                  <a:pt x="642160" y="1929685"/>
                </a:lnTo>
                <a:lnTo>
                  <a:pt x="643779" y="1929305"/>
                </a:lnTo>
                <a:lnTo>
                  <a:pt x="646766" y="1928909"/>
                </a:lnTo>
                <a:lnTo>
                  <a:pt x="648578" y="1928909"/>
                </a:lnTo>
                <a:lnTo>
                  <a:pt x="648758" y="1928880"/>
                </a:lnTo>
                <a:lnTo>
                  <a:pt x="650949" y="1927978"/>
                </a:lnTo>
                <a:lnTo>
                  <a:pt x="654671" y="1927595"/>
                </a:lnTo>
                <a:lnTo>
                  <a:pt x="656948" y="1927595"/>
                </a:lnTo>
                <a:lnTo>
                  <a:pt x="658691" y="1927543"/>
                </a:lnTo>
                <a:lnTo>
                  <a:pt x="660367" y="1927469"/>
                </a:lnTo>
                <a:lnTo>
                  <a:pt x="662045" y="1927321"/>
                </a:lnTo>
                <a:lnTo>
                  <a:pt x="664120" y="1927108"/>
                </a:lnTo>
                <a:lnTo>
                  <a:pt x="665605" y="1927020"/>
                </a:lnTo>
                <a:lnTo>
                  <a:pt x="666354" y="1926866"/>
                </a:lnTo>
                <a:lnTo>
                  <a:pt x="668734" y="1926061"/>
                </a:lnTo>
                <a:lnTo>
                  <a:pt x="672226" y="1925702"/>
                </a:lnTo>
                <a:lnTo>
                  <a:pt x="674439" y="1925734"/>
                </a:lnTo>
                <a:lnTo>
                  <a:pt x="676140" y="1925660"/>
                </a:lnTo>
                <a:lnTo>
                  <a:pt x="677985" y="1925578"/>
                </a:lnTo>
                <a:lnTo>
                  <a:pt x="679467" y="1925491"/>
                </a:lnTo>
                <a:lnTo>
                  <a:pt x="681610" y="1925176"/>
                </a:lnTo>
                <a:lnTo>
                  <a:pt x="683356" y="1925150"/>
                </a:lnTo>
                <a:lnTo>
                  <a:pt x="685035" y="1924829"/>
                </a:lnTo>
                <a:lnTo>
                  <a:pt x="686552" y="1924717"/>
                </a:lnTo>
                <a:lnTo>
                  <a:pt x="688654" y="1924108"/>
                </a:lnTo>
                <a:lnTo>
                  <a:pt x="691752" y="1923972"/>
                </a:lnTo>
                <a:lnTo>
                  <a:pt x="693428" y="1923922"/>
                </a:lnTo>
                <a:lnTo>
                  <a:pt x="694145" y="1923849"/>
                </a:lnTo>
                <a:lnTo>
                  <a:pt x="696411" y="1923149"/>
                </a:lnTo>
                <a:lnTo>
                  <a:pt x="699192" y="1923067"/>
                </a:lnTo>
                <a:lnTo>
                  <a:pt x="699610" y="1923018"/>
                </a:lnTo>
                <a:lnTo>
                  <a:pt x="701806" y="1922178"/>
                </a:lnTo>
                <a:lnTo>
                  <a:pt x="704496" y="1922020"/>
                </a:lnTo>
                <a:lnTo>
                  <a:pt x="706571" y="1921593"/>
                </a:lnTo>
                <a:lnTo>
                  <a:pt x="709040" y="1921520"/>
                </a:lnTo>
                <a:lnTo>
                  <a:pt x="711050" y="1921343"/>
                </a:lnTo>
                <a:lnTo>
                  <a:pt x="712337" y="1921324"/>
                </a:lnTo>
                <a:lnTo>
                  <a:pt x="713888" y="1920959"/>
                </a:lnTo>
                <a:lnTo>
                  <a:pt x="716152" y="1920726"/>
                </a:lnTo>
                <a:lnTo>
                  <a:pt x="717771" y="1920464"/>
                </a:lnTo>
                <a:lnTo>
                  <a:pt x="720105" y="1920052"/>
                </a:lnTo>
                <a:lnTo>
                  <a:pt x="722708" y="1919861"/>
                </a:lnTo>
                <a:lnTo>
                  <a:pt x="724320" y="1919813"/>
                </a:lnTo>
                <a:lnTo>
                  <a:pt x="726263" y="1919528"/>
                </a:lnTo>
                <a:lnTo>
                  <a:pt x="727315" y="1919497"/>
                </a:lnTo>
                <a:lnTo>
                  <a:pt x="729194" y="1918834"/>
                </a:lnTo>
                <a:lnTo>
                  <a:pt x="732691" y="1918679"/>
                </a:lnTo>
                <a:lnTo>
                  <a:pt x="734701" y="1918679"/>
                </a:lnTo>
                <a:lnTo>
                  <a:pt x="736443" y="1918628"/>
                </a:lnTo>
                <a:lnTo>
                  <a:pt x="737987" y="1918560"/>
                </a:lnTo>
                <a:lnTo>
                  <a:pt x="739864" y="1918339"/>
                </a:lnTo>
                <a:lnTo>
                  <a:pt x="741873" y="1918221"/>
                </a:lnTo>
                <a:lnTo>
                  <a:pt x="743949" y="1918007"/>
                </a:lnTo>
                <a:lnTo>
                  <a:pt x="745915" y="1917949"/>
                </a:lnTo>
                <a:lnTo>
                  <a:pt x="747605" y="1917005"/>
                </a:lnTo>
                <a:lnTo>
                  <a:pt x="750835" y="1916673"/>
                </a:lnTo>
                <a:lnTo>
                  <a:pt x="752908" y="1916185"/>
                </a:lnTo>
                <a:lnTo>
                  <a:pt x="754415" y="1916074"/>
                </a:lnTo>
                <a:lnTo>
                  <a:pt x="756616" y="1915329"/>
                </a:lnTo>
                <a:lnTo>
                  <a:pt x="759990" y="1915280"/>
                </a:lnTo>
                <a:lnTo>
                  <a:pt x="761268" y="1915261"/>
                </a:lnTo>
                <a:lnTo>
                  <a:pt x="762555" y="1915053"/>
                </a:lnTo>
                <a:lnTo>
                  <a:pt x="765154" y="1914632"/>
                </a:lnTo>
                <a:lnTo>
                  <a:pt x="767362" y="1914600"/>
                </a:lnTo>
                <a:lnTo>
                  <a:pt x="768972" y="1914434"/>
                </a:lnTo>
                <a:lnTo>
                  <a:pt x="771314" y="1914227"/>
                </a:lnTo>
                <a:lnTo>
                  <a:pt x="772039" y="1914217"/>
                </a:lnTo>
                <a:lnTo>
                  <a:pt x="773982" y="1913502"/>
                </a:lnTo>
                <a:lnTo>
                  <a:pt x="776879" y="1913460"/>
                </a:lnTo>
                <a:lnTo>
                  <a:pt x="777846" y="1913318"/>
                </a:lnTo>
                <a:lnTo>
                  <a:pt x="780308" y="1912738"/>
                </a:lnTo>
                <a:lnTo>
                  <a:pt x="782840" y="1912664"/>
                </a:lnTo>
                <a:lnTo>
                  <a:pt x="784783" y="1912464"/>
                </a:lnTo>
                <a:lnTo>
                  <a:pt x="787126" y="1912395"/>
                </a:lnTo>
                <a:lnTo>
                  <a:pt x="789002" y="1912367"/>
                </a:lnTo>
                <a:lnTo>
                  <a:pt x="790217" y="1912314"/>
                </a:lnTo>
                <a:lnTo>
                  <a:pt x="792028" y="1911994"/>
                </a:lnTo>
                <a:lnTo>
                  <a:pt x="794698" y="1911798"/>
                </a:lnTo>
                <a:lnTo>
                  <a:pt x="796508" y="1911771"/>
                </a:lnTo>
                <a:lnTo>
                  <a:pt x="797791" y="1911639"/>
                </a:lnTo>
                <a:lnTo>
                  <a:pt x="800130" y="1911261"/>
                </a:lnTo>
                <a:lnTo>
                  <a:pt x="802671" y="1911223"/>
                </a:lnTo>
                <a:lnTo>
                  <a:pt x="804614" y="1911166"/>
                </a:lnTo>
                <a:lnTo>
                  <a:pt x="806296" y="1911141"/>
                </a:lnTo>
                <a:lnTo>
                  <a:pt x="807935" y="1910999"/>
                </a:lnTo>
                <a:lnTo>
                  <a:pt x="809938" y="1910822"/>
                </a:lnTo>
                <a:lnTo>
                  <a:pt x="811948" y="1910674"/>
                </a:lnTo>
                <a:lnTo>
                  <a:pt x="813825" y="1910536"/>
                </a:lnTo>
                <a:lnTo>
                  <a:pt x="815834" y="1910359"/>
                </a:lnTo>
                <a:lnTo>
                  <a:pt x="817771" y="1910245"/>
                </a:lnTo>
                <a:lnTo>
                  <a:pt x="818670" y="1910165"/>
                </a:lnTo>
                <a:lnTo>
                  <a:pt x="820972" y="1909497"/>
                </a:lnTo>
                <a:lnTo>
                  <a:pt x="823740" y="1909456"/>
                </a:lnTo>
                <a:lnTo>
                  <a:pt x="824765" y="1909351"/>
                </a:lnTo>
                <a:lnTo>
                  <a:pt x="826773" y="1908908"/>
                </a:lnTo>
                <a:lnTo>
                  <a:pt x="829303" y="1908685"/>
                </a:lnTo>
                <a:lnTo>
                  <a:pt x="829863" y="1908635"/>
                </a:lnTo>
                <a:lnTo>
                  <a:pt x="831996" y="1907757"/>
                </a:lnTo>
                <a:lnTo>
                  <a:pt x="835532" y="1907601"/>
                </a:lnTo>
                <a:lnTo>
                  <a:pt x="837541" y="1907512"/>
                </a:lnTo>
                <a:lnTo>
                  <a:pt x="839086" y="1907467"/>
                </a:lnTo>
                <a:lnTo>
                  <a:pt x="840502" y="1907280"/>
                </a:lnTo>
                <a:lnTo>
                  <a:pt x="842773" y="1906945"/>
                </a:lnTo>
                <a:lnTo>
                  <a:pt x="845247" y="1906800"/>
                </a:lnTo>
                <a:lnTo>
                  <a:pt x="846596" y="1906760"/>
                </a:lnTo>
                <a:lnTo>
                  <a:pt x="847389" y="1906609"/>
                </a:lnTo>
                <a:lnTo>
                  <a:pt x="849395" y="1906019"/>
                </a:lnTo>
                <a:lnTo>
                  <a:pt x="850865" y="1905759"/>
                </a:lnTo>
                <a:lnTo>
                  <a:pt x="853055" y="1904858"/>
                </a:lnTo>
                <a:lnTo>
                  <a:pt x="856441" y="1904459"/>
                </a:lnTo>
                <a:lnTo>
                  <a:pt x="858715" y="1904292"/>
                </a:lnTo>
                <a:lnTo>
                  <a:pt x="860859" y="1904198"/>
                </a:lnTo>
                <a:lnTo>
                  <a:pt x="863003" y="1904135"/>
                </a:lnTo>
                <a:lnTo>
                  <a:pt x="864946" y="1904135"/>
                </a:lnTo>
                <a:lnTo>
                  <a:pt x="866289" y="1904095"/>
                </a:lnTo>
                <a:lnTo>
                  <a:pt x="867587" y="1903923"/>
                </a:lnTo>
                <a:lnTo>
                  <a:pt x="869886" y="1903523"/>
                </a:lnTo>
                <a:lnTo>
                  <a:pt x="872613" y="1903363"/>
                </a:lnTo>
                <a:lnTo>
                  <a:pt x="874556" y="1903363"/>
                </a:lnTo>
                <a:lnTo>
                  <a:pt x="876365" y="1903257"/>
                </a:lnTo>
                <a:lnTo>
                  <a:pt x="877081" y="1903236"/>
                </a:lnTo>
                <a:lnTo>
                  <a:pt x="877849" y="1902976"/>
                </a:lnTo>
                <a:lnTo>
                  <a:pt x="881221" y="1901934"/>
                </a:lnTo>
                <a:lnTo>
                  <a:pt x="884138" y="1901934"/>
                </a:lnTo>
                <a:lnTo>
                  <a:pt x="885814" y="1901786"/>
                </a:lnTo>
                <a:lnTo>
                  <a:pt x="887824" y="1901668"/>
                </a:lnTo>
                <a:lnTo>
                  <a:pt x="889834" y="1901520"/>
                </a:lnTo>
                <a:lnTo>
                  <a:pt x="891710" y="1901438"/>
                </a:lnTo>
                <a:lnTo>
                  <a:pt x="892677" y="1901352"/>
                </a:lnTo>
                <a:lnTo>
                  <a:pt x="894816" y="1900786"/>
                </a:lnTo>
                <a:lnTo>
                  <a:pt x="897079" y="1900686"/>
                </a:lnTo>
                <a:lnTo>
                  <a:pt x="899022" y="1900315"/>
                </a:lnTo>
                <a:lnTo>
                  <a:pt x="901692" y="1900197"/>
                </a:lnTo>
                <a:lnTo>
                  <a:pt x="902845" y="1900163"/>
                </a:lnTo>
                <a:lnTo>
                  <a:pt x="904013" y="1899906"/>
                </a:lnTo>
                <a:lnTo>
                  <a:pt x="906533" y="1899387"/>
                </a:lnTo>
                <a:lnTo>
                  <a:pt x="908867" y="1899181"/>
                </a:lnTo>
                <a:lnTo>
                  <a:pt x="910876" y="1898945"/>
                </a:lnTo>
                <a:lnTo>
                  <a:pt x="912236" y="1898844"/>
                </a:lnTo>
                <a:lnTo>
                  <a:pt x="913542" y="1898518"/>
                </a:lnTo>
                <a:lnTo>
                  <a:pt x="916381" y="1897892"/>
                </a:lnTo>
                <a:lnTo>
                  <a:pt x="919180" y="1897768"/>
                </a:lnTo>
                <a:lnTo>
                  <a:pt x="920923" y="1897717"/>
                </a:lnTo>
                <a:lnTo>
                  <a:pt x="922800" y="1897551"/>
                </a:lnTo>
                <a:lnTo>
                  <a:pt x="923469" y="1897522"/>
                </a:lnTo>
                <a:lnTo>
                  <a:pt x="925226" y="1896850"/>
                </a:lnTo>
                <a:lnTo>
                  <a:pt x="928071" y="1896603"/>
                </a:lnTo>
                <a:lnTo>
                  <a:pt x="929812" y="1896295"/>
                </a:lnTo>
                <a:lnTo>
                  <a:pt x="932213" y="1895978"/>
                </a:lnTo>
                <a:lnTo>
                  <a:pt x="934553" y="1895805"/>
                </a:lnTo>
                <a:lnTo>
                  <a:pt x="936559" y="1895717"/>
                </a:lnTo>
                <a:lnTo>
                  <a:pt x="937686" y="1895650"/>
                </a:lnTo>
                <a:lnTo>
                  <a:pt x="939701" y="1895205"/>
                </a:lnTo>
                <a:lnTo>
                  <a:pt x="942329" y="1895091"/>
                </a:lnTo>
                <a:lnTo>
                  <a:pt x="944469" y="1894933"/>
                </a:lnTo>
                <a:lnTo>
                  <a:pt x="946412" y="1894933"/>
                </a:lnTo>
                <a:lnTo>
                  <a:pt x="947823" y="1894830"/>
                </a:lnTo>
                <a:lnTo>
                  <a:pt x="950032" y="1894570"/>
                </a:lnTo>
                <a:lnTo>
                  <a:pt x="952308" y="1894536"/>
                </a:lnTo>
                <a:lnTo>
                  <a:pt x="953328" y="1894491"/>
                </a:lnTo>
                <a:lnTo>
                  <a:pt x="955140" y="1894092"/>
                </a:lnTo>
                <a:lnTo>
                  <a:pt x="957871" y="1893891"/>
                </a:lnTo>
                <a:lnTo>
                  <a:pt x="960081" y="1893793"/>
                </a:lnTo>
                <a:lnTo>
                  <a:pt x="961957" y="1893766"/>
                </a:lnTo>
                <a:lnTo>
                  <a:pt x="963700" y="1893663"/>
                </a:lnTo>
                <a:lnTo>
                  <a:pt x="965910" y="1893533"/>
                </a:lnTo>
                <a:lnTo>
                  <a:pt x="967787" y="1893533"/>
                </a:lnTo>
                <a:lnTo>
                  <a:pt x="969066" y="1893439"/>
                </a:lnTo>
                <a:lnTo>
                  <a:pt x="971274" y="1893114"/>
                </a:lnTo>
                <a:lnTo>
                  <a:pt x="973950" y="1893075"/>
                </a:lnTo>
                <a:lnTo>
                  <a:pt x="975760" y="1893102"/>
                </a:lnTo>
                <a:lnTo>
                  <a:pt x="977636" y="1893019"/>
                </a:lnTo>
                <a:lnTo>
                  <a:pt x="978531" y="1893019"/>
                </a:lnTo>
                <a:lnTo>
                  <a:pt x="980147" y="1892567"/>
                </a:lnTo>
                <a:lnTo>
                  <a:pt x="982799" y="1892372"/>
                </a:lnTo>
                <a:lnTo>
                  <a:pt x="984809" y="1892136"/>
                </a:lnTo>
                <a:lnTo>
                  <a:pt x="987084" y="1892002"/>
                </a:lnTo>
                <a:lnTo>
                  <a:pt x="988834" y="1891925"/>
                </a:lnTo>
                <a:lnTo>
                  <a:pt x="990021" y="1891804"/>
                </a:lnTo>
                <a:lnTo>
                  <a:pt x="991893" y="1891392"/>
                </a:lnTo>
                <a:lnTo>
                  <a:pt x="994223" y="1891117"/>
                </a:lnTo>
                <a:lnTo>
                  <a:pt x="996359" y="1890835"/>
                </a:lnTo>
                <a:lnTo>
                  <a:pt x="998739" y="1890657"/>
                </a:lnTo>
                <a:lnTo>
                  <a:pt x="1000517" y="1890606"/>
                </a:lnTo>
                <a:lnTo>
                  <a:pt x="1001608" y="1890477"/>
                </a:lnTo>
                <a:lnTo>
                  <a:pt x="1003944" y="1889962"/>
                </a:lnTo>
                <a:lnTo>
                  <a:pt x="1006610" y="1889884"/>
                </a:lnTo>
                <a:lnTo>
                  <a:pt x="1008353" y="1889781"/>
                </a:lnTo>
                <a:lnTo>
                  <a:pt x="1009075" y="1889728"/>
                </a:lnTo>
                <a:lnTo>
                  <a:pt x="1011212" y="1889005"/>
                </a:lnTo>
                <a:lnTo>
                  <a:pt x="1014051" y="1888922"/>
                </a:lnTo>
                <a:lnTo>
                  <a:pt x="1015337" y="1888751"/>
                </a:lnTo>
                <a:lnTo>
                  <a:pt x="1017806" y="1888316"/>
                </a:lnTo>
                <a:lnTo>
                  <a:pt x="1019619" y="1888289"/>
                </a:lnTo>
                <a:lnTo>
                  <a:pt x="1021103" y="1887984"/>
                </a:lnTo>
                <a:lnTo>
                  <a:pt x="1023239" y="1887732"/>
                </a:lnTo>
                <a:lnTo>
                  <a:pt x="1025182" y="1887418"/>
                </a:lnTo>
                <a:lnTo>
                  <a:pt x="1027652" y="1887127"/>
                </a:lnTo>
                <a:lnTo>
                  <a:pt x="1030128" y="1887018"/>
                </a:lnTo>
                <a:lnTo>
                  <a:pt x="1031344" y="1887018"/>
                </a:lnTo>
                <a:lnTo>
                  <a:pt x="1032068" y="1886869"/>
                </a:lnTo>
                <a:lnTo>
                  <a:pt x="1034262" y="1886256"/>
                </a:lnTo>
                <a:lnTo>
                  <a:pt x="1036972" y="1885858"/>
                </a:lnTo>
                <a:lnTo>
                  <a:pt x="1039244" y="1885624"/>
                </a:lnTo>
                <a:lnTo>
                  <a:pt x="1041519" y="1885456"/>
                </a:lnTo>
                <a:lnTo>
                  <a:pt x="1043131" y="1885409"/>
                </a:lnTo>
                <a:lnTo>
                  <a:pt x="1044876" y="1885152"/>
                </a:lnTo>
                <a:lnTo>
                  <a:pt x="1047153" y="1884985"/>
                </a:lnTo>
                <a:lnTo>
                  <a:pt x="1048993" y="1884852"/>
                </a:lnTo>
                <a:lnTo>
                  <a:pt x="1051264" y="1884618"/>
                </a:lnTo>
                <a:lnTo>
                  <a:pt x="1053541" y="1884618"/>
                </a:lnTo>
                <a:lnTo>
                  <a:pt x="1054875" y="1884579"/>
                </a:lnTo>
                <a:lnTo>
                  <a:pt x="1056856" y="1884313"/>
                </a:lnTo>
                <a:lnTo>
                  <a:pt x="1058178" y="1884293"/>
                </a:lnTo>
                <a:lnTo>
                  <a:pt x="1059824" y="1883840"/>
                </a:lnTo>
                <a:lnTo>
                  <a:pt x="1062261" y="1883625"/>
                </a:lnTo>
                <a:lnTo>
                  <a:pt x="1063560" y="1883415"/>
                </a:lnTo>
                <a:lnTo>
                  <a:pt x="1065314" y="1883002"/>
                </a:lnTo>
                <a:lnTo>
                  <a:pt x="1068093" y="1882430"/>
                </a:lnTo>
                <a:lnTo>
                  <a:pt x="1070495" y="1882324"/>
                </a:lnTo>
                <a:lnTo>
                  <a:pt x="1072571" y="1882110"/>
                </a:lnTo>
                <a:lnTo>
                  <a:pt x="1073798" y="1882092"/>
                </a:lnTo>
                <a:lnTo>
                  <a:pt x="1075610" y="1881612"/>
                </a:lnTo>
                <a:lnTo>
                  <a:pt x="1078201" y="1881498"/>
                </a:lnTo>
                <a:lnTo>
                  <a:pt x="1079814" y="1881308"/>
                </a:lnTo>
                <a:lnTo>
                  <a:pt x="1081052" y="1881163"/>
                </a:lnTo>
                <a:lnTo>
                  <a:pt x="1083189" y="1880566"/>
                </a:lnTo>
                <a:lnTo>
                  <a:pt x="1086239" y="1880341"/>
                </a:lnTo>
                <a:lnTo>
                  <a:pt x="1088182" y="1880284"/>
                </a:lnTo>
                <a:lnTo>
                  <a:pt x="1089793" y="1880166"/>
                </a:lnTo>
                <a:lnTo>
                  <a:pt x="1091277" y="1880013"/>
                </a:lnTo>
                <a:lnTo>
                  <a:pt x="1091645" y="1879948"/>
                </a:lnTo>
                <a:lnTo>
                  <a:pt x="1093891" y="1878858"/>
                </a:lnTo>
                <a:lnTo>
                  <a:pt x="1097565" y="1878480"/>
                </a:lnTo>
                <a:lnTo>
                  <a:pt x="1099376" y="1878347"/>
                </a:lnTo>
                <a:lnTo>
                  <a:pt x="1101386" y="1878081"/>
                </a:lnTo>
                <a:lnTo>
                  <a:pt x="1103527" y="1877955"/>
                </a:lnTo>
                <a:lnTo>
                  <a:pt x="1105338" y="1877795"/>
                </a:lnTo>
                <a:lnTo>
                  <a:pt x="1105529" y="1877778"/>
                </a:lnTo>
                <a:lnTo>
                  <a:pt x="1107378" y="1876840"/>
                </a:lnTo>
                <a:lnTo>
                  <a:pt x="1111329" y="1876375"/>
                </a:lnTo>
                <a:lnTo>
                  <a:pt x="1112879" y="1876330"/>
                </a:lnTo>
                <a:lnTo>
                  <a:pt x="1114290" y="1876039"/>
                </a:lnTo>
                <a:lnTo>
                  <a:pt x="1116921" y="1875647"/>
                </a:lnTo>
                <a:lnTo>
                  <a:pt x="1119539" y="1875531"/>
                </a:lnTo>
                <a:lnTo>
                  <a:pt x="1120213" y="1875531"/>
                </a:lnTo>
                <a:lnTo>
                  <a:pt x="1122156" y="1874874"/>
                </a:lnTo>
                <a:lnTo>
                  <a:pt x="1124286" y="1874874"/>
                </a:lnTo>
                <a:lnTo>
                  <a:pt x="1124853" y="1874707"/>
                </a:lnTo>
                <a:lnTo>
                  <a:pt x="1127852" y="1873737"/>
                </a:lnTo>
                <a:lnTo>
                  <a:pt x="1130366" y="1873626"/>
                </a:lnTo>
                <a:lnTo>
                  <a:pt x="1132375" y="1873242"/>
                </a:lnTo>
                <a:lnTo>
                  <a:pt x="1135046" y="1873163"/>
                </a:lnTo>
                <a:lnTo>
                  <a:pt x="1136922" y="1873108"/>
                </a:lnTo>
                <a:lnTo>
                  <a:pt x="1138731" y="1873028"/>
                </a:lnTo>
                <a:lnTo>
                  <a:pt x="1140808" y="1872906"/>
                </a:lnTo>
                <a:lnTo>
                  <a:pt x="1142818" y="1872877"/>
                </a:lnTo>
                <a:lnTo>
                  <a:pt x="1144361" y="1872808"/>
                </a:lnTo>
                <a:lnTo>
                  <a:pt x="1145777" y="1872663"/>
                </a:lnTo>
                <a:lnTo>
                  <a:pt x="1147720" y="1872348"/>
                </a:lnTo>
                <a:lnTo>
                  <a:pt x="1150257" y="1872087"/>
                </a:lnTo>
                <a:lnTo>
                  <a:pt x="1151612" y="1872047"/>
                </a:lnTo>
                <a:lnTo>
                  <a:pt x="1153687" y="1871559"/>
                </a:lnTo>
                <a:lnTo>
                  <a:pt x="1156420" y="1871559"/>
                </a:lnTo>
                <a:lnTo>
                  <a:pt x="1158029" y="1871464"/>
                </a:lnTo>
                <a:lnTo>
                  <a:pt x="1159380" y="1871365"/>
                </a:lnTo>
                <a:lnTo>
                  <a:pt x="1160132" y="1871221"/>
                </a:lnTo>
                <a:lnTo>
                  <a:pt x="1161372" y="1870784"/>
                </a:lnTo>
                <a:lnTo>
                  <a:pt x="1164781" y="1869530"/>
                </a:lnTo>
                <a:lnTo>
                  <a:pt x="1166990" y="1869530"/>
                </a:lnTo>
                <a:lnTo>
                  <a:pt x="1168068" y="1869202"/>
                </a:lnTo>
                <a:lnTo>
                  <a:pt x="1169757" y="1868855"/>
                </a:lnTo>
                <a:lnTo>
                  <a:pt x="1170458" y="1868597"/>
                </a:lnTo>
                <a:lnTo>
                  <a:pt x="1173639" y="1866888"/>
                </a:lnTo>
                <a:lnTo>
                  <a:pt x="1177727" y="1866707"/>
                </a:lnTo>
                <a:lnTo>
                  <a:pt x="1179741" y="1866648"/>
                </a:lnTo>
                <a:lnTo>
                  <a:pt x="1180535" y="1866625"/>
                </a:lnTo>
                <a:lnTo>
                  <a:pt x="1181528" y="1866333"/>
                </a:lnTo>
                <a:lnTo>
                  <a:pt x="1184283" y="1865644"/>
                </a:lnTo>
                <a:lnTo>
                  <a:pt x="1184597" y="1865612"/>
                </a:lnTo>
                <a:lnTo>
                  <a:pt x="1186776" y="1864138"/>
                </a:lnTo>
                <a:lnTo>
                  <a:pt x="1190437" y="1863976"/>
                </a:lnTo>
                <a:lnTo>
                  <a:pt x="1192578" y="1863472"/>
                </a:lnTo>
                <a:lnTo>
                  <a:pt x="1195444" y="1863472"/>
                </a:lnTo>
                <a:lnTo>
                  <a:pt x="1197253" y="1863419"/>
                </a:lnTo>
                <a:lnTo>
                  <a:pt x="1198929" y="1863370"/>
                </a:lnTo>
                <a:lnTo>
                  <a:pt x="1200673" y="1863216"/>
                </a:lnTo>
                <a:lnTo>
                  <a:pt x="1202418" y="1863088"/>
                </a:lnTo>
                <a:lnTo>
                  <a:pt x="1204494" y="1862813"/>
                </a:lnTo>
                <a:lnTo>
                  <a:pt x="1206046" y="1862745"/>
                </a:lnTo>
                <a:lnTo>
                  <a:pt x="1207989" y="1862316"/>
                </a:lnTo>
                <a:lnTo>
                  <a:pt x="1209866" y="1862233"/>
                </a:lnTo>
                <a:lnTo>
                  <a:pt x="1211732" y="1860998"/>
                </a:lnTo>
                <a:lnTo>
                  <a:pt x="1215888" y="1860448"/>
                </a:lnTo>
                <a:lnTo>
                  <a:pt x="1217443" y="1860288"/>
                </a:lnTo>
                <a:lnTo>
                  <a:pt x="1219128" y="1859916"/>
                </a:lnTo>
                <a:lnTo>
                  <a:pt x="1221262" y="1859571"/>
                </a:lnTo>
                <a:lnTo>
                  <a:pt x="1223335" y="1859205"/>
                </a:lnTo>
                <a:lnTo>
                  <a:pt x="1225868" y="1858870"/>
                </a:lnTo>
                <a:lnTo>
                  <a:pt x="1227434" y="1858801"/>
                </a:lnTo>
                <a:lnTo>
                  <a:pt x="1229079" y="1858443"/>
                </a:lnTo>
                <a:lnTo>
                  <a:pt x="1231072" y="1858208"/>
                </a:lnTo>
                <a:lnTo>
                  <a:pt x="1232555" y="1857903"/>
                </a:lnTo>
                <a:lnTo>
                  <a:pt x="1233747" y="1857636"/>
                </a:lnTo>
                <a:lnTo>
                  <a:pt x="1236009" y="1856771"/>
                </a:lnTo>
                <a:lnTo>
                  <a:pt x="1239669" y="1856233"/>
                </a:lnTo>
                <a:lnTo>
                  <a:pt x="1241185" y="1856255"/>
                </a:lnTo>
                <a:lnTo>
                  <a:pt x="1242735" y="1855868"/>
                </a:lnTo>
                <a:lnTo>
                  <a:pt x="1245459" y="1855667"/>
                </a:lnTo>
                <a:lnTo>
                  <a:pt x="1246877" y="1855563"/>
                </a:lnTo>
                <a:lnTo>
                  <a:pt x="1248624" y="1855229"/>
                </a:lnTo>
                <a:lnTo>
                  <a:pt x="1251422" y="1854900"/>
                </a:lnTo>
                <a:lnTo>
                  <a:pt x="1253565" y="1854900"/>
                </a:lnTo>
                <a:lnTo>
                  <a:pt x="1254976" y="1854796"/>
                </a:lnTo>
                <a:lnTo>
                  <a:pt x="1256591" y="1854606"/>
                </a:lnTo>
                <a:lnTo>
                  <a:pt x="1257353" y="1854494"/>
                </a:lnTo>
                <a:lnTo>
                  <a:pt x="1259546" y="1853623"/>
                </a:lnTo>
                <a:lnTo>
                  <a:pt x="1262814" y="1853335"/>
                </a:lnTo>
                <a:lnTo>
                  <a:pt x="1264235" y="1853210"/>
                </a:lnTo>
                <a:lnTo>
                  <a:pt x="1266243" y="1852796"/>
                </a:lnTo>
                <a:lnTo>
                  <a:pt x="1268316" y="1852644"/>
                </a:lnTo>
                <a:lnTo>
                  <a:pt x="1268947" y="1852532"/>
                </a:lnTo>
                <a:lnTo>
                  <a:pt x="1271201" y="1851671"/>
                </a:lnTo>
                <a:lnTo>
                  <a:pt x="1274079" y="1851374"/>
                </a:lnTo>
                <a:lnTo>
                  <a:pt x="1274722" y="1851270"/>
                </a:lnTo>
                <a:lnTo>
                  <a:pt x="1277358" y="1850185"/>
                </a:lnTo>
                <a:lnTo>
                  <a:pt x="1280240" y="1850185"/>
                </a:lnTo>
                <a:lnTo>
                  <a:pt x="1282051" y="1849839"/>
                </a:lnTo>
                <a:lnTo>
                  <a:pt x="1284454" y="1849768"/>
                </a:lnTo>
                <a:lnTo>
                  <a:pt x="1285803" y="1849649"/>
                </a:lnTo>
                <a:lnTo>
                  <a:pt x="1286753" y="1849496"/>
                </a:lnTo>
                <a:lnTo>
                  <a:pt x="1289430" y="1848642"/>
                </a:lnTo>
                <a:lnTo>
                  <a:pt x="1291841" y="1848642"/>
                </a:lnTo>
                <a:lnTo>
                  <a:pt x="1293817" y="1847421"/>
                </a:lnTo>
                <a:lnTo>
                  <a:pt x="1298189" y="1847164"/>
                </a:lnTo>
                <a:lnTo>
                  <a:pt x="1300400" y="1847099"/>
                </a:lnTo>
                <a:lnTo>
                  <a:pt x="1302372" y="1847099"/>
                </a:lnTo>
                <a:lnTo>
                  <a:pt x="1304181" y="1847046"/>
                </a:lnTo>
                <a:lnTo>
                  <a:pt x="1306124" y="1846989"/>
                </a:lnTo>
                <a:lnTo>
                  <a:pt x="1308000" y="1846933"/>
                </a:lnTo>
                <a:lnTo>
                  <a:pt x="1310010" y="1846845"/>
                </a:lnTo>
                <a:lnTo>
                  <a:pt x="1311227" y="1846827"/>
                </a:lnTo>
                <a:lnTo>
                  <a:pt x="1311376" y="1846796"/>
                </a:lnTo>
                <a:lnTo>
                  <a:pt x="1314123" y="1845584"/>
                </a:lnTo>
                <a:lnTo>
                  <a:pt x="1317850" y="1845529"/>
                </a:lnTo>
                <a:lnTo>
                  <a:pt x="1318303" y="1845516"/>
                </a:lnTo>
                <a:lnTo>
                  <a:pt x="1319018" y="1845264"/>
                </a:lnTo>
                <a:lnTo>
                  <a:pt x="1321927" y="1844323"/>
                </a:lnTo>
                <a:lnTo>
                  <a:pt x="1325022" y="1843958"/>
                </a:lnTo>
                <a:lnTo>
                  <a:pt x="1327364" y="1843821"/>
                </a:lnTo>
                <a:lnTo>
                  <a:pt x="1328844" y="1843777"/>
                </a:lnTo>
                <a:lnTo>
                  <a:pt x="1330787" y="1843463"/>
                </a:lnTo>
                <a:lnTo>
                  <a:pt x="1332994" y="1843398"/>
                </a:lnTo>
                <a:lnTo>
                  <a:pt x="1334474" y="1843246"/>
                </a:lnTo>
                <a:lnTo>
                  <a:pt x="1335587" y="1843098"/>
                </a:lnTo>
                <a:lnTo>
                  <a:pt x="1337467" y="1842545"/>
                </a:lnTo>
                <a:lnTo>
                  <a:pt x="1340568" y="1842089"/>
                </a:lnTo>
                <a:lnTo>
                  <a:pt x="1341380" y="1842065"/>
                </a:lnTo>
                <a:lnTo>
                  <a:pt x="1343452" y="1841212"/>
                </a:lnTo>
                <a:lnTo>
                  <a:pt x="1346204" y="1841212"/>
                </a:lnTo>
                <a:lnTo>
                  <a:pt x="1347253" y="1840981"/>
                </a:lnTo>
                <a:lnTo>
                  <a:pt x="1349351" y="1840555"/>
                </a:lnTo>
                <a:lnTo>
                  <a:pt x="1351923" y="1840064"/>
                </a:lnTo>
                <a:lnTo>
                  <a:pt x="1353773" y="1839953"/>
                </a:lnTo>
                <a:lnTo>
                  <a:pt x="1354408" y="1839822"/>
                </a:lnTo>
                <a:lnTo>
                  <a:pt x="1357169" y="1838807"/>
                </a:lnTo>
                <a:lnTo>
                  <a:pt x="1360140" y="1838764"/>
                </a:lnTo>
                <a:lnTo>
                  <a:pt x="1361780" y="1838550"/>
                </a:lnTo>
                <a:lnTo>
                  <a:pt x="1364112" y="1838344"/>
                </a:lnTo>
                <a:lnTo>
                  <a:pt x="1366322" y="1838247"/>
                </a:lnTo>
                <a:lnTo>
                  <a:pt x="1368131" y="1838193"/>
                </a:lnTo>
                <a:lnTo>
                  <a:pt x="1370208" y="1838041"/>
                </a:lnTo>
                <a:lnTo>
                  <a:pt x="1371493" y="1838041"/>
                </a:lnTo>
                <a:lnTo>
                  <a:pt x="1371981" y="1837933"/>
                </a:lnTo>
                <a:lnTo>
                  <a:pt x="1374808" y="1836977"/>
                </a:lnTo>
                <a:lnTo>
                  <a:pt x="1378103" y="1836928"/>
                </a:lnTo>
                <a:lnTo>
                  <a:pt x="1379800" y="1836080"/>
                </a:lnTo>
                <a:lnTo>
                  <a:pt x="1383609" y="1835856"/>
                </a:lnTo>
                <a:lnTo>
                  <a:pt x="1385287" y="1835757"/>
                </a:lnTo>
                <a:lnTo>
                  <a:pt x="1387363" y="1835513"/>
                </a:lnTo>
                <a:lnTo>
                  <a:pt x="1387868" y="1835498"/>
                </a:lnTo>
                <a:lnTo>
                  <a:pt x="1389192" y="1834894"/>
                </a:lnTo>
                <a:lnTo>
                  <a:pt x="1392797" y="1834258"/>
                </a:lnTo>
                <a:lnTo>
                  <a:pt x="1393291" y="1834229"/>
                </a:lnTo>
                <a:lnTo>
                  <a:pt x="1394519" y="1833579"/>
                </a:lnTo>
                <a:lnTo>
                  <a:pt x="1398434" y="1832658"/>
                </a:lnTo>
                <a:lnTo>
                  <a:pt x="1400636" y="1832561"/>
                </a:lnTo>
                <a:lnTo>
                  <a:pt x="1403558" y="1832045"/>
                </a:lnTo>
                <a:lnTo>
                  <a:pt x="1405628" y="1831497"/>
                </a:lnTo>
                <a:lnTo>
                  <a:pt x="1408673" y="1831049"/>
                </a:lnTo>
                <a:lnTo>
                  <a:pt x="1410769" y="1831019"/>
                </a:lnTo>
                <a:lnTo>
                  <a:pt x="1411515" y="1830930"/>
                </a:lnTo>
                <a:lnTo>
                  <a:pt x="1413985" y="1830240"/>
                </a:lnTo>
                <a:lnTo>
                  <a:pt x="1416976" y="1830240"/>
                </a:lnTo>
                <a:lnTo>
                  <a:pt x="1418852" y="1830157"/>
                </a:lnTo>
                <a:lnTo>
                  <a:pt x="1420798" y="1830128"/>
                </a:lnTo>
                <a:lnTo>
                  <a:pt x="1422238" y="1830066"/>
                </a:lnTo>
                <a:lnTo>
                  <a:pt x="1424245" y="1829800"/>
                </a:lnTo>
                <a:lnTo>
                  <a:pt x="1425926" y="1829751"/>
                </a:lnTo>
                <a:lnTo>
                  <a:pt x="1427935" y="1829367"/>
                </a:lnTo>
                <a:lnTo>
                  <a:pt x="1429813" y="1829339"/>
                </a:lnTo>
                <a:lnTo>
                  <a:pt x="1431756" y="1828939"/>
                </a:lnTo>
                <a:lnTo>
                  <a:pt x="1434027" y="1828905"/>
                </a:lnTo>
                <a:lnTo>
                  <a:pt x="1435183" y="1828752"/>
                </a:lnTo>
                <a:lnTo>
                  <a:pt x="1436495" y="1828502"/>
                </a:lnTo>
                <a:lnTo>
                  <a:pt x="1439274" y="1827725"/>
                </a:lnTo>
                <a:lnTo>
                  <a:pt x="1441734" y="1827725"/>
                </a:lnTo>
                <a:lnTo>
                  <a:pt x="1443544" y="1827432"/>
                </a:lnTo>
                <a:lnTo>
                  <a:pt x="1445951" y="1827361"/>
                </a:lnTo>
                <a:lnTo>
                  <a:pt x="1446848" y="1827309"/>
                </a:lnTo>
                <a:lnTo>
                  <a:pt x="1448791" y="1826794"/>
                </a:lnTo>
                <a:lnTo>
                  <a:pt x="1451647" y="1826626"/>
                </a:lnTo>
                <a:lnTo>
                  <a:pt x="1453790" y="1826500"/>
                </a:lnTo>
                <a:lnTo>
                  <a:pt x="1456001" y="1826468"/>
                </a:lnTo>
                <a:lnTo>
                  <a:pt x="1457944" y="1826468"/>
                </a:lnTo>
                <a:lnTo>
                  <a:pt x="1459287" y="1826448"/>
                </a:lnTo>
                <a:lnTo>
                  <a:pt x="1460899" y="1826235"/>
                </a:lnTo>
                <a:lnTo>
                  <a:pt x="1463039" y="1826046"/>
                </a:lnTo>
                <a:lnTo>
                  <a:pt x="1463426" y="1826012"/>
                </a:lnTo>
                <a:lnTo>
                  <a:pt x="1464424" y="1825557"/>
                </a:lnTo>
                <a:lnTo>
                  <a:pt x="1467976" y="1824407"/>
                </a:lnTo>
                <a:lnTo>
                  <a:pt x="1470637" y="1824253"/>
                </a:lnTo>
                <a:lnTo>
                  <a:pt x="1472350" y="1823972"/>
                </a:lnTo>
                <a:lnTo>
                  <a:pt x="1474964" y="1823703"/>
                </a:lnTo>
                <a:lnTo>
                  <a:pt x="1477174" y="1823670"/>
                </a:lnTo>
                <a:lnTo>
                  <a:pt x="1478388" y="1823617"/>
                </a:lnTo>
                <a:lnTo>
                  <a:pt x="1480269" y="1823285"/>
                </a:lnTo>
                <a:lnTo>
                  <a:pt x="1482306" y="1823167"/>
                </a:lnTo>
                <a:lnTo>
                  <a:pt x="1484312" y="1822842"/>
                </a:lnTo>
                <a:lnTo>
                  <a:pt x="1486584" y="1822742"/>
                </a:lnTo>
                <a:lnTo>
                  <a:pt x="1488661" y="1822559"/>
                </a:lnTo>
                <a:lnTo>
                  <a:pt x="1490274" y="1822535"/>
                </a:lnTo>
                <a:lnTo>
                  <a:pt x="1490521" y="1822495"/>
                </a:lnTo>
                <a:lnTo>
                  <a:pt x="1492222" y="1821795"/>
                </a:lnTo>
                <a:lnTo>
                  <a:pt x="1495711" y="1821025"/>
                </a:lnTo>
                <a:lnTo>
                  <a:pt x="1498310" y="1820910"/>
                </a:lnTo>
                <a:lnTo>
                  <a:pt x="1499402" y="1820830"/>
                </a:lnTo>
                <a:lnTo>
                  <a:pt x="1500706" y="1820523"/>
                </a:lnTo>
                <a:lnTo>
                  <a:pt x="1503028" y="1820011"/>
                </a:lnTo>
                <a:lnTo>
                  <a:pt x="1504538" y="1819789"/>
                </a:lnTo>
                <a:lnTo>
                  <a:pt x="1507058" y="1818974"/>
                </a:lnTo>
                <a:lnTo>
                  <a:pt x="1509189" y="1818942"/>
                </a:lnTo>
                <a:lnTo>
                  <a:pt x="1510742" y="1818508"/>
                </a:lnTo>
                <a:lnTo>
                  <a:pt x="1512561" y="1818321"/>
                </a:lnTo>
                <a:lnTo>
                  <a:pt x="1512980" y="1818192"/>
                </a:lnTo>
                <a:lnTo>
                  <a:pt x="1513510" y="1817934"/>
                </a:lnTo>
                <a:lnTo>
                  <a:pt x="1517182" y="1815181"/>
                </a:lnTo>
                <a:lnTo>
                  <a:pt x="1521299" y="1815181"/>
                </a:lnTo>
                <a:lnTo>
                  <a:pt x="1521546" y="1815133"/>
                </a:lnTo>
                <a:lnTo>
                  <a:pt x="1521808" y="1815029"/>
                </a:lnTo>
                <a:lnTo>
                  <a:pt x="1524890" y="1812990"/>
                </a:lnTo>
                <a:lnTo>
                  <a:pt x="1529466" y="1812586"/>
                </a:lnTo>
                <a:lnTo>
                  <a:pt x="1531609" y="1812555"/>
                </a:lnTo>
                <a:lnTo>
                  <a:pt x="1533419" y="1812475"/>
                </a:lnTo>
                <a:lnTo>
                  <a:pt x="1534963" y="1812407"/>
                </a:lnTo>
                <a:lnTo>
                  <a:pt x="1536642" y="1812185"/>
                </a:lnTo>
                <a:lnTo>
                  <a:pt x="1537760" y="1812069"/>
                </a:lnTo>
                <a:lnTo>
                  <a:pt x="1539836" y="1811398"/>
                </a:lnTo>
                <a:lnTo>
                  <a:pt x="1542968" y="1811171"/>
                </a:lnTo>
                <a:lnTo>
                  <a:pt x="1545106" y="1811045"/>
                </a:lnTo>
                <a:lnTo>
                  <a:pt x="1546651" y="1811000"/>
                </a:lnTo>
                <a:lnTo>
                  <a:pt x="1547254" y="1810911"/>
                </a:lnTo>
                <a:lnTo>
                  <a:pt x="1549838" y="1810037"/>
                </a:lnTo>
                <a:lnTo>
                  <a:pt x="1553146" y="1810037"/>
                </a:lnTo>
                <a:lnTo>
                  <a:pt x="1553352" y="1810031"/>
                </a:lnTo>
                <a:lnTo>
                  <a:pt x="1554547" y="1809557"/>
                </a:lnTo>
                <a:lnTo>
                  <a:pt x="1557023" y="1809047"/>
                </a:lnTo>
                <a:lnTo>
                  <a:pt x="1559801" y="1808311"/>
                </a:lnTo>
                <a:lnTo>
                  <a:pt x="1561129" y="1808292"/>
                </a:lnTo>
                <a:lnTo>
                  <a:pt x="1562691" y="1807649"/>
                </a:lnTo>
                <a:lnTo>
                  <a:pt x="1566347" y="1807272"/>
                </a:lnTo>
                <a:lnTo>
                  <a:pt x="1566555" y="1807269"/>
                </a:lnTo>
                <a:lnTo>
                  <a:pt x="1567368" y="1806851"/>
                </a:lnTo>
                <a:lnTo>
                  <a:pt x="1570628" y="1805892"/>
                </a:lnTo>
                <a:lnTo>
                  <a:pt x="1573329" y="1805415"/>
                </a:lnTo>
                <a:lnTo>
                  <a:pt x="1575467" y="1805164"/>
                </a:lnTo>
                <a:lnTo>
                  <a:pt x="1577608" y="1804880"/>
                </a:lnTo>
                <a:lnTo>
                  <a:pt x="1579485" y="1804742"/>
                </a:lnTo>
                <a:lnTo>
                  <a:pt x="1579665" y="1804716"/>
                </a:lnTo>
                <a:lnTo>
                  <a:pt x="1582258" y="1801895"/>
                </a:lnTo>
                <a:lnTo>
                  <a:pt x="1587457" y="1801818"/>
                </a:lnTo>
                <a:lnTo>
                  <a:pt x="1587937" y="1801741"/>
                </a:lnTo>
                <a:lnTo>
                  <a:pt x="1590195" y="1800944"/>
                </a:lnTo>
                <a:lnTo>
                  <a:pt x="1593617" y="1800642"/>
                </a:lnTo>
                <a:lnTo>
                  <a:pt x="1594162" y="1800634"/>
                </a:lnTo>
                <a:lnTo>
                  <a:pt x="1595295" y="1800167"/>
                </a:lnTo>
                <a:lnTo>
                  <a:pt x="1598591" y="1799489"/>
                </a:lnTo>
                <a:lnTo>
                  <a:pt x="1600235" y="1799344"/>
                </a:lnTo>
                <a:lnTo>
                  <a:pt x="1602532" y="1798711"/>
                </a:lnTo>
                <a:lnTo>
                  <a:pt x="1604025" y="1798689"/>
                </a:lnTo>
                <a:lnTo>
                  <a:pt x="1605776" y="1798020"/>
                </a:lnTo>
                <a:lnTo>
                  <a:pt x="1609190" y="1797819"/>
                </a:lnTo>
                <a:lnTo>
                  <a:pt x="1610801" y="1797748"/>
                </a:lnTo>
                <a:lnTo>
                  <a:pt x="1612415" y="1797534"/>
                </a:lnTo>
                <a:lnTo>
                  <a:pt x="1614098" y="1797336"/>
                </a:lnTo>
                <a:lnTo>
                  <a:pt x="1616435" y="1796889"/>
                </a:lnTo>
                <a:lnTo>
                  <a:pt x="1619240" y="1796807"/>
                </a:lnTo>
                <a:lnTo>
                  <a:pt x="1620585" y="1796807"/>
                </a:lnTo>
                <a:lnTo>
                  <a:pt x="1622461" y="1796503"/>
                </a:lnTo>
                <a:lnTo>
                  <a:pt x="1624405" y="1796475"/>
                </a:lnTo>
                <a:lnTo>
                  <a:pt x="1626017" y="1796214"/>
                </a:lnTo>
                <a:lnTo>
                  <a:pt x="1628355" y="1796008"/>
                </a:lnTo>
                <a:lnTo>
                  <a:pt x="1630631" y="1795840"/>
                </a:lnTo>
                <a:lnTo>
                  <a:pt x="1631724" y="1795824"/>
                </a:lnTo>
                <a:lnTo>
                  <a:pt x="1632349" y="1795659"/>
                </a:lnTo>
                <a:lnTo>
                  <a:pt x="1634658" y="1794912"/>
                </a:lnTo>
                <a:lnTo>
                  <a:pt x="1636601" y="1794569"/>
                </a:lnTo>
                <a:lnTo>
                  <a:pt x="1638669" y="1793900"/>
                </a:lnTo>
                <a:lnTo>
                  <a:pt x="1641825" y="1793436"/>
                </a:lnTo>
                <a:lnTo>
                  <a:pt x="1643443" y="1793364"/>
                </a:lnTo>
                <a:lnTo>
                  <a:pt x="1644867" y="1793050"/>
                </a:lnTo>
                <a:lnTo>
                  <a:pt x="1647523" y="1792621"/>
                </a:lnTo>
                <a:lnTo>
                  <a:pt x="1649663" y="1792495"/>
                </a:lnTo>
                <a:lnTo>
                  <a:pt x="1651474" y="1792282"/>
                </a:lnTo>
                <a:lnTo>
                  <a:pt x="1653882" y="1792069"/>
                </a:lnTo>
                <a:lnTo>
                  <a:pt x="1655825" y="1792041"/>
                </a:lnTo>
                <a:lnTo>
                  <a:pt x="1657634" y="1791881"/>
                </a:lnTo>
                <a:lnTo>
                  <a:pt x="1658988" y="1791821"/>
                </a:lnTo>
                <a:lnTo>
                  <a:pt x="1660805" y="1791421"/>
                </a:lnTo>
                <a:lnTo>
                  <a:pt x="1663166" y="1791250"/>
                </a:lnTo>
                <a:lnTo>
                  <a:pt x="1665370" y="1790958"/>
                </a:lnTo>
                <a:lnTo>
                  <a:pt x="1667846" y="1790921"/>
                </a:lnTo>
                <a:lnTo>
                  <a:pt x="1669522" y="1790897"/>
                </a:lnTo>
                <a:lnTo>
                  <a:pt x="1670354" y="1790836"/>
                </a:lnTo>
                <a:lnTo>
                  <a:pt x="1671849" y="1790440"/>
                </a:lnTo>
                <a:lnTo>
                  <a:pt x="1674105" y="1790042"/>
                </a:lnTo>
                <a:lnTo>
                  <a:pt x="1675252" y="1789822"/>
                </a:lnTo>
                <a:lnTo>
                  <a:pt x="1677952" y="1788830"/>
                </a:lnTo>
                <a:lnTo>
                  <a:pt x="1679093" y="1788813"/>
                </a:lnTo>
                <a:lnTo>
                  <a:pt x="1680912" y="1787769"/>
                </a:lnTo>
                <a:lnTo>
                  <a:pt x="1684023" y="1787632"/>
                </a:lnTo>
                <a:lnTo>
                  <a:pt x="1684666" y="1787452"/>
                </a:lnTo>
                <a:lnTo>
                  <a:pt x="1686727" y="1786725"/>
                </a:lnTo>
                <a:lnTo>
                  <a:pt x="1689848" y="1785945"/>
                </a:lnTo>
                <a:lnTo>
                  <a:pt x="1691209" y="1785845"/>
                </a:lnTo>
                <a:lnTo>
                  <a:pt x="1692201" y="1784969"/>
                </a:lnTo>
                <a:lnTo>
                  <a:pt x="1696397" y="1783180"/>
                </a:lnTo>
                <a:lnTo>
                  <a:pt x="1698807" y="1782719"/>
                </a:lnTo>
                <a:lnTo>
                  <a:pt x="1701064" y="1782022"/>
                </a:lnTo>
                <a:lnTo>
                  <a:pt x="1704098" y="1781665"/>
                </a:lnTo>
                <a:lnTo>
                  <a:pt x="1706174" y="1781543"/>
                </a:lnTo>
                <a:lnTo>
                  <a:pt x="1707150" y="1781457"/>
                </a:lnTo>
                <a:lnTo>
                  <a:pt x="1709241" y="1780011"/>
                </a:lnTo>
                <a:lnTo>
                  <a:pt x="1713948" y="1779319"/>
                </a:lnTo>
                <a:lnTo>
                  <a:pt x="1716156" y="1779319"/>
                </a:lnTo>
                <a:lnTo>
                  <a:pt x="1718033" y="1779153"/>
                </a:lnTo>
                <a:lnTo>
                  <a:pt x="1720312" y="1779120"/>
                </a:lnTo>
                <a:lnTo>
                  <a:pt x="1722015" y="1779095"/>
                </a:lnTo>
                <a:lnTo>
                  <a:pt x="1723426" y="1778991"/>
                </a:lnTo>
                <a:lnTo>
                  <a:pt x="1725568" y="1778708"/>
                </a:lnTo>
                <a:lnTo>
                  <a:pt x="1728111" y="1778633"/>
                </a:lnTo>
                <a:lnTo>
                  <a:pt x="1729260" y="1778633"/>
                </a:lnTo>
                <a:lnTo>
                  <a:pt x="1730868" y="1778302"/>
                </a:lnTo>
                <a:lnTo>
                  <a:pt x="1733052" y="1778139"/>
                </a:lnTo>
                <a:lnTo>
                  <a:pt x="1734831" y="1777881"/>
                </a:lnTo>
                <a:lnTo>
                  <a:pt x="1736379" y="1777699"/>
                </a:lnTo>
                <a:lnTo>
                  <a:pt x="1738648" y="1777165"/>
                </a:lnTo>
                <a:lnTo>
                  <a:pt x="1741578" y="1777036"/>
                </a:lnTo>
                <a:lnTo>
                  <a:pt x="1742533" y="1777022"/>
                </a:lnTo>
                <a:lnTo>
                  <a:pt x="1744284" y="1775863"/>
                </a:lnTo>
                <a:lnTo>
                  <a:pt x="1748489" y="1775183"/>
                </a:lnTo>
                <a:lnTo>
                  <a:pt x="1750563" y="1775000"/>
                </a:lnTo>
                <a:lnTo>
                  <a:pt x="1752771" y="1774707"/>
                </a:lnTo>
                <a:lnTo>
                  <a:pt x="1754847" y="1774646"/>
                </a:lnTo>
                <a:lnTo>
                  <a:pt x="1756923" y="1774433"/>
                </a:lnTo>
                <a:lnTo>
                  <a:pt x="1758933" y="1774433"/>
                </a:lnTo>
                <a:lnTo>
                  <a:pt x="1760609" y="1774285"/>
                </a:lnTo>
                <a:lnTo>
                  <a:pt x="1762303" y="1774185"/>
                </a:lnTo>
                <a:lnTo>
                  <a:pt x="1763943" y="1773293"/>
                </a:lnTo>
                <a:lnTo>
                  <a:pt x="1767857" y="1772487"/>
                </a:lnTo>
                <a:lnTo>
                  <a:pt x="1770127" y="1772353"/>
                </a:lnTo>
                <a:lnTo>
                  <a:pt x="1771482" y="1772174"/>
                </a:lnTo>
                <a:lnTo>
                  <a:pt x="1773620" y="1771765"/>
                </a:lnTo>
                <a:lnTo>
                  <a:pt x="1776021" y="1771553"/>
                </a:lnTo>
                <a:lnTo>
                  <a:pt x="1777898" y="1771388"/>
                </a:lnTo>
                <a:lnTo>
                  <a:pt x="1779710" y="1771201"/>
                </a:lnTo>
                <a:lnTo>
                  <a:pt x="1781595" y="1770979"/>
                </a:lnTo>
                <a:lnTo>
                  <a:pt x="1784097" y="1770689"/>
                </a:lnTo>
                <a:lnTo>
                  <a:pt x="1786499" y="1770689"/>
                </a:lnTo>
                <a:lnTo>
                  <a:pt x="1788241" y="1770664"/>
                </a:lnTo>
                <a:lnTo>
                  <a:pt x="1790090" y="1770582"/>
                </a:lnTo>
                <a:lnTo>
                  <a:pt x="1791591" y="1769775"/>
                </a:lnTo>
                <a:lnTo>
                  <a:pt x="1795094" y="1769420"/>
                </a:lnTo>
                <a:lnTo>
                  <a:pt x="1795617" y="1769335"/>
                </a:lnTo>
                <a:lnTo>
                  <a:pt x="1797560" y="1768478"/>
                </a:lnTo>
                <a:lnTo>
                  <a:pt x="1801379" y="1767860"/>
                </a:lnTo>
                <a:lnTo>
                  <a:pt x="1803720" y="1767860"/>
                </a:lnTo>
                <a:lnTo>
                  <a:pt x="1805197" y="1767752"/>
                </a:lnTo>
                <a:lnTo>
                  <a:pt x="1807140" y="1767552"/>
                </a:lnTo>
                <a:lnTo>
                  <a:pt x="1808061" y="1767484"/>
                </a:lnTo>
                <a:lnTo>
                  <a:pt x="1810004" y="1766827"/>
                </a:lnTo>
                <a:lnTo>
                  <a:pt x="1812772" y="1766623"/>
                </a:lnTo>
                <a:lnTo>
                  <a:pt x="1814781" y="1766328"/>
                </a:lnTo>
                <a:lnTo>
                  <a:pt x="1817054" y="1766194"/>
                </a:lnTo>
                <a:lnTo>
                  <a:pt x="1819198" y="1766037"/>
                </a:lnTo>
                <a:lnTo>
                  <a:pt x="1821341" y="1766005"/>
                </a:lnTo>
                <a:lnTo>
                  <a:pt x="1821856" y="1765990"/>
                </a:lnTo>
                <a:lnTo>
                  <a:pt x="1823415" y="1765463"/>
                </a:lnTo>
                <a:lnTo>
                  <a:pt x="1826704" y="1765076"/>
                </a:lnTo>
                <a:lnTo>
                  <a:pt x="1828061" y="1765036"/>
                </a:lnTo>
                <a:lnTo>
                  <a:pt x="1829422" y="1764696"/>
                </a:lnTo>
                <a:lnTo>
                  <a:pt x="1832006" y="1764278"/>
                </a:lnTo>
                <a:lnTo>
                  <a:pt x="1834014" y="1764071"/>
                </a:lnTo>
                <a:lnTo>
                  <a:pt x="1835761" y="1763814"/>
                </a:lnTo>
                <a:lnTo>
                  <a:pt x="1837384" y="1763575"/>
                </a:lnTo>
                <a:lnTo>
                  <a:pt x="1839785" y="1763046"/>
                </a:lnTo>
                <a:lnTo>
                  <a:pt x="1842747" y="1762917"/>
                </a:lnTo>
                <a:lnTo>
                  <a:pt x="1844287" y="1762917"/>
                </a:lnTo>
                <a:lnTo>
                  <a:pt x="1846164" y="1762669"/>
                </a:lnTo>
                <a:lnTo>
                  <a:pt x="1847651" y="1762647"/>
                </a:lnTo>
                <a:lnTo>
                  <a:pt x="1849593" y="1762190"/>
                </a:lnTo>
                <a:lnTo>
                  <a:pt x="1852163" y="1762151"/>
                </a:lnTo>
                <a:lnTo>
                  <a:pt x="1852300" y="1762139"/>
                </a:lnTo>
                <a:lnTo>
                  <a:pt x="1854460" y="1761200"/>
                </a:lnTo>
                <a:lnTo>
                  <a:pt x="1858155" y="1761037"/>
                </a:lnTo>
                <a:lnTo>
                  <a:pt x="1859633" y="1760993"/>
                </a:lnTo>
                <a:lnTo>
                  <a:pt x="1861246" y="1760756"/>
                </a:lnTo>
                <a:lnTo>
                  <a:pt x="1863651" y="1760509"/>
                </a:lnTo>
                <a:lnTo>
                  <a:pt x="1865331" y="1760435"/>
                </a:lnTo>
                <a:lnTo>
                  <a:pt x="1867208" y="1760131"/>
                </a:lnTo>
                <a:lnTo>
                  <a:pt x="1869216" y="1760013"/>
                </a:lnTo>
                <a:lnTo>
                  <a:pt x="1871159" y="1759727"/>
                </a:lnTo>
                <a:lnTo>
                  <a:pt x="1872972" y="1759620"/>
                </a:lnTo>
                <a:lnTo>
                  <a:pt x="1873654" y="1759500"/>
                </a:lnTo>
                <a:lnTo>
                  <a:pt x="1875974" y="1758681"/>
                </a:lnTo>
                <a:lnTo>
                  <a:pt x="1879396" y="1758379"/>
                </a:lnTo>
                <a:lnTo>
                  <a:pt x="1881740" y="1758345"/>
                </a:lnTo>
                <a:lnTo>
                  <a:pt x="1882887" y="1758345"/>
                </a:lnTo>
                <a:lnTo>
                  <a:pt x="1884046" y="1758123"/>
                </a:lnTo>
                <a:lnTo>
                  <a:pt x="1886246" y="1757735"/>
                </a:lnTo>
                <a:lnTo>
                  <a:pt x="1888254" y="1757469"/>
                </a:lnTo>
                <a:lnTo>
                  <a:pt x="1889625" y="1757248"/>
                </a:lnTo>
                <a:lnTo>
                  <a:pt x="1891256" y="1756816"/>
                </a:lnTo>
                <a:lnTo>
                  <a:pt x="1893509" y="1756286"/>
                </a:lnTo>
                <a:lnTo>
                  <a:pt x="1896093" y="1755792"/>
                </a:lnTo>
                <a:lnTo>
                  <a:pt x="1898827" y="1755551"/>
                </a:lnTo>
                <a:lnTo>
                  <a:pt x="1900655" y="1755524"/>
                </a:lnTo>
                <a:lnTo>
                  <a:pt x="1902633" y="1754505"/>
                </a:lnTo>
                <a:lnTo>
                  <a:pt x="1906694" y="1754206"/>
                </a:lnTo>
                <a:lnTo>
                  <a:pt x="1908905" y="1754174"/>
                </a:lnTo>
                <a:lnTo>
                  <a:pt x="1909522" y="1754165"/>
                </a:lnTo>
                <a:lnTo>
                  <a:pt x="1910992" y="1753704"/>
                </a:lnTo>
                <a:lnTo>
                  <a:pt x="1913551" y="1753407"/>
                </a:lnTo>
                <a:lnTo>
                  <a:pt x="1916013" y="1752973"/>
                </a:lnTo>
                <a:lnTo>
                  <a:pt x="1918220" y="1752973"/>
                </a:lnTo>
                <a:lnTo>
                  <a:pt x="1919963" y="1752768"/>
                </a:lnTo>
                <a:lnTo>
                  <a:pt x="1922306" y="1752664"/>
                </a:lnTo>
                <a:lnTo>
                  <a:pt x="1924249" y="1752607"/>
                </a:lnTo>
                <a:lnTo>
                  <a:pt x="1924591" y="1752592"/>
                </a:lnTo>
                <a:lnTo>
                  <a:pt x="1926663" y="1751770"/>
                </a:lnTo>
                <a:lnTo>
                  <a:pt x="1930011" y="1751720"/>
                </a:lnTo>
                <a:lnTo>
                  <a:pt x="1930176" y="1751708"/>
                </a:lnTo>
                <a:lnTo>
                  <a:pt x="1931507" y="1751141"/>
                </a:lnTo>
                <a:lnTo>
                  <a:pt x="1935183" y="1750330"/>
                </a:lnTo>
                <a:lnTo>
                  <a:pt x="1938051" y="1750288"/>
                </a:lnTo>
                <a:lnTo>
                  <a:pt x="1939660" y="1750264"/>
                </a:lnTo>
                <a:lnTo>
                  <a:pt x="1941204" y="1750128"/>
                </a:lnTo>
                <a:lnTo>
                  <a:pt x="1942690" y="1749975"/>
                </a:lnTo>
                <a:lnTo>
                  <a:pt x="1943456" y="1749829"/>
                </a:lnTo>
                <a:lnTo>
                  <a:pt x="1945961" y="1748871"/>
                </a:lnTo>
                <a:lnTo>
                  <a:pt x="1949442" y="1748666"/>
                </a:lnTo>
                <a:lnTo>
                  <a:pt x="1951319" y="1748611"/>
                </a:lnTo>
                <a:lnTo>
                  <a:pt x="1952863" y="1748497"/>
                </a:lnTo>
                <a:lnTo>
                  <a:pt x="1954806" y="1748269"/>
                </a:lnTo>
                <a:lnTo>
                  <a:pt x="1957015" y="1748106"/>
                </a:lnTo>
                <a:lnTo>
                  <a:pt x="1958049" y="1748045"/>
                </a:lnTo>
                <a:lnTo>
                  <a:pt x="1959868" y="1747537"/>
                </a:lnTo>
                <a:lnTo>
                  <a:pt x="1963012" y="1747264"/>
                </a:lnTo>
                <a:lnTo>
                  <a:pt x="1965016" y="1747234"/>
                </a:lnTo>
                <a:lnTo>
                  <a:pt x="1966959" y="1747091"/>
                </a:lnTo>
                <a:lnTo>
                  <a:pt x="1969100" y="1747060"/>
                </a:lnTo>
                <a:lnTo>
                  <a:pt x="1970482" y="1747019"/>
                </a:lnTo>
                <a:lnTo>
                  <a:pt x="1971205" y="1746923"/>
                </a:lnTo>
                <a:lnTo>
                  <a:pt x="1973157" y="1746320"/>
                </a:lnTo>
                <a:lnTo>
                  <a:pt x="1975630" y="1745998"/>
                </a:lnTo>
                <a:lnTo>
                  <a:pt x="1976693" y="1745794"/>
                </a:lnTo>
                <a:lnTo>
                  <a:pt x="1979139" y="1744967"/>
                </a:lnTo>
                <a:lnTo>
                  <a:pt x="1982104" y="1744749"/>
                </a:lnTo>
                <a:lnTo>
                  <a:pt x="1982898" y="1744667"/>
                </a:lnTo>
                <a:lnTo>
                  <a:pt x="1984905" y="1743988"/>
                </a:lnTo>
                <a:lnTo>
                  <a:pt x="1987220" y="1743784"/>
                </a:lnTo>
                <a:lnTo>
                  <a:pt x="1988906" y="1743363"/>
                </a:lnTo>
                <a:lnTo>
                  <a:pt x="1991425" y="1742992"/>
                </a:lnTo>
                <a:lnTo>
                  <a:pt x="1993631" y="1742733"/>
                </a:lnTo>
                <a:lnTo>
                  <a:pt x="1994867" y="1742624"/>
                </a:lnTo>
                <a:lnTo>
                  <a:pt x="1996939" y="1742045"/>
                </a:lnTo>
                <a:lnTo>
                  <a:pt x="1999330" y="1741904"/>
                </a:lnTo>
                <a:lnTo>
                  <a:pt x="2000314" y="1741730"/>
                </a:lnTo>
                <a:lnTo>
                  <a:pt x="2001039" y="1741528"/>
                </a:lnTo>
                <a:lnTo>
                  <a:pt x="2003629" y="1740271"/>
                </a:lnTo>
                <a:lnTo>
                  <a:pt x="2007565" y="1739808"/>
                </a:lnTo>
                <a:lnTo>
                  <a:pt x="2009574" y="1739778"/>
                </a:lnTo>
                <a:lnTo>
                  <a:pt x="2011053" y="1739626"/>
                </a:lnTo>
                <a:lnTo>
                  <a:pt x="2013062" y="1739389"/>
                </a:lnTo>
                <a:lnTo>
                  <a:pt x="2014235" y="1739286"/>
                </a:lnTo>
                <a:lnTo>
                  <a:pt x="2016438" y="1738638"/>
                </a:lnTo>
                <a:lnTo>
                  <a:pt x="2018545" y="1738576"/>
                </a:lnTo>
                <a:lnTo>
                  <a:pt x="2019757" y="1737720"/>
                </a:lnTo>
                <a:lnTo>
                  <a:pt x="2024254" y="1736482"/>
                </a:lnTo>
                <a:lnTo>
                  <a:pt x="2025810" y="1736413"/>
                </a:lnTo>
                <a:lnTo>
                  <a:pt x="2027113" y="1735934"/>
                </a:lnTo>
                <a:lnTo>
                  <a:pt x="2030474" y="1735282"/>
                </a:lnTo>
                <a:lnTo>
                  <a:pt x="2033225" y="1735201"/>
                </a:lnTo>
                <a:lnTo>
                  <a:pt x="2034183" y="1735187"/>
                </a:lnTo>
                <a:lnTo>
                  <a:pt x="2036272" y="1733712"/>
                </a:lnTo>
                <a:lnTo>
                  <a:pt x="2039910" y="1733605"/>
                </a:lnTo>
                <a:lnTo>
                  <a:pt x="2041853" y="1733091"/>
                </a:lnTo>
                <a:lnTo>
                  <a:pt x="2044778" y="1733005"/>
                </a:lnTo>
                <a:lnTo>
                  <a:pt x="2045424" y="1732976"/>
                </a:lnTo>
                <a:lnTo>
                  <a:pt x="2046370" y="1732670"/>
                </a:lnTo>
                <a:lnTo>
                  <a:pt x="2049693" y="1731742"/>
                </a:lnTo>
                <a:lnTo>
                  <a:pt x="2052022" y="1731742"/>
                </a:lnTo>
                <a:lnTo>
                  <a:pt x="2053439" y="1731471"/>
                </a:lnTo>
                <a:lnTo>
                  <a:pt x="2055065" y="1731279"/>
                </a:lnTo>
                <a:lnTo>
                  <a:pt x="2057529" y="1730627"/>
                </a:lnTo>
                <a:lnTo>
                  <a:pt x="2060390" y="1730627"/>
                </a:lnTo>
                <a:lnTo>
                  <a:pt x="2061866" y="1730540"/>
                </a:lnTo>
                <a:lnTo>
                  <a:pt x="2063876" y="1730333"/>
                </a:lnTo>
                <a:lnTo>
                  <a:pt x="2066085" y="1730236"/>
                </a:lnTo>
                <a:lnTo>
                  <a:pt x="2067111" y="1730191"/>
                </a:lnTo>
                <a:lnTo>
                  <a:pt x="2067193" y="1730170"/>
                </a:lnTo>
                <a:lnTo>
                  <a:pt x="2068857" y="1729338"/>
                </a:lnTo>
                <a:lnTo>
                  <a:pt x="2072434" y="1728181"/>
                </a:lnTo>
                <a:lnTo>
                  <a:pt x="2075668" y="1727896"/>
                </a:lnTo>
                <a:lnTo>
                  <a:pt x="2077280" y="1727848"/>
                </a:lnTo>
                <a:lnTo>
                  <a:pt x="2079091" y="1727555"/>
                </a:lnTo>
                <a:lnTo>
                  <a:pt x="2081504" y="1727413"/>
                </a:lnTo>
                <a:lnTo>
                  <a:pt x="2081775" y="1727398"/>
                </a:lnTo>
                <a:lnTo>
                  <a:pt x="2083714" y="1726514"/>
                </a:lnTo>
                <a:lnTo>
                  <a:pt x="2085927" y="1726383"/>
                </a:lnTo>
                <a:lnTo>
                  <a:pt x="2087715" y="1725690"/>
                </a:lnTo>
                <a:lnTo>
                  <a:pt x="2091212" y="1725381"/>
                </a:lnTo>
                <a:lnTo>
                  <a:pt x="2092883" y="1725332"/>
                </a:lnTo>
                <a:lnTo>
                  <a:pt x="2095618" y="1723482"/>
                </a:lnTo>
                <a:lnTo>
                  <a:pt x="2100114" y="1722160"/>
                </a:lnTo>
                <a:lnTo>
                  <a:pt x="2101277" y="1722143"/>
                </a:lnTo>
                <a:lnTo>
                  <a:pt x="2103220" y="1721200"/>
                </a:lnTo>
                <a:lnTo>
                  <a:pt x="2106786" y="1721147"/>
                </a:lnTo>
                <a:lnTo>
                  <a:pt x="2107559" y="1721068"/>
                </a:lnTo>
                <a:lnTo>
                  <a:pt x="2109761" y="1720452"/>
                </a:lnTo>
                <a:lnTo>
                  <a:pt x="2112350" y="1720338"/>
                </a:lnTo>
                <a:lnTo>
                  <a:pt x="2114493" y="1720054"/>
                </a:lnTo>
                <a:lnTo>
                  <a:pt x="2115708" y="1720054"/>
                </a:lnTo>
                <a:lnTo>
                  <a:pt x="2117779" y="1718471"/>
                </a:lnTo>
                <a:lnTo>
                  <a:pt x="2122397" y="1718403"/>
                </a:lnTo>
                <a:lnTo>
                  <a:pt x="2124074" y="1718255"/>
                </a:lnTo>
                <a:lnTo>
                  <a:pt x="2126017" y="1718112"/>
                </a:lnTo>
                <a:lnTo>
                  <a:pt x="2127631" y="1717970"/>
                </a:lnTo>
                <a:lnTo>
                  <a:pt x="2128262" y="1717877"/>
                </a:lnTo>
                <a:lnTo>
                  <a:pt x="2129961" y="1717202"/>
                </a:lnTo>
                <a:lnTo>
                  <a:pt x="2131432" y="1716900"/>
                </a:lnTo>
                <a:lnTo>
                  <a:pt x="2134009" y="1714588"/>
                </a:lnTo>
                <a:lnTo>
                  <a:pt x="2137499" y="1713715"/>
                </a:lnTo>
                <a:lnTo>
                  <a:pt x="2139872" y="1712738"/>
                </a:lnTo>
                <a:lnTo>
                  <a:pt x="2143148" y="1712264"/>
                </a:lnTo>
                <a:lnTo>
                  <a:pt x="2145543" y="1712017"/>
                </a:lnTo>
                <a:lnTo>
                  <a:pt x="2147818" y="1711917"/>
                </a:lnTo>
                <a:lnTo>
                  <a:pt x="2149352" y="1711871"/>
                </a:lnTo>
                <a:lnTo>
                  <a:pt x="2149956" y="1711534"/>
                </a:lnTo>
                <a:lnTo>
                  <a:pt x="2153898" y="1709877"/>
                </a:lnTo>
                <a:lnTo>
                  <a:pt x="2156938" y="1709743"/>
                </a:lnTo>
                <a:lnTo>
                  <a:pt x="2157149" y="1709709"/>
                </a:lnTo>
                <a:lnTo>
                  <a:pt x="2159714" y="1708539"/>
                </a:lnTo>
                <a:lnTo>
                  <a:pt x="2163165" y="1708488"/>
                </a:lnTo>
                <a:lnTo>
                  <a:pt x="2163632" y="1708440"/>
                </a:lnTo>
                <a:lnTo>
                  <a:pt x="2165512" y="1707777"/>
                </a:lnTo>
                <a:lnTo>
                  <a:pt x="2168861" y="1707383"/>
                </a:lnTo>
                <a:lnTo>
                  <a:pt x="2170606" y="1707332"/>
                </a:lnTo>
                <a:lnTo>
                  <a:pt x="2171036" y="1707262"/>
                </a:lnTo>
                <a:lnTo>
                  <a:pt x="2172616" y="1706658"/>
                </a:lnTo>
                <a:lnTo>
                  <a:pt x="2176048" y="1705800"/>
                </a:lnTo>
                <a:lnTo>
                  <a:pt x="2178976" y="1705714"/>
                </a:lnTo>
                <a:lnTo>
                  <a:pt x="2180852" y="1705659"/>
                </a:lnTo>
                <a:lnTo>
                  <a:pt x="2181622" y="1705625"/>
                </a:lnTo>
                <a:lnTo>
                  <a:pt x="2183435" y="1705091"/>
                </a:lnTo>
                <a:lnTo>
                  <a:pt x="2185441" y="1704944"/>
                </a:lnTo>
                <a:lnTo>
                  <a:pt x="2187319" y="1704419"/>
                </a:lnTo>
                <a:lnTo>
                  <a:pt x="2189325" y="1704242"/>
                </a:lnTo>
                <a:lnTo>
                  <a:pt x="2191398" y="1703693"/>
                </a:lnTo>
                <a:lnTo>
                  <a:pt x="2192387" y="1703635"/>
                </a:lnTo>
                <a:lnTo>
                  <a:pt x="2194084" y="1702787"/>
                </a:lnTo>
                <a:lnTo>
                  <a:pt x="2197808" y="1702349"/>
                </a:lnTo>
                <a:lnTo>
                  <a:pt x="2199296" y="1702239"/>
                </a:lnTo>
                <a:lnTo>
                  <a:pt x="2200250" y="1702029"/>
                </a:lnTo>
                <a:lnTo>
                  <a:pt x="2202916" y="1701217"/>
                </a:lnTo>
                <a:lnTo>
                  <a:pt x="2205820" y="1701046"/>
                </a:lnTo>
                <a:lnTo>
                  <a:pt x="2207344" y="1700217"/>
                </a:lnTo>
                <a:lnTo>
                  <a:pt x="2211213" y="1699591"/>
                </a:lnTo>
                <a:lnTo>
                  <a:pt x="2212180" y="1699520"/>
                </a:lnTo>
                <a:lnTo>
                  <a:pt x="2213183" y="1699128"/>
                </a:lnTo>
                <a:lnTo>
                  <a:pt x="2216499" y="1698104"/>
                </a:lnTo>
                <a:lnTo>
                  <a:pt x="2218890" y="1697963"/>
                </a:lnTo>
                <a:lnTo>
                  <a:pt x="2219862" y="1697348"/>
                </a:lnTo>
                <a:lnTo>
                  <a:pt x="2222764" y="1696239"/>
                </a:lnTo>
                <a:lnTo>
                  <a:pt x="2225967" y="1695108"/>
                </a:lnTo>
                <a:lnTo>
                  <a:pt x="2228730" y="1694905"/>
                </a:lnTo>
                <a:lnTo>
                  <a:pt x="2230871" y="1694558"/>
                </a:lnTo>
                <a:lnTo>
                  <a:pt x="2233278" y="1694488"/>
                </a:lnTo>
                <a:lnTo>
                  <a:pt x="2234301" y="1694427"/>
                </a:lnTo>
                <a:lnTo>
                  <a:pt x="2236449" y="1692880"/>
                </a:lnTo>
                <a:lnTo>
                  <a:pt x="2241050" y="1692745"/>
                </a:lnTo>
                <a:lnTo>
                  <a:pt x="2242594" y="1692654"/>
                </a:lnTo>
                <a:lnTo>
                  <a:pt x="2242745" y="1692636"/>
                </a:lnTo>
                <a:lnTo>
                  <a:pt x="2245187" y="1691451"/>
                </a:lnTo>
                <a:lnTo>
                  <a:pt x="2248039" y="1691451"/>
                </a:lnTo>
                <a:lnTo>
                  <a:pt x="2249525" y="1691057"/>
                </a:lnTo>
                <a:lnTo>
                  <a:pt x="2250202" y="1690988"/>
                </a:lnTo>
                <a:lnTo>
                  <a:pt x="2252511" y="1689630"/>
                </a:lnTo>
                <a:lnTo>
                  <a:pt x="2256729" y="1689568"/>
                </a:lnTo>
                <a:lnTo>
                  <a:pt x="2258605" y="1689485"/>
                </a:lnTo>
                <a:lnTo>
                  <a:pt x="2259887" y="1689447"/>
                </a:lnTo>
                <a:lnTo>
                  <a:pt x="2260698" y="1689292"/>
                </a:lnTo>
                <a:lnTo>
                  <a:pt x="2262921" y="1688648"/>
                </a:lnTo>
                <a:lnTo>
                  <a:pt x="2265536" y="1688302"/>
                </a:lnTo>
                <a:lnTo>
                  <a:pt x="2267979" y="1687974"/>
                </a:lnTo>
                <a:lnTo>
                  <a:pt x="2270130" y="1687942"/>
                </a:lnTo>
                <a:lnTo>
                  <a:pt x="2271608" y="1687812"/>
                </a:lnTo>
                <a:lnTo>
                  <a:pt x="2272918" y="1687658"/>
                </a:lnTo>
                <a:lnTo>
                  <a:pt x="2274508" y="1687289"/>
                </a:lnTo>
                <a:lnTo>
                  <a:pt x="2277141" y="1686747"/>
                </a:lnTo>
                <a:lnTo>
                  <a:pt x="2279807" y="1686551"/>
                </a:lnTo>
                <a:lnTo>
                  <a:pt x="2282017" y="1686453"/>
                </a:lnTo>
                <a:lnTo>
                  <a:pt x="2283694" y="1686429"/>
                </a:lnTo>
                <a:lnTo>
                  <a:pt x="2285042" y="1686290"/>
                </a:lnTo>
                <a:lnTo>
                  <a:pt x="2287315" y="1685955"/>
                </a:lnTo>
                <a:lnTo>
                  <a:pt x="2288868" y="1685910"/>
                </a:lnTo>
                <a:lnTo>
                  <a:pt x="2290228" y="1685590"/>
                </a:lnTo>
                <a:lnTo>
                  <a:pt x="2290903" y="1685481"/>
                </a:lnTo>
                <a:lnTo>
                  <a:pt x="2292336" y="1684680"/>
                </a:lnTo>
                <a:lnTo>
                  <a:pt x="2294038" y="1684179"/>
                </a:lnTo>
                <a:lnTo>
                  <a:pt x="2295028" y="1683553"/>
                </a:lnTo>
                <a:lnTo>
                  <a:pt x="2299112" y="1681151"/>
                </a:lnTo>
                <a:lnTo>
                  <a:pt x="2303458" y="1681023"/>
                </a:lnTo>
                <a:lnTo>
                  <a:pt x="2303856" y="1681017"/>
                </a:lnTo>
                <a:lnTo>
                  <a:pt x="2304458" y="1680787"/>
                </a:lnTo>
                <a:lnTo>
                  <a:pt x="2306802" y="1679994"/>
                </a:lnTo>
                <a:lnTo>
                  <a:pt x="2308921" y="1679402"/>
                </a:lnTo>
                <a:lnTo>
                  <a:pt x="2311106" y="1678759"/>
                </a:lnTo>
                <a:lnTo>
                  <a:pt x="2313440" y="1678245"/>
                </a:lnTo>
                <a:lnTo>
                  <a:pt x="2315556" y="1676595"/>
                </a:lnTo>
                <a:lnTo>
                  <a:pt x="2320017" y="1676005"/>
                </a:lnTo>
                <a:lnTo>
                  <a:pt x="2321650" y="1675813"/>
                </a:lnTo>
                <a:lnTo>
                  <a:pt x="2321995" y="1675743"/>
                </a:lnTo>
                <a:lnTo>
                  <a:pt x="2323366" y="1674008"/>
                </a:lnTo>
                <a:lnTo>
                  <a:pt x="2329176" y="1671872"/>
                </a:lnTo>
                <a:lnTo>
                  <a:pt x="2332271" y="1671827"/>
                </a:lnTo>
                <a:lnTo>
                  <a:pt x="2333062" y="1671745"/>
                </a:lnTo>
                <a:lnTo>
                  <a:pt x="2334467" y="1671358"/>
                </a:lnTo>
                <a:lnTo>
                  <a:pt x="2334810" y="1671278"/>
                </a:lnTo>
                <a:lnTo>
                  <a:pt x="2335965" y="1670446"/>
                </a:lnTo>
                <a:lnTo>
                  <a:pt x="2340324" y="1668394"/>
                </a:lnTo>
                <a:lnTo>
                  <a:pt x="2343825" y="1668240"/>
                </a:lnTo>
                <a:lnTo>
                  <a:pt x="2345902" y="1668026"/>
                </a:lnTo>
                <a:lnTo>
                  <a:pt x="2347256" y="1668006"/>
                </a:lnTo>
                <a:lnTo>
                  <a:pt x="2348677" y="1667672"/>
                </a:lnTo>
                <a:lnTo>
                  <a:pt x="2350010" y="1667495"/>
                </a:lnTo>
                <a:lnTo>
                  <a:pt x="2352333" y="1666607"/>
                </a:lnTo>
                <a:lnTo>
                  <a:pt x="2354897" y="1666494"/>
                </a:lnTo>
                <a:lnTo>
                  <a:pt x="2356195" y="1666189"/>
                </a:lnTo>
                <a:lnTo>
                  <a:pt x="2358845" y="1665682"/>
                </a:lnTo>
                <a:lnTo>
                  <a:pt x="2361446" y="1665491"/>
                </a:lnTo>
                <a:lnTo>
                  <a:pt x="2362479" y="1665445"/>
                </a:lnTo>
                <a:lnTo>
                  <a:pt x="2364422" y="1664902"/>
                </a:lnTo>
                <a:lnTo>
                  <a:pt x="2367542" y="1664765"/>
                </a:lnTo>
                <a:lnTo>
                  <a:pt x="2368453" y="1664751"/>
                </a:lnTo>
                <a:lnTo>
                  <a:pt x="2372022" y="1662389"/>
                </a:lnTo>
                <a:lnTo>
                  <a:pt x="2376268" y="1661515"/>
                </a:lnTo>
                <a:lnTo>
                  <a:pt x="2378211" y="1661372"/>
                </a:lnTo>
                <a:lnTo>
                  <a:pt x="2379709" y="1661064"/>
                </a:lnTo>
                <a:lnTo>
                  <a:pt x="2380812" y="1660136"/>
                </a:lnTo>
                <a:lnTo>
                  <a:pt x="2383191" y="1659355"/>
                </a:lnTo>
                <a:lnTo>
                  <a:pt x="2385100" y="1658064"/>
                </a:lnTo>
                <a:lnTo>
                  <a:pt x="2386665" y="1657534"/>
                </a:lnTo>
                <a:lnTo>
                  <a:pt x="2389731" y="1655055"/>
                </a:lnTo>
                <a:lnTo>
                  <a:pt x="2392600" y="1654970"/>
                </a:lnTo>
                <a:lnTo>
                  <a:pt x="2393139" y="1654681"/>
                </a:lnTo>
                <a:lnTo>
                  <a:pt x="2397057" y="1653126"/>
                </a:lnTo>
                <a:lnTo>
                  <a:pt x="2400204" y="1653033"/>
                </a:lnTo>
                <a:lnTo>
                  <a:pt x="2402014" y="1652820"/>
                </a:lnTo>
                <a:lnTo>
                  <a:pt x="2403695" y="1652721"/>
                </a:lnTo>
                <a:lnTo>
                  <a:pt x="2404032" y="1652662"/>
                </a:lnTo>
                <a:lnTo>
                  <a:pt x="2405796" y="1651884"/>
                </a:lnTo>
                <a:lnTo>
                  <a:pt x="2406655" y="1651694"/>
                </a:lnTo>
                <a:lnTo>
                  <a:pt x="2408815" y="1650042"/>
                </a:lnTo>
                <a:lnTo>
                  <a:pt x="2412212" y="1649493"/>
                </a:lnTo>
                <a:lnTo>
                  <a:pt x="2414662" y="1648628"/>
                </a:lnTo>
                <a:lnTo>
                  <a:pt x="2415484" y="1648592"/>
                </a:lnTo>
                <a:lnTo>
                  <a:pt x="2416710" y="1647258"/>
                </a:lnTo>
                <a:lnTo>
                  <a:pt x="2421843" y="1644767"/>
                </a:lnTo>
                <a:lnTo>
                  <a:pt x="2424192" y="1644629"/>
                </a:lnTo>
                <a:lnTo>
                  <a:pt x="2425820" y="1644007"/>
                </a:lnTo>
                <a:lnTo>
                  <a:pt x="2428436" y="1643661"/>
                </a:lnTo>
                <a:lnTo>
                  <a:pt x="2429513" y="1643423"/>
                </a:lnTo>
                <a:lnTo>
                  <a:pt x="2430653" y="1643037"/>
                </a:lnTo>
                <a:lnTo>
                  <a:pt x="2431426" y="1642708"/>
                </a:lnTo>
                <a:lnTo>
                  <a:pt x="2434137" y="1640834"/>
                </a:lnTo>
                <a:lnTo>
                  <a:pt x="2436034" y="1640444"/>
                </a:lnTo>
                <a:lnTo>
                  <a:pt x="2438257" y="1638875"/>
                </a:lnTo>
                <a:lnTo>
                  <a:pt x="2442230" y="1638349"/>
                </a:lnTo>
                <a:lnTo>
                  <a:pt x="2442310" y="1638335"/>
                </a:lnTo>
                <a:lnTo>
                  <a:pt x="2444428" y="1637058"/>
                </a:lnTo>
                <a:lnTo>
                  <a:pt x="2447804" y="1636611"/>
                </a:lnTo>
                <a:lnTo>
                  <a:pt x="2449683" y="1636169"/>
                </a:lnTo>
                <a:lnTo>
                  <a:pt x="2452271" y="1635788"/>
                </a:lnTo>
                <a:lnTo>
                  <a:pt x="2454202" y="1635618"/>
                </a:lnTo>
                <a:lnTo>
                  <a:pt x="2456270" y="1633489"/>
                </a:lnTo>
                <a:lnTo>
                  <a:pt x="2459194" y="1632629"/>
                </a:lnTo>
                <a:lnTo>
                  <a:pt x="2460592" y="1631704"/>
                </a:lnTo>
                <a:lnTo>
                  <a:pt x="2462919" y="1630643"/>
                </a:lnTo>
                <a:lnTo>
                  <a:pt x="2463790" y="1629156"/>
                </a:lnTo>
                <a:lnTo>
                  <a:pt x="2469309" y="1624530"/>
                </a:lnTo>
                <a:lnTo>
                  <a:pt x="2473612" y="1624340"/>
                </a:lnTo>
                <a:lnTo>
                  <a:pt x="2475489" y="1623954"/>
                </a:lnTo>
                <a:lnTo>
                  <a:pt x="2476263" y="1623908"/>
                </a:lnTo>
                <a:lnTo>
                  <a:pt x="2477101" y="1622984"/>
                </a:lnTo>
                <a:lnTo>
                  <a:pt x="2480205" y="1621660"/>
                </a:lnTo>
                <a:lnTo>
                  <a:pt x="2482657" y="1620109"/>
                </a:lnTo>
                <a:lnTo>
                  <a:pt x="2486507" y="1619033"/>
                </a:lnTo>
                <a:lnTo>
                  <a:pt x="2489153" y="1618683"/>
                </a:lnTo>
                <a:lnTo>
                  <a:pt x="2489754" y="1618613"/>
                </a:lnTo>
                <a:lnTo>
                  <a:pt x="2491297" y="1616707"/>
                </a:lnTo>
                <a:lnTo>
                  <a:pt x="2495990" y="1612082"/>
                </a:lnTo>
                <a:lnTo>
                  <a:pt x="2499480" y="1611826"/>
                </a:lnTo>
                <a:lnTo>
                  <a:pt x="2499639" y="1611687"/>
                </a:lnTo>
                <a:lnTo>
                  <a:pt x="2501973" y="1609388"/>
                </a:lnTo>
                <a:lnTo>
                  <a:pt x="2503218" y="1608546"/>
                </a:lnTo>
                <a:lnTo>
                  <a:pt x="2505108" y="1605850"/>
                </a:lnTo>
                <a:lnTo>
                  <a:pt x="2509529" y="1602730"/>
                </a:lnTo>
                <a:lnTo>
                  <a:pt x="2513227" y="1601587"/>
                </a:lnTo>
                <a:lnTo>
                  <a:pt x="2516470" y="1600883"/>
                </a:lnTo>
                <a:lnTo>
                  <a:pt x="2518528" y="1600852"/>
                </a:lnTo>
                <a:lnTo>
                  <a:pt x="2519075" y="1600748"/>
                </a:lnTo>
                <a:lnTo>
                  <a:pt x="2521080" y="1600070"/>
                </a:lnTo>
                <a:lnTo>
                  <a:pt x="2523514" y="1599640"/>
                </a:lnTo>
                <a:lnTo>
                  <a:pt x="2524273" y="1599473"/>
                </a:lnTo>
                <a:lnTo>
                  <a:pt x="2526454" y="1598446"/>
                </a:lnTo>
                <a:lnTo>
                  <a:pt x="2527583" y="1598264"/>
                </a:lnTo>
                <a:lnTo>
                  <a:pt x="2529526" y="1596892"/>
                </a:lnTo>
                <a:lnTo>
                  <a:pt x="2533775" y="1596205"/>
                </a:lnTo>
                <a:lnTo>
                  <a:pt x="2535770" y="1594768"/>
                </a:lnTo>
                <a:lnTo>
                  <a:pt x="2536332" y="1594743"/>
                </a:lnTo>
                <a:lnTo>
                  <a:pt x="2537524" y="1593271"/>
                </a:lnTo>
                <a:lnTo>
                  <a:pt x="2542571" y="1591861"/>
                </a:lnTo>
                <a:lnTo>
                  <a:pt x="2545667" y="1591223"/>
                </a:lnTo>
                <a:lnTo>
                  <a:pt x="2548243" y="1591186"/>
                </a:lnTo>
                <a:lnTo>
                  <a:pt x="2551777" y="1589055"/>
                </a:lnTo>
                <a:lnTo>
                  <a:pt x="2552887" y="1589022"/>
                </a:lnTo>
                <a:lnTo>
                  <a:pt x="2554890" y="1585694"/>
                </a:lnTo>
                <a:lnTo>
                  <a:pt x="2561671" y="1585195"/>
                </a:lnTo>
                <a:lnTo>
                  <a:pt x="2563814" y="1585101"/>
                </a:lnTo>
                <a:lnTo>
                  <a:pt x="2564044" y="1585094"/>
                </a:lnTo>
                <a:lnTo>
                  <a:pt x="2565798" y="1584320"/>
                </a:lnTo>
                <a:lnTo>
                  <a:pt x="2568785" y="1584101"/>
                </a:lnTo>
                <a:lnTo>
                  <a:pt x="2570274" y="1583816"/>
                </a:lnTo>
                <a:lnTo>
                  <a:pt x="2571418" y="1583614"/>
                </a:lnTo>
                <a:lnTo>
                  <a:pt x="2571806" y="1583294"/>
                </a:lnTo>
                <a:lnTo>
                  <a:pt x="2575333" y="1580078"/>
                </a:lnTo>
                <a:lnTo>
                  <a:pt x="2579517" y="1579093"/>
                </a:lnTo>
                <a:lnTo>
                  <a:pt x="2580982" y="1578727"/>
                </a:lnTo>
                <a:lnTo>
                  <a:pt x="2582409" y="1578224"/>
                </a:lnTo>
                <a:lnTo>
                  <a:pt x="2585467" y="1577054"/>
                </a:lnTo>
                <a:lnTo>
                  <a:pt x="2586884" y="1575617"/>
                </a:lnTo>
                <a:lnTo>
                  <a:pt x="2590651" y="1574897"/>
                </a:lnTo>
                <a:lnTo>
                  <a:pt x="2592900" y="1573938"/>
                </a:lnTo>
                <a:lnTo>
                  <a:pt x="2595504" y="1573631"/>
                </a:lnTo>
                <a:lnTo>
                  <a:pt x="2595762" y="1573563"/>
                </a:lnTo>
                <a:lnTo>
                  <a:pt x="2598716" y="1571956"/>
                </a:lnTo>
                <a:lnTo>
                  <a:pt x="2600054" y="1571936"/>
                </a:lnTo>
                <a:lnTo>
                  <a:pt x="2602110" y="1569607"/>
                </a:lnTo>
                <a:lnTo>
                  <a:pt x="2606601" y="1568683"/>
                </a:lnTo>
                <a:lnTo>
                  <a:pt x="2607512" y="1568401"/>
                </a:lnTo>
                <a:lnTo>
                  <a:pt x="2609079" y="1567664"/>
                </a:lnTo>
                <a:lnTo>
                  <a:pt x="2609781" y="1567375"/>
                </a:lnTo>
                <a:lnTo>
                  <a:pt x="2610451" y="1566774"/>
                </a:lnTo>
                <a:lnTo>
                  <a:pt x="2614440" y="1562961"/>
                </a:lnTo>
                <a:lnTo>
                  <a:pt x="2618042" y="1562484"/>
                </a:lnTo>
                <a:lnTo>
                  <a:pt x="2619923" y="1561654"/>
                </a:lnTo>
                <a:lnTo>
                  <a:pt x="2622215" y="1561317"/>
                </a:lnTo>
                <a:lnTo>
                  <a:pt x="2623790" y="1560761"/>
                </a:lnTo>
                <a:lnTo>
                  <a:pt x="2626213" y="1560191"/>
                </a:lnTo>
                <a:lnTo>
                  <a:pt x="2629054" y="1559523"/>
                </a:lnTo>
                <a:lnTo>
                  <a:pt x="2630435" y="1559482"/>
                </a:lnTo>
                <a:lnTo>
                  <a:pt x="2631747" y="1559000"/>
                </a:lnTo>
                <a:lnTo>
                  <a:pt x="2634128" y="1558579"/>
                </a:lnTo>
                <a:lnTo>
                  <a:pt x="2635147" y="1558314"/>
                </a:lnTo>
                <a:lnTo>
                  <a:pt x="2637192" y="1557472"/>
                </a:lnTo>
                <a:lnTo>
                  <a:pt x="2638451" y="1557175"/>
                </a:lnTo>
                <a:lnTo>
                  <a:pt x="2640230" y="1556103"/>
                </a:lnTo>
                <a:lnTo>
                  <a:pt x="2642879" y="1555363"/>
                </a:lnTo>
                <a:lnTo>
                  <a:pt x="2643770" y="1555004"/>
                </a:lnTo>
                <a:lnTo>
                  <a:pt x="2644230" y="1554744"/>
                </a:lnTo>
                <a:lnTo>
                  <a:pt x="2646767" y="1552319"/>
                </a:lnTo>
                <a:lnTo>
                  <a:pt x="2648888" y="1551570"/>
                </a:lnTo>
                <a:lnTo>
                  <a:pt x="2650943" y="1547823"/>
                </a:lnTo>
                <a:lnTo>
                  <a:pt x="2656694" y="1545201"/>
                </a:lnTo>
                <a:lnTo>
                  <a:pt x="2656843" y="1545175"/>
                </a:lnTo>
                <a:lnTo>
                  <a:pt x="2658938" y="1542988"/>
                </a:lnTo>
                <a:lnTo>
                  <a:pt x="2663666" y="1542362"/>
                </a:lnTo>
                <a:lnTo>
                  <a:pt x="2665609" y="1541934"/>
                </a:lnTo>
                <a:lnTo>
                  <a:pt x="2667808" y="1541642"/>
                </a:lnTo>
                <a:lnTo>
                  <a:pt x="2668640" y="1541508"/>
                </a:lnTo>
                <a:lnTo>
                  <a:pt x="2671021" y="1540562"/>
                </a:lnTo>
                <a:lnTo>
                  <a:pt x="2674229" y="1540374"/>
                </a:lnTo>
                <a:lnTo>
                  <a:pt x="2674836" y="1540311"/>
                </a:lnTo>
                <a:lnTo>
                  <a:pt x="2676716" y="1539620"/>
                </a:lnTo>
                <a:lnTo>
                  <a:pt x="2678255" y="1539439"/>
                </a:lnTo>
                <a:lnTo>
                  <a:pt x="2679778" y="1538722"/>
                </a:lnTo>
                <a:lnTo>
                  <a:pt x="2682842" y="1538046"/>
                </a:lnTo>
                <a:lnTo>
                  <a:pt x="2684062" y="1537813"/>
                </a:lnTo>
                <a:lnTo>
                  <a:pt x="2685311" y="1537317"/>
                </a:lnTo>
                <a:lnTo>
                  <a:pt x="2685450" y="1537266"/>
                </a:lnTo>
                <a:lnTo>
                  <a:pt x="2686986" y="1535708"/>
                </a:lnTo>
                <a:lnTo>
                  <a:pt x="2691511" y="1533379"/>
                </a:lnTo>
                <a:lnTo>
                  <a:pt x="2695539" y="1532727"/>
                </a:lnTo>
                <a:lnTo>
                  <a:pt x="2697511" y="1532699"/>
                </a:lnTo>
                <a:lnTo>
                  <a:pt x="2697757" y="1532659"/>
                </a:lnTo>
                <a:lnTo>
                  <a:pt x="2699762" y="1531834"/>
                </a:lnTo>
                <a:lnTo>
                  <a:pt x="2701604" y="1531563"/>
                </a:lnTo>
                <a:lnTo>
                  <a:pt x="2703106" y="1530352"/>
                </a:lnTo>
                <a:lnTo>
                  <a:pt x="2707711" y="1528150"/>
                </a:lnTo>
                <a:lnTo>
                  <a:pt x="2708791" y="1528102"/>
                </a:lnTo>
                <a:lnTo>
                  <a:pt x="2709790" y="1527382"/>
                </a:lnTo>
                <a:lnTo>
                  <a:pt x="2712295" y="1526646"/>
                </a:lnTo>
                <a:lnTo>
                  <a:pt x="2712450" y="1526561"/>
                </a:lnTo>
                <a:lnTo>
                  <a:pt x="2714039" y="1525136"/>
                </a:lnTo>
                <a:lnTo>
                  <a:pt x="2716464" y="1516184"/>
                </a:lnTo>
                <a:lnTo>
                  <a:pt x="2724977" y="1515558"/>
                </a:lnTo>
                <a:lnTo>
                  <a:pt x="2725610" y="1515530"/>
                </a:lnTo>
                <a:lnTo>
                  <a:pt x="2727596" y="1511909"/>
                </a:lnTo>
                <a:lnTo>
                  <a:pt x="2734254" y="1511223"/>
                </a:lnTo>
                <a:lnTo>
                  <a:pt x="2734651" y="1510691"/>
                </a:lnTo>
                <a:lnTo>
                  <a:pt x="2739291" y="1507484"/>
                </a:lnTo>
                <a:lnTo>
                  <a:pt x="2741520" y="1506992"/>
                </a:lnTo>
                <a:lnTo>
                  <a:pt x="2743352" y="1505888"/>
                </a:lnTo>
                <a:lnTo>
                  <a:pt x="2744363" y="1505635"/>
                </a:lnTo>
                <a:lnTo>
                  <a:pt x="2746627" y="1501740"/>
                </a:lnTo>
                <a:lnTo>
                  <a:pt x="2752895" y="1499804"/>
                </a:lnTo>
                <a:lnTo>
                  <a:pt x="2754614" y="1499653"/>
                </a:lnTo>
                <a:lnTo>
                  <a:pt x="2755591" y="1498790"/>
                </a:lnTo>
                <a:lnTo>
                  <a:pt x="2760031" y="1496897"/>
                </a:lnTo>
                <a:lnTo>
                  <a:pt x="2761054" y="1496762"/>
                </a:lnTo>
                <a:lnTo>
                  <a:pt x="2761839" y="1495722"/>
                </a:lnTo>
                <a:lnTo>
                  <a:pt x="2765851" y="1492874"/>
                </a:lnTo>
                <a:lnTo>
                  <a:pt x="2767682" y="1492146"/>
                </a:lnTo>
                <a:lnTo>
                  <a:pt x="2771022" y="1489642"/>
                </a:lnTo>
                <a:lnTo>
                  <a:pt x="2773736" y="1489602"/>
                </a:lnTo>
                <a:lnTo>
                  <a:pt x="2773836" y="1489549"/>
                </a:lnTo>
                <a:lnTo>
                  <a:pt x="2777797" y="1487568"/>
                </a:lnTo>
                <a:lnTo>
                  <a:pt x="2778319" y="1487568"/>
                </a:lnTo>
                <a:lnTo>
                  <a:pt x="2778678" y="1487236"/>
                </a:lnTo>
                <a:lnTo>
                  <a:pt x="2782589" y="1485395"/>
                </a:lnTo>
                <a:lnTo>
                  <a:pt x="2784043" y="1484989"/>
                </a:lnTo>
                <a:lnTo>
                  <a:pt x="2785800" y="1482741"/>
                </a:lnTo>
                <a:lnTo>
                  <a:pt x="2787896" y="1481785"/>
                </a:lnTo>
                <a:lnTo>
                  <a:pt x="2789839" y="1479471"/>
                </a:lnTo>
                <a:lnTo>
                  <a:pt x="2791809" y="1478573"/>
                </a:lnTo>
                <a:lnTo>
                  <a:pt x="2792911" y="1477277"/>
                </a:lnTo>
                <a:lnTo>
                  <a:pt x="2794267" y="1476120"/>
                </a:lnTo>
                <a:lnTo>
                  <a:pt x="2797233" y="1471147"/>
                </a:lnTo>
                <a:lnTo>
                  <a:pt x="2801050" y="1469968"/>
                </a:lnTo>
                <a:lnTo>
                  <a:pt x="2804103" y="1467724"/>
                </a:lnTo>
                <a:lnTo>
                  <a:pt x="2807592" y="1467673"/>
                </a:lnTo>
                <a:lnTo>
                  <a:pt x="2808771" y="1467291"/>
                </a:lnTo>
                <a:lnTo>
                  <a:pt x="2809683" y="1467117"/>
                </a:lnTo>
                <a:lnTo>
                  <a:pt x="2812184" y="1463622"/>
                </a:lnTo>
                <a:lnTo>
                  <a:pt x="2815093" y="1463622"/>
                </a:lnTo>
                <a:lnTo>
                  <a:pt x="2816010" y="1462057"/>
                </a:lnTo>
                <a:lnTo>
                  <a:pt x="2818039" y="1460804"/>
                </a:lnTo>
                <a:lnTo>
                  <a:pt x="2818719" y="1459698"/>
                </a:lnTo>
                <a:lnTo>
                  <a:pt x="2822357" y="1453171"/>
                </a:lnTo>
                <a:lnTo>
                  <a:pt x="2826441" y="1451928"/>
                </a:lnTo>
                <a:lnTo>
                  <a:pt x="2829020" y="1450108"/>
                </a:lnTo>
                <a:lnTo>
                  <a:pt x="2831905" y="1449726"/>
                </a:lnTo>
                <a:lnTo>
                  <a:pt x="2834879" y="1437920"/>
                </a:lnTo>
                <a:lnTo>
                  <a:pt x="2840014" y="1437391"/>
                </a:lnTo>
                <a:lnTo>
                  <a:pt x="2843445" y="1427805"/>
                </a:lnTo>
                <a:lnTo>
                  <a:pt x="2846601" y="1427712"/>
                </a:lnTo>
                <a:lnTo>
                  <a:pt x="2847405" y="1424685"/>
                </a:lnTo>
                <a:lnTo>
                  <a:pt x="2852938" y="1417281"/>
                </a:lnTo>
                <a:lnTo>
                  <a:pt x="2857186" y="1417031"/>
                </a:lnTo>
                <a:lnTo>
                  <a:pt x="2857512" y="1416863"/>
                </a:lnTo>
                <a:lnTo>
                  <a:pt x="2860136" y="1415590"/>
                </a:lnTo>
                <a:lnTo>
                  <a:pt x="2862180" y="1412795"/>
                </a:lnTo>
                <a:lnTo>
                  <a:pt x="2866339" y="1412000"/>
                </a:lnTo>
                <a:lnTo>
                  <a:pt x="2867821" y="1409995"/>
                </a:lnTo>
                <a:lnTo>
                  <a:pt x="2870699" y="1409233"/>
                </a:lnTo>
                <a:lnTo>
                  <a:pt x="2871217" y="1408761"/>
                </a:lnTo>
                <a:lnTo>
                  <a:pt x="2875716" y="1405175"/>
                </a:lnTo>
                <a:lnTo>
                  <a:pt x="2876157" y="1404422"/>
                </a:lnTo>
                <a:lnTo>
                  <a:pt x="2880839" y="1401207"/>
                </a:lnTo>
                <a:lnTo>
                  <a:pt x="2883337" y="1400399"/>
                </a:lnTo>
                <a:lnTo>
                  <a:pt x="2884885" y="1399603"/>
                </a:lnTo>
                <a:lnTo>
                  <a:pt x="2888300" y="1398118"/>
                </a:lnTo>
                <a:lnTo>
                  <a:pt x="2889678" y="1397935"/>
                </a:lnTo>
                <a:lnTo>
                  <a:pt x="2891562" y="1396827"/>
                </a:lnTo>
                <a:lnTo>
                  <a:pt x="2893511" y="1396540"/>
                </a:lnTo>
                <a:lnTo>
                  <a:pt x="2894540" y="1395163"/>
                </a:lnTo>
                <a:lnTo>
                  <a:pt x="2896866" y="1394069"/>
                </a:lnTo>
                <a:lnTo>
                  <a:pt x="2898661" y="1392063"/>
                </a:lnTo>
                <a:lnTo>
                  <a:pt x="2902090" y="1390247"/>
                </a:lnTo>
                <a:lnTo>
                  <a:pt x="2904475" y="1389020"/>
                </a:lnTo>
                <a:lnTo>
                  <a:pt x="2905997" y="1388416"/>
                </a:lnTo>
                <a:lnTo>
                  <a:pt x="2907701" y="1387312"/>
                </a:lnTo>
                <a:lnTo>
                  <a:pt x="2911603" y="1385476"/>
                </a:lnTo>
                <a:lnTo>
                  <a:pt x="2913589" y="1385272"/>
                </a:lnTo>
                <a:lnTo>
                  <a:pt x="2915191" y="1383788"/>
                </a:lnTo>
                <a:lnTo>
                  <a:pt x="2920090" y="1382203"/>
                </a:lnTo>
                <a:lnTo>
                  <a:pt x="2921112" y="1382128"/>
                </a:lnTo>
                <a:lnTo>
                  <a:pt x="2921619" y="1381845"/>
                </a:lnTo>
                <a:lnTo>
                  <a:pt x="2925016" y="1380296"/>
                </a:lnTo>
                <a:lnTo>
                  <a:pt x="2927642" y="1379871"/>
                </a:lnTo>
                <a:lnTo>
                  <a:pt x="2928863" y="1378704"/>
                </a:lnTo>
                <a:lnTo>
                  <a:pt x="2933119" y="1377515"/>
                </a:lnTo>
                <a:lnTo>
                  <a:pt x="2933509" y="1377125"/>
                </a:lnTo>
                <a:lnTo>
                  <a:pt x="2935099" y="1376026"/>
                </a:lnTo>
                <a:lnTo>
                  <a:pt x="2936136" y="1374775"/>
                </a:lnTo>
                <a:lnTo>
                  <a:pt x="2940535" y="1369063"/>
                </a:lnTo>
                <a:lnTo>
                  <a:pt x="2942731" y="1368966"/>
                </a:lnTo>
                <a:lnTo>
                  <a:pt x="2945271" y="1364659"/>
                </a:lnTo>
                <a:lnTo>
                  <a:pt x="2951645" y="1363441"/>
                </a:lnTo>
                <a:lnTo>
                  <a:pt x="2954311" y="1363166"/>
                </a:lnTo>
                <a:lnTo>
                  <a:pt x="2955475" y="1363132"/>
                </a:lnTo>
                <a:lnTo>
                  <a:pt x="2956111" y="1362955"/>
                </a:lnTo>
                <a:lnTo>
                  <a:pt x="2959048" y="1361961"/>
                </a:lnTo>
                <a:lnTo>
                  <a:pt x="2960639" y="1361891"/>
                </a:lnTo>
                <a:lnTo>
                  <a:pt x="2960782" y="1361767"/>
                </a:lnTo>
                <a:lnTo>
                  <a:pt x="2964865" y="1358584"/>
                </a:lnTo>
                <a:lnTo>
                  <a:pt x="2967587" y="1358224"/>
                </a:lnTo>
                <a:lnTo>
                  <a:pt x="2968378" y="1357794"/>
                </a:lnTo>
                <a:lnTo>
                  <a:pt x="2970615" y="1356807"/>
                </a:lnTo>
                <a:lnTo>
                  <a:pt x="2970634" y="1356798"/>
                </a:lnTo>
                <a:lnTo>
                  <a:pt x="2973963" y="1350337"/>
                </a:lnTo>
                <a:lnTo>
                  <a:pt x="2976894" y="1349605"/>
                </a:lnTo>
                <a:lnTo>
                  <a:pt x="2978046" y="1346640"/>
                </a:lnTo>
                <a:lnTo>
                  <a:pt x="2983408" y="1340173"/>
                </a:lnTo>
                <a:lnTo>
                  <a:pt x="2988319" y="1339812"/>
                </a:lnTo>
                <a:lnTo>
                  <a:pt x="2989459" y="1338890"/>
                </a:lnTo>
                <a:lnTo>
                  <a:pt x="2989962" y="1338742"/>
                </a:lnTo>
                <a:lnTo>
                  <a:pt x="2992521" y="1334884"/>
                </a:lnTo>
                <a:lnTo>
                  <a:pt x="2997566" y="1334439"/>
                </a:lnTo>
                <a:lnTo>
                  <a:pt x="2998301" y="1334158"/>
                </a:lnTo>
                <a:lnTo>
                  <a:pt x="3001720" y="1332831"/>
                </a:lnTo>
                <a:lnTo>
                  <a:pt x="3002385" y="1332821"/>
                </a:lnTo>
                <a:lnTo>
                  <a:pt x="3004597" y="1329796"/>
                </a:lnTo>
                <a:lnTo>
                  <a:pt x="3007220" y="1329720"/>
                </a:lnTo>
                <a:lnTo>
                  <a:pt x="3009003" y="1327806"/>
                </a:lnTo>
                <a:lnTo>
                  <a:pt x="3013471" y="1327478"/>
                </a:lnTo>
                <a:lnTo>
                  <a:pt x="3014402" y="1326944"/>
                </a:lnTo>
                <a:lnTo>
                  <a:pt x="3017208" y="1325211"/>
                </a:lnTo>
                <a:lnTo>
                  <a:pt x="3021575" y="1323862"/>
                </a:lnTo>
                <a:lnTo>
                  <a:pt x="3023213" y="1323862"/>
                </a:lnTo>
                <a:lnTo>
                  <a:pt x="3025287" y="1322672"/>
                </a:lnTo>
                <a:lnTo>
                  <a:pt x="3026375" y="1322384"/>
                </a:lnTo>
                <a:lnTo>
                  <a:pt x="3027408" y="1320272"/>
                </a:lnTo>
                <a:lnTo>
                  <a:pt x="3033562" y="1315747"/>
                </a:lnTo>
                <a:lnTo>
                  <a:pt x="3035931" y="1315747"/>
                </a:lnTo>
                <a:lnTo>
                  <a:pt x="3036726" y="1315033"/>
                </a:lnTo>
                <a:lnTo>
                  <a:pt x="3037306" y="1314632"/>
                </a:lnTo>
                <a:lnTo>
                  <a:pt x="3039871" y="1309767"/>
                </a:lnTo>
                <a:lnTo>
                  <a:pt x="3043164" y="1308605"/>
                </a:lnTo>
                <a:lnTo>
                  <a:pt x="3045474" y="1306226"/>
                </a:lnTo>
                <a:lnTo>
                  <a:pt x="3050071" y="1305144"/>
                </a:lnTo>
                <a:lnTo>
                  <a:pt x="3050716" y="1305002"/>
                </a:lnTo>
                <a:lnTo>
                  <a:pt x="3052578" y="1303934"/>
                </a:lnTo>
                <a:lnTo>
                  <a:pt x="3053210" y="1303014"/>
                </a:lnTo>
                <a:lnTo>
                  <a:pt x="3056349" y="1300614"/>
                </a:lnTo>
                <a:lnTo>
                  <a:pt x="3056932" y="1300178"/>
                </a:lnTo>
                <a:lnTo>
                  <a:pt x="3057264" y="1299647"/>
                </a:lnTo>
                <a:lnTo>
                  <a:pt x="3059680" y="1290836"/>
                </a:lnTo>
                <a:lnTo>
                  <a:pt x="3065814" y="1286236"/>
                </a:lnTo>
                <a:lnTo>
                  <a:pt x="3068513" y="1285727"/>
                </a:lnTo>
                <a:lnTo>
                  <a:pt x="3069885" y="1285001"/>
                </a:lnTo>
                <a:lnTo>
                  <a:pt x="3071965" y="1284297"/>
                </a:lnTo>
                <a:lnTo>
                  <a:pt x="3074036" y="1279060"/>
                </a:lnTo>
                <a:lnTo>
                  <a:pt x="3074813" y="1278648"/>
                </a:lnTo>
                <a:lnTo>
                  <a:pt x="3076197" y="1268415"/>
                </a:lnTo>
                <a:lnTo>
                  <a:pt x="3078779" y="1258087"/>
                </a:lnTo>
                <a:lnTo>
                  <a:pt x="3083369" y="1252686"/>
                </a:lnTo>
                <a:lnTo>
                  <a:pt x="3084557" y="1248321"/>
                </a:lnTo>
                <a:lnTo>
                  <a:pt x="3087172" y="1244591"/>
                </a:lnTo>
                <a:lnTo>
                  <a:pt x="3090691" y="1238433"/>
                </a:lnTo>
                <a:lnTo>
                  <a:pt x="3094089" y="1237383"/>
                </a:lnTo>
                <a:lnTo>
                  <a:pt x="3095308" y="1236253"/>
                </a:lnTo>
                <a:lnTo>
                  <a:pt x="3096322" y="1235687"/>
                </a:lnTo>
                <a:lnTo>
                  <a:pt x="3096381" y="1235600"/>
                </a:lnTo>
                <a:lnTo>
                  <a:pt x="3099049" y="1227949"/>
                </a:lnTo>
                <a:lnTo>
                  <a:pt x="3105275" y="1224378"/>
                </a:lnTo>
                <a:lnTo>
                  <a:pt x="3105699" y="1223586"/>
                </a:lnTo>
                <a:lnTo>
                  <a:pt x="3107450" y="1215991"/>
                </a:lnTo>
                <a:lnTo>
                  <a:pt x="3110468" y="1206411"/>
                </a:lnTo>
                <a:lnTo>
                  <a:pt x="3113899" y="1204039"/>
                </a:lnTo>
                <a:lnTo>
                  <a:pt x="3114296" y="1203548"/>
                </a:lnTo>
                <a:lnTo>
                  <a:pt x="3116434" y="1198988"/>
                </a:lnTo>
                <a:lnTo>
                  <a:pt x="3120243" y="1195124"/>
                </a:lnTo>
                <a:lnTo>
                  <a:pt x="3121383" y="1194419"/>
                </a:lnTo>
                <a:lnTo>
                  <a:pt x="3122416" y="1192832"/>
                </a:lnTo>
                <a:lnTo>
                  <a:pt x="3126283" y="1187714"/>
                </a:lnTo>
                <a:lnTo>
                  <a:pt x="3126947" y="1187499"/>
                </a:lnTo>
                <a:lnTo>
                  <a:pt x="3129571" y="1181133"/>
                </a:lnTo>
                <a:lnTo>
                  <a:pt x="3130918" y="1181114"/>
                </a:lnTo>
                <a:lnTo>
                  <a:pt x="3132169" y="1177101"/>
                </a:lnTo>
                <a:lnTo>
                  <a:pt x="3135997" y="1175525"/>
                </a:lnTo>
                <a:lnTo>
                  <a:pt x="3137093" y="1174220"/>
                </a:lnTo>
                <a:lnTo>
                  <a:pt x="3138410" y="1173174"/>
                </a:lnTo>
                <a:lnTo>
                  <a:pt x="3141615" y="1167659"/>
                </a:lnTo>
                <a:lnTo>
                  <a:pt x="3144044" y="1167231"/>
                </a:lnTo>
                <a:lnTo>
                  <a:pt x="3146403" y="1160849"/>
                </a:lnTo>
                <a:lnTo>
                  <a:pt x="3148828" y="1160349"/>
                </a:lnTo>
                <a:lnTo>
                  <a:pt x="3148995" y="1159992"/>
                </a:lnTo>
                <a:lnTo>
                  <a:pt x="3150542" y="1157308"/>
                </a:lnTo>
                <a:lnTo>
                  <a:pt x="3152393" y="1150504"/>
                </a:lnTo>
                <a:lnTo>
                  <a:pt x="3156751" y="1141403"/>
                </a:lnTo>
                <a:lnTo>
                  <a:pt x="3162007" y="1140553"/>
                </a:lnTo>
                <a:lnTo>
                  <a:pt x="3162383" y="1140126"/>
                </a:lnTo>
                <a:lnTo>
                  <a:pt x="3164214" y="1132804"/>
                </a:lnTo>
                <a:lnTo>
                  <a:pt x="3167215" y="1128655"/>
                </a:lnTo>
                <a:lnTo>
                  <a:pt x="3170898" y="1123672"/>
                </a:lnTo>
                <a:lnTo>
                  <a:pt x="3171114" y="1123600"/>
                </a:lnTo>
                <a:lnTo>
                  <a:pt x="3172592" y="1118666"/>
                </a:lnTo>
                <a:lnTo>
                  <a:pt x="3178188" y="1114657"/>
                </a:lnTo>
                <a:lnTo>
                  <a:pt x="3180462" y="1113922"/>
                </a:lnTo>
                <a:lnTo>
                  <a:pt x="3181683" y="1108044"/>
                </a:lnTo>
                <a:lnTo>
                  <a:pt x="3184880" y="1104189"/>
                </a:lnTo>
                <a:lnTo>
                  <a:pt x="3185351" y="1103539"/>
                </a:lnTo>
                <a:lnTo>
                  <a:pt x="3187060" y="1092225"/>
                </a:lnTo>
                <a:lnTo>
                  <a:pt x="3189640" y="1083652"/>
                </a:lnTo>
                <a:lnTo>
                  <a:pt x="3191743" y="1080775"/>
                </a:lnTo>
                <a:lnTo>
                  <a:pt x="3195363" y="1070873"/>
                </a:lnTo>
                <a:lnTo>
                  <a:pt x="3195810" y="1070860"/>
                </a:lnTo>
                <a:lnTo>
                  <a:pt x="3197404" y="1059697"/>
                </a:lnTo>
                <a:lnTo>
                  <a:pt x="3205220" y="1056479"/>
                </a:lnTo>
                <a:lnTo>
                  <a:pt x="3206063" y="1054433"/>
                </a:lnTo>
                <a:lnTo>
                  <a:pt x="3212321" y="1050108"/>
                </a:lnTo>
                <a:lnTo>
                  <a:pt x="3214566" y="1049976"/>
                </a:lnTo>
                <a:lnTo>
                  <a:pt x="3214669" y="1049913"/>
                </a:lnTo>
                <a:lnTo>
                  <a:pt x="3215230" y="1049592"/>
                </a:lnTo>
                <a:lnTo>
                  <a:pt x="3217281" y="1039187"/>
                </a:lnTo>
                <a:lnTo>
                  <a:pt x="3223121" y="1037641"/>
                </a:lnTo>
                <a:lnTo>
                  <a:pt x="3224600" y="1033377"/>
                </a:lnTo>
                <a:lnTo>
                  <a:pt x="3226227" y="1030698"/>
                </a:lnTo>
                <a:lnTo>
                  <a:pt x="3228724" y="1018545"/>
                </a:lnTo>
                <a:lnTo>
                  <a:pt x="3233357" y="1016128"/>
                </a:lnTo>
                <a:lnTo>
                  <a:pt x="3234103" y="1015404"/>
                </a:lnTo>
                <a:lnTo>
                  <a:pt x="3235987" y="997418"/>
                </a:lnTo>
                <a:lnTo>
                  <a:pt x="3238945" y="995809"/>
                </a:lnTo>
                <a:lnTo>
                  <a:pt x="3239474" y="994174"/>
                </a:lnTo>
                <a:lnTo>
                  <a:pt x="3241447" y="975359"/>
                </a:lnTo>
                <a:lnTo>
                  <a:pt x="3244541" y="965895"/>
                </a:lnTo>
                <a:lnTo>
                  <a:pt x="3249275" y="962135"/>
                </a:lnTo>
                <a:lnTo>
                  <a:pt x="3251197" y="945940"/>
                </a:lnTo>
                <a:lnTo>
                  <a:pt x="3254972" y="935391"/>
                </a:lnTo>
                <a:lnTo>
                  <a:pt x="3259051" y="934011"/>
                </a:lnTo>
                <a:lnTo>
                  <a:pt x="3260025" y="932021"/>
                </a:lnTo>
                <a:lnTo>
                  <a:pt x="3261149" y="930416"/>
                </a:lnTo>
                <a:lnTo>
                  <a:pt x="3262776" y="919655"/>
                </a:lnTo>
                <a:lnTo>
                  <a:pt x="3264832" y="906410"/>
                </a:lnTo>
                <a:lnTo>
                  <a:pt x="3268209" y="895931"/>
                </a:lnTo>
                <a:lnTo>
                  <a:pt x="3270004" y="895086"/>
                </a:lnTo>
                <a:lnTo>
                  <a:pt x="3272483" y="886519"/>
                </a:lnTo>
                <a:lnTo>
                  <a:pt x="3276542" y="886042"/>
                </a:lnTo>
                <a:lnTo>
                  <a:pt x="3276554" y="886026"/>
                </a:lnTo>
                <a:lnTo>
                  <a:pt x="3278004" y="884598"/>
                </a:lnTo>
                <a:lnTo>
                  <a:pt x="3281346" y="878356"/>
                </a:lnTo>
                <a:lnTo>
                  <a:pt x="3286837" y="877306"/>
                </a:lnTo>
                <a:lnTo>
                  <a:pt x="3288865" y="874502"/>
                </a:lnTo>
                <a:lnTo>
                  <a:pt x="3292757" y="872270"/>
                </a:lnTo>
                <a:lnTo>
                  <a:pt x="3294783" y="871272"/>
                </a:lnTo>
                <a:lnTo>
                  <a:pt x="3296223" y="869133"/>
                </a:lnTo>
                <a:lnTo>
                  <a:pt x="3301346" y="865441"/>
                </a:lnTo>
                <a:lnTo>
                  <a:pt x="3304775" y="864988"/>
                </a:lnTo>
                <a:lnTo>
                  <a:pt x="3306290" y="862381"/>
                </a:lnTo>
                <a:lnTo>
                  <a:pt x="3309847" y="860916"/>
                </a:lnTo>
                <a:lnTo>
                  <a:pt x="3310533" y="859482"/>
                </a:lnTo>
                <a:lnTo>
                  <a:pt x="3315172" y="852728"/>
                </a:lnTo>
                <a:lnTo>
                  <a:pt x="3318726" y="852258"/>
                </a:lnTo>
                <a:lnTo>
                  <a:pt x="3320081" y="846957"/>
                </a:lnTo>
                <a:lnTo>
                  <a:pt x="3322425" y="845061"/>
                </a:lnTo>
                <a:lnTo>
                  <a:pt x="3324932" y="838277"/>
                </a:lnTo>
                <a:lnTo>
                  <a:pt x="3329842" y="836400"/>
                </a:lnTo>
                <a:lnTo>
                  <a:pt x="3332475" y="834697"/>
                </a:lnTo>
                <a:lnTo>
                  <a:pt x="3334323" y="834343"/>
                </a:lnTo>
                <a:lnTo>
                  <a:pt x="3334638" y="834130"/>
                </a:lnTo>
                <a:lnTo>
                  <a:pt x="3335410" y="833585"/>
                </a:lnTo>
                <a:lnTo>
                  <a:pt x="3337690" y="830668"/>
                </a:lnTo>
                <a:lnTo>
                  <a:pt x="3342483" y="828060"/>
                </a:lnTo>
                <a:lnTo>
                  <a:pt x="3345628" y="827413"/>
                </a:lnTo>
                <a:lnTo>
                  <a:pt x="3346867" y="827121"/>
                </a:lnTo>
                <a:lnTo>
                  <a:pt x="3348409" y="825465"/>
                </a:lnTo>
                <a:lnTo>
                  <a:pt x="3350792" y="824729"/>
                </a:lnTo>
                <a:lnTo>
                  <a:pt x="3352501" y="821488"/>
                </a:lnTo>
                <a:lnTo>
                  <a:pt x="3357965" y="818595"/>
                </a:lnTo>
                <a:lnTo>
                  <a:pt x="3360470" y="818006"/>
                </a:lnTo>
                <a:lnTo>
                  <a:pt x="3362134" y="816244"/>
                </a:lnTo>
                <a:lnTo>
                  <a:pt x="3364217" y="815662"/>
                </a:lnTo>
                <a:lnTo>
                  <a:pt x="3366291" y="810110"/>
                </a:lnTo>
                <a:lnTo>
                  <a:pt x="3370299" y="809638"/>
                </a:lnTo>
                <a:lnTo>
                  <a:pt x="3372498" y="807148"/>
                </a:lnTo>
                <a:lnTo>
                  <a:pt x="3374177" y="807074"/>
                </a:lnTo>
                <a:lnTo>
                  <a:pt x="3376365" y="794369"/>
                </a:lnTo>
                <a:lnTo>
                  <a:pt x="3378433" y="793395"/>
                </a:lnTo>
                <a:lnTo>
                  <a:pt x="3379602" y="787468"/>
                </a:lnTo>
                <a:lnTo>
                  <a:pt x="3381780" y="781028"/>
                </a:lnTo>
                <a:lnTo>
                  <a:pt x="3384133" y="774696"/>
                </a:lnTo>
                <a:lnTo>
                  <a:pt x="3388160" y="768597"/>
                </a:lnTo>
                <a:lnTo>
                  <a:pt x="3388720" y="768358"/>
                </a:lnTo>
                <a:lnTo>
                  <a:pt x="3389208" y="766757"/>
                </a:lnTo>
                <a:lnTo>
                  <a:pt x="3391249" y="751483"/>
                </a:lnTo>
                <a:lnTo>
                  <a:pt x="3393902" y="746058"/>
                </a:lnTo>
                <a:lnTo>
                  <a:pt x="3397605" y="739034"/>
                </a:lnTo>
                <a:lnTo>
                  <a:pt x="3398742" y="738650"/>
                </a:lnTo>
                <a:lnTo>
                  <a:pt x="3400734" y="732820"/>
                </a:lnTo>
                <a:lnTo>
                  <a:pt x="3405598" y="731318"/>
                </a:lnTo>
                <a:lnTo>
                  <a:pt x="3406174" y="730885"/>
                </a:lnTo>
                <a:lnTo>
                  <a:pt x="3406197" y="730867"/>
                </a:lnTo>
                <a:lnTo>
                  <a:pt x="3406829" y="729370"/>
                </a:lnTo>
                <a:lnTo>
                  <a:pt x="3409534" y="713778"/>
                </a:lnTo>
                <a:lnTo>
                  <a:pt x="3411826" y="713036"/>
                </a:lnTo>
                <a:lnTo>
                  <a:pt x="3412548" y="709978"/>
                </a:lnTo>
                <a:lnTo>
                  <a:pt x="3414565" y="699600"/>
                </a:lnTo>
                <a:lnTo>
                  <a:pt x="3418173" y="688562"/>
                </a:lnTo>
                <a:lnTo>
                  <a:pt x="3422793" y="687203"/>
                </a:lnTo>
                <a:lnTo>
                  <a:pt x="3424606" y="670650"/>
                </a:lnTo>
                <a:lnTo>
                  <a:pt x="3429606" y="667929"/>
                </a:lnTo>
                <a:lnTo>
                  <a:pt x="3429911" y="667629"/>
                </a:lnTo>
                <a:lnTo>
                  <a:pt x="3433144" y="662589"/>
                </a:lnTo>
                <a:lnTo>
                  <a:pt x="3434499" y="656192"/>
                </a:lnTo>
                <a:lnTo>
                  <a:pt x="3440015" y="650595"/>
                </a:lnTo>
                <a:lnTo>
                  <a:pt x="3440790" y="650379"/>
                </a:lnTo>
                <a:lnTo>
                  <a:pt x="3441876" y="647534"/>
                </a:lnTo>
                <a:lnTo>
                  <a:pt x="3444588" y="635093"/>
                </a:lnTo>
                <a:lnTo>
                  <a:pt x="3445980" y="634377"/>
                </a:lnTo>
                <a:lnTo>
                  <a:pt x="3447470" y="620394"/>
                </a:lnTo>
                <a:lnTo>
                  <a:pt x="3449618" y="611867"/>
                </a:lnTo>
                <a:lnTo>
                  <a:pt x="3451504" y="605542"/>
                </a:lnTo>
                <a:lnTo>
                  <a:pt x="3453857" y="594124"/>
                </a:lnTo>
                <a:lnTo>
                  <a:pt x="3456524" y="591104"/>
                </a:lnTo>
                <a:lnTo>
                  <a:pt x="3459771" y="584085"/>
                </a:lnTo>
                <a:lnTo>
                  <a:pt x="3462204" y="583512"/>
                </a:lnTo>
                <a:lnTo>
                  <a:pt x="3463153" y="578711"/>
                </a:lnTo>
                <a:lnTo>
                  <a:pt x="3465042" y="572405"/>
                </a:lnTo>
                <a:lnTo>
                  <a:pt x="3466959" y="560056"/>
                </a:lnTo>
                <a:lnTo>
                  <a:pt x="3470234" y="547439"/>
                </a:lnTo>
                <a:lnTo>
                  <a:pt x="3472293" y="546713"/>
                </a:lnTo>
                <a:lnTo>
                  <a:pt x="3474321" y="539526"/>
                </a:lnTo>
                <a:lnTo>
                  <a:pt x="3479605" y="537972"/>
                </a:lnTo>
                <a:lnTo>
                  <a:pt x="3480779" y="536074"/>
                </a:lnTo>
                <a:lnTo>
                  <a:pt x="3484055" y="533761"/>
                </a:lnTo>
                <a:lnTo>
                  <a:pt x="3485042" y="531221"/>
                </a:lnTo>
                <a:lnTo>
                  <a:pt x="3487346" y="526411"/>
                </a:lnTo>
                <a:lnTo>
                  <a:pt x="3490275" y="521672"/>
                </a:lnTo>
                <a:lnTo>
                  <a:pt x="3491563" y="520554"/>
                </a:lnTo>
                <a:lnTo>
                  <a:pt x="3492416" y="518359"/>
                </a:lnTo>
                <a:lnTo>
                  <a:pt x="3494608" y="507853"/>
                </a:lnTo>
                <a:lnTo>
                  <a:pt x="3496585" y="505148"/>
                </a:lnTo>
                <a:lnTo>
                  <a:pt x="3498652" y="495817"/>
                </a:lnTo>
                <a:lnTo>
                  <a:pt x="3500631" y="493693"/>
                </a:lnTo>
                <a:lnTo>
                  <a:pt x="3503056" y="483283"/>
                </a:lnTo>
                <a:lnTo>
                  <a:pt x="3506041" y="481966"/>
                </a:lnTo>
                <a:lnTo>
                  <a:pt x="3507817" y="455818"/>
                </a:lnTo>
                <a:lnTo>
                  <a:pt x="3511527" y="450798"/>
                </a:lnTo>
                <a:lnTo>
                  <a:pt x="3513060" y="448995"/>
                </a:lnTo>
                <a:lnTo>
                  <a:pt x="3514223" y="446857"/>
                </a:lnTo>
                <a:lnTo>
                  <a:pt x="3515685" y="442813"/>
                </a:lnTo>
                <a:lnTo>
                  <a:pt x="3518223" y="429526"/>
                </a:lnTo>
                <a:lnTo>
                  <a:pt x="3520377" y="428133"/>
                </a:lnTo>
                <a:lnTo>
                  <a:pt x="3521885" y="421859"/>
                </a:lnTo>
                <a:lnTo>
                  <a:pt x="3523434" y="419695"/>
                </a:lnTo>
                <a:lnTo>
                  <a:pt x="3525540" y="397541"/>
                </a:lnTo>
                <a:lnTo>
                  <a:pt x="3529800" y="394535"/>
                </a:lnTo>
                <a:lnTo>
                  <a:pt x="3531065" y="389641"/>
                </a:lnTo>
                <a:lnTo>
                  <a:pt x="3533318" y="370129"/>
                </a:lnTo>
                <a:lnTo>
                  <a:pt x="3536028" y="367577"/>
                </a:lnTo>
                <a:lnTo>
                  <a:pt x="3537410" y="363492"/>
                </a:lnTo>
                <a:lnTo>
                  <a:pt x="3539183" y="359739"/>
                </a:lnTo>
                <a:lnTo>
                  <a:pt x="3540981" y="352359"/>
                </a:lnTo>
                <a:lnTo>
                  <a:pt x="3544176" y="342311"/>
                </a:lnTo>
                <a:lnTo>
                  <a:pt x="3546484" y="341090"/>
                </a:lnTo>
                <a:lnTo>
                  <a:pt x="3547182" y="339375"/>
                </a:lnTo>
                <a:lnTo>
                  <a:pt x="3549735" y="333142"/>
                </a:lnTo>
                <a:lnTo>
                  <a:pt x="3551032" y="331712"/>
                </a:lnTo>
                <a:lnTo>
                  <a:pt x="3552457" y="324225"/>
                </a:lnTo>
                <a:lnTo>
                  <a:pt x="3554390" y="313358"/>
                </a:lnTo>
                <a:lnTo>
                  <a:pt x="3556429" y="298784"/>
                </a:lnTo>
                <a:lnTo>
                  <a:pt x="3560026" y="288203"/>
                </a:lnTo>
                <a:lnTo>
                  <a:pt x="3562132" y="287398"/>
                </a:lnTo>
                <a:lnTo>
                  <a:pt x="3562244" y="287102"/>
                </a:lnTo>
                <a:lnTo>
                  <a:pt x="3564177" y="270758"/>
                </a:lnTo>
                <a:lnTo>
                  <a:pt x="3566346" y="264633"/>
                </a:lnTo>
                <a:lnTo>
                  <a:pt x="3568088" y="258227"/>
                </a:lnTo>
                <a:lnTo>
                  <a:pt x="3569929" y="247668"/>
                </a:lnTo>
                <a:lnTo>
                  <a:pt x="3571933" y="232937"/>
                </a:lnTo>
                <a:lnTo>
                  <a:pt x="3574505" y="223669"/>
                </a:lnTo>
                <a:lnTo>
                  <a:pt x="3577554" y="219633"/>
                </a:lnTo>
                <a:lnTo>
                  <a:pt x="3578739" y="218135"/>
                </a:lnTo>
                <a:lnTo>
                  <a:pt x="3580644" y="213372"/>
                </a:lnTo>
                <a:lnTo>
                  <a:pt x="3581832" y="211799"/>
                </a:lnTo>
                <a:lnTo>
                  <a:pt x="3583694" y="195948"/>
                </a:lnTo>
                <a:lnTo>
                  <a:pt x="3585978" y="191784"/>
                </a:lnTo>
                <a:lnTo>
                  <a:pt x="3587688" y="185570"/>
                </a:lnTo>
                <a:lnTo>
                  <a:pt x="3589383" y="180288"/>
                </a:lnTo>
                <a:lnTo>
                  <a:pt x="3591269" y="159569"/>
                </a:lnTo>
                <a:lnTo>
                  <a:pt x="3593566" y="146429"/>
                </a:lnTo>
                <a:lnTo>
                  <a:pt x="3596318" y="141815"/>
                </a:lnTo>
                <a:lnTo>
                  <a:pt x="3598056" y="138748"/>
                </a:lnTo>
                <a:lnTo>
                  <a:pt x="3600930" y="132747"/>
                </a:lnTo>
                <a:lnTo>
                  <a:pt x="3604240" y="130507"/>
                </a:lnTo>
                <a:lnTo>
                  <a:pt x="3605219" y="126720"/>
                </a:lnTo>
                <a:lnTo>
                  <a:pt x="3608730" y="116858"/>
                </a:lnTo>
                <a:lnTo>
                  <a:pt x="3614510" y="114733"/>
                </a:lnTo>
                <a:lnTo>
                  <a:pt x="3615411" y="112853"/>
                </a:lnTo>
                <a:lnTo>
                  <a:pt x="3618855" y="105409"/>
                </a:lnTo>
                <a:lnTo>
                  <a:pt x="3620625" y="104706"/>
                </a:lnTo>
                <a:lnTo>
                  <a:pt x="3622377" y="79961"/>
                </a:lnTo>
                <a:lnTo>
                  <a:pt x="3624441" y="69368"/>
                </a:lnTo>
                <a:lnTo>
                  <a:pt x="3627738" y="53855"/>
                </a:lnTo>
                <a:lnTo>
                  <a:pt x="3632326" y="53248"/>
                </a:lnTo>
                <a:lnTo>
                  <a:pt x="3633621" y="50066"/>
                </a:lnTo>
                <a:lnTo>
                  <a:pt x="3635424" y="48661"/>
                </a:lnTo>
                <a:lnTo>
                  <a:pt x="3637162" y="43907"/>
                </a:lnTo>
                <a:lnTo>
                  <a:pt x="3640436" y="40633"/>
                </a:lnTo>
                <a:lnTo>
                  <a:pt x="3644119" y="36733"/>
                </a:lnTo>
                <a:lnTo>
                  <a:pt x="3644581" y="36618"/>
                </a:lnTo>
                <a:lnTo>
                  <a:pt x="3646409" y="29254"/>
                </a:lnTo>
                <a:lnTo>
                  <a:pt x="3648437" y="26838"/>
                </a:lnTo>
                <a:lnTo>
                  <a:pt x="3649980" y="21279"/>
                </a:lnTo>
                <a:lnTo>
                  <a:pt x="3653337" y="12788"/>
                </a:lnTo>
                <a:lnTo>
                  <a:pt x="3654387" y="12231"/>
                </a:lnTo>
                <a:lnTo>
                  <a:pt x="3655909" y="4267"/>
                </a:lnTo>
                <a:lnTo>
                  <a:pt x="3659133" y="0"/>
                </a:lnTo>
                <a:lnTo>
                  <a:pt x="3673670" y="10983"/>
                </a:lnTo>
                <a:lnTo>
                  <a:pt x="3673007" y="11860"/>
                </a:lnTo>
                <a:lnTo>
                  <a:pt x="3670642" y="24241"/>
                </a:lnTo>
                <a:lnTo>
                  <a:pt x="3667807" y="25742"/>
                </a:lnTo>
                <a:lnTo>
                  <a:pt x="3667278" y="27081"/>
                </a:lnTo>
                <a:lnTo>
                  <a:pt x="3664935" y="35523"/>
                </a:lnTo>
                <a:lnTo>
                  <a:pt x="3663076" y="37737"/>
                </a:lnTo>
                <a:lnTo>
                  <a:pt x="3661293" y="44921"/>
                </a:lnTo>
                <a:lnTo>
                  <a:pt x="3656637" y="52384"/>
                </a:lnTo>
                <a:lnTo>
                  <a:pt x="3653707" y="53117"/>
                </a:lnTo>
                <a:lnTo>
                  <a:pt x="3653504" y="53332"/>
                </a:lnTo>
                <a:lnTo>
                  <a:pt x="3652892" y="53944"/>
                </a:lnTo>
                <a:lnTo>
                  <a:pt x="3650743" y="59821"/>
                </a:lnTo>
                <a:lnTo>
                  <a:pt x="3648660" y="61444"/>
                </a:lnTo>
                <a:lnTo>
                  <a:pt x="3646554" y="66618"/>
                </a:lnTo>
                <a:lnTo>
                  <a:pt x="3643190" y="68795"/>
                </a:lnTo>
                <a:lnTo>
                  <a:pt x="3642295" y="73004"/>
                </a:lnTo>
                <a:lnTo>
                  <a:pt x="3640473" y="82356"/>
                </a:lnTo>
                <a:lnTo>
                  <a:pt x="3638412" y="111453"/>
                </a:lnTo>
                <a:lnTo>
                  <a:pt x="3633722" y="119109"/>
                </a:lnTo>
                <a:lnTo>
                  <a:pt x="3632337" y="119659"/>
                </a:lnTo>
                <a:lnTo>
                  <a:pt x="3631895" y="120615"/>
                </a:lnTo>
                <a:lnTo>
                  <a:pt x="3629161" y="126320"/>
                </a:lnTo>
                <a:lnTo>
                  <a:pt x="3624423" y="130775"/>
                </a:lnTo>
                <a:lnTo>
                  <a:pt x="3622962" y="131205"/>
                </a:lnTo>
                <a:lnTo>
                  <a:pt x="3622656" y="132066"/>
                </a:lnTo>
                <a:lnTo>
                  <a:pt x="3619593" y="143910"/>
                </a:lnTo>
                <a:lnTo>
                  <a:pt x="3615024" y="145500"/>
                </a:lnTo>
                <a:lnTo>
                  <a:pt x="3614217" y="147184"/>
                </a:lnTo>
                <a:lnTo>
                  <a:pt x="3612069" y="150975"/>
                </a:lnTo>
                <a:lnTo>
                  <a:pt x="3610935" y="152876"/>
                </a:lnTo>
                <a:lnTo>
                  <a:pt x="3609345" y="161968"/>
                </a:lnTo>
                <a:lnTo>
                  <a:pt x="3607345" y="183940"/>
                </a:lnTo>
                <a:lnTo>
                  <a:pt x="3605154" y="190773"/>
                </a:lnTo>
                <a:lnTo>
                  <a:pt x="3602978" y="198675"/>
                </a:lnTo>
                <a:lnTo>
                  <a:pt x="3601375" y="201598"/>
                </a:lnTo>
                <a:lnTo>
                  <a:pt x="3599351" y="218837"/>
                </a:lnTo>
                <a:lnTo>
                  <a:pt x="3596653" y="222407"/>
                </a:lnTo>
                <a:lnTo>
                  <a:pt x="3594672" y="227360"/>
                </a:lnTo>
                <a:lnTo>
                  <a:pt x="3591970" y="230777"/>
                </a:lnTo>
                <a:lnTo>
                  <a:pt x="3591133" y="231884"/>
                </a:lnTo>
                <a:lnTo>
                  <a:pt x="3589820" y="236618"/>
                </a:lnTo>
                <a:lnTo>
                  <a:pt x="3587937" y="250462"/>
                </a:lnTo>
                <a:lnTo>
                  <a:pt x="3585892" y="262191"/>
                </a:lnTo>
                <a:lnTo>
                  <a:pt x="3583748" y="270073"/>
                </a:lnTo>
                <a:lnTo>
                  <a:pt x="3582031" y="274921"/>
                </a:lnTo>
                <a:lnTo>
                  <a:pt x="3580077" y="291438"/>
                </a:lnTo>
                <a:lnTo>
                  <a:pt x="3576303" y="301486"/>
                </a:lnTo>
                <a:lnTo>
                  <a:pt x="3574523" y="302167"/>
                </a:lnTo>
                <a:lnTo>
                  <a:pt x="3574234" y="303016"/>
                </a:lnTo>
                <a:lnTo>
                  <a:pt x="3572387" y="316217"/>
                </a:lnTo>
                <a:lnTo>
                  <a:pt x="3570376" y="327524"/>
                </a:lnTo>
                <a:lnTo>
                  <a:pt x="3567972" y="340154"/>
                </a:lnTo>
                <a:lnTo>
                  <a:pt x="3565382" y="343010"/>
                </a:lnTo>
                <a:lnTo>
                  <a:pt x="3564049" y="346264"/>
                </a:lnTo>
                <a:lnTo>
                  <a:pt x="3560861" y="354094"/>
                </a:lnTo>
                <a:lnTo>
                  <a:pt x="3559283" y="354929"/>
                </a:lnTo>
                <a:lnTo>
                  <a:pt x="3558534" y="357283"/>
                </a:lnTo>
                <a:lnTo>
                  <a:pt x="3556447" y="365848"/>
                </a:lnTo>
                <a:lnTo>
                  <a:pt x="3554333" y="370324"/>
                </a:lnTo>
                <a:lnTo>
                  <a:pt x="3551829" y="377726"/>
                </a:lnTo>
                <a:lnTo>
                  <a:pt x="3550653" y="378833"/>
                </a:lnTo>
                <a:lnTo>
                  <a:pt x="3549020" y="392982"/>
                </a:lnTo>
                <a:lnTo>
                  <a:pt x="3546417" y="403049"/>
                </a:lnTo>
                <a:lnTo>
                  <a:pt x="3542912" y="407327"/>
                </a:lnTo>
                <a:lnTo>
                  <a:pt x="3541107" y="426307"/>
                </a:lnTo>
                <a:lnTo>
                  <a:pt x="3538769" y="429572"/>
                </a:lnTo>
                <a:lnTo>
                  <a:pt x="3536391" y="439472"/>
                </a:lnTo>
                <a:lnTo>
                  <a:pt x="3534658" y="440593"/>
                </a:lnTo>
                <a:lnTo>
                  <a:pt x="3533310" y="447651"/>
                </a:lnTo>
                <a:lnTo>
                  <a:pt x="3530887" y="454352"/>
                </a:lnTo>
                <a:lnTo>
                  <a:pt x="3528163" y="459358"/>
                </a:lnTo>
                <a:lnTo>
                  <a:pt x="3525810" y="462126"/>
                </a:lnTo>
                <a:lnTo>
                  <a:pt x="3525634" y="462365"/>
                </a:lnTo>
                <a:lnTo>
                  <a:pt x="3523558" y="492924"/>
                </a:lnTo>
                <a:lnTo>
                  <a:pt x="3518820" y="495920"/>
                </a:lnTo>
                <a:lnTo>
                  <a:pt x="3517274" y="502557"/>
                </a:lnTo>
                <a:lnTo>
                  <a:pt x="3515367" y="504604"/>
                </a:lnTo>
                <a:lnTo>
                  <a:pt x="3513548" y="512818"/>
                </a:lnTo>
                <a:lnTo>
                  <a:pt x="3511639" y="515428"/>
                </a:lnTo>
                <a:lnTo>
                  <a:pt x="3509945" y="523554"/>
                </a:lnTo>
                <a:lnTo>
                  <a:pt x="3506912" y="531359"/>
                </a:lnTo>
                <a:lnTo>
                  <a:pt x="3504313" y="533614"/>
                </a:lnTo>
                <a:lnTo>
                  <a:pt x="3503357" y="535161"/>
                </a:lnTo>
                <a:lnTo>
                  <a:pt x="3501774" y="538466"/>
                </a:lnTo>
                <a:lnTo>
                  <a:pt x="3498858" y="545971"/>
                </a:lnTo>
                <a:lnTo>
                  <a:pt x="3494533" y="548666"/>
                </a:lnTo>
                <a:lnTo>
                  <a:pt x="3494322" y="548815"/>
                </a:lnTo>
                <a:lnTo>
                  <a:pt x="3491667" y="553109"/>
                </a:lnTo>
                <a:lnTo>
                  <a:pt x="3489170" y="553991"/>
                </a:lnTo>
                <a:lnTo>
                  <a:pt x="3487263" y="560750"/>
                </a:lnTo>
                <a:lnTo>
                  <a:pt x="3485435" y="561395"/>
                </a:lnTo>
                <a:lnTo>
                  <a:pt x="3484824" y="563752"/>
                </a:lnTo>
                <a:lnTo>
                  <a:pt x="3482855" y="576435"/>
                </a:lnTo>
                <a:lnTo>
                  <a:pt x="3480857" y="583102"/>
                </a:lnTo>
                <a:lnTo>
                  <a:pt x="3478022" y="597446"/>
                </a:lnTo>
                <a:lnTo>
                  <a:pt x="3472729" y="599470"/>
                </a:lnTo>
                <a:lnTo>
                  <a:pt x="3471942" y="601170"/>
                </a:lnTo>
                <a:lnTo>
                  <a:pt x="3470723" y="602550"/>
                </a:lnTo>
                <a:lnTo>
                  <a:pt x="3469189" y="609992"/>
                </a:lnTo>
                <a:lnTo>
                  <a:pt x="3467190" y="616697"/>
                </a:lnTo>
                <a:lnTo>
                  <a:pt x="3465451" y="623600"/>
                </a:lnTo>
                <a:lnTo>
                  <a:pt x="3463055" y="646079"/>
                </a:lnTo>
                <a:lnTo>
                  <a:pt x="3460561" y="647363"/>
                </a:lnTo>
                <a:lnTo>
                  <a:pt x="3459386" y="652754"/>
                </a:lnTo>
                <a:lnTo>
                  <a:pt x="3456841" y="659415"/>
                </a:lnTo>
                <a:lnTo>
                  <a:pt x="3452473" y="666032"/>
                </a:lnTo>
                <a:lnTo>
                  <a:pt x="3450949" y="666458"/>
                </a:lnTo>
                <a:lnTo>
                  <a:pt x="3448666" y="677232"/>
                </a:lnTo>
                <a:lnTo>
                  <a:pt x="3444728" y="678275"/>
                </a:lnTo>
                <a:lnTo>
                  <a:pt x="3444148" y="679179"/>
                </a:lnTo>
                <a:lnTo>
                  <a:pt x="3441741" y="681550"/>
                </a:lnTo>
                <a:lnTo>
                  <a:pt x="3439672" y="700442"/>
                </a:lnTo>
                <a:lnTo>
                  <a:pt x="3432468" y="703469"/>
                </a:lnTo>
                <a:lnTo>
                  <a:pt x="3432234" y="704186"/>
                </a:lnTo>
                <a:lnTo>
                  <a:pt x="3430364" y="713810"/>
                </a:lnTo>
                <a:lnTo>
                  <a:pt x="3427200" y="727212"/>
                </a:lnTo>
                <a:lnTo>
                  <a:pt x="3425606" y="727727"/>
                </a:lnTo>
                <a:lnTo>
                  <a:pt x="3424425" y="734538"/>
                </a:lnTo>
                <a:lnTo>
                  <a:pt x="3421171" y="742242"/>
                </a:lnTo>
                <a:lnTo>
                  <a:pt x="3417307" y="745310"/>
                </a:lnTo>
                <a:lnTo>
                  <a:pt x="3415173" y="746911"/>
                </a:lnTo>
                <a:lnTo>
                  <a:pt x="3413081" y="753033"/>
                </a:lnTo>
                <a:lnTo>
                  <a:pt x="3410331" y="753963"/>
                </a:lnTo>
                <a:lnTo>
                  <a:pt x="3410148" y="754311"/>
                </a:lnTo>
                <a:lnTo>
                  <a:pt x="3408916" y="756830"/>
                </a:lnTo>
                <a:lnTo>
                  <a:pt x="3407070" y="770646"/>
                </a:lnTo>
                <a:lnTo>
                  <a:pt x="3403672" y="781789"/>
                </a:lnTo>
                <a:lnTo>
                  <a:pt x="3400419" y="783176"/>
                </a:lnTo>
                <a:lnTo>
                  <a:pt x="3398953" y="787122"/>
                </a:lnTo>
                <a:lnTo>
                  <a:pt x="3397245" y="792169"/>
                </a:lnTo>
                <a:lnTo>
                  <a:pt x="3394527" y="805958"/>
                </a:lnTo>
                <a:lnTo>
                  <a:pt x="3392710" y="806813"/>
                </a:lnTo>
                <a:lnTo>
                  <a:pt x="3391117" y="816067"/>
                </a:lnTo>
                <a:lnTo>
                  <a:pt x="3387273" y="820250"/>
                </a:lnTo>
                <a:lnTo>
                  <a:pt x="3382722" y="824935"/>
                </a:lnTo>
                <a:lnTo>
                  <a:pt x="3381032" y="825009"/>
                </a:lnTo>
                <a:lnTo>
                  <a:pt x="3379546" y="826692"/>
                </a:lnTo>
                <a:lnTo>
                  <a:pt x="3377358" y="832547"/>
                </a:lnTo>
                <a:lnTo>
                  <a:pt x="3371559" y="832800"/>
                </a:lnTo>
                <a:lnTo>
                  <a:pt x="3369630" y="834841"/>
                </a:lnTo>
                <a:lnTo>
                  <a:pt x="3365691" y="835537"/>
                </a:lnTo>
                <a:lnTo>
                  <a:pt x="3363971" y="838800"/>
                </a:lnTo>
                <a:lnTo>
                  <a:pt x="3358714" y="841351"/>
                </a:lnTo>
                <a:lnTo>
                  <a:pt x="3358429" y="841440"/>
                </a:lnTo>
                <a:lnTo>
                  <a:pt x="3356013" y="844033"/>
                </a:lnTo>
                <a:lnTo>
                  <a:pt x="3351306" y="844794"/>
                </a:lnTo>
                <a:lnTo>
                  <a:pt x="3349552" y="845207"/>
                </a:lnTo>
                <a:lnTo>
                  <a:pt x="3349432" y="845231"/>
                </a:lnTo>
                <a:lnTo>
                  <a:pt x="3348111" y="846921"/>
                </a:lnTo>
                <a:lnTo>
                  <a:pt x="3344997" y="849119"/>
                </a:lnTo>
                <a:lnTo>
                  <a:pt x="3341426" y="851535"/>
                </a:lnTo>
                <a:lnTo>
                  <a:pt x="3339388" y="851925"/>
                </a:lnTo>
                <a:lnTo>
                  <a:pt x="3339289" y="851988"/>
                </a:lnTo>
                <a:lnTo>
                  <a:pt x="3337779" y="856076"/>
                </a:lnTo>
                <a:lnTo>
                  <a:pt x="3336237" y="857324"/>
                </a:lnTo>
                <a:lnTo>
                  <a:pt x="3333817" y="866787"/>
                </a:lnTo>
                <a:lnTo>
                  <a:pt x="3327018" y="869087"/>
                </a:lnTo>
                <a:lnTo>
                  <a:pt x="3325990" y="869389"/>
                </a:lnTo>
                <a:lnTo>
                  <a:pt x="3323118" y="875387"/>
                </a:lnTo>
                <a:lnTo>
                  <a:pt x="3318903" y="876936"/>
                </a:lnTo>
                <a:lnTo>
                  <a:pt x="3316950" y="880297"/>
                </a:lnTo>
                <a:lnTo>
                  <a:pt x="3310802" y="882703"/>
                </a:lnTo>
                <a:lnTo>
                  <a:pt x="3308940" y="882867"/>
                </a:lnTo>
                <a:lnTo>
                  <a:pt x="3307062" y="885657"/>
                </a:lnTo>
                <a:lnTo>
                  <a:pt x="3302939" y="887565"/>
                </a:lnTo>
                <a:lnTo>
                  <a:pt x="3301329" y="888358"/>
                </a:lnTo>
                <a:lnTo>
                  <a:pt x="3300110" y="890044"/>
                </a:lnTo>
                <a:lnTo>
                  <a:pt x="3295095" y="895058"/>
                </a:lnTo>
                <a:lnTo>
                  <a:pt x="3293037" y="895119"/>
                </a:lnTo>
                <a:lnTo>
                  <a:pt x="3292761" y="895635"/>
                </a:lnTo>
                <a:lnTo>
                  <a:pt x="3290324" y="898036"/>
                </a:lnTo>
                <a:lnTo>
                  <a:pt x="3286723" y="902855"/>
                </a:lnTo>
                <a:lnTo>
                  <a:pt x="3285216" y="908064"/>
                </a:lnTo>
                <a:lnTo>
                  <a:pt x="3283124" y="909048"/>
                </a:lnTo>
                <a:lnTo>
                  <a:pt x="3282615" y="910628"/>
                </a:lnTo>
                <a:lnTo>
                  <a:pt x="3280785" y="922414"/>
                </a:lnTo>
                <a:lnTo>
                  <a:pt x="3278525" y="937371"/>
                </a:lnTo>
                <a:lnTo>
                  <a:pt x="3275763" y="941310"/>
                </a:lnTo>
                <a:lnTo>
                  <a:pt x="3273067" y="946822"/>
                </a:lnTo>
                <a:lnTo>
                  <a:pt x="3269327" y="949352"/>
                </a:lnTo>
                <a:lnTo>
                  <a:pt x="3269046" y="950136"/>
                </a:lnTo>
                <a:lnTo>
                  <a:pt x="3267102" y="966525"/>
                </a:lnTo>
                <a:lnTo>
                  <a:pt x="3262628" y="978893"/>
                </a:lnTo>
                <a:lnTo>
                  <a:pt x="3259460" y="978893"/>
                </a:lnTo>
                <a:lnTo>
                  <a:pt x="3259366" y="979182"/>
                </a:lnTo>
                <a:lnTo>
                  <a:pt x="3257395" y="997971"/>
                </a:lnTo>
                <a:lnTo>
                  <a:pt x="3254038" y="1008338"/>
                </a:lnTo>
                <a:lnTo>
                  <a:pt x="3253109" y="1008843"/>
                </a:lnTo>
                <a:lnTo>
                  <a:pt x="3250835" y="1030548"/>
                </a:lnTo>
                <a:lnTo>
                  <a:pt x="3244822" y="1030724"/>
                </a:lnTo>
                <a:lnTo>
                  <a:pt x="3243439" y="1037456"/>
                </a:lnTo>
                <a:lnTo>
                  <a:pt x="3241179" y="1041178"/>
                </a:lnTo>
                <a:lnTo>
                  <a:pt x="3238844" y="1047909"/>
                </a:lnTo>
                <a:lnTo>
                  <a:pt x="3234705" y="1051926"/>
                </a:lnTo>
                <a:lnTo>
                  <a:pt x="3233141" y="1052938"/>
                </a:lnTo>
                <a:lnTo>
                  <a:pt x="3230848" y="1064568"/>
                </a:lnTo>
                <a:lnTo>
                  <a:pt x="3224206" y="1065447"/>
                </a:lnTo>
                <a:lnTo>
                  <a:pt x="3223907" y="1065619"/>
                </a:lnTo>
                <a:lnTo>
                  <a:pt x="3220250" y="1067823"/>
                </a:lnTo>
                <a:lnTo>
                  <a:pt x="3217795" y="1073783"/>
                </a:lnTo>
                <a:lnTo>
                  <a:pt x="3213754" y="1074080"/>
                </a:lnTo>
                <a:lnTo>
                  <a:pt x="3211677" y="1088621"/>
                </a:lnTo>
                <a:lnTo>
                  <a:pt x="3208237" y="1088722"/>
                </a:lnTo>
                <a:lnTo>
                  <a:pt x="3207971" y="1089450"/>
                </a:lnTo>
                <a:lnTo>
                  <a:pt x="3206188" y="1091888"/>
                </a:lnTo>
                <a:lnTo>
                  <a:pt x="3204881" y="1096231"/>
                </a:lnTo>
                <a:lnTo>
                  <a:pt x="3202705" y="1110634"/>
                </a:lnTo>
                <a:lnTo>
                  <a:pt x="3199289" y="1115356"/>
                </a:lnTo>
                <a:lnTo>
                  <a:pt x="3198600" y="1116187"/>
                </a:lnTo>
                <a:lnTo>
                  <a:pt x="3195691" y="1130184"/>
                </a:lnTo>
                <a:lnTo>
                  <a:pt x="3187992" y="1130750"/>
                </a:lnTo>
                <a:lnTo>
                  <a:pt x="3185852" y="1137893"/>
                </a:lnTo>
                <a:lnTo>
                  <a:pt x="3182125" y="1139135"/>
                </a:lnTo>
                <a:lnTo>
                  <a:pt x="3181922" y="1139410"/>
                </a:lnTo>
                <a:lnTo>
                  <a:pt x="3181037" y="1140634"/>
                </a:lnTo>
                <a:lnTo>
                  <a:pt x="3178981" y="1148856"/>
                </a:lnTo>
                <a:lnTo>
                  <a:pt x="3175605" y="1152678"/>
                </a:lnTo>
                <a:lnTo>
                  <a:pt x="3171627" y="1157300"/>
                </a:lnTo>
                <a:lnTo>
                  <a:pt x="3169305" y="1157744"/>
                </a:lnTo>
                <a:lnTo>
                  <a:pt x="3167505" y="1164364"/>
                </a:lnTo>
                <a:lnTo>
                  <a:pt x="3165165" y="1168424"/>
                </a:lnTo>
                <a:lnTo>
                  <a:pt x="3161446" y="1176353"/>
                </a:lnTo>
                <a:lnTo>
                  <a:pt x="3159986" y="1176654"/>
                </a:lnTo>
                <a:lnTo>
                  <a:pt x="3158912" y="1179558"/>
                </a:lnTo>
                <a:lnTo>
                  <a:pt x="3153165" y="1184122"/>
                </a:lnTo>
                <a:lnTo>
                  <a:pt x="3153115" y="1184131"/>
                </a:lnTo>
                <a:lnTo>
                  <a:pt x="3152434" y="1185303"/>
                </a:lnTo>
                <a:lnTo>
                  <a:pt x="3149864" y="1187343"/>
                </a:lnTo>
                <a:lnTo>
                  <a:pt x="3147074" y="1190668"/>
                </a:lnTo>
                <a:lnTo>
                  <a:pt x="3147015" y="1190691"/>
                </a:lnTo>
                <a:lnTo>
                  <a:pt x="3144381" y="1199137"/>
                </a:lnTo>
                <a:lnTo>
                  <a:pt x="3141842" y="1199175"/>
                </a:lnTo>
                <a:lnTo>
                  <a:pt x="3140579" y="1202238"/>
                </a:lnTo>
                <a:lnTo>
                  <a:pt x="3137357" y="1203281"/>
                </a:lnTo>
                <a:lnTo>
                  <a:pt x="3137338" y="1203307"/>
                </a:lnTo>
                <a:lnTo>
                  <a:pt x="3134427" y="1207777"/>
                </a:lnTo>
                <a:lnTo>
                  <a:pt x="3131681" y="1209473"/>
                </a:lnTo>
                <a:lnTo>
                  <a:pt x="3131604" y="1209552"/>
                </a:lnTo>
                <a:lnTo>
                  <a:pt x="3129856" y="1213279"/>
                </a:lnTo>
                <a:lnTo>
                  <a:pt x="3126423" y="1217531"/>
                </a:lnTo>
                <a:lnTo>
                  <a:pt x="3125968" y="1217846"/>
                </a:lnTo>
                <a:lnTo>
                  <a:pt x="3125043" y="1220782"/>
                </a:lnTo>
                <a:lnTo>
                  <a:pt x="3122908" y="1230045"/>
                </a:lnTo>
                <a:lnTo>
                  <a:pt x="3119958" y="1235554"/>
                </a:lnTo>
                <a:lnTo>
                  <a:pt x="3115151" y="1241351"/>
                </a:lnTo>
                <a:lnTo>
                  <a:pt x="3113600" y="1241556"/>
                </a:lnTo>
                <a:lnTo>
                  <a:pt x="3112795" y="1243863"/>
                </a:lnTo>
                <a:lnTo>
                  <a:pt x="3108968" y="1249492"/>
                </a:lnTo>
                <a:lnTo>
                  <a:pt x="3106095" y="1251097"/>
                </a:lnTo>
                <a:lnTo>
                  <a:pt x="3103429" y="1253567"/>
                </a:lnTo>
                <a:lnTo>
                  <a:pt x="3102941" y="1253718"/>
                </a:lnTo>
                <a:lnTo>
                  <a:pt x="3102573" y="1254361"/>
                </a:lnTo>
                <a:lnTo>
                  <a:pt x="3101302" y="1256174"/>
                </a:lnTo>
                <a:lnTo>
                  <a:pt x="3098523" y="1266392"/>
                </a:lnTo>
                <a:lnTo>
                  <a:pt x="3095189" y="1267569"/>
                </a:lnTo>
                <a:lnTo>
                  <a:pt x="3094117" y="1271856"/>
                </a:lnTo>
                <a:lnTo>
                  <a:pt x="3091614" y="1290369"/>
                </a:lnTo>
                <a:lnTo>
                  <a:pt x="3088506" y="1292015"/>
                </a:lnTo>
                <a:lnTo>
                  <a:pt x="3087224" y="1295258"/>
                </a:lnTo>
                <a:lnTo>
                  <a:pt x="3081634" y="1301670"/>
                </a:lnTo>
                <a:lnTo>
                  <a:pt x="3077086" y="1301804"/>
                </a:lnTo>
                <a:lnTo>
                  <a:pt x="3075306" y="1302746"/>
                </a:lnTo>
                <a:lnTo>
                  <a:pt x="3074131" y="1307032"/>
                </a:lnTo>
                <a:lnTo>
                  <a:pt x="3070576" y="1312730"/>
                </a:lnTo>
                <a:lnTo>
                  <a:pt x="3067331" y="1315152"/>
                </a:lnTo>
                <a:lnTo>
                  <a:pt x="3066584" y="1315723"/>
                </a:lnTo>
                <a:lnTo>
                  <a:pt x="3063206" y="1320642"/>
                </a:lnTo>
                <a:lnTo>
                  <a:pt x="3059008" y="1321250"/>
                </a:lnTo>
                <a:lnTo>
                  <a:pt x="3057362" y="1322194"/>
                </a:lnTo>
                <a:lnTo>
                  <a:pt x="3054818" y="1322755"/>
                </a:lnTo>
                <a:lnTo>
                  <a:pt x="3053256" y="1324364"/>
                </a:lnTo>
                <a:lnTo>
                  <a:pt x="3052662" y="1324573"/>
                </a:lnTo>
                <a:lnTo>
                  <a:pt x="3051341" y="1327080"/>
                </a:lnTo>
                <a:lnTo>
                  <a:pt x="3048034" y="1329365"/>
                </a:lnTo>
                <a:lnTo>
                  <a:pt x="3045525" y="1331616"/>
                </a:lnTo>
                <a:lnTo>
                  <a:pt x="3041130" y="1333684"/>
                </a:lnTo>
                <a:lnTo>
                  <a:pt x="3038882" y="1338278"/>
                </a:lnTo>
                <a:lnTo>
                  <a:pt x="3032807" y="1339529"/>
                </a:lnTo>
                <a:lnTo>
                  <a:pt x="3032270" y="1339671"/>
                </a:lnTo>
                <a:lnTo>
                  <a:pt x="3030649" y="1340601"/>
                </a:lnTo>
                <a:lnTo>
                  <a:pt x="3026453" y="1342082"/>
                </a:lnTo>
                <a:lnTo>
                  <a:pt x="3024564" y="1342082"/>
                </a:lnTo>
                <a:lnTo>
                  <a:pt x="3023724" y="1342601"/>
                </a:lnTo>
                <a:lnTo>
                  <a:pt x="3020775" y="1344292"/>
                </a:lnTo>
                <a:lnTo>
                  <a:pt x="3017646" y="1345259"/>
                </a:lnTo>
                <a:lnTo>
                  <a:pt x="3015361" y="1347711"/>
                </a:lnTo>
                <a:lnTo>
                  <a:pt x="3014041" y="1347749"/>
                </a:lnTo>
                <a:lnTo>
                  <a:pt x="3012741" y="1349526"/>
                </a:lnTo>
                <a:lnTo>
                  <a:pt x="3006556" y="1350982"/>
                </a:lnTo>
                <a:lnTo>
                  <a:pt x="3005260" y="1351001"/>
                </a:lnTo>
                <a:lnTo>
                  <a:pt x="3004850" y="1351160"/>
                </a:lnTo>
                <a:lnTo>
                  <a:pt x="3003159" y="1351806"/>
                </a:lnTo>
                <a:lnTo>
                  <a:pt x="3001473" y="1354348"/>
                </a:lnTo>
                <a:lnTo>
                  <a:pt x="2998089" y="1355343"/>
                </a:lnTo>
                <a:lnTo>
                  <a:pt x="2995343" y="1357564"/>
                </a:lnTo>
                <a:lnTo>
                  <a:pt x="2993289" y="1357715"/>
                </a:lnTo>
                <a:lnTo>
                  <a:pt x="2991555" y="1362177"/>
                </a:lnTo>
                <a:lnTo>
                  <a:pt x="2986532" y="1365723"/>
                </a:lnTo>
                <a:lnTo>
                  <a:pt x="2985848" y="1367049"/>
                </a:lnTo>
                <a:lnTo>
                  <a:pt x="2981912" y="1371680"/>
                </a:lnTo>
                <a:lnTo>
                  <a:pt x="2978071" y="1373431"/>
                </a:lnTo>
                <a:lnTo>
                  <a:pt x="2976423" y="1374158"/>
                </a:lnTo>
                <a:lnTo>
                  <a:pt x="2973327" y="1375843"/>
                </a:lnTo>
                <a:lnTo>
                  <a:pt x="2972186" y="1375994"/>
                </a:lnTo>
                <a:lnTo>
                  <a:pt x="2968850" y="1378888"/>
                </a:lnTo>
                <a:lnTo>
                  <a:pt x="2963875" y="1379986"/>
                </a:lnTo>
                <a:lnTo>
                  <a:pt x="2962435" y="1380049"/>
                </a:lnTo>
                <a:lnTo>
                  <a:pt x="2961485" y="1380370"/>
                </a:lnTo>
                <a:lnTo>
                  <a:pt x="2958235" y="1381279"/>
                </a:lnTo>
                <a:lnTo>
                  <a:pt x="2956593" y="1381327"/>
                </a:lnTo>
                <a:lnTo>
                  <a:pt x="2956166" y="1382051"/>
                </a:lnTo>
                <a:lnTo>
                  <a:pt x="2950726" y="1386851"/>
                </a:lnTo>
                <a:lnTo>
                  <a:pt x="2949756" y="1386894"/>
                </a:lnTo>
                <a:lnTo>
                  <a:pt x="2947522" y="1389587"/>
                </a:lnTo>
                <a:lnTo>
                  <a:pt x="2945226" y="1391175"/>
                </a:lnTo>
                <a:lnTo>
                  <a:pt x="2941548" y="1394852"/>
                </a:lnTo>
                <a:lnTo>
                  <a:pt x="2937950" y="1395222"/>
                </a:lnTo>
                <a:lnTo>
                  <a:pt x="2935332" y="1397725"/>
                </a:lnTo>
                <a:lnTo>
                  <a:pt x="2930488" y="1397867"/>
                </a:lnTo>
                <a:lnTo>
                  <a:pt x="2930344" y="1397890"/>
                </a:lnTo>
                <a:lnTo>
                  <a:pt x="2929855" y="1398113"/>
                </a:lnTo>
                <a:lnTo>
                  <a:pt x="2926476" y="1400002"/>
                </a:lnTo>
                <a:lnTo>
                  <a:pt x="2924328" y="1400160"/>
                </a:lnTo>
                <a:lnTo>
                  <a:pt x="2922539" y="1401817"/>
                </a:lnTo>
                <a:lnTo>
                  <a:pt x="2917726" y="1403162"/>
                </a:lnTo>
                <a:lnTo>
                  <a:pt x="2916559" y="1403282"/>
                </a:lnTo>
                <a:lnTo>
                  <a:pt x="2914388" y="1404687"/>
                </a:lnTo>
                <a:lnTo>
                  <a:pt x="2912024" y="1405626"/>
                </a:lnTo>
                <a:lnTo>
                  <a:pt x="2910522" y="1406399"/>
                </a:lnTo>
                <a:lnTo>
                  <a:pt x="2910065" y="1406640"/>
                </a:lnTo>
                <a:lnTo>
                  <a:pt x="2907974" y="1408978"/>
                </a:lnTo>
                <a:lnTo>
                  <a:pt x="2906413" y="1409712"/>
                </a:lnTo>
                <a:lnTo>
                  <a:pt x="2903534" y="1413566"/>
                </a:lnTo>
                <a:lnTo>
                  <a:pt x="2897851" y="1414318"/>
                </a:lnTo>
                <a:lnTo>
                  <a:pt x="2897733" y="1414335"/>
                </a:lnTo>
                <a:lnTo>
                  <a:pt x="2895731" y="1415513"/>
                </a:lnTo>
                <a:lnTo>
                  <a:pt x="2893223" y="1415845"/>
                </a:lnTo>
                <a:lnTo>
                  <a:pt x="2892694" y="1416074"/>
                </a:lnTo>
                <a:lnTo>
                  <a:pt x="2890356" y="1417278"/>
                </a:lnTo>
                <a:lnTo>
                  <a:pt x="2889596" y="1417524"/>
                </a:lnTo>
                <a:lnTo>
                  <a:pt x="2886310" y="1423130"/>
                </a:lnTo>
                <a:lnTo>
                  <a:pt x="2882437" y="1423187"/>
                </a:lnTo>
                <a:lnTo>
                  <a:pt x="2879677" y="1425704"/>
                </a:lnTo>
                <a:lnTo>
                  <a:pt x="2878669" y="1425970"/>
                </a:lnTo>
                <a:lnTo>
                  <a:pt x="2876045" y="1429521"/>
                </a:lnTo>
                <a:lnTo>
                  <a:pt x="2872403" y="1429682"/>
                </a:lnTo>
                <a:lnTo>
                  <a:pt x="2870664" y="1432061"/>
                </a:lnTo>
                <a:lnTo>
                  <a:pt x="2866364" y="1432819"/>
                </a:lnTo>
                <a:lnTo>
                  <a:pt x="2865660" y="1433161"/>
                </a:lnTo>
                <a:lnTo>
                  <a:pt x="2863743" y="1434148"/>
                </a:lnTo>
                <a:lnTo>
                  <a:pt x="2861343" y="1443181"/>
                </a:lnTo>
                <a:lnTo>
                  <a:pt x="2856764" y="1444662"/>
                </a:lnTo>
                <a:lnTo>
                  <a:pt x="2856101" y="1446514"/>
                </a:lnTo>
                <a:lnTo>
                  <a:pt x="2852475" y="1451367"/>
                </a:lnTo>
                <a:lnTo>
                  <a:pt x="2849806" y="1453251"/>
                </a:lnTo>
                <a:lnTo>
                  <a:pt x="2848814" y="1457192"/>
                </a:lnTo>
                <a:lnTo>
                  <a:pt x="2844075" y="1466879"/>
                </a:lnTo>
                <a:lnTo>
                  <a:pt x="2837645" y="1467162"/>
                </a:lnTo>
                <a:lnTo>
                  <a:pt x="2836091" y="1467551"/>
                </a:lnTo>
                <a:lnTo>
                  <a:pt x="2835860" y="1467581"/>
                </a:lnTo>
                <a:lnTo>
                  <a:pt x="2834745" y="1468368"/>
                </a:lnTo>
                <a:lnTo>
                  <a:pt x="2834445" y="1468908"/>
                </a:lnTo>
                <a:lnTo>
                  <a:pt x="2831295" y="1474031"/>
                </a:lnTo>
                <a:lnTo>
                  <a:pt x="2829438" y="1475178"/>
                </a:lnTo>
                <a:lnTo>
                  <a:pt x="2827088" y="1479187"/>
                </a:lnTo>
                <a:lnTo>
                  <a:pt x="2821928" y="1481312"/>
                </a:lnTo>
                <a:lnTo>
                  <a:pt x="2820123" y="1483834"/>
                </a:lnTo>
                <a:lnTo>
                  <a:pt x="2814563" y="1484733"/>
                </a:lnTo>
                <a:lnTo>
                  <a:pt x="2813303" y="1484974"/>
                </a:lnTo>
                <a:lnTo>
                  <a:pt x="2810596" y="1485850"/>
                </a:lnTo>
                <a:lnTo>
                  <a:pt x="2810199" y="1485856"/>
                </a:lnTo>
                <a:lnTo>
                  <a:pt x="2809365" y="1486469"/>
                </a:lnTo>
                <a:lnTo>
                  <a:pt x="2809296" y="1486490"/>
                </a:lnTo>
                <a:lnTo>
                  <a:pt x="2808376" y="1488033"/>
                </a:lnTo>
                <a:lnTo>
                  <a:pt x="2805846" y="1490190"/>
                </a:lnTo>
                <a:lnTo>
                  <a:pt x="2803062" y="1493467"/>
                </a:lnTo>
                <a:lnTo>
                  <a:pt x="2801145" y="1494340"/>
                </a:lnTo>
                <a:lnTo>
                  <a:pt x="2799202" y="1496655"/>
                </a:lnTo>
                <a:lnTo>
                  <a:pt x="2797412" y="1497471"/>
                </a:lnTo>
                <a:lnTo>
                  <a:pt x="2795395" y="1500051"/>
                </a:lnTo>
                <a:lnTo>
                  <a:pt x="2790745" y="1502034"/>
                </a:lnTo>
                <a:lnTo>
                  <a:pt x="2788982" y="1502527"/>
                </a:lnTo>
                <a:lnTo>
                  <a:pt x="2785462" y="1505788"/>
                </a:lnTo>
                <a:lnTo>
                  <a:pt x="2782102" y="1505788"/>
                </a:lnTo>
                <a:lnTo>
                  <a:pt x="2778387" y="1507755"/>
                </a:lnTo>
                <a:lnTo>
                  <a:pt x="2777214" y="1507772"/>
                </a:lnTo>
                <a:lnTo>
                  <a:pt x="2776668" y="1508182"/>
                </a:lnTo>
                <a:lnTo>
                  <a:pt x="2774658" y="1508980"/>
                </a:lnTo>
                <a:lnTo>
                  <a:pt x="2771826" y="1512728"/>
                </a:lnTo>
                <a:lnTo>
                  <a:pt x="2766377" y="1514436"/>
                </a:lnTo>
                <a:lnTo>
                  <a:pt x="2765225" y="1514588"/>
                </a:lnTo>
                <a:lnTo>
                  <a:pt x="2762618" y="1516888"/>
                </a:lnTo>
                <a:lnTo>
                  <a:pt x="2758517" y="1517542"/>
                </a:lnTo>
                <a:lnTo>
                  <a:pt x="2757475" y="1519333"/>
                </a:lnTo>
                <a:lnTo>
                  <a:pt x="2752364" y="1522415"/>
                </a:lnTo>
                <a:lnTo>
                  <a:pt x="2750420" y="1522901"/>
                </a:lnTo>
                <a:lnTo>
                  <a:pt x="2748366" y="1524140"/>
                </a:lnTo>
                <a:lnTo>
                  <a:pt x="2747145" y="1524409"/>
                </a:lnTo>
                <a:lnTo>
                  <a:pt x="2743925" y="1528719"/>
                </a:lnTo>
                <a:lnTo>
                  <a:pt x="2738956" y="1529084"/>
                </a:lnTo>
                <a:lnTo>
                  <a:pt x="2737266" y="1532167"/>
                </a:lnTo>
                <a:lnTo>
                  <a:pt x="2730669" y="1533428"/>
                </a:lnTo>
                <a:lnTo>
                  <a:pt x="2728906" y="1539934"/>
                </a:lnTo>
                <a:lnTo>
                  <a:pt x="2723829" y="1540830"/>
                </a:lnTo>
                <a:lnTo>
                  <a:pt x="2723030" y="1541547"/>
                </a:lnTo>
                <a:lnTo>
                  <a:pt x="2719298" y="1543577"/>
                </a:lnTo>
                <a:lnTo>
                  <a:pt x="2717917" y="1543984"/>
                </a:lnTo>
                <a:lnTo>
                  <a:pt x="2715029" y="1546064"/>
                </a:lnTo>
                <a:lnTo>
                  <a:pt x="2712508" y="1546175"/>
                </a:lnTo>
                <a:lnTo>
                  <a:pt x="2710678" y="1547650"/>
                </a:lnTo>
                <a:lnTo>
                  <a:pt x="2706455" y="1549265"/>
                </a:lnTo>
                <a:lnTo>
                  <a:pt x="2704628" y="1549534"/>
                </a:lnTo>
                <a:lnTo>
                  <a:pt x="2702746" y="1550308"/>
                </a:lnTo>
                <a:lnTo>
                  <a:pt x="2699106" y="1550897"/>
                </a:lnTo>
                <a:lnTo>
                  <a:pt x="2697575" y="1550919"/>
                </a:lnTo>
                <a:lnTo>
                  <a:pt x="2695565" y="1552959"/>
                </a:lnTo>
                <a:lnTo>
                  <a:pt x="2691818" y="1554337"/>
                </a:lnTo>
                <a:lnTo>
                  <a:pt x="2689181" y="1555384"/>
                </a:lnTo>
                <a:lnTo>
                  <a:pt x="2686515" y="1555894"/>
                </a:lnTo>
                <a:lnTo>
                  <a:pt x="2685692" y="1556075"/>
                </a:lnTo>
                <a:lnTo>
                  <a:pt x="2683329" y="1557187"/>
                </a:lnTo>
                <a:lnTo>
                  <a:pt x="2680982" y="1557463"/>
                </a:lnTo>
                <a:lnTo>
                  <a:pt x="2678976" y="1558201"/>
                </a:lnTo>
                <a:lnTo>
                  <a:pt x="2675697" y="1558538"/>
                </a:lnTo>
                <a:lnTo>
                  <a:pt x="2675019" y="1558578"/>
                </a:lnTo>
                <a:lnTo>
                  <a:pt x="2673514" y="1559176"/>
                </a:lnTo>
                <a:lnTo>
                  <a:pt x="2670459" y="1559670"/>
                </a:lnTo>
                <a:lnTo>
                  <a:pt x="2668772" y="1559893"/>
                </a:lnTo>
                <a:lnTo>
                  <a:pt x="2667761" y="1560116"/>
                </a:lnTo>
                <a:lnTo>
                  <a:pt x="2665879" y="1562081"/>
                </a:lnTo>
                <a:lnTo>
                  <a:pt x="2663691" y="1562467"/>
                </a:lnTo>
                <a:lnTo>
                  <a:pt x="2662339" y="1564934"/>
                </a:lnTo>
                <a:lnTo>
                  <a:pt x="2657497" y="1567853"/>
                </a:lnTo>
                <a:lnTo>
                  <a:pt x="2656525" y="1568196"/>
                </a:lnTo>
                <a:lnTo>
                  <a:pt x="2655175" y="1569486"/>
                </a:lnTo>
                <a:lnTo>
                  <a:pt x="2651692" y="1571455"/>
                </a:lnTo>
                <a:lnTo>
                  <a:pt x="2648754" y="1572639"/>
                </a:lnTo>
                <a:lnTo>
                  <a:pt x="2647517" y="1572984"/>
                </a:lnTo>
                <a:lnTo>
                  <a:pt x="2645409" y="1574255"/>
                </a:lnTo>
                <a:lnTo>
                  <a:pt x="2642782" y="1574873"/>
                </a:lnTo>
                <a:lnTo>
                  <a:pt x="2640941" y="1575631"/>
                </a:lnTo>
                <a:lnTo>
                  <a:pt x="2638017" y="1576394"/>
                </a:lnTo>
                <a:lnTo>
                  <a:pt x="2636511" y="1576660"/>
                </a:lnTo>
                <a:lnTo>
                  <a:pt x="2633937" y="1577606"/>
                </a:lnTo>
                <a:lnTo>
                  <a:pt x="2631432" y="1577680"/>
                </a:lnTo>
                <a:lnTo>
                  <a:pt x="2630386" y="1577926"/>
                </a:lnTo>
                <a:lnTo>
                  <a:pt x="2628924" y="1578270"/>
                </a:lnTo>
                <a:lnTo>
                  <a:pt x="2626613" y="1579086"/>
                </a:lnTo>
                <a:lnTo>
                  <a:pt x="2625018" y="1579321"/>
                </a:lnTo>
                <a:lnTo>
                  <a:pt x="2623013" y="1580205"/>
                </a:lnTo>
                <a:lnTo>
                  <a:pt x="2622721" y="1580244"/>
                </a:lnTo>
                <a:lnTo>
                  <a:pt x="2619615" y="1583029"/>
                </a:lnTo>
                <a:lnTo>
                  <a:pt x="2616431" y="1584341"/>
                </a:lnTo>
                <a:lnTo>
                  <a:pt x="2614112" y="1585432"/>
                </a:lnTo>
                <a:lnTo>
                  <a:pt x="2611817" y="1586141"/>
                </a:lnTo>
                <a:lnTo>
                  <a:pt x="2610527" y="1587601"/>
                </a:lnTo>
                <a:lnTo>
                  <a:pt x="2605082" y="1590084"/>
                </a:lnTo>
                <a:lnTo>
                  <a:pt x="2603477" y="1590107"/>
                </a:lnTo>
                <a:lnTo>
                  <a:pt x="2602544" y="1590615"/>
                </a:lnTo>
                <a:lnTo>
                  <a:pt x="2598917" y="1591575"/>
                </a:lnTo>
                <a:lnTo>
                  <a:pt x="2597634" y="1591726"/>
                </a:lnTo>
                <a:lnTo>
                  <a:pt x="2595997" y="1592424"/>
                </a:lnTo>
                <a:lnTo>
                  <a:pt x="2595878" y="1592447"/>
                </a:lnTo>
                <a:lnTo>
                  <a:pt x="2593305" y="1595057"/>
                </a:lnTo>
                <a:lnTo>
                  <a:pt x="2589242" y="1595117"/>
                </a:lnTo>
                <a:lnTo>
                  <a:pt x="2588695" y="1595326"/>
                </a:lnTo>
                <a:lnTo>
                  <a:pt x="2586235" y="1596194"/>
                </a:lnTo>
                <a:lnTo>
                  <a:pt x="2584119" y="1596724"/>
                </a:lnTo>
                <a:lnTo>
                  <a:pt x="2583753" y="1597057"/>
                </a:lnTo>
                <a:lnTo>
                  <a:pt x="2580268" y="1599936"/>
                </a:lnTo>
                <a:lnTo>
                  <a:pt x="2576069" y="1601295"/>
                </a:lnTo>
                <a:lnTo>
                  <a:pt x="2573568" y="1601736"/>
                </a:lnTo>
                <a:lnTo>
                  <a:pt x="2571172" y="1602194"/>
                </a:lnTo>
                <a:lnTo>
                  <a:pt x="2570273" y="1602260"/>
                </a:lnTo>
                <a:lnTo>
                  <a:pt x="2568140" y="1603201"/>
                </a:lnTo>
                <a:lnTo>
                  <a:pt x="2565573" y="1603276"/>
                </a:lnTo>
                <a:lnTo>
                  <a:pt x="2564027" y="1605846"/>
                </a:lnTo>
                <a:lnTo>
                  <a:pt x="2557372" y="1607118"/>
                </a:lnTo>
                <a:lnTo>
                  <a:pt x="2557090" y="1607126"/>
                </a:lnTo>
                <a:lnTo>
                  <a:pt x="2556886" y="1607250"/>
                </a:lnTo>
                <a:lnTo>
                  <a:pt x="2552824" y="1609281"/>
                </a:lnTo>
                <a:lnTo>
                  <a:pt x="2548805" y="1609399"/>
                </a:lnTo>
                <a:lnTo>
                  <a:pt x="2547898" y="1609412"/>
                </a:lnTo>
                <a:lnTo>
                  <a:pt x="2545331" y="1612583"/>
                </a:lnTo>
                <a:lnTo>
                  <a:pt x="2542008" y="1612730"/>
                </a:lnTo>
                <a:lnTo>
                  <a:pt x="2540065" y="1614130"/>
                </a:lnTo>
                <a:lnTo>
                  <a:pt x="2536476" y="1614288"/>
                </a:lnTo>
                <a:lnTo>
                  <a:pt x="2534650" y="1615577"/>
                </a:lnTo>
                <a:lnTo>
                  <a:pt x="2531893" y="1616023"/>
                </a:lnTo>
                <a:lnTo>
                  <a:pt x="2530187" y="1616826"/>
                </a:lnTo>
                <a:lnTo>
                  <a:pt x="2527061" y="1617515"/>
                </a:lnTo>
                <a:lnTo>
                  <a:pt x="2525608" y="1617772"/>
                </a:lnTo>
                <a:lnTo>
                  <a:pt x="2523727" y="1618408"/>
                </a:lnTo>
                <a:lnTo>
                  <a:pt x="2520387" y="1619047"/>
                </a:lnTo>
                <a:lnTo>
                  <a:pt x="2518560" y="1619073"/>
                </a:lnTo>
                <a:lnTo>
                  <a:pt x="2518004" y="1619194"/>
                </a:lnTo>
                <a:lnTo>
                  <a:pt x="2516209" y="1621755"/>
                </a:lnTo>
                <a:lnTo>
                  <a:pt x="2513568" y="1623541"/>
                </a:lnTo>
                <a:lnTo>
                  <a:pt x="2512016" y="1625071"/>
                </a:lnTo>
                <a:lnTo>
                  <a:pt x="2508594" y="1628039"/>
                </a:lnTo>
                <a:lnTo>
                  <a:pt x="2504280" y="1629625"/>
                </a:lnTo>
                <a:lnTo>
                  <a:pt x="2502614" y="1631684"/>
                </a:lnTo>
                <a:lnTo>
                  <a:pt x="2498670" y="1634931"/>
                </a:lnTo>
                <a:lnTo>
                  <a:pt x="2494239" y="1636430"/>
                </a:lnTo>
                <a:lnTo>
                  <a:pt x="2491413" y="1636763"/>
                </a:lnTo>
                <a:lnTo>
                  <a:pt x="2490172" y="1636927"/>
                </a:lnTo>
                <a:lnTo>
                  <a:pt x="2490135" y="1636937"/>
                </a:lnTo>
                <a:lnTo>
                  <a:pt x="2488702" y="1637844"/>
                </a:lnTo>
                <a:lnTo>
                  <a:pt x="2487919" y="1638178"/>
                </a:lnTo>
                <a:lnTo>
                  <a:pt x="2484921" y="1641485"/>
                </a:lnTo>
                <a:lnTo>
                  <a:pt x="2479292" y="1641981"/>
                </a:lnTo>
                <a:lnTo>
                  <a:pt x="2477873" y="1642065"/>
                </a:lnTo>
                <a:lnTo>
                  <a:pt x="2477270" y="1642189"/>
                </a:lnTo>
                <a:lnTo>
                  <a:pt x="2474678" y="1646611"/>
                </a:lnTo>
                <a:lnTo>
                  <a:pt x="2469750" y="1647553"/>
                </a:lnTo>
                <a:lnTo>
                  <a:pt x="2469453" y="1647688"/>
                </a:lnTo>
                <a:lnTo>
                  <a:pt x="2466964" y="1649335"/>
                </a:lnTo>
                <a:lnTo>
                  <a:pt x="2466003" y="1649618"/>
                </a:lnTo>
                <a:lnTo>
                  <a:pt x="2464492" y="1651173"/>
                </a:lnTo>
                <a:lnTo>
                  <a:pt x="2459728" y="1653275"/>
                </a:lnTo>
                <a:lnTo>
                  <a:pt x="2456268" y="1653726"/>
                </a:lnTo>
                <a:lnTo>
                  <a:pt x="2454399" y="1653891"/>
                </a:lnTo>
                <a:lnTo>
                  <a:pt x="2453101" y="1654082"/>
                </a:lnTo>
                <a:lnTo>
                  <a:pt x="2451094" y="1654554"/>
                </a:lnTo>
                <a:lnTo>
                  <a:pt x="2450584" y="1654622"/>
                </a:lnTo>
                <a:lnTo>
                  <a:pt x="2448815" y="1655688"/>
                </a:lnTo>
                <a:lnTo>
                  <a:pt x="2445104" y="1656343"/>
                </a:lnTo>
                <a:lnTo>
                  <a:pt x="2443433" y="1657522"/>
                </a:lnTo>
                <a:lnTo>
                  <a:pt x="2441444" y="1657932"/>
                </a:lnTo>
                <a:lnTo>
                  <a:pt x="2440269" y="1658744"/>
                </a:lnTo>
                <a:lnTo>
                  <a:pt x="2437155" y="1660072"/>
                </a:lnTo>
                <a:lnTo>
                  <a:pt x="2434409" y="1661001"/>
                </a:lnTo>
                <a:lnTo>
                  <a:pt x="2431600" y="1661620"/>
                </a:lnTo>
                <a:lnTo>
                  <a:pt x="2430330" y="1661788"/>
                </a:lnTo>
                <a:lnTo>
                  <a:pt x="2428071" y="1662652"/>
                </a:lnTo>
                <a:lnTo>
                  <a:pt x="2427265" y="1662699"/>
                </a:lnTo>
                <a:lnTo>
                  <a:pt x="2425601" y="1664510"/>
                </a:lnTo>
                <a:lnTo>
                  <a:pt x="2420294" y="1666617"/>
                </a:lnTo>
                <a:lnTo>
                  <a:pt x="2418171" y="1666711"/>
                </a:lnTo>
                <a:lnTo>
                  <a:pt x="2416735" y="1667218"/>
                </a:lnTo>
                <a:lnTo>
                  <a:pt x="2416245" y="1667297"/>
                </a:lnTo>
                <a:lnTo>
                  <a:pt x="2414519" y="1668617"/>
                </a:lnTo>
                <a:lnTo>
                  <a:pt x="2411492" y="1669285"/>
                </a:lnTo>
                <a:lnTo>
                  <a:pt x="2409369" y="1670221"/>
                </a:lnTo>
                <a:lnTo>
                  <a:pt x="2405820" y="1670847"/>
                </a:lnTo>
                <a:lnTo>
                  <a:pt x="2403615" y="1670977"/>
                </a:lnTo>
                <a:lnTo>
                  <a:pt x="2401539" y="1671221"/>
                </a:lnTo>
                <a:lnTo>
                  <a:pt x="2400808" y="1671243"/>
                </a:lnTo>
                <a:lnTo>
                  <a:pt x="2397427" y="1673056"/>
                </a:lnTo>
                <a:lnTo>
                  <a:pt x="2396410" y="1673086"/>
                </a:lnTo>
                <a:lnTo>
                  <a:pt x="2395590" y="1673750"/>
                </a:lnTo>
                <a:lnTo>
                  <a:pt x="2393269" y="1674534"/>
                </a:lnTo>
                <a:lnTo>
                  <a:pt x="2391292" y="1675872"/>
                </a:lnTo>
                <a:lnTo>
                  <a:pt x="2389841" y="1676348"/>
                </a:lnTo>
                <a:lnTo>
                  <a:pt x="2386905" y="1678816"/>
                </a:lnTo>
                <a:lnTo>
                  <a:pt x="2382604" y="1679069"/>
                </a:lnTo>
                <a:lnTo>
                  <a:pt x="2380727" y="1679456"/>
                </a:lnTo>
                <a:lnTo>
                  <a:pt x="2379062" y="1679578"/>
                </a:lnTo>
                <a:lnTo>
                  <a:pt x="2378926" y="1679668"/>
                </a:lnTo>
                <a:lnTo>
                  <a:pt x="2375015" y="1682659"/>
                </a:lnTo>
                <a:lnTo>
                  <a:pt x="2370088" y="1682949"/>
                </a:lnTo>
                <a:lnTo>
                  <a:pt x="2368078" y="1682979"/>
                </a:lnTo>
                <a:lnTo>
                  <a:pt x="2367312" y="1683012"/>
                </a:lnTo>
                <a:lnTo>
                  <a:pt x="2365369" y="1683555"/>
                </a:lnTo>
                <a:lnTo>
                  <a:pt x="2362516" y="1683681"/>
                </a:lnTo>
                <a:lnTo>
                  <a:pt x="2361231" y="1683776"/>
                </a:lnTo>
                <a:lnTo>
                  <a:pt x="2359994" y="1684012"/>
                </a:lnTo>
                <a:lnTo>
                  <a:pt x="2357407" y="1684621"/>
                </a:lnTo>
                <a:lnTo>
                  <a:pt x="2356084" y="1684679"/>
                </a:lnTo>
                <a:lnTo>
                  <a:pt x="2354520" y="1685277"/>
                </a:lnTo>
                <a:lnTo>
                  <a:pt x="2351967" y="1685615"/>
                </a:lnTo>
                <a:lnTo>
                  <a:pt x="2349503" y="1686195"/>
                </a:lnTo>
                <a:lnTo>
                  <a:pt x="2346971" y="1686232"/>
                </a:lnTo>
                <a:lnTo>
                  <a:pt x="2345161" y="1686418"/>
                </a:lnTo>
                <a:lnTo>
                  <a:pt x="2344951" y="1686428"/>
                </a:lnTo>
                <a:lnTo>
                  <a:pt x="2342517" y="1688181"/>
                </a:lnTo>
                <a:lnTo>
                  <a:pt x="2338974" y="1689015"/>
                </a:lnTo>
                <a:lnTo>
                  <a:pt x="2336436" y="1689714"/>
                </a:lnTo>
                <a:lnTo>
                  <a:pt x="2333975" y="1689967"/>
                </a:lnTo>
                <a:lnTo>
                  <a:pt x="2331887" y="1692608"/>
                </a:lnTo>
                <a:lnTo>
                  <a:pt x="2326641" y="1693391"/>
                </a:lnTo>
                <a:lnTo>
                  <a:pt x="2324531" y="1693819"/>
                </a:lnTo>
                <a:lnTo>
                  <a:pt x="2322840" y="1694018"/>
                </a:lnTo>
                <a:lnTo>
                  <a:pt x="2321075" y="1695394"/>
                </a:lnTo>
                <a:lnTo>
                  <a:pt x="2317091" y="1696097"/>
                </a:lnTo>
                <a:lnTo>
                  <a:pt x="2315644" y="1696416"/>
                </a:lnTo>
                <a:lnTo>
                  <a:pt x="2313943" y="1696916"/>
                </a:lnTo>
                <a:lnTo>
                  <a:pt x="2312176" y="1697410"/>
                </a:lnTo>
                <a:lnTo>
                  <a:pt x="2310633" y="1697932"/>
                </a:lnTo>
                <a:lnTo>
                  <a:pt x="2307349" y="1699187"/>
                </a:lnTo>
                <a:lnTo>
                  <a:pt x="2304324" y="1699232"/>
                </a:lnTo>
                <a:lnTo>
                  <a:pt x="2301622" y="1700940"/>
                </a:lnTo>
                <a:lnTo>
                  <a:pt x="2299438" y="1701582"/>
                </a:lnTo>
                <a:lnTo>
                  <a:pt x="2296985" y="1702953"/>
                </a:lnTo>
                <a:lnTo>
                  <a:pt x="2293774" y="1703473"/>
                </a:lnTo>
                <a:lnTo>
                  <a:pt x="2291247" y="1704067"/>
                </a:lnTo>
                <a:lnTo>
                  <a:pt x="2288914" y="1704136"/>
                </a:lnTo>
                <a:lnTo>
                  <a:pt x="2287301" y="1704373"/>
                </a:lnTo>
                <a:lnTo>
                  <a:pt x="2284763" y="1704634"/>
                </a:lnTo>
                <a:lnTo>
                  <a:pt x="2282553" y="1704667"/>
                </a:lnTo>
                <a:lnTo>
                  <a:pt x="2280877" y="1704741"/>
                </a:lnTo>
                <a:lnTo>
                  <a:pt x="2279657" y="1704831"/>
                </a:lnTo>
                <a:lnTo>
                  <a:pt x="2278404" y="1705089"/>
                </a:lnTo>
                <a:lnTo>
                  <a:pt x="2276050" y="1705634"/>
                </a:lnTo>
                <a:lnTo>
                  <a:pt x="2273474" y="1705937"/>
                </a:lnTo>
                <a:lnTo>
                  <a:pt x="2271066" y="1706150"/>
                </a:lnTo>
                <a:lnTo>
                  <a:pt x="2269331" y="1706175"/>
                </a:lnTo>
                <a:lnTo>
                  <a:pt x="2267945" y="1706362"/>
                </a:lnTo>
                <a:lnTo>
                  <a:pt x="2266674" y="1706530"/>
                </a:lnTo>
                <a:lnTo>
                  <a:pt x="2264954" y="1707028"/>
                </a:lnTo>
                <a:lnTo>
                  <a:pt x="2261878" y="1707616"/>
                </a:lnTo>
                <a:lnTo>
                  <a:pt x="2259274" y="1707693"/>
                </a:lnTo>
                <a:lnTo>
                  <a:pt x="2257614" y="1707766"/>
                </a:lnTo>
                <a:lnTo>
                  <a:pt x="2256018" y="1708705"/>
                </a:lnTo>
                <a:lnTo>
                  <a:pt x="2252809" y="1709035"/>
                </a:lnTo>
                <a:lnTo>
                  <a:pt x="2250409" y="1709671"/>
                </a:lnTo>
                <a:lnTo>
                  <a:pt x="2249375" y="1709671"/>
                </a:lnTo>
                <a:lnTo>
                  <a:pt x="2247931" y="1710371"/>
                </a:lnTo>
                <a:lnTo>
                  <a:pt x="2244195" y="1710811"/>
                </a:lnTo>
                <a:lnTo>
                  <a:pt x="2242600" y="1710905"/>
                </a:lnTo>
                <a:lnTo>
                  <a:pt x="2240860" y="1712158"/>
                </a:lnTo>
                <a:lnTo>
                  <a:pt x="2236290" y="1712562"/>
                </a:lnTo>
                <a:lnTo>
                  <a:pt x="2234081" y="1712692"/>
                </a:lnTo>
                <a:lnTo>
                  <a:pt x="2232601" y="1712735"/>
                </a:lnTo>
                <a:lnTo>
                  <a:pt x="2230856" y="1713017"/>
                </a:lnTo>
                <a:lnTo>
                  <a:pt x="2229733" y="1713100"/>
                </a:lnTo>
                <a:lnTo>
                  <a:pt x="2229050" y="1713341"/>
                </a:lnTo>
                <a:lnTo>
                  <a:pt x="2228065" y="1713718"/>
                </a:lnTo>
                <a:lnTo>
                  <a:pt x="2225199" y="1715530"/>
                </a:lnTo>
                <a:lnTo>
                  <a:pt x="2220944" y="1716093"/>
                </a:lnTo>
                <a:lnTo>
                  <a:pt x="2219769" y="1716162"/>
                </a:lnTo>
                <a:lnTo>
                  <a:pt x="2219199" y="1716338"/>
                </a:lnTo>
                <a:lnTo>
                  <a:pt x="2216259" y="1717489"/>
                </a:lnTo>
                <a:lnTo>
                  <a:pt x="2213340" y="1717704"/>
                </a:lnTo>
                <a:lnTo>
                  <a:pt x="2213322" y="1717707"/>
                </a:lnTo>
                <a:lnTo>
                  <a:pt x="2210960" y="1718992"/>
                </a:lnTo>
                <a:lnTo>
                  <a:pt x="2207011" y="1719227"/>
                </a:lnTo>
                <a:lnTo>
                  <a:pt x="2206149" y="1719278"/>
                </a:lnTo>
                <a:lnTo>
                  <a:pt x="2204872" y="1719667"/>
                </a:lnTo>
                <a:lnTo>
                  <a:pt x="2201940" y="1720314"/>
                </a:lnTo>
                <a:lnTo>
                  <a:pt x="2199541" y="1720490"/>
                </a:lnTo>
                <a:lnTo>
                  <a:pt x="2199380" y="1720509"/>
                </a:lnTo>
                <a:lnTo>
                  <a:pt x="2197190" y="1721604"/>
                </a:lnTo>
                <a:lnTo>
                  <a:pt x="2194293" y="1721774"/>
                </a:lnTo>
                <a:lnTo>
                  <a:pt x="2192480" y="1722254"/>
                </a:lnTo>
                <a:lnTo>
                  <a:pt x="2190599" y="1722420"/>
                </a:lnTo>
                <a:lnTo>
                  <a:pt x="2188592" y="1722981"/>
                </a:lnTo>
                <a:lnTo>
                  <a:pt x="2186711" y="1723119"/>
                </a:lnTo>
                <a:lnTo>
                  <a:pt x="2184638" y="1723729"/>
                </a:lnTo>
                <a:lnTo>
                  <a:pt x="2181522" y="1723866"/>
                </a:lnTo>
                <a:lnTo>
                  <a:pt x="2179512" y="1723926"/>
                </a:lnTo>
                <a:lnTo>
                  <a:pt x="2178554" y="1723954"/>
                </a:lnTo>
                <a:lnTo>
                  <a:pt x="2178099" y="1724067"/>
                </a:lnTo>
                <a:lnTo>
                  <a:pt x="2175793" y="1724949"/>
                </a:lnTo>
                <a:lnTo>
                  <a:pt x="2172336" y="1725508"/>
                </a:lnTo>
                <a:lnTo>
                  <a:pt x="2170196" y="1725571"/>
                </a:lnTo>
                <a:lnTo>
                  <a:pt x="2169659" y="1725634"/>
                </a:lnTo>
                <a:lnTo>
                  <a:pt x="2167653" y="1726342"/>
                </a:lnTo>
                <a:lnTo>
                  <a:pt x="2164233" y="1726694"/>
                </a:lnTo>
                <a:lnTo>
                  <a:pt x="2163798" y="1726701"/>
                </a:lnTo>
                <a:lnTo>
                  <a:pt x="2162477" y="1727303"/>
                </a:lnTo>
                <a:lnTo>
                  <a:pt x="2158801" y="1727898"/>
                </a:lnTo>
                <a:lnTo>
                  <a:pt x="2157954" y="1727935"/>
                </a:lnTo>
                <a:lnTo>
                  <a:pt x="2154693" y="1729758"/>
                </a:lnTo>
                <a:lnTo>
                  <a:pt x="2150539" y="1730063"/>
                </a:lnTo>
                <a:lnTo>
                  <a:pt x="2148491" y="1730124"/>
                </a:lnTo>
                <a:lnTo>
                  <a:pt x="2146879" y="1730195"/>
                </a:lnTo>
                <a:lnTo>
                  <a:pt x="2145388" y="1730349"/>
                </a:lnTo>
                <a:lnTo>
                  <a:pt x="2144721" y="1730446"/>
                </a:lnTo>
                <a:lnTo>
                  <a:pt x="2143207" y="1731069"/>
                </a:lnTo>
                <a:lnTo>
                  <a:pt x="2142811" y="1731168"/>
                </a:lnTo>
                <a:lnTo>
                  <a:pt x="2141597" y="1732257"/>
                </a:lnTo>
                <a:lnTo>
                  <a:pt x="2137477" y="1734257"/>
                </a:lnTo>
                <a:lnTo>
                  <a:pt x="2135200" y="1734725"/>
                </a:lnTo>
                <a:lnTo>
                  <a:pt x="2133013" y="1735594"/>
                </a:lnTo>
                <a:lnTo>
                  <a:pt x="2129759" y="1736072"/>
                </a:lnTo>
                <a:lnTo>
                  <a:pt x="2127486" y="1736273"/>
                </a:lnTo>
                <a:lnTo>
                  <a:pt x="2125543" y="1736416"/>
                </a:lnTo>
                <a:lnTo>
                  <a:pt x="2124145" y="1736539"/>
                </a:lnTo>
                <a:lnTo>
                  <a:pt x="2122356" y="1737908"/>
                </a:lnTo>
                <a:lnTo>
                  <a:pt x="2117370" y="1738274"/>
                </a:lnTo>
                <a:lnTo>
                  <a:pt x="2115693" y="1738274"/>
                </a:lnTo>
                <a:lnTo>
                  <a:pt x="2113950" y="1738505"/>
                </a:lnTo>
                <a:lnTo>
                  <a:pt x="2112652" y="1738562"/>
                </a:lnTo>
                <a:lnTo>
                  <a:pt x="2110968" y="1739033"/>
                </a:lnTo>
                <a:lnTo>
                  <a:pt x="2107855" y="1739353"/>
                </a:lnTo>
                <a:lnTo>
                  <a:pt x="2107534" y="1739358"/>
                </a:lnTo>
                <a:lnTo>
                  <a:pt x="2105591" y="1740301"/>
                </a:lnTo>
                <a:lnTo>
                  <a:pt x="2103221" y="1740336"/>
                </a:lnTo>
                <a:lnTo>
                  <a:pt x="2102512" y="1740815"/>
                </a:lnTo>
                <a:lnTo>
                  <a:pt x="2098437" y="1743272"/>
                </a:lnTo>
                <a:lnTo>
                  <a:pt x="2094088" y="1743524"/>
                </a:lnTo>
                <a:lnTo>
                  <a:pt x="2092282" y="1743577"/>
                </a:lnTo>
                <a:lnTo>
                  <a:pt x="2091894" y="1743612"/>
                </a:lnTo>
                <a:lnTo>
                  <a:pt x="2089852" y="1744404"/>
                </a:lnTo>
                <a:lnTo>
                  <a:pt x="2088178" y="1744502"/>
                </a:lnTo>
                <a:lnTo>
                  <a:pt x="2086232" y="1745390"/>
                </a:lnTo>
                <a:lnTo>
                  <a:pt x="2082563" y="1745602"/>
                </a:lnTo>
                <a:lnTo>
                  <a:pt x="2081086" y="1745689"/>
                </a:lnTo>
                <a:lnTo>
                  <a:pt x="2079010" y="1746025"/>
                </a:lnTo>
                <a:lnTo>
                  <a:pt x="2076737" y="1746092"/>
                </a:lnTo>
                <a:lnTo>
                  <a:pt x="2076085" y="1746149"/>
                </a:lnTo>
                <a:lnTo>
                  <a:pt x="2075775" y="1746250"/>
                </a:lnTo>
                <a:lnTo>
                  <a:pt x="2073553" y="1747361"/>
                </a:lnTo>
                <a:lnTo>
                  <a:pt x="2069749" y="1748312"/>
                </a:lnTo>
                <a:lnTo>
                  <a:pt x="2066888" y="1748438"/>
                </a:lnTo>
                <a:lnTo>
                  <a:pt x="2065212" y="1748512"/>
                </a:lnTo>
                <a:lnTo>
                  <a:pt x="2063335" y="1748705"/>
                </a:lnTo>
                <a:lnTo>
                  <a:pt x="2060925" y="1748847"/>
                </a:lnTo>
                <a:lnTo>
                  <a:pt x="2059900" y="1748847"/>
                </a:lnTo>
                <a:lnTo>
                  <a:pt x="2058478" y="1749223"/>
                </a:lnTo>
                <a:lnTo>
                  <a:pt x="2056218" y="1749489"/>
                </a:lnTo>
                <a:lnTo>
                  <a:pt x="2053748" y="1749961"/>
                </a:lnTo>
                <a:lnTo>
                  <a:pt x="2052191" y="1749961"/>
                </a:lnTo>
                <a:lnTo>
                  <a:pt x="2051628" y="1750119"/>
                </a:lnTo>
                <a:lnTo>
                  <a:pt x="2048688" y="1751070"/>
                </a:lnTo>
                <a:lnTo>
                  <a:pt x="2045447" y="1751213"/>
                </a:lnTo>
                <a:lnTo>
                  <a:pt x="2044486" y="1751241"/>
                </a:lnTo>
                <a:lnTo>
                  <a:pt x="2042543" y="1751755"/>
                </a:lnTo>
                <a:lnTo>
                  <a:pt x="2042295" y="1751763"/>
                </a:lnTo>
                <a:lnTo>
                  <a:pt x="2040582" y="1752971"/>
                </a:lnTo>
                <a:lnTo>
                  <a:pt x="2035831" y="1753384"/>
                </a:lnTo>
                <a:lnTo>
                  <a:pt x="2033626" y="1753417"/>
                </a:lnTo>
                <a:lnTo>
                  <a:pt x="2032491" y="1753450"/>
                </a:lnTo>
                <a:lnTo>
                  <a:pt x="2032023" y="1753541"/>
                </a:lnTo>
                <a:lnTo>
                  <a:pt x="2029440" y="1754491"/>
                </a:lnTo>
                <a:lnTo>
                  <a:pt x="2027470" y="1754578"/>
                </a:lnTo>
                <a:lnTo>
                  <a:pt x="2025072" y="1756270"/>
                </a:lnTo>
                <a:lnTo>
                  <a:pt x="2020425" y="1756748"/>
                </a:lnTo>
                <a:lnTo>
                  <a:pt x="2019324" y="1756781"/>
                </a:lnTo>
                <a:lnTo>
                  <a:pt x="2017640" y="1757276"/>
                </a:lnTo>
                <a:lnTo>
                  <a:pt x="2014927" y="1757515"/>
                </a:lnTo>
                <a:lnTo>
                  <a:pt x="2013050" y="1757736"/>
                </a:lnTo>
                <a:lnTo>
                  <a:pt x="2010643" y="1757984"/>
                </a:lnTo>
                <a:lnTo>
                  <a:pt x="2008804" y="1758011"/>
                </a:lnTo>
                <a:lnTo>
                  <a:pt x="2007519" y="1758635"/>
                </a:lnTo>
                <a:lnTo>
                  <a:pt x="2004358" y="1759518"/>
                </a:lnTo>
                <a:lnTo>
                  <a:pt x="2001455" y="1760030"/>
                </a:lnTo>
                <a:lnTo>
                  <a:pt x="1999960" y="1760118"/>
                </a:lnTo>
                <a:lnTo>
                  <a:pt x="1998147" y="1760625"/>
                </a:lnTo>
                <a:lnTo>
                  <a:pt x="1995496" y="1760859"/>
                </a:lnTo>
                <a:lnTo>
                  <a:pt x="1993816" y="1761056"/>
                </a:lnTo>
                <a:lnTo>
                  <a:pt x="1992449" y="1761257"/>
                </a:lnTo>
                <a:lnTo>
                  <a:pt x="1990249" y="1761807"/>
                </a:lnTo>
                <a:lnTo>
                  <a:pt x="1988678" y="1761946"/>
                </a:lnTo>
                <a:lnTo>
                  <a:pt x="1986798" y="1762582"/>
                </a:lnTo>
                <a:lnTo>
                  <a:pt x="1983706" y="1762900"/>
                </a:lnTo>
                <a:lnTo>
                  <a:pt x="1982784" y="1762968"/>
                </a:lnTo>
                <a:lnTo>
                  <a:pt x="1981344" y="1763455"/>
                </a:lnTo>
                <a:lnTo>
                  <a:pt x="1978521" y="1763995"/>
                </a:lnTo>
                <a:lnTo>
                  <a:pt x="1977051" y="1764186"/>
                </a:lnTo>
                <a:lnTo>
                  <a:pt x="1975116" y="1764784"/>
                </a:lnTo>
                <a:lnTo>
                  <a:pt x="1971953" y="1765202"/>
                </a:lnTo>
                <a:lnTo>
                  <a:pt x="1969506" y="1765275"/>
                </a:lnTo>
                <a:lnTo>
                  <a:pt x="1967762" y="1765301"/>
                </a:lnTo>
                <a:lnTo>
                  <a:pt x="1965818" y="1765444"/>
                </a:lnTo>
                <a:lnTo>
                  <a:pt x="1963936" y="1765472"/>
                </a:lnTo>
                <a:lnTo>
                  <a:pt x="1963137" y="1765541"/>
                </a:lnTo>
                <a:lnTo>
                  <a:pt x="1961070" y="1766119"/>
                </a:lnTo>
                <a:lnTo>
                  <a:pt x="1958218" y="1766287"/>
                </a:lnTo>
                <a:lnTo>
                  <a:pt x="1956540" y="1766410"/>
                </a:lnTo>
                <a:lnTo>
                  <a:pt x="1954597" y="1766639"/>
                </a:lnTo>
                <a:lnTo>
                  <a:pt x="1952255" y="1766811"/>
                </a:lnTo>
                <a:lnTo>
                  <a:pt x="1950245" y="1766870"/>
                </a:lnTo>
                <a:lnTo>
                  <a:pt x="1949840" y="1766894"/>
                </a:lnTo>
                <a:lnTo>
                  <a:pt x="1948459" y="1767422"/>
                </a:lnTo>
                <a:lnTo>
                  <a:pt x="1945339" y="1768018"/>
                </a:lnTo>
                <a:lnTo>
                  <a:pt x="1942938" y="1768265"/>
                </a:lnTo>
                <a:lnTo>
                  <a:pt x="1940596" y="1768472"/>
                </a:lnTo>
                <a:lnTo>
                  <a:pt x="1938319" y="1768505"/>
                </a:lnTo>
                <a:lnTo>
                  <a:pt x="1937301" y="1768520"/>
                </a:lnTo>
                <a:lnTo>
                  <a:pt x="1937091" y="1768567"/>
                </a:lnTo>
                <a:lnTo>
                  <a:pt x="1934535" y="1769657"/>
                </a:lnTo>
                <a:lnTo>
                  <a:pt x="1930814" y="1769930"/>
                </a:lnTo>
                <a:lnTo>
                  <a:pt x="1930276" y="1769938"/>
                </a:lnTo>
                <a:lnTo>
                  <a:pt x="1928462" y="1770659"/>
                </a:lnTo>
                <a:lnTo>
                  <a:pt x="1924918" y="1770815"/>
                </a:lnTo>
                <a:lnTo>
                  <a:pt x="1922975" y="1770872"/>
                </a:lnTo>
                <a:lnTo>
                  <a:pt x="1921431" y="1770940"/>
                </a:lnTo>
                <a:lnTo>
                  <a:pt x="1919288" y="1771193"/>
                </a:lnTo>
                <a:lnTo>
                  <a:pt x="1917609" y="1771193"/>
                </a:lnTo>
                <a:lnTo>
                  <a:pt x="1916185" y="1771444"/>
                </a:lnTo>
                <a:lnTo>
                  <a:pt x="1914800" y="1771604"/>
                </a:lnTo>
                <a:lnTo>
                  <a:pt x="1912441" y="1772344"/>
                </a:lnTo>
                <a:lnTo>
                  <a:pt x="1909173" y="1772392"/>
                </a:lnTo>
                <a:lnTo>
                  <a:pt x="1907651" y="1772414"/>
                </a:lnTo>
                <a:lnTo>
                  <a:pt x="1905784" y="1773375"/>
                </a:lnTo>
                <a:lnTo>
                  <a:pt x="1901700" y="1773730"/>
                </a:lnTo>
                <a:lnTo>
                  <a:pt x="1899762" y="1773758"/>
                </a:lnTo>
                <a:lnTo>
                  <a:pt x="1898610" y="1773860"/>
                </a:lnTo>
                <a:lnTo>
                  <a:pt x="1897308" y="1774109"/>
                </a:lnTo>
                <a:lnTo>
                  <a:pt x="1895674" y="1774493"/>
                </a:lnTo>
                <a:lnTo>
                  <a:pt x="1893420" y="1775090"/>
                </a:lnTo>
                <a:lnTo>
                  <a:pt x="1890904" y="1775497"/>
                </a:lnTo>
                <a:lnTo>
                  <a:pt x="1889026" y="1775746"/>
                </a:lnTo>
                <a:lnTo>
                  <a:pt x="1887340" y="1776043"/>
                </a:lnTo>
                <a:lnTo>
                  <a:pt x="1884613" y="1776565"/>
                </a:lnTo>
                <a:lnTo>
                  <a:pt x="1881874" y="1776565"/>
                </a:lnTo>
                <a:lnTo>
                  <a:pt x="1880331" y="1776587"/>
                </a:lnTo>
                <a:lnTo>
                  <a:pt x="1879867" y="1776628"/>
                </a:lnTo>
                <a:lnTo>
                  <a:pt x="1878301" y="1777181"/>
                </a:lnTo>
                <a:lnTo>
                  <a:pt x="1875097" y="1777747"/>
                </a:lnTo>
                <a:lnTo>
                  <a:pt x="1873023" y="1777869"/>
                </a:lnTo>
                <a:lnTo>
                  <a:pt x="1871080" y="1778154"/>
                </a:lnTo>
                <a:lnTo>
                  <a:pt x="1869202" y="1778265"/>
                </a:lnTo>
                <a:lnTo>
                  <a:pt x="1867193" y="1778590"/>
                </a:lnTo>
                <a:lnTo>
                  <a:pt x="1864986" y="1778687"/>
                </a:lnTo>
                <a:lnTo>
                  <a:pt x="1863505" y="1778840"/>
                </a:lnTo>
                <a:lnTo>
                  <a:pt x="1861232" y="1779174"/>
                </a:lnTo>
                <a:lnTo>
                  <a:pt x="1858824" y="1779245"/>
                </a:lnTo>
                <a:lnTo>
                  <a:pt x="1858632" y="1779253"/>
                </a:lnTo>
                <a:lnTo>
                  <a:pt x="1856850" y="1780028"/>
                </a:lnTo>
                <a:lnTo>
                  <a:pt x="1853101" y="1780359"/>
                </a:lnTo>
                <a:lnTo>
                  <a:pt x="1851841" y="1780378"/>
                </a:lnTo>
                <a:lnTo>
                  <a:pt x="1849897" y="1780835"/>
                </a:lnTo>
                <a:lnTo>
                  <a:pt x="1847498" y="1780871"/>
                </a:lnTo>
                <a:lnTo>
                  <a:pt x="1845488" y="1781137"/>
                </a:lnTo>
                <a:lnTo>
                  <a:pt x="1843143" y="1781137"/>
                </a:lnTo>
                <a:lnTo>
                  <a:pt x="1842161" y="1781179"/>
                </a:lnTo>
                <a:lnTo>
                  <a:pt x="1840676" y="1781507"/>
                </a:lnTo>
                <a:lnTo>
                  <a:pt x="1838412" y="1781840"/>
                </a:lnTo>
                <a:lnTo>
                  <a:pt x="1836273" y="1782154"/>
                </a:lnTo>
                <a:lnTo>
                  <a:pt x="1834395" y="1782348"/>
                </a:lnTo>
                <a:lnTo>
                  <a:pt x="1833093" y="1782558"/>
                </a:lnTo>
                <a:lnTo>
                  <a:pt x="1830567" y="1783190"/>
                </a:lnTo>
                <a:lnTo>
                  <a:pt x="1828039" y="1783264"/>
                </a:lnTo>
                <a:lnTo>
                  <a:pt x="1827442" y="1783334"/>
                </a:lnTo>
                <a:lnTo>
                  <a:pt x="1825114" y="1784122"/>
                </a:lnTo>
                <a:lnTo>
                  <a:pt x="1821743" y="1784221"/>
                </a:lnTo>
                <a:lnTo>
                  <a:pt x="1820000" y="1784246"/>
                </a:lnTo>
                <a:lnTo>
                  <a:pt x="1818257" y="1784375"/>
                </a:lnTo>
                <a:lnTo>
                  <a:pt x="1816645" y="1784469"/>
                </a:lnTo>
                <a:lnTo>
                  <a:pt x="1814768" y="1784745"/>
                </a:lnTo>
                <a:lnTo>
                  <a:pt x="1813649" y="1784828"/>
                </a:lnTo>
                <a:lnTo>
                  <a:pt x="1811706" y="1785485"/>
                </a:lnTo>
                <a:lnTo>
                  <a:pt x="1808741" y="1785703"/>
                </a:lnTo>
                <a:lnTo>
                  <a:pt x="1806798" y="1785903"/>
                </a:lnTo>
                <a:lnTo>
                  <a:pt x="1804389" y="1786080"/>
                </a:lnTo>
                <a:lnTo>
                  <a:pt x="1802843" y="1786080"/>
                </a:lnTo>
                <a:lnTo>
                  <a:pt x="1802776" y="1786091"/>
                </a:lnTo>
                <a:lnTo>
                  <a:pt x="1800833" y="1786948"/>
                </a:lnTo>
                <a:lnTo>
                  <a:pt x="1797470" y="1787492"/>
                </a:lnTo>
                <a:lnTo>
                  <a:pt x="1797029" y="1787537"/>
                </a:lnTo>
                <a:lnTo>
                  <a:pt x="1794688" y="1788795"/>
                </a:lnTo>
                <a:lnTo>
                  <a:pt x="1790653" y="1788795"/>
                </a:lnTo>
                <a:lnTo>
                  <a:pt x="1788777" y="1788877"/>
                </a:lnTo>
                <a:lnTo>
                  <a:pt x="1786633" y="1788909"/>
                </a:lnTo>
                <a:lnTo>
                  <a:pt x="1785149" y="1788909"/>
                </a:lnTo>
                <a:lnTo>
                  <a:pt x="1783708" y="1789076"/>
                </a:lnTo>
                <a:lnTo>
                  <a:pt x="1781707" y="1789312"/>
                </a:lnTo>
                <a:lnTo>
                  <a:pt x="1779632" y="1789525"/>
                </a:lnTo>
                <a:lnTo>
                  <a:pt x="1777623" y="1789702"/>
                </a:lnTo>
                <a:lnTo>
                  <a:pt x="1776138" y="1789833"/>
                </a:lnTo>
                <a:lnTo>
                  <a:pt x="1774390" y="1790168"/>
                </a:lnTo>
                <a:lnTo>
                  <a:pt x="1771859" y="1790503"/>
                </a:lnTo>
                <a:lnTo>
                  <a:pt x="1770262" y="1790597"/>
                </a:lnTo>
                <a:lnTo>
                  <a:pt x="1768034" y="1791809"/>
                </a:lnTo>
                <a:lnTo>
                  <a:pt x="1764087" y="1792331"/>
                </a:lnTo>
                <a:lnTo>
                  <a:pt x="1761945" y="1792457"/>
                </a:lnTo>
                <a:lnTo>
                  <a:pt x="1759735" y="1792652"/>
                </a:lnTo>
                <a:lnTo>
                  <a:pt x="1757859" y="1792652"/>
                </a:lnTo>
                <a:lnTo>
                  <a:pt x="1756049" y="1792839"/>
                </a:lnTo>
                <a:lnTo>
                  <a:pt x="1754238" y="1792892"/>
                </a:lnTo>
                <a:lnTo>
                  <a:pt x="1752560" y="1793114"/>
                </a:lnTo>
                <a:lnTo>
                  <a:pt x="1751026" y="1793249"/>
                </a:lnTo>
                <a:lnTo>
                  <a:pt x="1749067" y="1794546"/>
                </a:lnTo>
                <a:lnTo>
                  <a:pt x="1744522" y="1795214"/>
                </a:lnTo>
                <a:lnTo>
                  <a:pt x="1742114" y="1795250"/>
                </a:lnTo>
                <a:lnTo>
                  <a:pt x="1741158" y="1795292"/>
                </a:lnTo>
                <a:lnTo>
                  <a:pt x="1739541" y="1795672"/>
                </a:lnTo>
                <a:lnTo>
                  <a:pt x="1737203" y="1795948"/>
                </a:lnTo>
                <a:lnTo>
                  <a:pt x="1735039" y="1796261"/>
                </a:lnTo>
                <a:lnTo>
                  <a:pt x="1733393" y="1796384"/>
                </a:lnTo>
                <a:lnTo>
                  <a:pt x="1731116" y="1796853"/>
                </a:lnTo>
                <a:lnTo>
                  <a:pt x="1728379" y="1796853"/>
                </a:lnTo>
                <a:lnTo>
                  <a:pt x="1727035" y="1796892"/>
                </a:lnTo>
                <a:lnTo>
                  <a:pt x="1725291" y="1797123"/>
                </a:lnTo>
                <a:lnTo>
                  <a:pt x="1722816" y="1797305"/>
                </a:lnTo>
                <a:lnTo>
                  <a:pt x="1720577" y="1797338"/>
                </a:lnTo>
                <a:lnTo>
                  <a:pt x="1718968" y="1797361"/>
                </a:lnTo>
                <a:lnTo>
                  <a:pt x="1716959" y="1797539"/>
                </a:lnTo>
                <a:lnTo>
                  <a:pt x="1715926" y="1797539"/>
                </a:lnTo>
                <a:lnTo>
                  <a:pt x="1714382" y="1798606"/>
                </a:lnTo>
                <a:lnTo>
                  <a:pt x="1710108" y="1799486"/>
                </a:lnTo>
                <a:lnTo>
                  <a:pt x="1707510" y="1799715"/>
                </a:lnTo>
                <a:lnTo>
                  <a:pt x="1705699" y="1799822"/>
                </a:lnTo>
                <a:lnTo>
                  <a:pt x="1704848" y="1799922"/>
                </a:lnTo>
                <a:lnTo>
                  <a:pt x="1703219" y="1800425"/>
                </a:lnTo>
                <a:lnTo>
                  <a:pt x="1701946" y="1800668"/>
                </a:lnTo>
                <a:lnTo>
                  <a:pt x="1699289" y="1803013"/>
                </a:lnTo>
                <a:lnTo>
                  <a:pt x="1694369" y="1803881"/>
                </a:lnTo>
                <a:lnTo>
                  <a:pt x="1692746" y="1804000"/>
                </a:lnTo>
                <a:lnTo>
                  <a:pt x="1691981" y="1804192"/>
                </a:lnTo>
                <a:lnTo>
                  <a:pt x="1690156" y="1804836"/>
                </a:lnTo>
                <a:lnTo>
                  <a:pt x="1686913" y="1805742"/>
                </a:lnTo>
                <a:lnTo>
                  <a:pt x="1686137" y="1805776"/>
                </a:lnTo>
                <a:lnTo>
                  <a:pt x="1684071" y="1806961"/>
                </a:lnTo>
                <a:lnTo>
                  <a:pt x="1681325" y="1807002"/>
                </a:lnTo>
                <a:lnTo>
                  <a:pt x="1680139" y="1807438"/>
                </a:lnTo>
                <a:lnTo>
                  <a:pt x="1677399" y="1807962"/>
                </a:lnTo>
                <a:lnTo>
                  <a:pt x="1675770" y="1808249"/>
                </a:lnTo>
                <a:lnTo>
                  <a:pt x="1673379" y="1808882"/>
                </a:lnTo>
                <a:lnTo>
                  <a:pt x="1670324" y="1809107"/>
                </a:lnTo>
                <a:lnTo>
                  <a:pt x="1668114" y="1809139"/>
                </a:lnTo>
                <a:lnTo>
                  <a:pt x="1666704" y="1809160"/>
                </a:lnTo>
                <a:lnTo>
                  <a:pt x="1665021" y="1809383"/>
                </a:lnTo>
                <a:lnTo>
                  <a:pt x="1663439" y="1809497"/>
                </a:lnTo>
                <a:lnTo>
                  <a:pt x="1661370" y="1809954"/>
                </a:lnTo>
                <a:lnTo>
                  <a:pt x="1658837" y="1810065"/>
                </a:lnTo>
                <a:lnTo>
                  <a:pt x="1656761" y="1810249"/>
                </a:lnTo>
                <a:lnTo>
                  <a:pt x="1654818" y="1810277"/>
                </a:lnTo>
                <a:lnTo>
                  <a:pt x="1653339" y="1810408"/>
                </a:lnTo>
                <a:lnTo>
                  <a:pt x="1651264" y="1810652"/>
                </a:lnTo>
                <a:lnTo>
                  <a:pt x="1649518" y="1810755"/>
                </a:lnTo>
                <a:lnTo>
                  <a:pt x="1648287" y="1810954"/>
                </a:lnTo>
                <a:lnTo>
                  <a:pt x="1645825" y="1811497"/>
                </a:lnTo>
                <a:lnTo>
                  <a:pt x="1643557" y="1811597"/>
                </a:lnTo>
                <a:lnTo>
                  <a:pt x="1642827" y="1811704"/>
                </a:lnTo>
                <a:lnTo>
                  <a:pt x="1641009" y="1812292"/>
                </a:lnTo>
                <a:lnTo>
                  <a:pt x="1639066" y="1812635"/>
                </a:lnTo>
                <a:lnTo>
                  <a:pt x="1637488" y="1813146"/>
                </a:lnTo>
                <a:lnTo>
                  <a:pt x="1634227" y="1814009"/>
                </a:lnTo>
                <a:lnTo>
                  <a:pt x="1631434" y="1814050"/>
                </a:lnTo>
                <a:lnTo>
                  <a:pt x="1629824" y="1814168"/>
                </a:lnTo>
                <a:lnTo>
                  <a:pt x="1628275" y="1814305"/>
                </a:lnTo>
                <a:lnTo>
                  <a:pt x="1626002" y="1814673"/>
                </a:lnTo>
                <a:lnTo>
                  <a:pt x="1624059" y="1814701"/>
                </a:lnTo>
                <a:lnTo>
                  <a:pt x="1622049" y="1815027"/>
                </a:lnTo>
                <a:lnTo>
                  <a:pt x="1619508" y="1815027"/>
                </a:lnTo>
                <a:lnTo>
                  <a:pt x="1618426" y="1815058"/>
                </a:lnTo>
                <a:lnTo>
                  <a:pt x="1616877" y="1815355"/>
                </a:lnTo>
                <a:lnTo>
                  <a:pt x="1614674" y="1815614"/>
                </a:lnTo>
                <a:lnTo>
                  <a:pt x="1612401" y="1815915"/>
                </a:lnTo>
                <a:lnTo>
                  <a:pt x="1610127" y="1816015"/>
                </a:lnTo>
                <a:lnTo>
                  <a:pt x="1609655" y="1816043"/>
                </a:lnTo>
                <a:lnTo>
                  <a:pt x="1607519" y="1816859"/>
                </a:lnTo>
                <a:lnTo>
                  <a:pt x="1605126" y="1816894"/>
                </a:lnTo>
                <a:lnTo>
                  <a:pt x="1603480" y="1817348"/>
                </a:lnTo>
                <a:lnTo>
                  <a:pt x="1601237" y="1817546"/>
                </a:lnTo>
                <a:lnTo>
                  <a:pt x="1600647" y="1817667"/>
                </a:lnTo>
                <a:lnTo>
                  <a:pt x="1597894" y="1818801"/>
                </a:lnTo>
                <a:lnTo>
                  <a:pt x="1594553" y="1818850"/>
                </a:lnTo>
                <a:lnTo>
                  <a:pt x="1594089" y="1818891"/>
                </a:lnTo>
                <a:lnTo>
                  <a:pt x="1592460" y="1819465"/>
                </a:lnTo>
                <a:lnTo>
                  <a:pt x="1590576" y="1819770"/>
                </a:lnTo>
                <a:lnTo>
                  <a:pt x="1589182" y="1821287"/>
                </a:lnTo>
                <a:lnTo>
                  <a:pt x="1584135" y="1822474"/>
                </a:lnTo>
                <a:lnTo>
                  <a:pt x="1581481" y="1822864"/>
                </a:lnTo>
                <a:lnTo>
                  <a:pt x="1579473" y="1823012"/>
                </a:lnTo>
                <a:lnTo>
                  <a:pt x="1577727" y="1823243"/>
                </a:lnTo>
                <a:lnTo>
                  <a:pt x="1575979" y="1823449"/>
                </a:lnTo>
                <a:lnTo>
                  <a:pt x="1574794" y="1823658"/>
                </a:lnTo>
                <a:lnTo>
                  <a:pt x="1574168" y="1823842"/>
                </a:lnTo>
                <a:lnTo>
                  <a:pt x="1571094" y="1825424"/>
                </a:lnTo>
                <a:lnTo>
                  <a:pt x="1567416" y="1825478"/>
                </a:lnTo>
                <a:lnTo>
                  <a:pt x="1567185" y="1825502"/>
                </a:lnTo>
                <a:lnTo>
                  <a:pt x="1564862" y="1826459"/>
                </a:lnTo>
                <a:lnTo>
                  <a:pt x="1562303" y="1826496"/>
                </a:lnTo>
                <a:lnTo>
                  <a:pt x="1561195" y="1826790"/>
                </a:lnTo>
                <a:lnTo>
                  <a:pt x="1559785" y="1827080"/>
                </a:lnTo>
                <a:lnTo>
                  <a:pt x="1557094" y="1828149"/>
                </a:lnTo>
                <a:lnTo>
                  <a:pt x="1553414" y="1828257"/>
                </a:lnTo>
                <a:lnTo>
                  <a:pt x="1552836" y="1828257"/>
                </a:lnTo>
                <a:lnTo>
                  <a:pt x="1551533" y="1828697"/>
                </a:lnTo>
                <a:lnTo>
                  <a:pt x="1548250" y="1829180"/>
                </a:lnTo>
                <a:lnTo>
                  <a:pt x="1545909" y="1829249"/>
                </a:lnTo>
                <a:lnTo>
                  <a:pt x="1544161" y="1829352"/>
                </a:lnTo>
                <a:lnTo>
                  <a:pt x="1543349" y="1829411"/>
                </a:lnTo>
                <a:lnTo>
                  <a:pt x="1541539" y="1829996"/>
                </a:lnTo>
                <a:lnTo>
                  <a:pt x="1538771" y="1830281"/>
                </a:lnTo>
                <a:lnTo>
                  <a:pt x="1536563" y="1830573"/>
                </a:lnTo>
                <a:lnTo>
                  <a:pt x="1534222" y="1830677"/>
                </a:lnTo>
                <a:lnTo>
                  <a:pt x="1532145" y="1830768"/>
                </a:lnTo>
                <a:lnTo>
                  <a:pt x="1531014" y="1830785"/>
                </a:lnTo>
                <a:lnTo>
                  <a:pt x="1530288" y="1831266"/>
                </a:lnTo>
                <a:lnTo>
                  <a:pt x="1526664" y="1832705"/>
                </a:lnTo>
                <a:lnTo>
                  <a:pt x="1523334" y="1833341"/>
                </a:lnTo>
                <a:lnTo>
                  <a:pt x="1523041" y="1833561"/>
                </a:lnTo>
                <a:lnTo>
                  <a:pt x="1519684" y="1835190"/>
                </a:lnTo>
                <a:lnTo>
                  <a:pt x="1516217" y="1836261"/>
                </a:lnTo>
                <a:lnTo>
                  <a:pt x="1514151" y="1836473"/>
                </a:lnTo>
                <a:lnTo>
                  <a:pt x="1511818" y="1837125"/>
                </a:lnTo>
                <a:lnTo>
                  <a:pt x="1510062" y="1837151"/>
                </a:lnTo>
                <a:lnTo>
                  <a:pt x="1508696" y="1837593"/>
                </a:lnTo>
                <a:lnTo>
                  <a:pt x="1506320" y="1837943"/>
                </a:lnTo>
                <a:lnTo>
                  <a:pt x="1504755" y="1838288"/>
                </a:lnTo>
                <a:lnTo>
                  <a:pt x="1502173" y="1838895"/>
                </a:lnTo>
                <a:lnTo>
                  <a:pt x="1499379" y="1839101"/>
                </a:lnTo>
                <a:lnTo>
                  <a:pt x="1498092" y="1839157"/>
                </a:lnTo>
                <a:lnTo>
                  <a:pt x="1497694" y="1839245"/>
                </a:lnTo>
                <a:lnTo>
                  <a:pt x="1495510" y="1840145"/>
                </a:lnTo>
                <a:lnTo>
                  <a:pt x="1491871" y="1840733"/>
                </a:lnTo>
                <a:lnTo>
                  <a:pt x="1489597" y="1840767"/>
                </a:lnTo>
                <a:lnTo>
                  <a:pt x="1487787" y="1840926"/>
                </a:lnTo>
                <a:lnTo>
                  <a:pt x="1486174" y="1840998"/>
                </a:lnTo>
                <a:lnTo>
                  <a:pt x="1484293" y="1841302"/>
                </a:lnTo>
                <a:lnTo>
                  <a:pt x="1482387" y="1841412"/>
                </a:lnTo>
                <a:lnTo>
                  <a:pt x="1480381" y="1841766"/>
                </a:lnTo>
                <a:lnTo>
                  <a:pt x="1477710" y="1841884"/>
                </a:lnTo>
                <a:lnTo>
                  <a:pt x="1476033" y="1841909"/>
                </a:lnTo>
                <a:lnTo>
                  <a:pt x="1474761" y="1842040"/>
                </a:lnTo>
                <a:lnTo>
                  <a:pt x="1472645" y="1842387"/>
                </a:lnTo>
                <a:lnTo>
                  <a:pt x="1471362" y="1842461"/>
                </a:lnTo>
                <a:lnTo>
                  <a:pt x="1471029" y="1842569"/>
                </a:lnTo>
                <a:lnTo>
                  <a:pt x="1468140" y="1843886"/>
                </a:lnTo>
                <a:lnTo>
                  <a:pt x="1464641" y="1844195"/>
                </a:lnTo>
                <a:lnTo>
                  <a:pt x="1462895" y="1844349"/>
                </a:lnTo>
                <a:lnTo>
                  <a:pt x="1460621" y="1844650"/>
                </a:lnTo>
                <a:lnTo>
                  <a:pt x="1458078" y="1844687"/>
                </a:lnTo>
                <a:lnTo>
                  <a:pt x="1456135" y="1844687"/>
                </a:lnTo>
                <a:lnTo>
                  <a:pt x="1454459" y="1844712"/>
                </a:lnTo>
                <a:lnTo>
                  <a:pt x="1452716" y="1844815"/>
                </a:lnTo>
                <a:lnTo>
                  <a:pt x="1451686" y="1844875"/>
                </a:lnTo>
                <a:lnTo>
                  <a:pt x="1449743" y="1845390"/>
                </a:lnTo>
                <a:lnTo>
                  <a:pt x="1446754" y="1845565"/>
                </a:lnTo>
                <a:lnTo>
                  <a:pt x="1445274" y="1845609"/>
                </a:lnTo>
                <a:lnTo>
                  <a:pt x="1443198" y="1845945"/>
                </a:lnTo>
                <a:lnTo>
                  <a:pt x="1441772" y="1845945"/>
                </a:lnTo>
                <a:lnTo>
                  <a:pt x="1440664" y="1846254"/>
                </a:lnTo>
                <a:lnTo>
                  <a:pt x="1438091" y="1846746"/>
                </a:lnTo>
                <a:lnTo>
                  <a:pt x="1435360" y="1847107"/>
                </a:lnTo>
                <a:lnTo>
                  <a:pt x="1433745" y="1847131"/>
                </a:lnTo>
                <a:lnTo>
                  <a:pt x="1431802" y="1847531"/>
                </a:lnTo>
                <a:lnTo>
                  <a:pt x="1429794" y="1847561"/>
                </a:lnTo>
                <a:lnTo>
                  <a:pt x="1427917" y="1847920"/>
                </a:lnTo>
                <a:lnTo>
                  <a:pt x="1425712" y="1847984"/>
                </a:lnTo>
                <a:lnTo>
                  <a:pt x="1423832" y="1848233"/>
                </a:lnTo>
                <a:lnTo>
                  <a:pt x="1421328" y="1848342"/>
                </a:lnTo>
                <a:lnTo>
                  <a:pt x="1419388" y="1848371"/>
                </a:lnTo>
                <a:lnTo>
                  <a:pt x="1417378" y="1848459"/>
                </a:lnTo>
                <a:lnTo>
                  <a:pt x="1416483" y="1848459"/>
                </a:lnTo>
                <a:lnTo>
                  <a:pt x="1415067" y="1848855"/>
                </a:lnTo>
                <a:lnTo>
                  <a:pt x="1411984" y="1849223"/>
                </a:lnTo>
                <a:lnTo>
                  <a:pt x="1410137" y="1849250"/>
                </a:lnTo>
                <a:lnTo>
                  <a:pt x="1409296" y="1849373"/>
                </a:lnTo>
                <a:lnTo>
                  <a:pt x="1407479" y="1849854"/>
                </a:lnTo>
                <a:lnTo>
                  <a:pt x="1402629" y="1850710"/>
                </a:lnTo>
                <a:lnTo>
                  <a:pt x="1400962" y="1850784"/>
                </a:lnTo>
                <a:lnTo>
                  <a:pt x="1398315" y="1852185"/>
                </a:lnTo>
                <a:lnTo>
                  <a:pt x="1394923" y="1852384"/>
                </a:lnTo>
                <a:lnTo>
                  <a:pt x="1394641" y="1852434"/>
                </a:lnTo>
                <a:lnTo>
                  <a:pt x="1392079" y="1853602"/>
                </a:lnTo>
                <a:lnTo>
                  <a:pt x="1388698" y="1853701"/>
                </a:lnTo>
                <a:lnTo>
                  <a:pt x="1386888" y="1853914"/>
                </a:lnTo>
                <a:lnTo>
                  <a:pt x="1384679" y="1854044"/>
                </a:lnTo>
                <a:lnTo>
                  <a:pt x="1384603" y="1854049"/>
                </a:lnTo>
                <a:lnTo>
                  <a:pt x="1382409" y="1855146"/>
                </a:lnTo>
                <a:lnTo>
                  <a:pt x="1378382" y="1855146"/>
                </a:lnTo>
                <a:lnTo>
                  <a:pt x="1377936" y="1855152"/>
                </a:lnTo>
                <a:lnTo>
                  <a:pt x="1376877" y="1855511"/>
                </a:lnTo>
                <a:lnTo>
                  <a:pt x="1373479" y="1856260"/>
                </a:lnTo>
                <a:lnTo>
                  <a:pt x="1370877" y="1856260"/>
                </a:lnTo>
                <a:lnTo>
                  <a:pt x="1369068" y="1856393"/>
                </a:lnTo>
                <a:lnTo>
                  <a:pt x="1366991" y="1856454"/>
                </a:lnTo>
                <a:lnTo>
                  <a:pt x="1365315" y="1856528"/>
                </a:lnTo>
                <a:lnTo>
                  <a:pt x="1363760" y="1856666"/>
                </a:lnTo>
                <a:lnTo>
                  <a:pt x="1361457" y="1856966"/>
                </a:lnTo>
                <a:lnTo>
                  <a:pt x="1360542" y="1856979"/>
                </a:lnTo>
                <a:lnTo>
                  <a:pt x="1359417" y="1857393"/>
                </a:lnTo>
                <a:lnTo>
                  <a:pt x="1356165" y="1858062"/>
                </a:lnTo>
                <a:lnTo>
                  <a:pt x="1354186" y="1858181"/>
                </a:lnTo>
                <a:lnTo>
                  <a:pt x="1352873" y="1858432"/>
                </a:lnTo>
                <a:lnTo>
                  <a:pt x="1351027" y="1858806"/>
                </a:lnTo>
                <a:lnTo>
                  <a:pt x="1348190" y="1859432"/>
                </a:lnTo>
                <a:lnTo>
                  <a:pt x="1347056" y="1859432"/>
                </a:lnTo>
                <a:lnTo>
                  <a:pt x="1345241" y="1860179"/>
                </a:lnTo>
                <a:lnTo>
                  <a:pt x="1342167" y="1860270"/>
                </a:lnTo>
                <a:lnTo>
                  <a:pt x="1341382" y="1860385"/>
                </a:lnTo>
                <a:lnTo>
                  <a:pt x="1339376" y="1860975"/>
                </a:lnTo>
                <a:lnTo>
                  <a:pt x="1336603" y="1861342"/>
                </a:lnTo>
                <a:lnTo>
                  <a:pt x="1334196" y="1861590"/>
                </a:lnTo>
                <a:lnTo>
                  <a:pt x="1332517" y="1861639"/>
                </a:lnTo>
                <a:lnTo>
                  <a:pt x="1330574" y="1861954"/>
                </a:lnTo>
                <a:lnTo>
                  <a:pt x="1328167" y="1862025"/>
                </a:lnTo>
                <a:lnTo>
                  <a:pt x="1326623" y="1862115"/>
                </a:lnTo>
                <a:lnTo>
                  <a:pt x="1325833" y="1862208"/>
                </a:lnTo>
                <a:lnTo>
                  <a:pt x="1324855" y="1862525"/>
                </a:lnTo>
                <a:lnTo>
                  <a:pt x="1321684" y="1863644"/>
                </a:lnTo>
                <a:lnTo>
                  <a:pt x="1318251" y="1863745"/>
                </a:lnTo>
                <a:lnTo>
                  <a:pt x="1318091" y="1863747"/>
                </a:lnTo>
                <a:lnTo>
                  <a:pt x="1316953" y="1864250"/>
                </a:lnTo>
                <a:lnTo>
                  <a:pt x="1313215" y="1865019"/>
                </a:lnTo>
                <a:lnTo>
                  <a:pt x="1310546" y="1865058"/>
                </a:lnTo>
                <a:lnTo>
                  <a:pt x="1308670" y="1865141"/>
                </a:lnTo>
                <a:lnTo>
                  <a:pt x="1306660" y="1865200"/>
                </a:lnTo>
                <a:lnTo>
                  <a:pt x="1304717" y="1865257"/>
                </a:lnTo>
                <a:lnTo>
                  <a:pt x="1302640" y="1865319"/>
                </a:lnTo>
                <a:lnTo>
                  <a:pt x="1300668" y="1865319"/>
                </a:lnTo>
                <a:lnTo>
                  <a:pt x="1299454" y="1865354"/>
                </a:lnTo>
                <a:lnTo>
                  <a:pt x="1297661" y="1866462"/>
                </a:lnTo>
                <a:lnTo>
                  <a:pt x="1293197" y="1866862"/>
                </a:lnTo>
                <a:lnTo>
                  <a:pt x="1292264" y="1866862"/>
                </a:lnTo>
                <a:lnTo>
                  <a:pt x="1290998" y="1867265"/>
                </a:lnTo>
                <a:lnTo>
                  <a:pt x="1288061" y="1867740"/>
                </a:lnTo>
                <a:lnTo>
                  <a:pt x="1285524" y="1867964"/>
                </a:lnTo>
                <a:lnTo>
                  <a:pt x="1284042" y="1868008"/>
                </a:lnTo>
                <a:lnTo>
                  <a:pt x="1281966" y="1868405"/>
                </a:lnTo>
                <a:lnTo>
                  <a:pt x="1280962" y="1868405"/>
                </a:lnTo>
                <a:lnTo>
                  <a:pt x="1279711" y="1868920"/>
                </a:lnTo>
                <a:lnTo>
                  <a:pt x="1276468" y="1869444"/>
                </a:lnTo>
                <a:lnTo>
                  <a:pt x="1275460" y="1869548"/>
                </a:lnTo>
                <a:lnTo>
                  <a:pt x="1273828" y="1870172"/>
                </a:lnTo>
                <a:lnTo>
                  <a:pt x="1270573" y="1870747"/>
                </a:lnTo>
                <a:lnTo>
                  <a:pt x="1268759" y="1870880"/>
                </a:lnTo>
                <a:lnTo>
                  <a:pt x="1266881" y="1871267"/>
                </a:lnTo>
                <a:lnTo>
                  <a:pt x="1264416" y="1871484"/>
                </a:lnTo>
                <a:lnTo>
                  <a:pt x="1263798" y="1871539"/>
                </a:lnTo>
                <a:lnTo>
                  <a:pt x="1262104" y="1872211"/>
                </a:lnTo>
                <a:lnTo>
                  <a:pt x="1258981" y="1872670"/>
                </a:lnTo>
                <a:lnTo>
                  <a:pt x="1256709" y="1872938"/>
                </a:lnTo>
                <a:lnTo>
                  <a:pt x="1254234" y="1873120"/>
                </a:lnTo>
                <a:lnTo>
                  <a:pt x="1252491" y="1873120"/>
                </a:lnTo>
                <a:lnTo>
                  <a:pt x="1251403" y="1873248"/>
                </a:lnTo>
                <a:lnTo>
                  <a:pt x="1249264" y="1873656"/>
                </a:lnTo>
                <a:lnTo>
                  <a:pt x="1246795" y="1873838"/>
                </a:lnTo>
                <a:lnTo>
                  <a:pt x="1245633" y="1873923"/>
                </a:lnTo>
                <a:lnTo>
                  <a:pt x="1243297" y="1874507"/>
                </a:lnTo>
                <a:lnTo>
                  <a:pt x="1240870" y="1874472"/>
                </a:lnTo>
                <a:lnTo>
                  <a:pt x="1240643" y="1874506"/>
                </a:lnTo>
                <a:lnTo>
                  <a:pt x="1239019" y="1875127"/>
                </a:lnTo>
                <a:lnTo>
                  <a:pt x="1236382" y="1875717"/>
                </a:lnTo>
                <a:lnTo>
                  <a:pt x="1233979" y="1876212"/>
                </a:lnTo>
                <a:lnTo>
                  <a:pt x="1232086" y="1876434"/>
                </a:lnTo>
                <a:lnTo>
                  <a:pt x="1229788" y="1876934"/>
                </a:lnTo>
                <a:lnTo>
                  <a:pt x="1227468" y="1877036"/>
                </a:lnTo>
                <a:lnTo>
                  <a:pt x="1226114" y="1877216"/>
                </a:lnTo>
                <a:lnTo>
                  <a:pt x="1224300" y="1877536"/>
                </a:lnTo>
                <a:lnTo>
                  <a:pt x="1222548" y="1877819"/>
                </a:lnTo>
                <a:lnTo>
                  <a:pt x="1220348" y="1878305"/>
                </a:lnTo>
                <a:lnTo>
                  <a:pt x="1218271" y="1878518"/>
                </a:lnTo>
                <a:lnTo>
                  <a:pt x="1216343" y="1879795"/>
                </a:lnTo>
                <a:lnTo>
                  <a:pt x="1211923" y="1880380"/>
                </a:lnTo>
                <a:lnTo>
                  <a:pt x="1210371" y="1880448"/>
                </a:lnTo>
                <a:lnTo>
                  <a:pt x="1208427" y="1880877"/>
                </a:lnTo>
                <a:lnTo>
                  <a:pt x="1206093" y="1880980"/>
                </a:lnTo>
                <a:lnTo>
                  <a:pt x="1204283" y="1881219"/>
                </a:lnTo>
                <a:lnTo>
                  <a:pt x="1202142" y="1881377"/>
                </a:lnTo>
                <a:lnTo>
                  <a:pt x="1199999" y="1881566"/>
                </a:lnTo>
                <a:lnTo>
                  <a:pt x="1197789" y="1881631"/>
                </a:lnTo>
                <a:lnTo>
                  <a:pt x="1195712" y="1881692"/>
                </a:lnTo>
                <a:lnTo>
                  <a:pt x="1194692" y="1881692"/>
                </a:lnTo>
                <a:lnTo>
                  <a:pt x="1192947" y="1882103"/>
                </a:lnTo>
                <a:lnTo>
                  <a:pt x="1192721" y="1882113"/>
                </a:lnTo>
                <a:lnTo>
                  <a:pt x="1191015" y="1883267"/>
                </a:lnTo>
                <a:lnTo>
                  <a:pt x="1187442" y="1883635"/>
                </a:lnTo>
                <a:lnTo>
                  <a:pt x="1186310" y="1883918"/>
                </a:lnTo>
                <a:lnTo>
                  <a:pt x="1183417" y="1884769"/>
                </a:lnTo>
                <a:lnTo>
                  <a:pt x="1180271" y="1884860"/>
                </a:lnTo>
                <a:lnTo>
                  <a:pt x="1178592" y="1884909"/>
                </a:lnTo>
                <a:lnTo>
                  <a:pt x="1177950" y="1885254"/>
                </a:lnTo>
                <a:lnTo>
                  <a:pt x="1174765" y="1886425"/>
                </a:lnTo>
                <a:lnTo>
                  <a:pt x="1172567" y="1886878"/>
                </a:lnTo>
                <a:lnTo>
                  <a:pt x="1169702" y="1887750"/>
                </a:lnTo>
                <a:lnTo>
                  <a:pt x="1168024" y="1887750"/>
                </a:lnTo>
                <a:lnTo>
                  <a:pt x="1167548" y="1887925"/>
                </a:lnTo>
                <a:lnTo>
                  <a:pt x="1164901" y="1888859"/>
                </a:lnTo>
                <a:lnTo>
                  <a:pt x="1161767" y="1889458"/>
                </a:lnTo>
                <a:lnTo>
                  <a:pt x="1159232" y="1889645"/>
                </a:lnTo>
                <a:lnTo>
                  <a:pt x="1156955" y="1889779"/>
                </a:lnTo>
                <a:lnTo>
                  <a:pt x="1155802" y="1889779"/>
                </a:lnTo>
                <a:lnTo>
                  <a:pt x="1153990" y="1890205"/>
                </a:lnTo>
                <a:lnTo>
                  <a:pt x="1151459" y="1890279"/>
                </a:lnTo>
                <a:lnTo>
                  <a:pt x="1150110" y="1890418"/>
                </a:lnTo>
                <a:lnTo>
                  <a:pt x="1148167" y="1890733"/>
                </a:lnTo>
                <a:lnTo>
                  <a:pt x="1145697" y="1890987"/>
                </a:lnTo>
                <a:lnTo>
                  <a:pt x="1143354" y="1891090"/>
                </a:lnTo>
                <a:lnTo>
                  <a:pt x="1141477" y="1891118"/>
                </a:lnTo>
                <a:lnTo>
                  <a:pt x="1139668" y="1891224"/>
                </a:lnTo>
                <a:lnTo>
                  <a:pt x="1137591" y="1891316"/>
                </a:lnTo>
                <a:lnTo>
                  <a:pt x="1135581" y="1891375"/>
                </a:lnTo>
                <a:lnTo>
                  <a:pt x="1134366" y="1891411"/>
                </a:lnTo>
                <a:lnTo>
                  <a:pt x="1132489" y="1891770"/>
                </a:lnTo>
                <a:lnTo>
                  <a:pt x="1131116" y="1891830"/>
                </a:lnTo>
                <a:lnTo>
                  <a:pt x="1130229" y="1892117"/>
                </a:lnTo>
                <a:lnTo>
                  <a:pt x="1126910" y="1893093"/>
                </a:lnTo>
                <a:lnTo>
                  <a:pt x="1125154" y="1893093"/>
                </a:lnTo>
                <a:lnTo>
                  <a:pt x="1123211" y="1893751"/>
                </a:lnTo>
                <a:lnTo>
                  <a:pt x="1119941" y="1893751"/>
                </a:lnTo>
                <a:lnTo>
                  <a:pt x="1118672" y="1893807"/>
                </a:lnTo>
                <a:lnTo>
                  <a:pt x="1117474" y="1893985"/>
                </a:lnTo>
                <a:lnTo>
                  <a:pt x="1115000" y="1894495"/>
                </a:lnTo>
                <a:lnTo>
                  <a:pt x="1112716" y="1894562"/>
                </a:lnTo>
                <a:lnTo>
                  <a:pt x="1110634" y="1895618"/>
                </a:lnTo>
                <a:lnTo>
                  <a:pt x="1106939" y="1895944"/>
                </a:lnTo>
                <a:lnTo>
                  <a:pt x="1104863" y="1896127"/>
                </a:lnTo>
                <a:lnTo>
                  <a:pt x="1103118" y="1896230"/>
                </a:lnTo>
                <a:lnTo>
                  <a:pt x="1101241" y="1896478"/>
                </a:lnTo>
                <a:lnTo>
                  <a:pt x="1099166" y="1896631"/>
                </a:lnTo>
                <a:lnTo>
                  <a:pt x="1098954" y="1896653"/>
                </a:lnTo>
                <a:lnTo>
                  <a:pt x="1097314" y="1897449"/>
                </a:lnTo>
                <a:lnTo>
                  <a:pt x="1093796" y="1898070"/>
                </a:lnTo>
                <a:lnTo>
                  <a:pt x="1091394" y="1898317"/>
                </a:lnTo>
                <a:lnTo>
                  <a:pt x="1089119" y="1898484"/>
                </a:lnTo>
                <a:lnTo>
                  <a:pt x="1087175" y="1898541"/>
                </a:lnTo>
                <a:lnTo>
                  <a:pt x="1086339" y="1898603"/>
                </a:lnTo>
                <a:lnTo>
                  <a:pt x="1084590" y="1899092"/>
                </a:lnTo>
                <a:lnTo>
                  <a:pt x="1081942" y="1899403"/>
                </a:lnTo>
                <a:lnTo>
                  <a:pt x="1079669" y="1899671"/>
                </a:lnTo>
                <a:lnTo>
                  <a:pt x="1078374" y="1899728"/>
                </a:lnTo>
                <a:lnTo>
                  <a:pt x="1076300" y="1900277"/>
                </a:lnTo>
                <a:lnTo>
                  <a:pt x="1073640" y="1900316"/>
                </a:lnTo>
                <a:lnTo>
                  <a:pt x="1071830" y="1900502"/>
                </a:lnTo>
                <a:lnTo>
                  <a:pt x="1070346" y="1900568"/>
                </a:lnTo>
                <a:lnTo>
                  <a:pt x="1069238" y="1900796"/>
                </a:lnTo>
                <a:lnTo>
                  <a:pt x="1067106" y="1901298"/>
                </a:lnTo>
                <a:lnTo>
                  <a:pt x="1064519" y="1901716"/>
                </a:lnTo>
                <a:lnTo>
                  <a:pt x="1063070" y="1901844"/>
                </a:lnTo>
                <a:lnTo>
                  <a:pt x="1060772" y="1902477"/>
                </a:lnTo>
                <a:lnTo>
                  <a:pt x="1058208" y="1902514"/>
                </a:lnTo>
                <a:lnTo>
                  <a:pt x="1056360" y="1902762"/>
                </a:lnTo>
                <a:lnTo>
                  <a:pt x="1053808" y="1902838"/>
                </a:lnTo>
                <a:lnTo>
                  <a:pt x="1052199" y="1902838"/>
                </a:lnTo>
                <a:lnTo>
                  <a:pt x="1050584" y="1903004"/>
                </a:lnTo>
                <a:lnTo>
                  <a:pt x="1048480" y="1903156"/>
                </a:lnTo>
                <a:lnTo>
                  <a:pt x="1046872" y="1903275"/>
                </a:lnTo>
                <a:lnTo>
                  <a:pt x="1044730" y="1903589"/>
                </a:lnTo>
                <a:lnTo>
                  <a:pt x="1042456" y="1903656"/>
                </a:lnTo>
                <a:lnTo>
                  <a:pt x="1040845" y="1903775"/>
                </a:lnTo>
                <a:lnTo>
                  <a:pt x="1039231" y="1903941"/>
                </a:lnTo>
                <a:lnTo>
                  <a:pt x="1038054" y="1904114"/>
                </a:lnTo>
                <a:lnTo>
                  <a:pt x="1036362" y="1904587"/>
                </a:lnTo>
                <a:lnTo>
                  <a:pt x="1033200" y="1905238"/>
                </a:lnTo>
                <a:lnTo>
                  <a:pt x="1030530" y="1905238"/>
                </a:lnTo>
                <a:lnTo>
                  <a:pt x="1029120" y="1905300"/>
                </a:lnTo>
                <a:lnTo>
                  <a:pt x="1027703" y="1905467"/>
                </a:lnTo>
                <a:lnTo>
                  <a:pt x="1025760" y="1905781"/>
                </a:lnTo>
                <a:lnTo>
                  <a:pt x="1024010" y="1905987"/>
                </a:lnTo>
                <a:lnTo>
                  <a:pt x="1021608" y="1906481"/>
                </a:lnTo>
                <a:lnTo>
                  <a:pt x="1019534" y="1906512"/>
                </a:lnTo>
                <a:lnTo>
                  <a:pt x="1018117" y="1906762"/>
                </a:lnTo>
                <a:lnTo>
                  <a:pt x="1015517" y="1907106"/>
                </a:lnTo>
                <a:lnTo>
                  <a:pt x="1014470" y="1907137"/>
                </a:lnTo>
                <a:lnTo>
                  <a:pt x="1012720" y="1907729"/>
                </a:lnTo>
                <a:lnTo>
                  <a:pt x="1009556" y="1907961"/>
                </a:lnTo>
                <a:lnTo>
                  <a:pt x="1007413" y="1908087"/>
                </a:lnTo>
                <a:lnTo>
                  <a:pt x="1006193" y="1908123"/>
                </a:lnTo>
                <a:lnTo>
                  <a:pt x="1004643" y="1908465"/>
                </a:lnTo>
                <a:lnTo>
                  <a:pt x="1001848" y="1908794"/>
                </a:lnTo>
                <a:lnTo>
                  <a:pt x="999682" y="1908857"/>
                </a:lnTo>
                <a:lnTo>
                  <a:pt x="998233" y="1908965"/>
                </a:lnTo>
                <a:lnTo>
                  <a:pt x="996483" y="1909197"/>
                </a:lnTo>
                <a:lnTo>
                  <a:pt x="994927" y="1909380"/>
                </a:lnTo>
                <a:lnTo>
                  <a:pt x="992913" y="1909824"/>
                </a:lnTo>
                <a:lnTo>
                  <a:pt x="990156" y="1910104"/>
                </a:lnTo>
                <a:lnTo>
                  <a:pt x="988020" y="1910198"/>
                </a:lnTo>
                <a:lnTo>
                  <a:pt x="986409" y="1910293"/>
                </a:lnTo>
                <a:lnTo>
                  <a:pt x="984532" y="1910514"/>
                </a:lnTo>
                <a:lnTo>
                  <a:pt x="983298" y="1910604"/>
                </a:lnTo>
                <a:lnTo>
                  <a:pt x="981028" y="1911239"/>
                </a:lnTo>
                <a:lnTo>
                  <a:pt x="978037" y="1911239"/>
                </a:lnTo>
                <a:lnTo>
                  <a:pt x="976027" y="1911327"/>
                </a:lnTo>
                <a:lnTo>
                  <a:pt x="973950" y="1911297"/>
                </a:lnTo>
                <a:lnTo>
                  <a:pt x="972740" y="1911315"/>
                </a:lnTo>
                <a:lnTo>
                  <a:pt x="971062" y="1911561"/>
                </a:lnTo>
                <a:lnTo>
                  <a:pt x="968455" y="1911753"/>
                </a:lnTo>
                <a:lnTo>
                  <a:pt x="966446" y="1911753"/>
                </a:lnTo>
                <a:lnTo>
                  <a:pt x="964770" y="1911852"/>
                </a:lnTo>
                <a:lnTo>
                  <a:pt x="962626" y="1911978"/>
                </a:lnTo>
                <a:lnTo>
                  <a:pt x="960616" y="1912007"/>
                </a:lnTo>
                <a:lnTo>
                  <a:pt x="958940" y="1912081"/>
                </a:lnTo>
                <a:lnTo>
                  <a:pt x="957784" y="1912166"/>
                </a:lnTo>
                <a:lnTo>
                  <a:pt x="955710" y="1912624"/>
                </a:lnTo>
                <a:lnTo>
                  <a:pt x="952844" y="1912750"/>
                </a:lnTo>
                <a:lnTo>
                  <a:pt x="951234" y="1912774"/>
                </a:lnTo>
                <a:lnTo>
                  <a:pt x="949557" y="1912971"/>
                </a:lnTo>
                <a:lnTo>
                  <a:pt x="947081" y="1913153"/>
                </a:lnTo>
                <a:lnTo>
                  <a:pt x="945138" y="1913153"/>
                </a:lnTo>
                <a:lnTo>
                  <a:pt x="943393" y="1913281"/>
                </a:lnTo>
                <a:lnTo>
                  <a:pt x="942077" y="1913339"/>
                </a:lnTo>
                <a:lnTo>
                  <a:pt x="940206" y="1913751"/>
                </a:lnTo>
                <a:lnTo>
                  <a:pt x="937504" y="1913913"/>
                </a:lnTo>
                <a:lnTo>
                  <a:pt x="935623" y="1913996"/>
                </a:lnTo>
                <a:lnTo>
                  <a:pt x="934078" y="1914109"/>
                </a:lnTo>
                <a:lnTo>
                  <a:pt x="932592" y="1914306"/>
                </a:lnTo>
                <a:lnTo>
                  <a:pt x="930447" y="1914684"/>
                </a:lnTo>
                <a:lnTo>
                  <a:pt x="929348" y="1914780"/>
                </a:lnTo>
                <a:lnTo>
                  <a:pt x="927220" y="1915594"/>
                </a:lnTo>
                <a:lnTo>
                  <a:pt x="924003" y="1915736"/>
                </a:lnTo>
                <a:lnTo>
                  <a:pt x="921993" y="1915913"/>
                </a:lnTo>
                <a:lnTo>
                  <a:pt x="919850" y="1915976"/>
                </a:lnTo>
                <a:lnTo>
                  <a:pt x="918763" y="1916024"/>
                </a:lnTo>
                <a:lnTo>
                  <a:pt x="917715" y="1916255"/>
                </a:lnTo>
                <a:lnTo>
                  <a:pt x="915135" y="1916900"/>
                </a:lnTo>
                <a:lnTo>
                  <a:pt x="912609" y="1917086"/>
                </a:lnTo>
                <a:lnTo>
                  <a:pt x="910732" y="1917307"/>
                </a:lnTo>
                <a:lnTo>
                  <a:pt x="909180" y="1917444"/>
                </a:lnTo>
                <a:lnTo>
                  <a:pt x="907813" y="1917725"/>
                </a:lnTo>
                <a:lnTo>
                  <a:pt x="905095" y="1918325"/>
                </a:lnTo>
                <a:lnTo>
                  <a:pt x="902362" y="1918405"/>
                </a:lnTo>
                <a:lnTo>
                  <a:pt x="901146" y="1918459"/>
                </a:lnTo>
                <a:lnTo>
                  <a:pt x="899202" y="1918830"/>
                </a:lnTo>
                <a:lnTo>
                  <a:pt x="897580" y="1918902"/>
                </a:lnTo>
                <a:lnTo>
                  <a:pt x="895832" y="1919364"/>
                </a:lnTo>
                <a:lnTo>
                  <a:pt x="892913" y="1919622"/>
                </a:lnTo>
                <a:lnTo>
                  <a:pt x="890903" y="1919711"/>
                </a:lnTo>
                <a:lnTo>
                  <a:pt x="889027" y="1919849"/>
                </a:lnTo>
                <a:lnTo>
                  <a:pt x="887150" y="1919959"/>
                </a:lnTo>
                <a:lnTo>
                  <a:pt x="884940" y="1920154"/>
                </a:lnTo>
                <a:lnTo>
                  <a:pt x="883971" y="1920154"/>
                </a:lnTo>
                <a:lnTo>
                  <a:pt x="883457" y="1920313"/>
                </a:lnTo>
                <a:lnTo>
                  <a:pt x="880339" y="1921367"/>
                </a:lnTo>
                <a:lnTo>
                  <a:pt x="877168" y="1921461"/>
                </a:lnTo>
                <a:lnTo>
                  <a:pt x="875091" y="1921583"/>
                </a:lnTo>
                <a:lnTo>
                  <a:pt x="873148" y="1921583"/>
                </a:lnTo>
                <a:lnTo>
                  <a:pt x="871989" y="1921651"/>
                </a:lnTo>
                <a:lnTo>
                  <a:pt x="870344" y="1921937"/>
                </a:lnTo>
                <a:lnTo>
                  <a:pt x="867756" y="1922279"/>
                </a:lnTo>
                <a:lnTo>
                  <a:pt x="865213" y="1922354"/>
                </a:lnTo>
                <a:lnTo>
                  <a:pt x="863270" y="1922354"/>
                </a:lnTo>
                <a:lnTo>
                  <a:pt x="861528" y="1922405"/>
                </a:lnTo>
                <a:lnTo>
                  <a:pt x="859785" y="1922482"/>
                </a:lnTo>
                <a:lnTo>
                  <a:pt x="858174" y="1922601"/>
                </a:lnTo>
                <a:lnTo>
                  <a:pt x="857673" y="1922660"/>
                </a:lnTo>
                <a:lnTo>
                  <a:pt x="855976" y="1923358"/>
                </a:lnTo>
                <a:lnTo>
                  <a:pt x="853561" y="1923785"/>
                </a:lnTo>
                <a:lnTo>
                  <a:pt x="851680" y="1924338"/>
                </a:lnTo>
                <a:lnTo>
                  <a:pt x="848587" y="1924929"/>
                </a:lnTo>
                <a:lnTo>
                  <a:pt x="846050" y="1925004"/>
                </a:lnTo>
                <a:lnTo>
                  <a:pt x="844637" y="1925087"/>
                </a:lnTo>
                <a:lnTo>
                  <a:pt x="843023" y="1925324"/>
                </a:lnTo>
                <a:lnTo>
                  <a:pt x="840553" y="1925651"/>
                </a:lnTo>
                <a:lnTo>
                  <a:pt x="838211" y="1925720"/>
                </a:lnTo>
                <a:lnTo>
                  <a:pt x="836335" y="1925803"/>
                </a:lnTo>
                <a:lnTo>
                  <a:pt x="835984" y="1925818"/>
                </a:lnTo>
                <a:lnTo>
                  <a:pt x="834231" y="1926540"/>
                </a:lnTo>
                <a:lnTo>
                  <a:pt x="830904" y="1926834"/>
                </a:lnTo>
                <a:lnTo>
                  <a:pt x="829548" y="1926954"/>
                </a:lnTo>
                <a:lnTo>
                  <a:pt x="827670" y="1927368"/>
                </a:lnTo>
                <a:lnTo>
                  <a:pt x="824809" y="1927662"/>
                </a:lnTo>
                <a:lnTo>
                  <a:pt x="823691" y="1927679"/>
                </a:lnTo>
                <a:lnTo>
                  <a:pt x="822050" y="1928154"/>
                </a:lnTo>
                <a:lnTo>
                  <a:pt x="819119" y="1928417"/>
                </a:lnTo>
                <a:lnTo>
                  <a:pt x="817170" y="1928531"/>
                </a:lnTo>
                <a:lnTo>
                  <a:pt x="815293" y="1928697"/>
                </a:lnTo>
                <a:lnTo>
                  <a:pt x="813284" y="1928845"/>
                </a:lnTo>
                <a:lnTo>
                  <a:pt x="811407" y="1928983"/>
                </a:lnTo>
                <a:lnTo>
                  <a:pt x="809525" y="1929149"/>
                </a:lnTo>
                <a:lnTo>
                  <a:pt x="807220" y="1929349"/>
                </a:lnTo>
                <a:lnTo>
                  <a:pt x="805016" y="1929382"/>
                </a:lnTo>
                <a:lnTo>
                  <a:pt x="803073" y="1929439"/>
                </a:lnTo>
                <a:lnTo>
                  <a:pt x="801727" y="1929459"/>
                </a:lnTo>
                <a:lnTo>
                  <a:pt x="800180" y="1929709"/>
                </a:lnTo>
                <a:lnTo>
                  <a:pt x="797577" y="1929977"/>
                </a:lnTo>
                <a:lnTo>
                  <a:pt x="795501" y="1930007"/>
                </a:lnTo>
                <a:lnTo>
                  <a:pt x="794285" y="1930097"/>
                </a:lnTo>
                <a:lnTo>
                  <a:pt x="792210" y="1930463"/>
                </a:lnTo>
                <a:lnTo>
                  <a:pt x="789538" y="1930581"/>
                </a:lnTo>
                <a:lnTo>
                  <a:pt x="787528" y="1930610"/>
                </a:lnTo>
                <a:lnTo>
                  <a:pt x="785985" y="1930656"/>
                </a:lnTo>
                <a:lnTo>
                  <a:pt x="784042" y="1930856"/>
                </a:lnTo>
                <a:lnTo>
                  <a:pt x="782687" y="1930896"/>
                </a:lnTo>
                <a:lnTo>
                  <a:pt x="781264" y="1931231"/>
                </a:lnTo>
                <a:lnTo>
                  <a:pt x="778344" y="1931660"/>
                </a:lnTo>
                <a:lnTo>
                  <a:pt x="777355" y="1931674"/>
                </a:lnTo>
                <a:lnTo>
                  <a:pt x="775412" y="1932389"/>
                </a:lnTo>
                <a:lnTo>
                  <a:pt x="772250" y="1932435"/>
                </a:lnTo>
                <a:lnTo>
                  <a:pt x="770706" y="1932572"/>
                </a:lnTo>
                <a:lnTo>
                  <a:pt x="768430" y="1932806"/>
                </a:lnTo>
                <a:lnTo>
                  <a:pt x="766751" y="1932831"/>
                </a:lnTo>
                <a:lnTo>
                  <a:pt x="765465" y="1933039"/>
                </a:lnTo>
                <a:lnTo>
                  <a:pt x="762865" y="1933459"/>
                </a:lnTo>
                <a:lnTo>
                  <a:pt x="760258" y="1933498"/>
                </a:lnTo>
                <a:lnTo>
                  <a:pt x="759744" y="1933505"/>
                </a:lnTo>
                <a:lnTo>
                  <a:pt x="758060" y="1934075"/>
                </a:lnTo>
                <a:lnTo>
                  <a:pt x="755680" y="1934250"/>
                </a:lnTo>
                <a:lnTo>
                  <a:pt x="753867" y="1934676"/>
                </a:lnTo>
                <a:lnTo>
                  <a:pt x="753211" y="1934744"/>
                </a:lnTo>
                <a:lnTo>
                  <a:pt x="751021" y="1935968"/>
                </a:lnTo>
                <a:lnTo>
                  <a:pt x="746825" y="1936150"/>
                </a:lnTo>
                <a:lnTo>
                  <a:pt x="745151" y="1936199"/>
                </a:lnTo>
                <a:lnTo>
                  <a:pt x="743341" y="1936386"/>
                </a:lnTo>
                <a:lnTo>
                  <a:pt x="741464" y="1936496"/>
                </a:lnTo>
                <a:lnTo>
                  <a:pt x="739455" y="1936733"/>
                </a:lnTo>
                <a:lnTo>
                  <a:pt x="737112" y="1936836"/>
                </a:lnTo>
                <a:lnTo>
                  <a:pt x="734969" y="1936899"/>
                </a:lnTo>
                <a:lnTo>
                  <a:pt x="733092" y="1936899"/>
                </a:lnTo>
                <a:lnTo>
                  <a:pt x="732703" y="1936916"/>
                </a:lnTo>
                <a:lnTo>
                  <a:pt x="730696" y="1937625"/>
                </a:lnTo>
                <a:lnTo>
                  <a:pt x="727862" y="1937708"/>
                </a:lnTo>
                <a:lnTo>
                  <a:pt x="725919" y="1937994"/>
                </a:lnTo>
                <a:lnTo>
                  <a:pt x="723644" y="1938061"/>
                </a:lnTo>
                <a:lnTo>
                  <a:pt x="722361" y="1938155"/>
                </a:lnTo>
                <a:lnTo>
                  <a:pt x="720809" y="1938429"/>
                </a:lnTo>
                <a:lnTo>
                  <a:pt x="718542" y="1938796"/>
                </a:lnTo>
                <a:lnTo>
                  <a:pt x="716920" y="1938963"/>
                </a:lnTo>
                <a:lnTo>
                  <a:pt x="714584" y="1939512"/>
                </a:lnTo>
                <a:lnTo>
                  <a:pt x="711985" y="1939551"/>
                </a:lnTo>
                <a:lnTo>
                  <a:pt x="710109" y="1939716"/>
                </a:lnTo>
                <a:lnTo>
                  <a:pt x="708692" y="1939758"/>
                </a:lnTo>
                <a:lnTo>
                  <a:pt x="706880" y="1940131"/>
                </a:lnTo>
                <a:lnTo>
                  <a:pt x="705684" y="1940201"/>
                </a:lnTo>
                <a:lnTo>
                  <a:pt x="703994" y="1940847"/>
                </a:lnTo>
                <a:lnTo>
                  <a:pt x="700526" y="1941255"/>
                </a:lnTo>
                <a:lnTo>
                  <a:pt x="699421" y="1941288"/>
                </a:lnTo>
                <a:lnTo>
                  <a:pt x="697801" y="1941788"/>
                </a:lnTo>
                <a:lnTo>
                  <a:pt x="694631" y="1942114"/>
                </a:lnTo>
                <a:lnTo>
                  <a:pt x="692421" y="1942179"/>
                </a:lnTo>
                <a:lnTo>
                  <a:pt x="691633" y="1942214"/>
                </a:lnTo>
                <a:lnTo>
                  <a:pt x="689791" y="1942748"/>
                </a:lnTo>
                <a:lnTo>
                  <a:pt x="687422" y="1942922"/>
                </a:lnTo>
                <a:lnTo>
                  <a:pt x="685215" y="1943344"/>
                </a:lnTo>
                <a:lnTo>
                  <a:pt x="683075" y="1943376"/>
                </a:lnTo>
                <a:lnTo>
                  <a:pt x="681331" y="1943632"/>
                </a:lnTo>
                <a:lnTo>
                  <a:pt x="678927" y="1943774"/>
                </a:lnTo>
                <a:lnTo>
                  <a:pt x="676943" y="1943862"/>
                </a:lnTo>
                <a:lnTo>
                  <a:pt x="674701" y="1943960"/>
                </a:lnTo>
                <a:lnTo>
                  <a:pt x="673028" y="1943935"/>
                </a:lnTo>
                <a:lnTo>
                  <a:pt x="672634" y="1943976"/>
                </a:lnTo>
                <a:lnTo>
                  <a:pt x="671128" y="1944485"/>
                </a:lnTo>
                <a:lnTo>
                  <a:pt x="667990" y="1945131"/>
                </a:lnTo>
                <a:lnTo>
                  <a:pt x="665589" y="1945273"/>
                </a:lnTo>
                <a:lnTo>
                  <a:pt x="663778" y="1945459"/>
                </a:lnTo>
                <a:lnTo>
                  <a:pt x="661570" y="1945654"/>
                </a:lnTo>
                <a:lnTo>
                  <a:pt x="659360" y="1945751"/>
                </a:lnTo>
                <a:lnTo>
                  <a:pt x="657216" y="1945814"/>
                </a:lnTo>
                <a:lnTo>
                  <a:pt x="655607" y="1945814"/>
                </a:lnTo>
                <a:lnTo>
                  <a:pt x="655443" y="1945831"/>
                </a:lnTo>
                <a:lnTo>
                  <a:pt x="653747" y="1946529"/>
                </a:lnTo>
                <a:lnTo>
                  <a:pt x="650042" y="1947129"/>
                </a:lnTo>
                <a:lnTo>
                  <a:pt x="647967" y="1947129"/>
                </a:lnTo>
                <a:lnTo>
                  <a:pt x="647068" y="1947248"/>
                </a:lnTo>
                <a:lnTo>
                  <a:pt x="644801" y="1947781"/>
                </a:lnTo>
                <a:lnTo>
                  <a:pt x="641939" y="1947950"/>
                </a:lnTo>
                <a:lnTo>
                  <a:pt x="639862" y="1948011"/>
                </a:lnTo>
                <a:lnTo>
                  <a:pt x="639522" y="1948021"/>
                </a:lnTo>
                <a:lnTo>
                  <a:pt x="637643" y="1948767"/>
                </a:lnTo>
                <a:lnTo>
                  <a:pt x="635273" y="1948871"/>
                </a:lnTo>
                <a:lnTo>
                  <a:pt x="633199" y="1949481"/>
                </a:lnTo>
                <a:lnTo>
                  <a:pt x="630011" y="1949528"/>
                </a:lnTo>
                <a:lnTo>
                  <a:pt x="628507" y="1949550"/>
                </a:lnTo>
                <a:lnTo>
                  <a:pt x="626698" y="1949763"/>
                </a:lnTo>
                <a:lnTo>
                  <a:pt x="624952" y="1949840"/>
                </a:lnTo>
                <a:lnTo>
                  <a:pt x="623403" y="1950090"/>
                </a:lnTo>
                <a:lnTo>
                  <a:pt x="620868" y="1950426"/>
                </a:lnTo>
                <a:lnTo>
                  <a:pt x="618392" y="1950499"/>
                </a:lnTo>
                <a:lnTo>
                  <a:pt x="616981" y="1950519"/>
                </a:lnTo>
                <a:lnTo>
                  <a:pt x="616263" y="1950625"/>
                </a:lnTo>
                <a:lnTo>
                  <a:pt x="614064" y="1951272"/>
                </a:lnTo>
                <a:lnTo>
                  <a:pt x="611548" y="1951494"/>
                </a:lnTo>
                <a:lnTo>
                  <a:pt x="609671" y="1951797"/>
                </a:lnTo>
                <a:lnTo>
                  <a:pt x="607134" y="1952059"/>
                </a:lnTo>
                <a:lnTo>
                  <a:pt x="604791" y="1952127"/>
                </a:lnTo>
                <a:lnTo>
                  <a:pt x="602915" y="1952155"/>
                </a:lnTo>
                <a:lnTo>
                  <a:pt x="601830" y="1952203"/>
                </a:lnTo>
                <a:lnTo>
                  <a:pt x="600407" y="1952496"/>
                </a:lnTo>
                <a:lnTo>
                  <a:pt x="597749" y="1952926"/>
                </a:lnTo>
                <a:lnTo>
                  <a:pt x="595075" y="1953044"/>
                </a:lnTo>
                <a:lnTo>
                  <a:pt x="594053" y="1953044"/>
                </a:lnTo>
                <a:lnTo>
                  <a:pt x="592632" y="1953399"/>
                </a:lnTo>
                <a:lnTo>
                  <a:pt x="589912" y="1953719"/>
                </a:lnTo>
                <a:lnTo>
                  <a:pt x="587503" y="1953896"/>
                </a:lnTo>
                <a:lnTo>
                  <a:pt x="585360" y="1953928"/>
                </a:lnTo>
                <a:lnTo>
                  <a:pt x="583484" y="1953983"/>
                </a:lnTo>
                <a:lnTo>
                  <a:pt x="581474" y="1954042"/>
                </a:lnTo>
                <a:lnTo>
                  <a:pt x="579597" y="1954070"/>
                </a:lnTo>
                <a:lnTo>
                  <a:pt x="578054" y="1954138"/>
                </a:lnTo>
                <a:lnTo>
                  <a:pt x="576178" y="1954331"/>
                </a:lnTo>
                <a:lnTo>
                  <a:pt x="573835" y="1954469"/>
                </a:lnTo>
                <a:lnTo>
                  <a:pt x="571892" y="1954497"/>
                </a:lnTo>
                <a:lnTo>
                  <a:pt x="569948" y="1954612"/>
                </a:lnTo>
                <a:lnTo>
                  <a:pt x="568176" y="1954637"/>
                </a:lnTo>
                <a:lnTo>
                  <a:pt x="566434" y="1954817"/>
                </a:lnTo>
                <a:lnTo>
                  <a:pt x="564224" y="1954947"/>
                </a:lnTo>
                <a:lnTo>
                  <a:pt x="562939" y="1955003"/>
                </a:lnTo>
                <a:lnTo>
                  <a:pt x="561462" y="1955307"/>
                </a:lnTo>
                <a:lnTo>
                  <a:pt x="558765" y="1955710"/>
                </a:lnTo>
                <a:lnTo>
                  <a:pt x="557375" y="1955751"/>
                </a:lnTo>
                <a:lnTo>
                  <a:pt x="555728" y="1956204"/>
                </a:lnTo>
                <a:lnTo>
                  <a:pt x="553030" y="1956482"/>
                </a:lnTo>
                <a:lnTo>
                  <a:pt x="550756" y="1956716"/>
                </a:lnTo>
                <a:lnTo>
                  <a:pt x="548546" y="1956781"/>
                </a:lnTo>
                <a:lnTo>
                  <a:pt x="547523" y="1956826"/>
                </a:lnTo>
                <a:lnTo>
                  <a:pt x="545449" y="1957315"/>
                </a:lnTo>
                <a:lnTo>
                  <a:pt x="543246" y="1957347"/>
                </a:lnTo>
                <a:lnTo>
                  <a:pt x="542821" y="1957422"/>
                </a:lnTo>
                <a:lnTo>
                  <a:pt x="540311" y="1958345"/>
                </a:lnTo>
                <a:lnTo>
                  <a:pt x="536821" y="1958499"/>
                </a:lnTo>
                <a:lnTo>
                  <a:pt x="536050" y="1958510"/>
                </a:lnTo>
                <a:lnTo>
                  <a:pt x="534041" y="1959130"/>
                </a:lnTo>
                <a:lnTo>
                  <a:pt x="530991" y="1959130"/>
                </a:lnTo>
                <a:lnTo>
                  <a:pt x="529908" y="1959194"/>
                </a:lnTo>
                <a:lnTo>
                  <a:pt x="528420" y="1959478"/>
                </a:lnTo>
                <a:lnTo>
                  <a:pt x="525892" y="1959887"/>
                </a:lnTo>
                <a:lnTo>
                  <a:pt x="523419" y="1960033"/>
                </a:lnTo>
                <a:lnTo>
                  <a:pt x="521939" y="1960098"/>
                </a:lnTo>
                <a:lnTo>
                  <a:pt x="519930" y="1960423"/>
                </a:lnTo>
                <a:lnTo>
                  <a:pt x="517723" y="1960488"/>
                </a:lnTo>
                <a:lnTo>
                  <a:pt x="515646" y="1960702"/>
                </a:lnTo>
                <a:lnTo>
                  <a:pt x="514164" y="1960702"/>
                </a:lnTo>
                <a:lnTo>
                  <a:pt x="512221" y="1961102"/>
                </a:lnTo>
                <a:lnTo>
                  <a:pt x="509745" y="1961102"/>
                </a:lnTo>
                <a:lnTo>
                  <a:pt x="509198" y="1961150"/>
                </a:lnTo>
                <a:lnTo>
                  <a:pt x="506937" y="1961881"/>
                </a:lnTo>
                <a:lnTo>
                  <a:pt x="503759" y="1961928"/>
                </a:lnTo>
                <a:lnTo>
                  <a:pt x="502216" y="1961996"/>
                </a:lnTo>
                <a:lnTo>
                  <a:pt x="500478" y="1962175"/>
                </a:lnTo>
                <a:lnTo>
                  <a:pt x="499084" y="1962300"/>
                </a:lnTo>
                <a:lnTo>
                  <a:pt x="496871" y="1962788"/>
                </a:lnTo>
                <a:lnTo>
                  <a:pt x="494441" y="1962858"/>
                </a:lnTo>
                <a:lnTo>
                  <a:pt x="492367" y="1963102"/>
                </a:lnTo>
                <a:lnTo>
                  <a:pt x="490224" y="1963102"/>
                </a:lnTo>
                <a:lnTo>
                  <a:pt x="488482" y="1963230"/>
                </a:lnTo>
                <a:lnTo>
                  <a:pt x="486605" y="1963313"/>
                </a:lnTo>
                <a:lnTo>
                  <a:pt x="484993" y="1963455"/>
                </a:lnTo>
                <a:lnTo>
                  <a:pt x="482851" y="1963707"/>
                </a:lnTo>
                <a:lnTo>
                  <a:pt x="480509" y="1963811"/>
                </a:lnTo>
                <a:lnTo>
                  <a:pt x="478699" y="1963864"/>
                </a:lnTo>
                <a:lnTo>
                  <a:pt x="477023" y="1963987"/>
                </a:lnTo>
                <a:lnTo>
                  <a:pt x="475981" y="1964079"/>
                </a:lnTo>
                <a:lnTo>
                  <a:pt x="473979" y="1965345"/>
                </a:lnTo>
                <a:lnTo>
                  <a:pt x="469772" y="1966273"/>
                </a:lnTo>
                <a:lnTo>
                  <a:pt x="467041" y="1966434"/>
                </a:lnTo>
                <a:lnTo>
                  <a:pt x="465297" y="1966511"/>
                </a:lnTo>
                <a:lnTo>
                  <a:pt x="463221" y="1966724"/>
                </a:lnTo>
                <a:lnTo>
                  <a:pt x="461278" y="1966753"/>
                </a:lnTo>
                <a:lnTo>
                  <a:pt x="459534" y="1966932"/>
                </a:lnTo>
                <a:lnTo>
                  <a:pt x="457669" y="1967042"/>
                </a:lnTo>
                <a:lnTo>
                  <a:pt x="455966" y="1967944"/>
                </a:lnTo>
                <a:lnTo>
                  <a:pt x="451825" y="1968674"/>
                </a:lnTo>
                <a:lnTo>
                  <a:pt x="450440" y="1968674"/>
                </a:lnTo>
                <a:lnTo>
                  <a:pt x="449485" y="1968965"/>
                </a:lnTo>
                <a:lnTo>
                  <a:pt x="446490" y="1969670"/>
                </a:lnTo>
                <a:lnTo>
                  <a:pt x="444221" y="1969803"/>
                </a:lnTo>
                <a:lnTo>
                  <a:pt x="444091" y="1969894"/>
                </a:lnTo>
                <a:lnTo>
                  <a:pt x="439818" y="1972094"/>
                </a:lnTo>
                <a:lnTo>
                  <a:pt x="435786" y="1972269"/>
                </a:lnTo>
                <a:lnTo>
                  <a:pt x="434376" y="1972310"/>
                </a:lnTo>
                <a:lnTo>
                  <a:pt x="432566" y="1972603"/>
                </a:lnTo>
                <a:lnTo>
                  <a:pt x="430359" y="1972733"/>
                </a:lnTo>
                <a:lnTo>
                  <a:pt x="428483" y="1972926"/>
                </a:lnTo>
                <a:lnTo>
                  <a:pt x="427251" y="1973017"/>
                </a:lnTo>
                <a:lnTo>
                  <a:pt x="425243" y="1973548"/>
                </a:lnTo>
                <a:lnTo>
                  <a:pt x="422785" y="1973693"/>
                </a:lnTo>
                <a:lnTo>
                  <a:pt x="420842" y="1973979"/>
                </a:lnTo>
                <a:lnTo>
                  <a:pt x="419287" y="1974070"/>
                </a:lnTo>
                <a:lnTo>
                  <a:pt x="417344" y="1974527"/>
                </a:lnTo>
                <a:lnTo>
                  <a:pt x="414615" y="1974688"/>
                </a:lnTo>
                <a:lnTo>
                  <a:pt x="413329" y="1974764"/>
                </a:lnTo>
                <a:lnTo>
                  <a:pt x="412698" y="1974894"/>
                </a:lnTo>
                <a:lnTo>
                  <a:pt x="410384" y="1975744"/>
                </a:lnTo>
                <a:lnTo>
                  <a:pt x="407825" y="1976045"/>
                </a:lnTo>
                <a:lnTo>
                  <a:pt x="406138" y="1976417"/>
                </a:lnTo>
                <a:lnTo>
                  <a:pt x="403616" y="1976863"/>
                </a:lnTo>
                <a:lnTo>
                  <a:pt x="402243" y="1976984"/>
                </a:lnTo>
                <a:lnTo>
                  <a:pt x="400171" y="1977624"/>
                </a:lnTo>
                <a:lnTo>
                  <a:pt x="397459" y="1977783"/>
                </a:lnTo>
                <a:lnTo>
                  <a:pt x="396357" y="1977929"/>
                </a:lnTo>
                <a:lnTo>
                  <a:pt x="394977" y="1978274"/>
                </a:lnTo>
                <a:lnTo>
                  <a:pt x="392469" y="1978938"/>
                </a:lnTo>
                <a:lnTo>
                  <a:pt x="389747" y="1979258"/>
                </a:lnTo>
                <a:lnTo>
                  <a:pt x="387377" y="1979464"/>
                </a:lnTo>
                <a:lnTo>
                  <a:pt x="385440" y="1979521"/>
                </a:lnTo>
                <a:lnTo>
                  <a:pt x="383697" y="1979675"/>
                </a:lnTo>
                <a:lnTo>
                  <a:pt x="382093" y="1979793"/>
                </a:lnTo>
                <a:lnTo>
                  <a:pt x="380440" y="1980064"/>
                </a:lnTo>
                <a:lnTo>
                  <a:pt x="378348" y="1980341"/>
                </a:lnTo>
                <a:lnTo>
                  <a:pt x="376114" y="1980632"/>
                </a:lnTo>
                <a:lnTo>
                  <a:pt x="373915" y="1980794"/>
                </a:lnTo>
                <a:lnTo>
                  <a:pt x="371772" y="1980952"/>
                </a:lnTo>
                <a:lnTo>
                  <a:pt x="369829" y="1981009"/>
                </a:lnTo>
                <a:lnTo>
                  <a:pt x="368019" y="1981142"/>
                </a:lnTo>
                <a:lnTo>
                  <a:pt x="366537" y="1981229"/>
                </a:lnTo>
                <a:lnTo>
                  <a:pt x="364660" y="1981560"/>
                </a:lnTo>
                <a:lnTo>
                  <a:pt x="362123" y="1981747"/>
                </a:lnTo>
                <a:lnTo>
                  <a:pt x="360246" y="1981830"/>
                </a:lnTo>
                <a:lnTo>
                  <a:pt x="358831" y="1981955"/>
                </a:lnTo>
                <a:lnTo>
                  <a:pt x="356822" y="1982280"/>
                </a:lnTo>
                <a:lnTo>
                  <a:pt x="355391" y="1982385"/>
                </a:lnTo>
                <a:lnTo>
                  <a:pt x="353187" y="1983001"/>
                </a:lnTo>
                <a:lnTo>
                  <a:pt x="350197" y="1983045"/>
                </a:lnTo>
                <a:lnTo>
                  <a:pt x="348388" y="1983124"/>
                </a:lnTo>
                <a:lnTo>
                  <a:pt x="346244" y="1983219"/>
                </a:lnTo>
                <a:lnTo>
                  <a:pt x="344301" y="1983219"/>
                </a:lnTo>
                <a:lnTo>
                  <a:pt x="342825" y="1983284"/>
                </a:lnTo>
                <a:lnTo>
                  <a:pt x="340682" y="1983505"/>
                </a:lnTo>
                <a:lnTo>
                  <a:pt x="339003" y="1983505"/>
                </a:lnTo>
                <a:lnTo>
                  <a:pt x="337493" y="1983749"/>
                </a:lnTo>
                <a:lnTo>
                  <a:pt x="336258" y="1984603"/>
                </a:lnTo>
                <a:lnTo>
                  <a:pt x="332708" y="1985490"/>
                </a:lnTo>
                <a:lnTo>
                  <a:pt x="329871" y="1986199"/>
                </a:lnTo>
                <a:lnTo>
                  <a:pt x="327381" y="1986308"/>
                </a:lnTo>
                <a:lnTo>
                  <a:pt x="327012" y="1986356"/>
                </a:lnTo>
                <a:lnTo>
                  <a:pt x="324500" y="1987391"/>
                </a:lnTo>
                <a:lnTo>
                  <a:pt x="321515" y="1987391"/>
                </a:lnTo>
                <a:lnTo>
                  <a:pt x="319705" y="1987684"/>
                </a:lnTo>
                <a:lnTo>
                  <a:pt x="317161" y="1987759"/>
                </a:lnTo>
                <a:lnTo>
                  <a:pt x="315124" y="1987818"/>
                </a:lnTo>
                <a:lnTo>
                  <a:pt x="313183" y="1987846"/>
                </a:lnTo>
                <a:lnTo>
                  <a:pt x="311240" y="1987903"/>
                </a:lnTo>
                <a:lnTo>
                  <a:pt x="309630" y="1987927"/>
                </a:lnTo>
                <a:lnTo>
                  <a:pt x="307687" y="1988127"/>
                </a:lnTo>
                <a:lnTo>
                  <a:pt x="306139" y="1988150"/>
                </a:lnTo>
                <a:lnTo>
                  <a:pt x="304591" y="1988446"/>
                </a:lnTo>
                <a:lnTo>
                  <a:pt x="301991" y="1988713"/>
                </a:lnTo>
                <a:lnTo>
                  <a:pt x="299782" y="1988811"/>
                </a:lnTo>
                <a:lnTo>
                  <a:pt x="298039" y="1988888"/>
                </a:lnTo>
                <a:lnTo>
                  <a:pt x="296162" y="1989053"/>
                </a:lnTo>
                <a:lnTo>
                  <a:pt x="295725" y="1989079"/>
                </a:lnTo>
                <a:lnTo>
                  <a:pt x="294155" y="1989772"/>
                </a:lnTo>
                <a:lnTo>
                  <a:pt x="290860" y="1990256"/>
                </a:lnTo>
                <a:lnTo>
                  <a:pt x="288516" y="1990532"/>
                </a:lnTo>
                <a:lnTo>
                  <a:pt x="286768" y="1991663"/>
                </a:lnTo>
                <a:lnTo>
                  <a:pt x="282160" y="1991934"/>
                </a:lnTo>
                <a:lnTo>
                  <a:pt x="280150" y="1991934"/>
                </a:lnTo>
                <a:lnTo>
                  <a:pt x="279726" y="1991953"/>
                </a:lnTo>
                <a:lnTo>
                  <a:pt x="276663" y="1993755"/>
                </a:lnTo>
                <a:lnTo>
                  <a:pt x="273389" y="1993803"/>
                </a:lnTo>
                <a:lnTo>
                  <a:pt x="271729" y="1994902"/>
                </a:lnTo>
                <a:lnTo>
                  <a:pt x="267105" y="1995706"/>
                </a:lnTo>
                <a:lnTo>
                  <a:pt x="264844" y="1995706"/>
                </a:lnTo>
                <a:lnTo>
                  <a:pt x="263704" y="1995824"/>
                </a:lnTo>
                <a:lnTo>
                  <a:pt x="261593" y="1996202"/>
                </a:lnTo>
                <a:lnTo>
                  <a:pt x="258977" y="1996356"/>
                </a:lnTo>
                <a:lnTo>
                  <a:pt x="258240" y="1996377"/>
                </a:lnTo>
                <a:lnTo>
                  <a:pt x="257028" y="1996782"/>
                </a:lnTo>
                <a:lnTo>
                  <a:pt x="255933" y="1997007"/>
                </a:lnTo>
                <a:lnTo>
                  <a:pt x="253395" y="1998425"/>
                </a:lnTo>
                <a:lnTo>
                  <a:pt x="249166" y="1998674"/>
                </a:lnTo>
                <a:lnTo>
                  <a:pt x="247356" y="1998701"/>
                </a:lnTo>
                <a:lnTo>
                  <a:pt x="245346" y="1998878"/>
                </a:lnTo>
                <a:lnTo>
                  <a:pt x="241126" y="1998878"/>
                </a:lnTo>
                <a:lnTo>
                  <a:pt x="239250" y="1998906"/>
                </a:lnTo>
                <a:lnTo>
                  <a:pt x="238037" y="1998924"/>
                </a:lnTo>
                <a:lnTo>
                  <a:pt x="236489" y="1999197"/>
                </a:lnTo>
                <a:lnTo>
                  <a:pt x="235114" y="1999338"/>
                </a:lnTo>
                <a:lnTo>
                  <a:pt x="233913" y="1999709"/>
                </a:lnTo>
                <a:lnTo>
                  <a:pt x="231169" y="2000476"/>
                </a:lnTo>
                <a:lnTo>
                  <a:pt x="228191" y="2000826"/>
                </a:lnTo>
                <a:lnTo>
                  <a:pt x="226248" y="2000912"/>
                </a:lnTo>
                <a:lnTo>
                  <a:pt x="224437" y="2001125"/>
                </a:lnTo>
                <a:lnTo>
                  <a:pt x="222029" y="2001302"/>
                </a:lnTo>
                <a:lnTo>
                  <a:pt x="220086" y="2001331"/>
                </a:lnTo>
                <a:lnTo>
                  <a:pt x="218343" y="2001459"/>
                </a:lnTo>
                <a:lnTo>
                  <a:pt x="217055" y="2001535"/>
                </a:lnTo>
                <a:lnTo>
                  <a:pt x="215177" y="2001949"/>
                </a:lnTo>
                <a:lnTo>
                  <a:pt x="212910" y="2002115"/>
                </a:lnTo>
                <a:lnTo>
                  <a:pt x="211230" y="2002363"/>
                </a:lnTo>
                <a:lnTo>
                  <a:pt x="209341" y="2002613"/>
                </a:lnTo>
                <a:lnTo>
                  <a:pt x="206975" y="2002990"/>
                </a:lnTo>
                <a:lnTo>
                  <a:pt x="204516" y="2003098"/>
                </a:lnTo>
                <a:lnTo>
                  <a:pt x="203065" y="2003163"/>
                </a:lnTo>
                <a:lnTo>
                  <a:pt x="201708" y="2003363"/>
                </a:lnTo>
                <a:lnTo>
                  <a:pt x="199765" y="2003706"/>
                </a:lnTo>
                <a:lnTo>
                  <a:pt x="197555" y="2004031"/>
                </a:lnTo>
                <a:lnTo>
                  <a:pt x="195713" y="2004244"/>
                </a:lnTo>
                <a:lnTo>
                  <a:pt x="194351" y="2004485"/>
                </a:lnTo>
                <a:lnTo>
                  <a:pt x="192658" y="2004908"/>
                </a:lnTo>
                <a:lnTo>
                  <a:pt x="189887" y="2005560"/>
                </a:lnTo>
                <a:lnTo>
                  <a:pt x="187751" y="2005686"/>
                </a:lnTo>
                <a:lnTo>
                  <a:pt x="186070" y="2006007"/>
                </a:lnTo>
                <a:lnTo>
                  <a:pt x="183670" y="2006289"/>
                </a:lnTo>
                <a:lnTo>
                  <a:pt x="181329" y="2006496"/>
                </a:lnTo>
                <a:lnTo>
                  <a:pt x="179650" y="2006545"/>
                </a:lnTo>
                <a:lnTo>
                  <a:pt x="177972" y="2006792"/>
                </a:lnTo>
                <a:lnTo>
                  <a:pt x="175699" y="2006993"/>
                </a:lnTo>
                <a:lnTo>
                  <a:pt x="173623" y="2007145"/>
                </a:lnTo>
                <a:lnTo>
                  <a:pt x="172837" y="2007191"/>
                </a:lnTo>
                <a:lnTo>
                  <a:pt x="171583" y="2007615"/>
                </a:lnTo>
                <a:lnTo>
                  <a:pt x="168580" y="2008278"/>
                </a:lnTo>
                <a:lnTo>
                  <a:pt x="167013" y="2008416"/>
                </a:lnTo>
                <a:lnTo>
                  <a:pt x="164811" y="2009096"/>
                </a:lnTo>
                <a:lnTo>
                  <a:pt x="163640" y="2009131"/>
                </a:lnTo>
                <a:lnTo>
                  <a:pt x="162713" y="2009594"/>
                </a:lnTo>
                <a:lnTo>
                  <a:pt x="158922" y="2010653"/>
                </a:lnTo>
                <a:lnTo>
                  <a:pt x="157409" y="2010720"/>
                </a:lnTo>
                <a:lnTo>
                  <a:pt x="155783" y="2011342"/>
                </a:lnTo>
                <a:lnTo>
                  <a:pt x="152448" y="2011734"/>
                </a:lnTo>
                <a:lnTo>
                  <a:pt x="150439" y="2011852"/>
                </a:lnTo>
                <a:lnTo>
                  <a:pt x="148946" y="2012006"/>
                </a:lnTo>
                <a:lnTo>
                  <a:pt x="147861" y="2012179"/>
                </a:lnTo>
                <a:lnTo>
                  <a:pt x="145486" y="2012913"/>
                </a:lnTo>
                <a:lnTo>
                  <a:pt x="142802" y="2013073"/>
                </a:lnTo>
                <a:lnTo>
                  <a:pt x="142005" y="2013178"/>
                </a:lnTo>
                <a:lnTo>
                  <a:pt x="141295" y="2013408"/>
                </a:lnTo>
                <a:lnTo>
                  <a:pt x="138520" y="2014632"/>
                </a:lnTo>
                <a:lnTo>
                  <a:pt x="135641" y="2014966"/>
                </a:lnTo>
                <a:lnTo>
                  <a:pt x="133379" y="2015465"/>
                </a:lnTo>
                <a:lnTo>
                  <a:pt x="131815" y="2015534"/>
                </a:lnTo>
                <a:lnTo>
                  <a:pt x="129872" y="2016134"/>
                </a:lnTo>
                <a:lnTo>
                  <a:pt x="127474" y="2016240"/>
                </a:lnTo>
                <a:lnTo>
                  <a:pt x="125514" y="2017336"/>
                </a:lnTo>
                <a:lnTo>
                  <a:pt x="121394" y="2018002"/>
                </a:lnTo>
                <a:lnTo>
                  <a:pt x="119054" y="2018071"/>
                </a:lnTo>
                <a:lnTo>
                  <a:pt x="118764" y="2018092"/>
                </a:lnTo>
                <a:lnTo>
                  <a:pt x="117728" y="2018519"/>
                </a:lnTo>
                <a:lnTo>
                  <a:pt x="115087" y="2019295"/>
                </a:lnTo>
                <a:lnTo>
                  <a:pt x="112394" y="2019929"/>
                </a:lnTo>
                <a:lnTo>
                  <a:pt x="110196" y="2020188"/>
                </a:lnTo>
                <a:lnTo>
                  <a:pt x="108701" y="2020451"/>
                </a:lnTo>
                <a:lnTo>
                  <a:pt x="106372" y="2020965"/>
                </a:lnTo>
                <a:lnTo>
                  <a:pt x="103709" y="2021200"/>
                </a:lnTo>
                <a:lnTo>
                  <a:pt x="102226" y="2021287"/>
                </a:lnTo>
                <a:lnTo>
                  <a:pt x="102103" y="2021311"/>
                </a:lnTo>
                <a:lnTo>
                  <a:pt x="99489" y="2022618"/>
                </a:lnTo>
                <a:lnTo>
                  <a:pt x="95936" y="2022723"/>
                </a:lnTo>
                <a:lnTo>
                  <a:pt x="93927" y="2022959"/>
                </a:lnTo>
                <a:lnTo>
                  <a:pt x="91651" y="2022992"/>
                </a:lnTo>
                <a:lnTo>
                  <a:pt x="90948" y="2023023"/>
                </a:lnTo>
                <a:lnTo>
                  <a:pt x="88873" y="2023634"/>
                </a:lnTo>
                <a:lnTo>
                  <a:pt x="86792" y="2023664"/>
                </a:lnTo>
                <a:lnTo>
                  <a:pt x="84944" y="2024160"/>
                </a:lnTo>
                <a:lnTo>
                  <a:pt x="83296" y="2024209"/>
                </a:lnTo>
                <a:lnTo>
                  <a:pt x="81864" y="2024693"/>
                </a:lnTo>
                <a:lnTo>
                  <a:pt x="80098" y="2024953"/>
                </a:lnTo>
                <a:lnTo>
                  <a:pt x="77774" y="2025842"/>
                </a:lnTo>
                <a:lnTo>
                  <a:pt x="76589" y="2025910"/>
                </a:lnTo>
                <a:lnTo>
                  <a:pt x="75464" y="2026572"/>
                </a:lnTo>
                <a:lnTo>
                  <a:pt x="73049" y="2027212"/>
                </a:lnTo>
                <a:lnTo>
                  <a:pt x="70394" y="2029750"/>
                </a:lnTo>
                <a:lnTo>
                  <a:pt x="65345" y="2030641"/>
                </a:lnTo>
                <a:lnTo>
                  <a:pt x="64333" y="2030730"/>
                </a:lnTo>
                <a:lnTo>
                  <a:pt x="62884" y="2031305"/>
                </a:lnTo>
                <a:lnTo>
                  <a:pt x="60468" y="2031803"/>
                </a:lnTo>
                <a:lnTo>
                  <a:pt x="57889" y="2032524"/>
                </a:lnTo>
                <a:lnTo>
                  <a:pt x="57565" y="2032543"/>
                </a:lnTo>
                <a:lnTo>
                  <a:pt x="56512" y="2033286"/>
                </a:lnTo>
                <a:lnTo>
                  <a:pt x="54824" y="2033783"/>
                </a:lnTo>
                <a:lnTo>
                  <a:pt x="53077" y="2035170"/>
                </a:lnTo>
                <a:lnTo>
                  <a:pt x="49169" y="2036549"/>
                </a:lnTo>
                <a:lnTo>
                  <a:pt x="45713" y="2037311"/>
                </a:lnTo>
                <a:lnTo>
                  <a:pt x="44726" y="2037311"/>
                </a:lnTo>
                <a:lnTo>
                  <a:pt x="42550" y="2039392"/>
                </a:lnTo>
                <a:lnTo>
                  <a:pt x="39913" y="2041021"/>
                </a:lnTo>
                <a:lnTo>
                  <a:pt x="36044" y="2043581"/>
                </a:lnTo>
                <a:lnTo>
                  <a:pt x="34390" y="2043678"/>
                </a:lnTo>
                <a:lnTo>
                  <a:pt x="34193" y="2043826"/>
                </a:lnTo>
                <a:lnTo>
                  <a:pt x="29962" y="2046253"/>
                </a:lnTo>
                <a:lnTo>
                  <a:pt x="28527" y="2046357"/>
                </a:lnTo>
                <a:lnTo>
                  <a:pt x="27124" y="2047383"/>
                </a:lnTo>
                <a:lnTo>
                  <a:pt x="23113" y="2048209"/>
                </a:lnTo>
                <a:lnTo>
                  <a:pt x="23002" y="2048228"/>
                </a:lnTo>
                <a:lnTo>
                  <a:pt x="21492" y="2049273"/>
                </a:lnTo>
                <a:lnTo>
                  <a:pt x="19816" y="2049766"/>
                </a:lnTo>
                <a:lnTo>
                  <a:pt x="17742" y="2051388"/>
                </a:lnTo>
                <a:lnTo>
                  <a:pt x="13236" y="2052581"/>
                </a:lnTo>
                <a:lnTo>
                  <a:pt x="13021" y="2052600"/>
                </a:lnTo>
                <a:lnTo>
                  <a:pt x="11646" y="2054461"/>
                </a:lnTo>
                <a:lnTo>
                  <a:pt x="10102" y="2055096"/>
                </a:lnTo>
                <a:lnTo>
                  <a:pt x="9711" y="2055735"/>
                </a:lnTo>
                <a:lnTo>
                  <a:pt x="9245" y="2055449"/>
                </a:lnTo>
                <a:lnTo>
                  <a:pt x="7355" y="2056228"/>
                </a:lnTo>
                <a:lnTo>
                  <a:pt x="6288" y="2053638"/>
                </a:lnTo>
                <a:lnTo>
                  <a:pt x="0" y="2049786"/>
                </a:lnTo>
                <a:lnTo>
                  <a:pt x="0" y="2039552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6459A-7A14-4622-A9A2-86B073A8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305" y="91897"/>
            <a:ext cx="3328159" cy="2063144"/>
          </a:xfrm>
          <a:custGeom xmlns:a="http://schemas.openxmlformats.org/drawingml/2006/main">
            <a:pathLst>
              <a:path w="3328159" h="2063144" fill="none">
                <a:moveTo>
                  <a:pt x="0" y="2063144"/>
                </a:moveTo>
                <a:lnTo>
                  <a:pt x="1943" y="2055057"/>
                </a:lnTo>
                <a:lnTo>
                  <a:pt x="3886" y="2047513"/>
                </a:lnTo>
                <a:lnTo>
                  <a:pt x="5829" y="2046341"/>
                </a:lnTo>
                <a:lnTo>
                  <a:pt x="7772" y="2043798"/>
                </a:lnTo>
                <a:lnTo>
                  <a:pt x="9715" y="2039884"/>
                </a:lnTo>
                <a:lnTo>
                  <a:pt x="11659" y="2038055"/>
                </a:lnTo>
                <a:lnTo>
                  <a:pt x="13630" y="2036369"/>
                </a:lnTo>
                <a:lnTo>
                  <a:pt x="15573" y="2034740"/>
                </a:lnTo>
                <a:lnTo>
                  <a:pt x="17516" y="2032797"/>
                </a:lnTo>
                <a:lnTo>
                  <a:pt x="19460" y="2031225"/>
                </a:lnTo>
                <a:lnTo>
                  <a:pt x="21403" y="2029454"/>
                </a:lnTo>
                <a:lnTo>
                  <a:pt x="23317" y="2028882"/>
                </a:lnTo>
                <a:lnTo>
                  <a:pt x="25289" y="2028311"/>
                </a:lnTo>
                <a:lnTo>
                  <a:pt x="27232" y="2027853"/>
                </a:lnTo>
                <a:lnTo>
                  <a:pt x="29175" y="2027682"/>
                </a:lnTo>
                <a:lnTo>
                  <a:pt x="31118" y="2026368"/>
                </a:lnTo>
                <a:lnTo>
                  <a:pt x="33061" y="2025682"/>
                </a:lnTo>
                <a:lnTo>
                  <a:pt x="35004" y="2025110"/>
                </a:lnTo>
                <a:lnTo>
                  <a:pt x="36947" y="2024825"/>
                </a:lnTo>
                <a:lnTo>
                  <a:pt x="38891" y="2023967"/>
                </a:lnTo>
                <a:lnTo>
                  <a:pt x="40834" y="2023967"/>
                </a:lnTo>
                <a:lnTo>
                  <a:pt x="42777" y="2023910"/>
                </a:lnTo>
                <a:lnTo>
                  <a:pt x="44720" y="2023196"/>
                </a:lnTo>
                <a:lnTo>
                  <a:pt x="46663" y="2023024"/>
                </a:lnTo>
                <a:lnTo>
                  <a:pt x="48606" y="2022939"/>
                </a:lnTo>
                <a:lnTo>
                  <a:pt x="50549" y="2022224"/>
                </a:lnTo>
                <a:lnTo>
                  <a:pt x="52492" y="2021853"/>
                </a:lnTo>
                <a:lnTo>
                  <a:pt x="54435" y="2019738"/>
                </a:lnTo>
                <a:lnTo>
                  <a:pt x="56378" y="2019052"/>
                </a:lnTo>
                <a:lnTo>
                  <a:pt x="58322" y="2018824"/>
                </a:lnTo>
                <a:lnTo>
                  <a:pt x="60265" y="2018138"/>
                </a:lnTo>
                <a:lnTo>
                  <a:pt x="62208" y="2018052"/>
                </a:lnTo>
                <a:lnTo>
                  <a:pt x="64151" y="2017652"/>
                </a:lnTo>
                <a:lnTo>
                  <a:pt x="66094" y="2017395"/>
                </a:lnTo>
                <a:lnTo>
                  <a:pt x="68037" y="2017195"/>
                </a:lnTo>
                <a:lnTo>
                  <a:pt x="69980" y="2016681"/>
                </a:lnTo>
                <a:lnTo>
                  <a:pt x="71923" y="2016023"/>
                </a:lnTo>
                <a:lnTo>
                  <a:pt x="73895" y="2015023"/>
                </a:lnTo>
                <a:lnTo>
                  <a:pt x="75838" y="2014709"/>
                </a:lnTo>
                <a:lnTo>
                  <a:pt x="77781" y="2014480"/>
                </a:lnTo>
                <a:lnTo>
                  <a:pt x="79724" y="2014280"/>
                </a:lnTo>
                <a:lnTo>
                  <a:pt x="81667" y="2013709"/>
                </a:lnTo>
                <a:lnTo>
                  <a:pt x="83582" y="2013623"/>
                </a:lnTo>
                <a:lnTo>
                  <a:pt x="85554" y="2013194"/>
                </a:lnTo>
                <a:lnTo>
                  <a:pt x="87497" y="2013052"/>
                </a:lnTo>
                <a:lnTo>
                  <a:pt x="89440" y="2012737"/>
                </a:lnTo>
                <a:lnTo>
                  <a:pt x="91383" y="2012080"/>
                </a:lnTo>
                <a:lnTo>
                  <a:pt x="93326" y="2011337"/>
                </a:lnTo>
                <a:lnTo>
                  <a:pt x="95269" y="2011108"/>
                </a:lnTo>
                <a:lnTo>
                  <a:pt x="97212" y="2010251"/>
                </a:lnTo>
                <a:lnTo>
                  <a:pt x="99155" y="2009908"/>
                </a:lnTo>
                <a:lnTo>
                  <a:pt x="101098" y="2009851"/>
                </a:lnTo>
                <a:lnTo>
                  <a:pt x="103041" y="2009765"/>
                </a:lnTo>
                <a:lnTo>
                  <a:pt x="104985" y="2009708"/>
                </a:lnTo>
                <a:lnTo>
                  <a:pt x="106928" y="2009680"/>
                </a:lnTo>
                <a:lnTo>
                  <a:pt x="108871" y="2009480"/>
                </a:lnTo>
                <a:lnTo>
                  <a:pt x="110814" y="2009394"/>
                </a:lnTo>
                <a:lnTo>
                  <a:pt x="112757" y="2009337"/>
                </a:lnTo>
                <a:lnTo>
                  <a:pt x="114700" y="2009051"/>
                </a:lnTo>
                <a:lnTo>
                  <a:pt x="116643" y="2008851"/>
                </a:lnTo>
                <a:lnTo>
                  <a:pt x="118586" y="2008851"/>
                </a:lnTo>
                <a:lnTo>
                  <a:pt x="120529" y="2008594"/>
                </a:lnTo>
                <a:lnTo>
                  <a:pt x="122472" y="2008565"/>
                </a:lnTo>
                <a:lnTo>
                  <a:pt x="124416" y="2008022"/>
                </a:lnTo>
                <a:lnTo>
                  <a:pt x="126359" y="2007880"/>
                </a:lnTo>
                <a:lnTo>
                  <a:pt x="128302" y="2007679"/>
                </a:lnTo>
                <a:lnTo>
                  <a:pt x="130245" y="2007137"/>
                </a:lnTo>
                <a:lnTo>
                  <a:pt x="132188" y="2007137"/>
                </a:lnTo>
                <a:lnTo>
                  <a:pt x="134160" y="2006822"/>
                </a:lnTo>
                <a:lnTo>
                  <a:pt x="136103" y="2006737"/>
                </a:lnTo>
                <a:lnTo>
                  <a:pt x="138046" y="2006679"/>
                </a:lnTo>
                <a:lnTo>
                  <a:pt x="139989" y="2006222"/>
                </a:lnTo>
                <a:lnTo>
                  <a:pt x="141903" y="2006108"/>
                </a:lnTo>
                <a:lnTo>
                  <a:pt x="143847" y="2006108"/>
                </a:lnTo>
                <a:lnTo>
                  <a:pt x="145818" y="2005965"/>
                </a:lnTo>
                <a:lnTo>
                  <a:pt x="147761" y="2005965"/>
                </a:lnTo>
                <a:lnTo>
                  <a:pt x="149704" y="2005679"/>
                </a:lnTo>
                <a:lnTo>
                  <a:pt x="151648" y="2005594"/>
                </a:lnTo>
                <a:lnTo>
                  <a:pt x="153591" y="2005565"/>
                </a:lnTo>
                <a:lnTo>
                  <a:pt x="155534" y="2005536"/>
                </a:lnTo>
                <a:lnTo>
                  <a:pt x="157477" y="2004879"/>
                </a:lnTo>
                <a:lnTo>
                  <a:pt x="159420" y="2004793"/>
                </a:lnTo>
                <a:lnTo>
                  <a:pt x="161363" y="2003793"/>
                </a:lnTo>
                <a:lnTo>
                  <a:pt x="163306" y="2003708"/>
                </a:lnTo>
                <a:lnTo>
                  <a:pt x="165249" y="2003708"/>
                </a:lnTo>
                <a:lnTo>
                  <a:pt x="167192" y="2003593"/>
                </a:lnTo>
                <a:lnTo>
                  <a:pt x="169135" y="2003165"/>
                </a:lnTo>
                <a:lnTo>
                  <a:pt x="171079" y="2003136"/>
                </a:lnTo>
                <a:lnTo>
                  <a:pt x="173022" y="2003050"/>
                </a:lnTo>
                <a:lnTo>
                  <a:pt x="174965" y="2002822"/>
                </a:lnTo>
                <a:lnTo>
                  <a:pt x="176908" y="2002536"/>
                </a:lnTo>
                <a:lnTo>
                  <a:pt x="178851" y="2001764"/>
                </a:lnTo>
                <a:lnTo>
                  <a:pt x="180794" y="2001050"/>
                </a:lnTo>
                <a:lnTo>
                  <a:pt x="182737" y="2000936"/>
                </a:lnTo>
                <a:lnTo>
                  <a:pt x="184680" y="2000536"/>
                </a:lnTo>
                <a:lnTo>
                  <a:pt x="186623" y="2000307"/>
                </a:lnTo>
                <a:lnTo>
                  <a:pt x="188566" y="1999793"/>
                </a:lnTo>
                <a:lnTo>
                  <a:pt x="190510" y="1999793"/>
                </a:lnTo>
                <a:lnTo>
                  <a:pt x="192453" y="1999593"/>
                </a:lnTo>
                <a:lnTo>
                  <a:pt x="194424" y="1999564"/>
                </a:lnTo>
                <a:lnTo>
                  <a:pt x="196367" y="1999536"/>
                </a:lnTo>
                <a:lnTo>
                  <a:pt x="198310" y="1999478"/>
                </a:lnTo>
                <a:lnTo>
                  <a:pt x="200254" y="1998850"/>
                </a:lnTo>
                <a:lnTo>
                  <a:pt x="202168" y="1998821"/>
                </a:lnTo>
                <a:lnTo>
                  <a:pt x="204111" y="1998793"/>
                </a:lnTo>
                <a:lnTo>
                  <a:pt x="206083" y="1998736"/>
                </a:lnTo>
                <a:lnTo>
                  <a:pt x="208026" y="1998078"/>
                </a:lnTo>
                <a:lnTo>
                  <a:pt x="209969" y="1997621"/>
                </a:lnTo>
                <a:lnTo>
                  <a:pt x="211912" y="1997564"/>
                </a:lnTo>
                <a:lnTo>
                  <a:pt x="213855" y="1997535"/>
                </a:lnTo>
                <a:lnTo>
                  <a:pt x="215798" y="1997421"/>
                </a:lnTo>
                <a:lnTo>
                  <a:pt x="217741" y="1996764"/>
                </a:lnTo>
                <a:lnTo>
                  <a:pt x="219685" y="1996678"/>
                </a:lnTo>
                <a:lnTo>
                  <a:pt x="221628" y="1996392"/>
                </a:lnTo>
                <a:lnTo>
                  <a:pt x="223571" y="1996135"/>
                </a:lnTo>
                <a:lnTo>
                  <a:pt x="225514" y="1995878"/>
                </a:lnTo>
                <a:lnTo>
                  <a:pt x="227457" y="1995735"/>
                </a:lnTo>
                <a:lnTo>
                  <a:pt x="229400" y="1995564"/>
                </a:lnTo>
                <a:lnTo>
                  <a:pt x="231343" y="1995478"/>
                </a:lnTo>
                <a:lnTo>
                  <a:pt x="233286" y="1995135"/>
                </a:lnTo>
                <a:lnTo>
                  <a:pt x="235229" y="1994164"/>
                </a:lnTo>
                <a:lnTo>
                  <a:pt x="237172" y="1994106"/>
                </a:lnTo>
                <a:lnTo>
                  <a:pt x="239116" y="1993963"/>
                </a:lnTo>
                <a:lnTo>
                  <a:pt x="241059" y="1993106"/>
                </a:lnTo>
                <a:lnTo>
                  <a:pt x="243002" y="1993049"/>
                </a:lnTo>
                <a:lnTo>
                  <a:pt x="244945" y="1992906"/>
                </a:lnTo>
                <a:lnTo>
                  <a:pt x="246888" y="1992763"/>
                </a:lnTo>
                <a:lnTo>
                  <a:pt x="248831" y="1992506"/>
                </a:lnTo>
                <a:lnTo>
                  <a:pt x="250774" y="1992392"/>
                </a:lnTo>
                <a:lnTo>
                  <a:pt x="252717" y="1992135"/>
                </a:lnTo>
                <a:lnTo>
                  <a:pt x="254689" y="1991906"/>
                </a:lnTo>
                <a:lnTo>
                  <a:pt x="256632" y="1991163"/>
                </a:lnTo>
                <a:lnTo>
                  <a:pt x="258575" y="1990763"/>
                </a:lnTo>
                <a:lnTo>
                  <a:pt x="260490" y="1990706"/>
                </a:lnTo>
                <a:lnTo>
                  <a:pt x="262433" y="1990506"/>
                </a:lnTo>
                <a:lnTo>
                  <a:pt x="264376" y="1989391"/>
                </a:lnTo>
                <a:lnTo>
                  <a:pt x="266348" y="1988963"/>
                </a:lnTo>
                <a:lnTo>
                  <a:pt x="268291" y="1988591"/>
                </a:lnTo>
                <a:lnTo>
                  <a:pt x="270234" y="1988591"/>
                </a:lnTo>
                <a:lnTo>
                  <a:pt x="272177" y="1988563"/>
                </a:lnTo>
                <a:lnTo>
                  <a:pt x="274120" y="1988449"/>
                </a:lnTo>
                <a:lnTo>
                  <a:pt x="276063" y="1988334"/>
                </a:lnTo>
                <a:lnTo>
                  <a:pt x="278006" y="1988334"/>
                </a:lnTo>
                <a:lnTo>
                  <a:pt x="279949" y="1987963"/>
                </a:lnTo>
                <a:lnTo>
                  <a:pt x="281892" y="1987848"/>
                </a:lnTo>
                <a:lnTo>
                  <a:pt x="283835" y="1987334"/>
                </a:lnTo>
                <a:lnTo>
                  <a:pt x="285779" y="1987220"/>
                </a:lnTo>
                <a:lnTo>
                  <a:pt x="287722" y="1986448"/>
                </a:lnTo>
                <a:lnTo>
                  <a:pt x="289665" y="1986391"/>
                </a:lnTo>
                <a:lnTo>
                  <a:pt x="291608" y="1985991"/>
                </a:lnTo>
                <a:lnTo>
                  <a:pt x="293551" y="1985534"/>
                </a:lnTo>
                <a:lnTo>
                  <a:pt x="295494" y="1985477"/>
                </a:lnTo>
                <a:lnTo>
                  <a:pt x="297437" y="1985334"/>
                </a:lnTo>
                <a:lnTo>
                  <a:pt x="299380" y="1985248"/>
                </a:lnTo>
                <a:lnTo>
                  <a:pt x="301323" y="1985105"/>
                </a:lnTo>
                <a:lnTo>
                  <a:pt x="303266" y="1984762"/>
                </a:lnTo>
                <a:lnTo>
                  <a:pt x="305210" y="1984162"/>
                </a:lnTo>
                <a:lnTo>
                  <a:pt x="307153" y="1983248"/>
                </a:lnTo>
                <a:lnTo>
                  <a:pt x="309096" y="1983048"/>
                </a:lnTo>
                <a:lnTo>
                  <a:pt x="311039" y="1982905"/>
                </a:lnTo>
                <a:lnTo>
                  <a:pt x="312982" y="1982505"/>
                </a:lnTo>
                <a:lnTo>
                  <a:pt x="314954" y="1982448"/>
                </a:lnTo>
                <a:lnTo>
                  <a:pt x="316897" y="1982448"/>
                </a:lnTo>
                <a:lnTo>
                  <a:pt x="318840" y="1982133"/>
                </a:lnTo>
                <a:lnTo>
                  <a:pt x="320754" y="1982105"/>
                </a:lnTo>
                <a:lnTo>
                  <a:pt x="322697" y="1981276"/>
                </a:lnTo>
                <a:lnTo>
                  <a:pt x="324641" y="1981019"/>
                </a:lnTo>
                <a:lnTo>
                  <a:pt x="326612" y="1980819"/>
                </a:lnTo>
                <a:lnTo>
                  <a:pt x="328555" y="1980819"/>
                </a:lnTo>
                <a:lnTo>
                  <a:pt x="330498" y="1980619"/>
                </a:lnTo>
                <a:lnTo>
                  <a:pt x="332442" y="1980476"/>
                </a:lnTo>
                <a:lnTo>
                  <a:pt x="334385" y="1979104"/>
                </a:lnTo>
                <a:lnTo>
                  <a:pt x="336328" y="1978762"/>
                </a:lnTo>
                <a:lnTo>
                  <a:pt x="338271" y="1978733"/>
                </a:lnTo>
                <a:lnTo>
                  <a:pt x="340214" y="1978676"/>
                </a:lnTo>
                <a:lnTo>
                  <a:pt x="342157" y="1978647"/>
                </a:lnTo>
                <a:lnTo>
                  <a:pt x="344100" y="1978504"/>
                </a:lnTo>
                <a:lnTo>
                  <a:pt x="346043" y="1978304"/>
                </a:lnTo>
                <a:lnTo>
                  <a:pt x="347986" y="1977933"/>
                </a:lnTo>
                <a:lnTo>
                  <a:pt x="349929" y="1977733"/>
                </a:lnTo>
                <a:lnTo>
                  <a:pt x="351873" y="1977676"/>
                </a:lnTo>
                <a:lnTo>
                  <a:pt x="353816" y="1977390"/>
                </a:lnTo>
                <a:lnTo>
                  <a:pt x="355759" y="1977333"/>
                </a:lnTo>
                <a:lnTo>
                  <a:pt x="357702" y="1977133"/>
                </a:lnTo>
                <a:lnTo>
                  <a:pt x="359645" y="1976990"/>
                </a:lnTo>
                <a:lnTo>
                  <a:pt x="361588" y="1976961"/>
                </a:lnTo>
                <a:lnTo>
                  <a:pt x="363531" y="1976790"/>
                </a:lnTo>
                <a:lnTo>
                  <a:pt x="365474" y="1976076"/>
                </a:lnTo>
                <a:lnTo>
                  <a:pt x="367417" y="1975961"/>
                </a:lnTo>
                <a:lnTo>
                  <a:pt x="369360" y="1975847"/>
                </a:lnTo>
                <a:lnTo>
                  <a:pt x="371304" y="1975790"/>
                </a:lnTo>
                <a:lnTo>
                  <a:pt x="373247" y="1975333"/>
                </a:lnTo>
                <a:lnTo>
                  <a:pt x="375218" y="1975333"/>
                </a:lnTo>
                <a:lnTo>
                  <a:pt x="377161" y="1975247"/>
                </a:lnTo>
                <a:lnTo>
                  <a:pt x="379076" y="1974904"/>
                </a:lnTo>
                <a:lnTo>
                  <a:pt x="381019" y="1973932"/>
                </a:lnTo>
                <a:lnTo>
                  <a:pt x="382962" y="1973732"/>
                </a:lnTo>
                <a:lnTo>
                  <a:pt x="384905" y="1973532"/>
                </a:lnTo>
                <a:lnTo>
                  <a:pt x="386877" y="1973218"/>
                </a:lnTo>
                <a:lnTo>
                  <a:pt x="388820" y="1972789"/>
                </a:lnTo>
                <a:lnTo>
                  <a:pt x="390763" y="1972647"/>
                </a:lnTo>
                <a:lnTo>
                  <a:pt x="392706" y="1972532"/>
                </a:lnTo>
                <a:lnTo>
                  <a:pt x="394649" y="1972132"/>
                </a:lnTo>
                <a:lnTo>
                  <a:pt x="396592" y="1971875"/>
                </a:lnTo>
                <a:lnTo>
                  <a:pt x="398536" y="1971818"/>
                </a:lnTo>
                <a:lnTo>
                  <a:pt x="400479" y="1971789"/>
                </a:lnTo>
                <a:lnTo>
                  <a:pt x="402422" y="1971646"/>
                </a:lnTo>
                <a:lnTo>
                  <a:pt x="404365" y="1970961"/>
                </a:lnTo>
                <a:lnTo>
                  <a:pt x="406308" y="1970903"/>
                </a:lnTo>
                <a:lnTo>
                  <a:pt x="408251" y="1970903"/>
                </a:lnTo>
                <a:lnTo>
                  <a:pt x="410194" y="1970761"/>
                </a:lnTo>
                <a:lnTo>
                  <a:pt x="412137" y="1970218"/>
                </a:lnTo>
                <a:lnTo>
                  <a:pt x="414080" y="1970161"/>
                </a:lnTo>
                <a:lnTo>
                  <a:pt x="416023" y="1970103"/>
                </a:lnTo>
                <a:lnTo>
                  <a:pt x="417967" y="1969789"/>
                </a:lnTo>
                <a:lnTo>
                  <a:pt x="419910" y="1969446"/>
                </a:lnTo>
                <a:lnTo>
                  <a:pt x="421853" y="1969389"/>
                </a:lnTo>
                <a:lnTo>
                  <a:pt x="423796" y="1969075"/>
                </a:lnTo>
                <a:lnTo>
                  <a:pt x="425739" y="1968817"/>
                </a:lnTo>
                <a:lnTo>
                  <a:pt x="427682" y="1968417"/>
                </a:lnTo>
                <a:lnTo>
                  <a:pt x="429625" y="1968389"/>
                </a:lnTo>
                <a:lnTo>
                  <a:pt x="431568" y="1967789"/>
                </a:lnTo>
                <a:lnTo>
                  <a:pt x="433511" y="1967360"/>
                </a:lnTo>
                <a:lnTo>
                  <a:pt x="435483" y="1967189"/>
                </a:lnTo>
                <a:lnTo>
                  <a:pt x="437426" y="1966646"/>
                </a:lnTo>
                <a:lnTo>
                  <a:pt x="439341" y="1965646"/>
                </a:lnTo>
                <a:lnTo>
                  <a:pt x="441284" y="1965046"/>
                </a:lnTo>
                <a:lnTo>
                  <a:pt x="443227" y="1964988"/>
                </a:lnTo>
                <a:lnTo>
                  <a:pt x="445170" y="1964760"/>
                </a:lnTo>
                <a:lnTo>
                  <a:pt x="447142" y="1964731"/>
                </a:lnTo>
                <a:lnTo>
                  <a:pt x="449085" y="1963674"/>
                </a:lnTo>
                <a:lnTo>
                  <a:pt x="451028" y="1963531"/>
                </a:lnTo>
                <a:lnTo>
                  <a:pt x="452971" y="1963474"/>
                </a:lnTo>
                <a:lnTo>
                  <a:pt x="454914" y="1963417"/>
                </a:lnTo>
                <a:lnTo>
                  <a:pt x="456857" y="1963188"/>
                </a:lnTo>
                <a:lnTo>
                  <a:pt x="458800" y="1963045"/>
                </a:lnTo>
                <a:lnTo>
                  <a:pt x="460743" y="1962988"/>
                </a:lnTo>
                <a:lnTo>
                  <a:pt x="462686" y="1962645"/>
                </a:lnTo>
                <a:lnTo>
                  <a:pt x="464629" y="1961988"/>
                </a:lnTo>
                <a:lnTo>
                  <a:pt x="466573" y="1961302"/>
                </a:lnTo>
                <a:lnTo>
                  <a:pt x="468516" y="1961274"/>
                </a:lnTo>
                <a:lnTo>
                  <a:pt x="470459" y="1960931"/>
                </a:lnTo>
                <a:lnTo>
                  <a:pt x="472402" y="1960788"/>
                </a:lnTo>
                <a:lnTo>
                  <a:pt x="474345" y="1960359"/>
                </a:lnTo>
                <a:lnTo>
                  <a:pt x="476288" y="1960302"/>
                </a:lnTo>
                <a:lnTo>
                  <a:pt x="478231" y="1960216"/>
                </a:lnTo>
                <a:lnTo>
                  <a:pt x="480174" y="1959816"/>
                </a:lnTo>
                <a:lnTo>
                  <a:pt x="482117" y="1959016"/>
                </a:lnTo>
                <a:lnTo>
                  <a:pt x="484060" y="1959016"/>
                </a:lnTo>
                <a:lnTo>
                  <a:pt x="486004" y="1958845"/>
                </a:lnTo>
                <a:lnTo>
                  <a:pt x="487947" y="1957502"/>
                </a:lnTo>
                <a:lnTo>
                  <a:pt x="489890" y="1957502"/>
                </a:lnTo>
                <a:lnTo>
                  <a:pt x="491833" y="1957330"/>
                </a:lnTo>
                <a:lnTo>
                  <a:pt x="493805" y="1957187"/>
                </a:lnTo>
                <a:lnTo>
                  <a:pt x="495748" y="1956102"/>
                </a:lnTo>
                <a:lnTo>
                  <a:pt x="497662" y="1956073"/>
                </a:lnTo>
                <a:lnTo>
                  <a:pt x="499605" y="1955730"/>
                </a:lnTo>
                <a:lnTo>
                  <a:pt x="501548" y="1955502"/>
                </a:lnTo>
                <a:lnTo>
                  <a:pt x="503491" y="1955502"/>
                </a:lnTo>
                <a:lnTo>
                  <a:pt x="505435" y="1955330"/>
                </a:lnTo>
                <a:lnTo>
                  <a:pt x="507406" y="1954873"/>
                </a:lnTo>
                <a:lnTo>
                  <a:pt x="509349" y="1954759"/>
                </a:lnTo>
                <a:lnTo>
                  <a:pt x="511292" y="1954759"/>
                </a:lnTo>
                <a:lnTo>
                  <a:pt x="513236" y="1954673"/>
                </a:lnTo>
                <a:lnTo>
                  <a:pt x="515179" y="1954101"/>
                </a:lnTo>
                <a:lnTo>
                  <a:pt x="517122" y="1954073"/>
                </a:lnTo>
                <a:lnTo>
                  <a:pt x="519065" y="1953987"/>
                </a:lnTo>
                <a:lnTo>
                  <a:pt x="521008" y="1953930"/>
                </a:lnTo>
                <a:lnTo>
                  <a:pt x="522951" y="1953930"/>
                </a:lnTo>
                <a:lnTo>
                  <a:pt x="524894" y="1953701"/>
                </a:lnTo>
                <a:lnTo>
                  <a:pt x="526837" y="1953587"/>
                </a:lnTo>
                <a:lnTo>
                  <a:pt x="528780" y="1953558"/>
                </a:lnTo>
                <a:lnTo>
                  <a:pt x="530723" y="1953558"/>
                </a:lnTo>
                <a:lnTo>
                  <a:pt x="532667" y="1953101"/>
                </a:lnTo>
                <a:lnTo>
                  <a:pt x="534610" y="1952873"/>
                </a:lnTo>
                <a:lnTo>
                  <a:pt x="536553" y="1952787"/>
                </a:lnTo>
                <a:lnTo>
                  <a:pt x="538496" y="1952301"/>
                </a:lnTo>
                <a:lnTo>
                  <a:pt x="540439" y="1951787"/>
                </a:lnTo>
                <a:lnTo>
                  <a:pt x="542382" y="1951187"/>
                </a:lnTo>
                <a:lnTo>
                  <a:pt x="544325" y="1951101"/>
                </a:lnTo>
                <a:lnTo>
                  <a:pt x="546268" y="1950701"/>
                </a:lnTo>
                <a:lnTo>
                  <a:pt x="548211" y="1950644"/>
                </a:lnTo>
                <a:lnTo>
                  <a:pt x="550154" y="1950444"/>
                </a:lnTo>
                <a:lnTo>
                  <a:pt x="552098" y="1950387"/>
                </a:lnTo>
                <a:lnTo>
                  <a:pt x="554069" y="1950244"/>
                </a:lnTo>
                <a:lnTo>
                  <a:pt x="556012" y="1950187"/>
                </a:lnTo>
                <a:lnTo>
                  <a:pt x="557927" y="1950072"/>
                </a:lnTo>
                <a:lnTo>
                  <a:pt x="559870" y="1949672"/>
                </a:lnTo>
                <a:lnTo>
                  <a:pt x="561813" y="1949529"/>
                </a:lnTo>
                <a:lnTo>
                  <a:pt x="563756" y="1949329"/>
                </a:lnTo>
                <a:lnTo>
                  <a:pt x="565699" y="1948615"/>
                </a:lnTo>
                <a:lnTo>
                  <a:pt x="567671" y="1948329"/>
                </a:lnTo>
                <a:lnTo>
                  <a:pt x="569614" y="1947843"/>
                </a:lnTo>
                <a:lnTo>
                  <a:pt x="571557" y="1947643"/>
                </a:lnTo>
                <a:lnTo>
                  <a:pt x="573500" y="1947529"/>
                </a:lnTo>
                <a:lnTo>
                  <a:pt x="575443" y="1947443"/>
                </a:lnTo>
                <a:lnTo>
                  <a:pt x="577386" y="1946300"/>
                </a:lnTo>
                <a:lnTo>
                  <a:pt x="579330" y="1946186"/>
                </a:lnTo>
                <a:lnTo>
                  <a:pt x="581273" y="1944957"/>
                </a:lnTo>
                <a:lnTo>
                  <a:pt x="583216" y="1944272"/>
                </a:lnTo>
                <a:lnTo>
                  <a:pt x="585159" y="1943957"/>
                </a:lnTo>
                <a:lnTo>
                  <a:pt x="587102" y="1943586"/>
                </a:lnTo>
                <a:lnTo>
                  <a:pt x="589045" y="1943271"/>
                </a:lnTo>
                <a:lnTo>
                  <a:pt x="590988" y="1943100"/>
                </a:lnTo>
                <a:lnTo>
                  <a:pt x="592931" y="1943100"/>
                </a:lnTo>
                <a:lnTo>
                  <a:pt x="594874" y="1942586"/>
                </a:lnTo>
                <a:lnTo>
                  <a:pt x="596817" y="1942500"/>
                </a:lnTo>
                <a:lnTo>
                  <a:pt x="598761" y="1942471"/>
                </a:lnTo>
                <a:lnTo>
                  <a:pt x="600704" y="1942128"/>
                </a:lnTo>
                <a:lnTo>
                  <a:pt x="602647" y="1942128"/>
                </a:lnTo>
                <a:lnTo>
                  <a:pt x="604590" y="1942071"/>
                </a:lnTo>
                <a:lnTo>
                  <a:pt x="606533" y="1941757"/>
                </a:lnTo>
                <a:lnTo>
                  <a:pt x="608476" y="1941271"/>
                </a:lnTo>
                <a:lnTo>
                  <a:pt x="610419" y="1941128"/>
                </a:lnTo>
                <a:lnTo>
                  <a:pt x="612362" y="1941071"/>
                </a:lnTo>
                <a:lnTo>
                  <a:pt x="614305" y="1941043"/>
                </a:lnTo>
                <a:lnTo>
                  <a:pt x="616248" y="1940643"/>
                </a:lnTo>
                <a:lnTo>
                  <a:pt x="618192" y="1939900"/>
                </a:lnTo>
                <a:lnTo>
                  <a:pt x="620135" y="1939900"/>
                </a:lnTo>
                <a:lnTo>
                  <a:pt x="622078" y="1939757"/>
                </a:lnTo>
                <a:lnTo>
                  <a:pt x="624021" y="1939500"/>
                </a:lnTo>
                <a:lnTo>
                  <a:pt x="625964" y="1939357"/>
                </a:lnTo>
                <a:lnTo>
                  <a:pt x="627936" y="1939128"/>
                </a:lnTo>
                <a:lnTo>
                  <a:pt x="629879" y="1938728"/>
                </a:lnTo>
                <a:lnTo>
                  <a:pt x="631822" y="1938271"/>
                </a:lnTo>
                <a:lnTo>
                  <a:pt x="633765" y="1938071"/>
                </a:lnTo>
                <a:lnTo>
                  <a:pt x="635708" y="1937814"/>
                </a:lnTo>
                <a:lnTo>
                  <a:pt x="637651" y="1937042"/>
                </a:lnTo>
                <a:lnTo>
                  <a:pt x="639594" y="1936842"/>
                </a:lnTo>
                <a:lnTo>
                  <a:pt x="641537" y="1936671"/>
                </a:lnTo>
                <a:lnTo>
                  <a:pt x="643480" y="1936156"/>
                </a:lnTo>
                <a:lnTo>
                  <a:pt x="645424" y="1935899"/>
                </a:lnTo>
                <a:lnTo>
                  <a:pt x="647367" y="1935299"/>
                </a:lnTo>
                <a:lnTo>
                  <a:pt x="649310" y="1934870"/>
                </a:lnTo>
                <a:lnTo>
                  <a:pt x="651253" y="1934670"/>
                </a:lnTo>
                <a:lnTo>
                  <a:pt x="653196" y="1934127"/>
                </a:lnTo>
                <a:lnTo>
                  <a:pt x="655139" y="1934127"/>
                </a:lnTo>
                <a:lnTo>
                  <a:pt x="657082" y="1934099"/>
                </a:lnTo>
                <a:lnTo>
                  <a:pt x="659025" y="1933527"/>
                </a:lnTo>
                <a:lnTo>
                  <a:pt x="660968" y="1933156"/>
                </a:lnTo>
                <a:lnTo>
                  <a:pt x="662911" y="1933070"/>
                </a:lnTo>
                <a:lnTo>
                  <a:pt x="664855" y="1933013"/>
                </a:lnTo>
                <a:lnTo>
                  <a:pt x="666798" y="1932899"/>
                </a:lnTo>
                <a:lnTo>
                  <a:pt x="668741" y="1932842"/>
                </a:lnTo>
                <a:lnTo>
                  <a:pt x="670684" y="1932270"/>
                </a:lnTo>
                <a:lnTo>
                  <a:pt x="672627" y="1932241"/>
                </a:lnTo>
                <a:lnTo>
                  <a:pt x="674599" y="1932127"/>
                </a:lnTo>
                <a:lnTo>
                  <a:pt x="676513" y="1931841"/>
                </a:lnTo>
                <a:lnTo>
                  <a:pt x="678456" y="1931813"/>
                </a:lnTo>
                <a:lnTo>
                  <a:pt x="680399" y="1931613"/>
                </a:lnTo>
                <a:lnTo>
                  <a:pt x="682342" y="1930898"/>
                </a:lnTo>
                <a:lnTo>
                  <a:pt x="684286" y="1930870"/>
                </a:lnTo>
                <a:lnTo>
                  <a:pt x="686229" y="1930498"/>
                </a:lnTo>
                <a:lnTo>
                  <a:pt x="688200" y="1930356"/>
                </a:lnTo>
                <a:lnTo>
                  <a:pt x="690143" y="1930356"/>
                </a:lnTo>
                <a:lnTo>
                  <a:pt x="692086" y="1930356"/>
                </a:lnTo>
                <a:lnTo>
                  <a:pt x="694030" y="1930127"/>
                </a:lnTo>
                <a:lnTo>
                  <a:pt x="695973" y="1930013"/>
                </a:lnTo>
                <a:lnTo>
                  <a:pt x="697916" y="1929813"/>
                </a:lnTo>
                <a:lnTo>
                  <a:pt x="699859" y="1929584"/>
                </a:lnTo>
                <a:lnTo>
                  <a:pt x="701802" y="1929555"/>
                </a:lnTo>
                <a:lnTo>
                  <a:pt x="703745" y="1929441"/>
                </a:lnTo>
                <a:lnTo>
                  <a:pt x="705688" y="1929184"/>
                </a:lnTo>
                <a:lnTo>
                  <a:pt x="707631" y="1929041"/>
                </a:lnTo>
                <a:lnTo>
                  <a:pt x="709574" y="1929013"/>
                </a:lnTo>
                <a:lnTo>
                  <a:pt x="711517" y="1928955"/>
                </a:lnTo>
                <a:lnTo>
                  <a:pt x="713461" y="1928955"/>
                </a:lnTo>
                <a:lnTo>
                  <a:pt x="715404" y="1928927"/>
                </a:lnTo>
                <a:lnTo>
                  <a:pt x="717347" y="1927870"/>
                </a:lnTo>
                <a:lnTo>
                  <a:pt x="719290" y="1927298"/>
                </a:lnTo>
                <a:lnTo>
                  <a:pt x="721233" y="1926469"/>
                </a:lnTo>
                <a:lnTo>
                  <a:pt x="723176" y="1926441"/>
                </a:lnTo>
                <a:lnTo>
                  <a:pt x="725119" y="1926326"/>
                </a:lnTo>
                <a:lnTo>
                  <a:pt x="727062" y="1926098"/>
                </a:lnTo>
                <a:lnTo>
                  <a:pt x="729005" y="1925784"/>
                </a:lnTo>
                <a:lnTo>
                  <a:pt x="730948" y="1925698"/>
                </a:lnTo>
                <a:lnTo>
                  <a:pt x="732892" y="1925241"/>
                </a:lnTo>
                <a:lnTo>
                  <a:pt x="734835" y="1925041"/>
                </a:lnTo>
                <a:lnTo>
                  <a:pt x="736778" y="1924669"/>
                </a:lnTo>
                <a:lnTo>
                  <a:pt x="738721" y="1924555"/>
                </a:lnTo>
                <a:lnTo>
                  <a:pt x="740664" y="1924269"/>
                </a:lnTo>
                <a:lnTo>
                  <a:pt x="742607" y="1923869"/>
                </a:lnTo>
                <a:lnTo>
                  <a:pt x="744550" y="1923326"/>
                </a:lnTo>
                <a:lnTo>
                  <a:pt x="746522" y="1923069"/>
                </a:lnTo>
                <a:lnTo>
                  <a:pt x="748465" y="1923040"/>
                </a:lnTo>
                <a:lnTo>
                  <a:pt x="750408" y="1923012"/>
                </a:lnTo>
                <a:lnTo>
                  <a:pt x="752351" y="1922955"/>
                </a:lnTo>
                <a:lnTo>
                  <a:pt x="754294" y="1922869"/>
                </a:lnTo>
                <a:lnTo>
                  <a:pt x="756237" y="1922126"/>
                </a:lnTo>
                <a:lnTo>
                  <a:pt x="758180" y="1921840"/>
                </a:lnTo>
                <a:lnTo>
                  <a:pt x="760124" y="1921669"/>
                </a:lnTo>
                <a:lnTo>
                  <a:pt x="762067" y="1921640"/>
                </a:lnTo>
                <a:lnTo>
                  <a:pt x="764010" y="1921269"/>
                </a:lnTo>
                <a:lnTo>
                  <a:pt x="765953" y="1921212"/>
                </a:lnTo>
                <a:lnTo>
                  <a:pt x="767896" y="1920526"/>
                </a:lnTo>
                <a:lnTo>
                  <a:pt x="769839" y="1920440"/>
                </a:lnTo>
                <a:lnTo>
                  <a:pt x="771782" y="1920354"/>
                </a:lnTo>
                <a:lnTo>
                  <a:pt x="773725" y="1919983"/>
                </a:lnTo>
                <a:lnTo>
                  <a:pt x="775668" y="1919583"/>
                </a:lnTo>
                <a:lnTo>
                  <a:pt x="777611" y="1918868"/>
                </a:lnTo>
                <a:lnTo>
                  <a:pt x="779555" y="1918811"/>
                </a:lnTo>
                <a:lnTo>
                  <a:pt x="781498" y="1918554"/>
                </a:lnTo>
                <a:lnTo>
                  <a:pt x="783441" y="1918383"/>
                </a:lnTo>
                <a:lnTo>
                  <a:pt x="785384" y="1918297"/>
                </a:lnTo>
                <a:lnTo>
                  <a:pt x="787327" y="1918268"/>
                </a:lnTo>
                <a:lnTo>
                  <a:pt x="789270" y="1917811"/>
                </a:lnTo>
                <a:lnTo>
                  <a:pt x="791213" y="1917754"/>
                </a:lnTo>
                <a:lnTo>
                  <a:pt x="793156" y="1917583"/>
                </a:lnTo>
                <a:lnTo>
                  <a:pt x="795099" y="1917497"/>
                </a:lnTo>
                <a:lnTo>
                  <a:pt x="797042" y="1917411"/>
                </a:lnTo>
                <a:lnTo>
                  <a:pt x="798986" y="1917354"/>
                </a:lnTo>
                <a:lnTo>
                  <a:pt x="800929" y="1917154"/>
                </a:lnTo>
                <a:lnTo>
                  <a:pt x="802872" y="1916982"/>
                </a:lnTo>
                <a:lnTo>
                  <a:pt x="804815" y="1916954"/>
                </a:lnTo>
                <a:lnTo>
                  <a:pt x="806787" y="1916582"/>
                </a:lnTo>
                <a:lnTo>
                  <a:pt x="808730" y="1916354"/>
                </a:lnTo>
                <a:lnTo>
                  <a:pt x="810673" y="1916240"/>
                </a:lnTo>
                <a:lnTo>
                  <a:pt x="812616" y="1915697"/>
                </a:lnTo>
                <a:lnTo>
                  <a:pt x="814559" y="1915039"/>
                </a:lnTo>
                <a:lnTo>
                  <a:pt x="816502" y="1914811"/>
                </a:lnTo>
                <a:lnTo>
                  <a:pt x="818417" y="1914754"/>
                </a:lnTo>
                <a:lnTo>
                  <a:pt x="820388" y="1914725"/>
                </a:lnTo>
                <a:lnTo>
                  <a:pt x="822331" y="1914039"/>
                </a:lnTo>
                <a:lnTo>
                  <a:pt x="824274" y="1913468"/>
                </a:lnTo>
                <a:lnTo>
                  <a:pt x="826218" y="1913239"/>
                </a:lnTo>
                <a:lnTo>
                  <a:pt x="828161" y="1912925"/>
                </a:lnTo>
                <a:lnTo>
                  <a:pt x="830104" y="1912782"/>
                </a:lnTo>
                <a:lnTo>
                  <a:pt x="832047" y="1912582"/>
                </a:lnTo>
                <a:lnTo>
                  <a:pt x="833990" y="1912582"/>
                </a:lnTo>
                <a:lnTo>
                  <a:pt x="835933" y="1912410"/>
                </a:lnTo>
                <a:lnTo>
                  <a:pt x="837876" y="1911696"/>
                </a:lnTo>
                <a:lnTo>
                  <a:pt x="839819" y="1911667"/>
                </a:lnTo>
                <a:lnTo>
                  <a:pt x="841762" y="1911439"/>
                </a:lnTo>
                <a:lnTo>
                  <a:pt x="843705" y="1911410"/>
                </a:lnTo>
                <a:lnTo>
                  <a:pt x="845649" y="1910953"/>
                </a:lnTo>
                <a:lnTo>
                  <a:pt x="847592" y="1910896"/>
                </a:lnTo>
                <a:lnTo>
                  <a:pt x="849535" y="1910839"/>
                </a:lnTo>
                <a:lnTo>
                  <a:pt x="851478" y="1910753"/>
                </a:lnTo>
                <a:lnTo>
                  <a:pt x="853421" y="1910582"/>
                </a:lnTo>
                <a:lnTo>
                  <a:pt x="855364" y="1910239"/>
                </a:lnTo>
                <a:lnTo>
                  <a:pt x="857307" y="1909953"/>
                </a:lnTo>
                <a:lnTo>
                  <a:pt x="859250" y="1909924"/>
                </a:lnTo>
                <a:lnTo>
                  <a:pt x="861193" y="1909896"/>
                </a:lnTo>
                <a:lnTo>
                  <a:pt x="863136" y="1909724"/>
                </a:lnTo>
                <a:lnTo>
                  <a:pt x="865080" y="1909667"/>
                </a:lnTo>
                <a:lnTo>
                  <a:pt x="867023" y="1909667"/>
                </a:lnTo>
                <a:lnTo>
                  <a:pt x="868994" y="1909582"/>
                </a:lnTo>
                <a:lnTo>
                  <a:pt x="870937" y="1909381"/>
                </a:lnTo>
                <a:lnTo>
                  <a:pt x="872881" y="1909181"/>
                </a:lnTo>
                <a:lnTo>
                  <a:pt x="874824" y="1909181"/>
                </a:lnTo>
                <a:lnTo>
                  <a:pt x="876767" y="1909096"/>
                </a:lnTo>
                <a:lnTo>
                  <a:pt x="878710" y="1908724"/>
                </a:lnTo>
                <a:lnTo>
                  <a:pt x="880653" y="1908696"/>
                </a:lnTo>
                <a:lnTo>
                  <a:pt x="882596" y="1908381"/>
                </a:lnTo>
                <a:lnTo>
                  <a:pt x="884539" y="1908324"/>
                </a:lnTo>
                <a:lnTo>
                  <a:pt x="886482" y="1908038"/>
                </a:lnTo>
                <a:lnTo>
                  <a:pt x="888425" y="1907724"/>
                </a:lnTo>
                <a:lnTo>
                  <a:pt x="890368" y="1907381"/>
                </a:lnTo>
                <a:lnTo>
                  <a:pt x="892312" y="1907353"/>
                </a:lnTo>
                <a:lnTo>
                  <a:pt x="894255" y="1907353"/>
                </a:lnTo>
                <a:lnTo>
                  <a:pt x="896198" y="1906095"/>
                </a:lnTo>
                <a:lnTo>
                  <a:pt x="898141" y="1906067"/>
                </a:lnTo>
                <a:lnTo>
                  <a:pt x="900084" y="1906067"/>
                </a:lnTo>
                <a:lnTo>
                  <a:pt x="902027" y="1906010"/>
                </a:lnTo>
                <a:lnTo>
                  <a:pt x="903970" y="1905924"/>
                </a:lnTo>
                <a:lnTo>
                  <a:pt x="905913" y="1905895"/>
                </a:lnTo>
                <a:lnTo>
                  <a:pt x="907856" y="1905638"/>
                </a:lnTo>
                <a:lnTo>
                  <a:pt x="909799" y="1905552"/>
                </a:lnTo>
                <a:lnTo>
                  <a:pt x="911743" y="1905295"/>
                </a:lnTo>
                <a:lnTo>
                  <a:pt x="913686" y="1905210"/>
                </a:lnTo>
                <a:lnTo>
                  <a:pt x="915629" y="1905067"/>
                </a:lnTo>
                <a:lnTo>
                  <a:pt x="917572" y="1904981"/>
                </a:lnTo>
                <a:lnTo>
                  <a:pt x="919515" y="1904809"/>
                </a:lnTo>
                <a:lnTo>
                  <a:pt x="921458" y="1904809"/>
                </a:lnTo>
                <a:lnTo>
                  <a:pt x="923401" y="1904752"/>
                </a:lnTo>
                <a:lnTo>
                  <a:pt x="925344" y="1903952"/>
                </a:lnTo>
                <a:lnTo>
                  <a:pt x="927316" y="1903952"/>
                </a:lnTo>
                <a:lnTo>
                  <a:pt x="929259" y="1903895"/>
                </a:lnTo>
                <a:lnTo>
                  <a:pt x="931202" y="1903781"/>
                </a:lnTo>
                <a:lnTo>
                  <a:pt x="933145" y="1903666"/>
                </a:lnTo>
                <a:lnTo>
                  <a:pt x="935088" y="1903295"/>
                </a:lnTo>
                <a:lnTo>
                  <a:pt x="937003" y="1902523"/>
                </a:lnTo>
                <a:lnTo>
                  <a:pt x="938946" y="1901666"/>
                </a:lnTo>
                <a:lnTo>
                  <a:pt x="940918" y="1901638"/>
                </a:lnTo>
                <a:lnTo>
                  <a:pt x="942861" y="1901523"/>
                </a:lnTo>
                <a:lnTo>
                  <a:pt x="944804" y="1901466"/>
                </a:lnTo>
                <a:lnTo>
                  <a:pt x="946747" y="1901095"/>
                </a:lnTo>
                <a:lnTo>
                  <a:pt x="948690" y="1901066"/>
                </a:lnTo>
                <a:lnTo>
                  <a:pt x="950633" y="1900723"/>
                </a:lnTo>
                <a:lnTo>
                  <a:pt x="952576" y="1900723"/>
                </a:lnTo>
                <a:lnTo>
                  <a:pt x="954519" y="1900580"/>
                </a:lnTo>
                <a:lnTo>
                  <a:pt x="956462" y="1900438"/>
                </a:lnTo>
                <a:lnTo>
                  <a:pt x="958405" y="1900352"/>
                </a:lnTo>
                <a:lnTo>
                  <a:pt x="960349" y="1900152"/>
                </a:lnTo>
                <a:lnTo>
                  <a:pt x="962292" y="1900123"/>
                </a:lnTo>
                <a:lnTo>
                  <a:pt x="964235" y="1900037"/>
                </a:lnTo>
                <a:lnTo>
                  <a:pt x="966178" y="1899466"/>
                </a:lnTo>
                <a:lnTo>
                  <a:pt x="968121" y="1899380"/>
                </a:lnTo>
                <a:lnTo>
                  <a:pt x="970064" y="1899209"/>
                </a:lnTo>
                <a:lnTo>
                  <a:pt x="972007" y="1898752"/>
                </a:lnTo>
                <a:lnTo>
                  <a:pt x="973950" y="1898552"/>
                </a:lnTo>
                <a:lnTo>
                  <a:pt x="975893" y="1898494"/>
                </a:lnTo>
                <a:lnTo>
                  <a:pt x="977836" y="1898437"/>
                </a:lnTo>
                <a:lnTo>
                  <a:pt x="979780" y="1898352"/>
                </a:lnTo>
                <a:lnTo>
                  <a:pt x="981723" y="1897637"/>
                </a:lnTo>
                <a:lnTo>
                  <a:pt x="983666" y="1897380"/>
                </a:lnTo>
                <a:lnTo>
                  <a:pt x="985609" y="1896980"/>
                </a:lnTo>
                <a:lnTo>
                  <a:pt x="987552" y="1896751"/>
                </a:lnTo>
                <a:lnTo>
                  <a:pt x="989524" y="1896666"/>
                </a:lnTo>
                <a:lnTo>
                  <a:pt x="991467" y="1896551"/>
                </a:lnTo>
                <a:lnTo>
                  <a:pt x="993410" y="1896466"/>
                </a:lnTo>
                <a:lnTo>
                  <a:pt x="995353" y="1896380"/>
                </a:lnTo>
                <a:lnTo>
                  <a:pt x="997267" y="1895980"/>
                </a:lnTo>
                <a:lnTo>
                  <a:pt x="999239" y="1895751"/>
                </a:lnTo>
                <a:lnTo>
                  <a:pt x="1001182" y="1895694"/>
                </a:lnTo>
                <a:lnTo>
                  <a:pt x="1003125" y="1894865"/>
                </a:lnTo>
                <a:lnTo>
                  <a:pt x="1005068" y="1894694"/>
                </a:lnTo>
                <a:lnTo>
                  <a:pt x="1007012" y="1894637"/>
                </a:lnTo>
                <a:lnTo>
                  <a:pt x="1008955" y="1894522"/>
                </a:lnTo>
                <a:lnTo>
                  <a:pt x="1010898" y="1893694"/>
                </a:lnTo>
                <a:lnTo>
                  <a:pt x="1012841" y="1893637"/>
                </a:lnTo>
                <a:lnTo>
                  <a:pt x="1014784" y="1893494"/>
                </a:lnTo>
                <a:lnTo>
                  <a:pt x="1016727" y="1893208"/>
                </a:lnTo>
                <a:lnTo>
                  <a:pt x="1018670" y="1893151"/>
                </a:lnTo>
                <a:lnTo>
                  <a:pt x="1020613" y="1892894"/>
                </a:lnTo>
                <a:lnTo>
                  <a:pt x="1022556" y="1892751"/>
                </a:lnTo>
                <a:lnTo>
                  <a:pt x="1024499" y="1892122"/>
                </a:lnTo>
                <a:lnTo>
                  <a:pt x="1026443" y="1891836"/>
                </a:lnTo>
                <a:lnTo>
                  <a:pt x="1028386" y="1891779"/>
                </a:lnTo>
                <a:lnTo>
                  <a:pt x="1030329" y="1891436"/>
                </a:lnTo>
                <a:lnTo>
                  <a:pt x="1032272" y="1891265"/>
                </a:lnTo>
                <a:lnTo>
                  <a:pt x="1034215" y="1891151"/>
                </a:lnTo>
                <a:lnTo>
                  <a:pt x="1036158" y="1890951"/>
                </a:lnTo>
                <a:lnTo>
                  <a:pt x="1038101" y="1890665"/>
                </a:lnTo>
                <a:lnTo>
                  <a:pt x="1040044" y="1890579"/>
                </a:lnTo>
                <a:lnTo>
                  <a:pt x="1041987" y="1890551"/>
                </a:lnTo>
                <a:lnTo>
                  <a:pt x="1043930" y="1890436"/>
                </a:lnTo>
                <a:lnTo>
                  <a:pt x="1045874" y="1890151"/>
                </a:lnTo>
                <a:lnTo>
                  <a:pt x="1047845" y="1889636"/>
                </a:lnTo>
                <a:lnTo>
                  <a:pt x="1049788" y="1888865"/>
                </a:lnTo>
                <a:lnTo>
                  <a:pt x="1051731" y="1888779"/>
                </a:lnTo>
                <a:lnTo>
                  <a:pt x="1053675" y="1888722"/>
                </a:lnTo>
                <a:lnTo>
                  <a:pt x="1055589" y="1887807"/>
                </a:lnTo>
                <a:lnTo>
                  <a:pt x="1057532" y="1887750"/>
                </a:lnTo>
                <a:lnTo>
                  <a:pt x="1059504" y="1887664"/>
                </a:lnTo>
                <a:lnTo>
                  <a:pt x="1061447" y="1887493"/>
                </a:lnTo>
                <a:lnTo>
                  <a:pt x="1063390" y="1887464"/>
                </a:lnTo>
                <a:lnTo>
                  <a:pt x="1065333" y="1887236"/>
                </a:lnTo>
                <a:lnTo>
                  <a:pt x="1067276" y="1887122"/>
                </a:lnTo>
                <a:lnTo>
                  <a:pt x="1069219" y="1887007"/>
                </a:lnTo>
                <a:lnTo>
                  <a:pt x="1071162" y="1887007"/>
                </a:lnTo>
                <a:lnTo>
                  <a:pt x="1073106" y="1886407"/>
                </a:lnTo>
                <a:lnTo>
                  <a:pt x="1075049" y="1885836"/>
                </a:lnTo>
                <a:lnTo>
                  <a:pt x="1076992" y="1885807"/>
                </a:lnTo>
                <a:lnTo>
                  <a:pt x="1078935" y="1885779"/>
                </a:lnTo>
                <a:lnTo>
                  <a:pt x="1080878" y="1885093"/>
                </a:lnTo>
                <a:lnTo>
                  <a:pt x="1082821" y="1884664"/>
                </a:lnTo>
                <a:lnTo>
                  <a:pt x="1084764" y="1884550"/>
                </a:lnTo>
                <a:lnTo>
                  <a:pt x="1086707" y="1884350"/>
                </a:lnTo>
                <a:lnTo>
                  <a:pt x="1088650" y="1884178"/>
                </a:lnTo>
                <a:lnTo>
                  <a:pt x="1090593" y="1884093"/>
                </a:lnTo>
                <a:lnTo>
                  <a:pt x="1092537" y="1883921"/>
                </a:lnTo>
                <a:lnTo>
                  <a:pt x="1094480" y="1883807"/>
                </a:lnTo>
                <a:lnTo>
                  <a:pt x="1096423" y="1883807"/>
                </a:lnTo>
                <a:lnTo>
                  <a:pt x="1098366" y="1883464"/>
                </a:lnTo>
                <a:lnTo>
                  <a:pt x="1100309" y="1883378"/>
                </a:lnTo>
                <a:lnTo>
                  <a:pt x="1102252" y="1883207"/>
                </a:lnTo>
                <a:lnTo>
                  <a:pt x="1104195" y="1882892"/>
                </a:lnTo>
                <a:lnTo>
                  <a:pt x="1106138" y="1882578"/>
                </a:lnTo>
                <a:lnTo>
                  <a:pt x="1108110" y="1882492"/>
                </a:lnTo>
                <a:lnTo>
                  <a:pt x="1110053" y="1881235"/>
                </a:lnTo>
                <a:lnTo>
                  <a:pt x="1111996" y="1881149"/>
                </a:lnTo>
                <a:lnTo>
                  <a:pt x="1113939" y="1880806"/>
                </a:lnTo>
                <a:lnTo>
                  <a:pt x="1115854" y="1880806"/>
                </a:lnTo>
                <a:lnTo>
                  <a:pt x="1117797" y="1880549"/>
                </a:lnTo>
                <a:lnTo>
                  <a:pt x="1119769" y="1879778"/>
                </a:lnTo>
                <a:lnTo>
                  <a:pt x="1121712" y="1879606"/>
                </a:lnTo>
                <a:lnTo>
                  <a:pt x="1123655" y="1879406"/>
                </a:lnTo>
                <a:lnTo>
                  <a:pt x="1125598" y="1879321"/>
                </a:lnTo>
                <a:lnTo>
                  <a:pt x="1127541" y="1879321"/>
                </a:lnTo>
                <a:lnTo>
                  <a:pt x="1129484" y="1879235"/>
                </a:lnTo>
                <a:lnTo>
                  <a:pt x="1131427" y="1879149"/>
                </a:lnTo>
                <a:lnTo>
                  <a:pt x="1133370" y="1879063"/>
                </a:lnTo>
                <a:lnTo>
                  <a:pt x="1135313" y="1878806"/>
                </a:lnTo>
                <a:lnTo>
                  <a:pt x="1137256" y="1878606"/>
                </a:lnTo>
                <a:lnTo>
                  <a:pt x="1139200" y="1878549"/>
                </a:lnTo>
                <a:lnTo>
                  <a:pt x="1141143" y="1878320"/>
                </a:lnTo>
                <a:lnTo>
                  <a:pt x="1143086" y="1878120"/>
                </a:lnTo>
                <a:lnTo>
                  <a:pt x="1145029" y="1877863"/>
                </a:lnTo>
                <a:lnTo>
                  <a:pt x="1146972" y="1877606"/>
                </a:lnTo>
                <a:lnTo>
                  <a:pt x="1148915" y="1877320"/>
                </a:lnTo>
                <a:lnTo>
                  <a:pt x="1150858" y="1877263"/>
                </a:lnTo>
                <a:lnTo>
                  <a:pt x="1152801" y="1876720"/>
                </a:lnTo>
                <a:lnTo>
                  <a:pt x="1154744" y="1876320"/>
                </a:lnTo>
                <a:lnTo>
                  <a:pt x="1156687" y="1876120"/>
                </a:lnTo>
                <a:lnTo>
                  <a:pt x="1158631" y="1876063"/>
                </a:lnTo>
                <a:lnTo>
                  <a:pt x="1160574" y="1875949"/>
                </a:lnTo>
                <a:lnTo>
                  <a:pt x="1162517" y="1875863"/>
                </a:lnTo>
                <a:lnTo>
                  <a:pt x="1164460" y="1875663"/>
                </a:lnTo>
                <a:lnTo>
                  <a:pt x="1166403" y="1875263"/>
                </a:lnTo>
                <a:lnTo>
                  <a:pt x="1168375" y="1875263"/>
                </a:lnTo>
                <a:lnTo>
                  <a:pt x="1170318" y="1875149"/>
                </a:lnTo>
                <a:lnTo>
                  <a:pt x="1172261" y="1874063"/>
                </a:lnTo>
                <a:lnTo>
                  <a:pt x="1174175" y="1873748"/>
                </a:lnTo>
                <a:lnTo>
                  <a:pt x="1176118" y="1873748"/>
                </a:lnTo>
                <a:lnTo>
                  <a:pt x="1178062" y="1873663"/>
                </a:lnTo>
                <a:lnTo>
                  <a:pt x="1180033" y="1873491"/>
                </a:lnTo>
                <a:lnTo>
                  <a:pt x="1181976" y="1873291"/>
                </a:lnTo>
                <a:lnTo>
                  <a:pt x="1183919" y="1873148"/>
                </a:lnTo>
                <a:lnTo>
                  <a:pt x="1185862" y="1872120"/>
                </a:lnTo>
                <a:lnTo>
                  <a:pt x="1187806" y="1872091"/>
                </a:lnTo>
                <a:lnTo>
                  <a:pt x="1189749" y="1871977"/>
                </a:lnTo>
                <a:lnTo>
                  <a:pt x="1191692" y="1871777"/>
                </a:lnTo>
                <a:lnTo>
                  <a:pt x="1193635" y="1871720"/>
                </a:lnTo>
                <a:lnTo>
                  <a:pt x="1195578" y="1871520"/>
                </a:lnTo>
                <a:lnTo>
                  <a:pt x="1197521" y="1871005"/>
                </a:lnTo>
                <a:lnTo>
                  <a:pt x="1199464" y="1870577"/>
                </a:lnTo>
                <a:lnTo>
                  <a:pt x="1201407" y="1870462"/>
                </a:lnTo>
                <a:lnTo>
                  <a:pt x="1203350" y="1870205"/>
                </a:lnTo>
                <a:lnTo>
                  <a:pt x="1205293" y="1870062"/>
                </a:lnTo>
                <a:lnTo>
                  <a:pt x="1207237" y="1869748"/>
                </a:lnTo>
                <a:lnTo>
                  <a:pt x="1209180" y="1869605"/>
                </a:lnTo>
                <a:lnTo>
                  <a:pt x="1211123" y="1869491"/>
                </a:lnTo>
                <a:lnTo>
                  <a:pt x="1213066" y="1869462"/>
                </a:lnTo>
                <a:lnTo>
                  <a:pt x="1215009" y="1868976"/>
                </a:lnTo>
                <a:lnTo>
                  <a:pt x="1216952" y="1868976"/>
                </a:lnTo>
                <a:lnTo>
                  <a:pt x="1218895" y="1868891"/>
                </a:lnTo>
                <a:lnTo>
                  <a:pt x="1220838" y="1868519"/>
                </a:lnTo>
                <a:lnTo>
                  <a:pt x="1222781" y="1868376"/>
                </a:lnTo>
                <a:lnTo>
                  <a:pt x="1224724" y="1866490"/>
                </a:lnTo>
                <a:lnTo>
                  <a:pt x="1226668" y="1866033"/>
                </a:lnTo>
                <a:lnTo>
                  <a:pt x="1228639" y="1865976"/>
                </a:lnTo>
                <a:lnTo>
                  <a:pt x="1230582" y="1865776"/>
                </a:lnTo>
                <a:lnTo>
                  <a:pt x="1232525" y="1865719"/>
                </a:lnTo>
                <a:lnTo>
                  <a:pt x="1234440" y="1865347"/>
                </a:lnTo>
                <a:lnTo>
                  <a:pt x="1236383" y="1865347"/>
                </a:lnTo>
                <a:lnTo>
                  <a:pt x="1238326" y="1864633"/>
                </a:lnTo>
                <a:lnTo>
                  <a:pt x="1240298" y="1864176"/>
                </a:lnTo>
                <a:lnTo>
                  <a:pt x="1242241" y="1863862"/>
                </a:lnTo>
                <a:lnTo>
                  <a:pt x="1244184" y="1863490"/>
                </a:lnTo>
                <a:lnTo>
                  <a:pt x="1246127" y="1863347"/>
                </a:lnTo>
                <a:lnTo>
                  <a:pt x="1248070" y="1863233"/>
                </a:lnTo>
                <a:lnTo>
                  <a:pt x="1250013" y="1863233"/>
                </a:lnTo>
                <a:lnTo>
                  <a:pt x="1251956" y="1863119"/>
                </a:lnTo>
                <a:lnTo>
                  <a:pt x="1253900" y="1862719"/>
                </a:lnTo>
                <a:lnTo>
                  <a:pt x="1255843" y="1862661"/>
                </a:lnTo>
                <a:lnTo>
                  <a:pt x="1257786" y="1862261"/>
                </a:lnTo>
                <a:lnTo>
                  <a:pt x="1259729" y="1862061"/>
                </a:lnTo>
                <a:lnTo>
                  <a:pt x="1261672" y="1862004"/>
                </a:lnTo>
                <a:lnTo>
                  <a:pt x="1263615" y="1861804"/>
                </a:lnTo>
                <a:lnTo>
                  <a:pt x="1265558" y="1860918"/>
                </a:lnTo>
                <a:lnTo>
                  <a:pt x="1267501" y="1860861"/>
                </a:lnTo>
                <a:lnTo>
                  <a:pt x="1269444" y="1860718"/>
                </a:lnTo>
                <a:lnTo>
                  <a:pt x="1271387" y="1860290"/>
                </a:lnTo>
                <a:lnTo>
                  <a:pt x="1273331" y="1860032"/>
                </a:lnTo>
                <a:lnTo>
                  <a:pt x="1275274" y="1859918"/>
                </a:lnTo>
                <a:lnTo>
                  <a:pt x="1277217" y="1859890"/>
                </a:lnTo>
                <a:lnTo>
                  <a:pt x="1279160" y="1859861"/>
                </a:lnTo>
                <a:lnTo>
                  <a:pt x="1281103" y="1859204"/>
                </a:lnTo>
                <a:lnTo>
                  <a:pt x="1283046" y="1859032"/>
                </a:lnTo>
                <a:lnTo>
                  <a:pt x="1284989" y="1858518"/>
                </a:lnTo>
                <a:lnTo>
                  <a:pt x="1286932" y="1858461"/>
                </a:lnTo>
                <a:lnTo>
                  <a:pt x="1288904" y="1858318"/>
                </a:lnTo>
                <a:lnTo>
                  <a:pt x="1290847" y="1858232"/>
                </a:lnTo>
                <a:lnTo>
                  <a:pt x="1292762" y="1858004"/>
                </a:lnTo>
                <a:lnTo>
                  <a:pt x="1294705" y="1857375"/>
                </a:lnTo>
                <a:lnTo>
                  <a:pt x="1296648" y="1856861"/>
                </a:lnTo>
                <a:lnTo>
                  <a:pt x="1298591" y="1856803"/>
                </a:lnTo>
                <a:lnTo>
                  <a:pt x="1300563" y="1856803"/>
                </a:lnTo>
                <a:lnTo>
                  <a:pt x="1302506" y="1856689"/>
                </a:lnTo>
                <a:lnTo>
                  <a:pt x="1304449" y="1856661"/>
                </a:lnTo>
                <a:lnTo>
                  <a:pt x="1306392" y="1856632"/>
                </a:lnTo>
                <a:lnTo>
                  <a:pt x="1308335" y="1856546"/>
                </a:lnTo>
                <a:lnTo>
                  <a:pt x="1310278" y="1856432"/>
                </a:lnTo>
                <a:lnTo>
                  <a:pt x="1312221" y="1856375"/>
                </a:lnTo>
                <a:lnTo>
                  <a:pt x="1314164" y="1856061"/>
                </a:lnTo>
                <a:lnTo>
                  <a:pt x="1316107" y="1854860"/>
                </a:lnTo>
                <a:lnTo>
                  <a:pt x="1318050" y="1854660"/>
                </a:lnTo>
                <a:lnTo>
                  <a:pt x="1319994" y="1853946"/>
                </a:lnTo>
                <a:lnTo>
                  <a:pt x="1321937" y="1853546"/>
                </a:lnTo>
                <a:lnTo>
                  <a:pt x="1323880" y="1853460"/>
                </a:lnTo>
                <a:lnTo>
                  <a:pt x="1325823" y="1853146"/>
                </a:lnTo>
                <a:lnTo>
                  <a:pt x="1327766" y="1852889"/>
                </a:lnTo>
                <a:lnTo>
                  <a:pt x="1329709" y="1852717"/>
                </a:lnTo>
                <a:lnTo>
                  <a:pt x="1331652" y="1852632"/>
                </a:lnTo>
                <a:lnTo>
                  <a:pt x="1333595" y="1852660"/>
                </a:lnTo>
                <a:lnTo>
                  <a:pt x="1335538" y="1852460"/>
                </a:lnTo>
                <a:lnTo>
                  <a:pt x="1337481" y="1852260"/>
                </a:lnTo>
                <a:lnTo>
                  <a:pt x="1339425" y="1852231"/>
                </a:lnTo>
                <a:lnTo>
                  <a:pt x="1341368" y="1851289"/>
                </a:lnTo>
                <a:lnTo>
                  <a:pt x="1343311" y="1851260"/>
                </a:lnTo>
                <a:lnTo>
                  <a:pt x="1345254" y="1850774"/>
                </a:lnTo>
                <a:lnTo>
                  <a:pt x="1347197" y="1850488"/>
                </a:lnTo>
                <a:lnTo>
                  <a:pt x="1349169" y="1849917"/>
                </a:lnTo>
                <a:lnTo>
                  <a:pt x="1351112" y="1849717"/>
                </a:lnTo>
                <a:lnTo>
                  <a:pt x="1353026" y="1849117"/>
                </a:lnTo>
                <a:lnTo>
                  <a:pt x="1354969" y="1848745"/>
                </a:lnTo>
                <a:lnTo>
                  <a:pt x="1356912" y="1848545"/>
                </a:lnTo>
                <a:lnTo>
                  <a:pt x="1358856" y="1848060"/>
                </a:lnTo>
                <a:lnTo>
                  <a:pt x="1360827" y="1847945"/>
                </a:lnTo>
                <a:lnTo>
                  <a:pt x="1362770" y="1847774"/>
                </a:lnTo>
                <a:lnTo>
                  <a:pt x="1364713" y="1847717"/>
                </a:lnTo>
                <a:lnTo>
                  <a:pt x="1366657" y="1846316"/>
                </a:lnTo>
                <a:lnTo>
                  <a:pt x="1368600" y="1846088"/>
                </a:lnTo>
                <a:lnTo>
                  <a:pt x="1370543" y="1845745"/>
                </a:lnTo>
                <a:lnTo>
                  <a:pt x="1372486" y="1845774"/>
                </a:lnTo>
                <a:lnTo>
                  <a:pt x="1374429" y="1845716"/>
                </a:lnTo>
                <a:lnTo>
                  <a:pt x="1376372" y="1845574"/>
                </a:lnTo>
                <a:lnTo>
                  <a:pt x="1378315" y="1845373"/>
                </a:lnTo>
                <a:lnTo>
                  <a:pt x="1380258" y="1845145"/>
                </a:lnTo>
                <a:lnTo>
                  <a:pt x="1382201" y="1845031"/>
                </a:lnTo>
                <a:lnTo>
                  <a:pt x="1384144" y="1844259"/>
                </a:lnTo>
                <a:lnTo>
                  <a:pt x="1386088" y="1844002"/>
                </a:lnTo>
                <a:lnTo>
                  <a:pt x="1388031" y="1843688"/>
                </a:lnTo>
                <a:lnTo>
                  <a:pt x="1389974" y="1842945"/>
                </a:lnTo>
                <a:lnTo>
                  <a:pt x="1391917" y="1842145"/>
                </a:lnTo>
                <a:lnTo>
                  <a:pt x="1393860" y="1842002"/>
                </a:lnTo>
                <a:lnTo>
                  <a:pt x="1395803" y="1841802"/>
                </a:lnTo>
                <a:lnTo>
                  <a:pt x="1397746" y="1841573"/>
                </a:lnTo>
                <a:lnTo>
                  <a:pt x="1399689" y="1840487"/>
                </a:lnTo>
                <a:lnTo>
                  <a:pt x="1401632" y="1839973"/>
                </a:lnTo>
                <a:lnTo>
                  <a:pt x="1403575" y="1839516"/>
                </a:lnTo>
                <a:lnTo>
                  <a:pt x="1405519" y="1838516"/>
                </a:lnTo>
                <a:lnTo>
                  <a:pt x="1407462" y="1838315"/>
                </a:lnTo>
                <a:lnTo>
                  <a:pt x="1409433" y="1836658"/>
                </a:lnTo>
                <a:lnTo>
                  <a:pt x="1411348" y="1836458"/>
                </a:lnTo>
                <a:lnTo>
                  <a:pt x="1413291" y="1836087"/>
                </a:lnTo>
                <a:lnTo>
                  <a:pt x="1415234" y="1835944"/>
                </a:lnTo>
                <a:lnTo>
                  <a:pt x="1417177" y="1835258"/>
                </a:lnTo>
                <a:lnTo>
                  <a:pt x="1419120" y="1834829"/>
                </a:lnTo>
                <a:lnTo>
                  <a:pt x="1421092" y="1834401"/>
                </a:lnTo>
                <a:lnTo>
                  <a:pt x="1423035" y="1833743"/>
                </a:lnTo>
                <a:lnTo>
                  <a:pt x="1424978" y="1833315"/>
                </a:lnTo>
                <a:lnTo>
                  <a:pt x="1426921" y="1833315"/>
                </a:lnTo>
                <a:lnTo>
                  <a:pt x="1428864" y="1833143"/>
                </a:lnTo>
                <a:lnTo>
                  <a:pt x="1430807" y="1832943"/>
                </a:lnTo>
                <a:lnTo>
                  <a:pt x="1432750" y="1832886"/>
                </a:lnTo>
                <a:lnTo>
                  <a:pt x="1434694" y="1832772"/>
                </a:lnTo>
                <a:lnTo>
                  <a:pt x="1436637" y="1832115"/>
                </a:lnTo>
                <a:lnTo>
                  <a:pt x="1438580" y="1832086"/>
                </a:lnTo>
                <a:lnTo>
                  <a:pt x="1440523" y="1831600"/>
                </a:lnTo>
                <a:lnTo>
                  <a:pt x="1442466" y="1830772"/>
                </a:lnTo>
                <a:lnTo>
                  <a:pt x="1444409" y="1830514"/>
                </a:lnTo>
                <a:lnTo>
                  <a:pt x="1446352" y="1830372"/>
                </a:lnTo>
                <a:lnTo>
                  <a:pt x="1448295" y="1830314"/>
                </a:lnTo>
                <a:lnTo>
                  <a:pt x="1450238" y="1830086"/>
                </a:lnTo>
                <a:lnTo>
                  <a:pt x="1452181" y="1829972"/>
                </a:lnTo>
                <a:lnTo>
                  <a:pt x="1454125" y="1829972"/>
                </a:lnTo>
                <a:lnTo>
                  <a:pt x="1456068" y="1829800"/>
                </a:lnTo>
                <a:lnTo>
                  <a:pt x="1458011" y="1829657"/>
                </a:lnTo>
                <a:lnTo>
                  <a:pt x="1459954" y="1829657"/>
                </a:lnTo>
                <a:lnTo>
                  <a:pt x="1461897" y="1829457"/>
                </a:lnTo>
                <a:lnTo>
                  <a:pt x="1463840" y="1829286"/>
                </a:lnTo>
                <a:lnTo>
                  <a:pt x="1465783" y="1828571"/>
                </a:lnTo>
                <a:lnTo>
                  <a:pt x="1467726" y="1828486"/>
                </a:lnTo>
                <a:lnTo>
                  <a:pt x="1469698" y="1828429"/>
                </a:lnTo>
                <a:lnTo>
                  <a:pt x="1471612" y="1828343"/>
                </a:lnTo>
                <a:lnTo>
                  <a:pt x="1473556" y="1828228"/>
                </a:lnTo>
                <a:lnTo>
                  <a:pt x="1475499" y="1827228"/>
                </a:lnTo>
                <a:lnTo>
                  <a:pt x="1477442" y="1827028"/>
                </a:lnTo>
                <a:lnTo>
                  <a:pt x="1479385" y="1826914"/>
                </a:lnTo>
                <a:lnTo>
                  <a:pt x="1481357" y="1826628"/>
                </a:lnTo>
                <a:lnTo>
                  <a:pt x="1483300" y="1826485"/>
                </a:lnTo>
                <a:lnTo>
                  <a:pt x="1485243" y="1826228"/>
                </a:lnTo>
                <a:lnTo>
                  <a:pt x="1487186" y="1825914"/>
                </a:lnTo>
                <a:lnTo>
                  <a:pt x="1489129" y="1825657"/>
                </a:lnTo>
                <a:lnTo>
                  <a:pt x="1491072" y="1824800"/>
                </a:lnTo>
                <a:lnTo>
                  <a:pt x="1493015" y="1824714"/>
                </a:lnTo>
                <a:lnTo>
                  <a:pt x="1494958" y="1824657"/>
                </a:lnTo>
                <a:lnTo>
                  <a:pt x="1496901" y="1824057"/>
                </a:lnTo>
                <a:lnTo>
                  <a:pt x="1498844" y="1823971"/>
                </a:lnTo>
                <a:lnTo>
                  <a:pt x="1500788" y="1823799"/>
                </a:lnTo>
                <a:lnTo>
                  <a:pt x="1502731" y="1823028"/>
                </a:lnTo>
                <a:lnTo>
                  <a:pt x="1504674" y="1822085"/>
                </a:lnTo>
                <a:lnTo>
                  <a:pt x="1506617" y="1821685"/>
                </a:lnTo>
                <a:lnTo>
                  <a:pt x="1508560" y="1821456"/>
                </a:lnTo>
                <a:lnTo>
                  <a:pt x="1510503" y="1820027"/>
                </a:lnTo>
                <a:lnTo>
                  <a:pt x="1512446" y="1819999"/>
                </a:lnTo>
                <a:lnTo>
                  <a:pt x="1514389" y="1818827"/>
                </a:lnTo>
                <a:lnTo>
                  <a:pt x="1516332" y="1818570"/>
                </a:lnTo>
                <a:lnTo>
                  <a:pt x="1518275" y="1818542"/>
                </a:lnTo>
                <a:lnTo>
                  <a:pt x="1520219" y="1817570"/>
                </a:lnTo>
                <a:lnTo>
                  <a:pt x="1522162" y="1817541"/>
                </a:lnTo>
                <a:lnTo>
                  <a:pt x="1524105" y="1816027"/>
                </a:lnTo>
                <a:lnTo>
                  <a:pt x="1526048" y="1814913"/>
                </a:lnTo>
                <a:lnTo>
                  <a:pt x="1527991" y="1814084"/>
                </a:lnTo>
                <a:lnTo>
                  <a:pt x="1529934" y="1814055"/>
                </a:lnTo>
                <a:lnTo>
                  <a:pt x="1531877" y="1813484"/>
                </a:lnTo>
                <a:lnTo>
                  <a:pt x="1533820" y="1813484"/>
                </a:lnTo>
                <a:lnTo>
                  <a:pt x="1535763" y="1813427"/>
                </a:lnTo>
                <a:lnTo>
                  <a:pt x="1537706" y="1813084"/>
                </a:lnTo>
                <a:lnTo>
                  <a:pt x="1539650" y="1812112"/>
                </a:lnTo>
                <a:lnTo>
                  <a:pt x="1541621" y="1810798"/>
                </a:lnTo>
                <a:lnTo>
                  <a:pt x="1543564" y="1810741"/>
                </a:lnTo>
                <a:lnTo>
                  <a:pt x="1545507" y="1810483"/>
                </a:lnTo>
                <a:lnTo>
                  <a:pt x="1547451" y="1810341"/>
                </a:lnTo>
                <a:lnTo>
                  <a:pt x="1549394" y="1809540"/>
                </a:lnTo>
                <a:lnTo>
                  <a:pt x="1551337" y="1809312"/>
                </a:lnTo>
                <a:lnTo>
                  <a:pt x="1553280" y="1808483"/>
                </a:lnTo>
                <a:lnTo>
                  <a:pt x="1555223" y="1808255"/>
                </a:lnTo>
                <a:lnTo>
                  <a:pt x="1557166" y="1807969"/>
                </a:lnTo>
                <a:lnTo>
                  <a:pt x="1559109" y="1807769"/>
                </a:lnTo>
                <a:lnTo>
                  <a:pt x="1561052" y="1807769"/>
                </a:lnTo>
                <a:lnTo>
                  <a:pt x="1562995" y="1807369"/>
                </a:lnTo>
                <a:lnTo>
                  <a:pt x="1564938" y="1807054"/>
                </a:lnTo>
                <a:lnTo>
                  <a:pt x="1566882" y="1806340"/>
                </a:lnTo>
                <a:lnTo>
                  <a:pt x="1568825" y="1806311"/>
                </a:lnTo>
                <a:lnTo>
                  <a:pt x="1570768" y="1805683"/>
                </a:lnTo>
                <a:lnTo>
                  <a:pt x="1572711" y="1804940"/>
                </a:lnTo>
                <a:lnTo>
                  <a:pt x="1574654" y="1804854"/>
                </a:lnTo>
                <a:lnTo>
                  <a:pt x="1576597" y="1804254"/>
                </a:lnTo>
                <a:lnTo>
                  <a:pt x="1578540" y="1803825"/>
                </a:lnTo>
                <a:lnTo>
                  <a:pt x="1580483" y="1803711"/>
                </a:lnTo>
                <a:lnTo>
                  <a:pt x="1582426" y="1803454"/>
                </a:lnTo>
                <a:lnTo>
                  <a:pt x="1584369" y="1803025"/>
                </a:lnTo>
                <a:lnTo>
                  <a:pt x="1586313" y="1802911"/>
                </a:lnTo>
                <a:lnTo>
                  <a:pt x="1588256" y="1802740"/>
                </a:lnTo>
                <a:lnTo>
                  <a:pt x="1590199" y="1802654"/>
                </a:lnTo>
                <a:lnTo>
                  <a:pt x="1592142" y="1802568"/>
                </a:lnTo>
                <a:lnTo>
                  <a:pt x="1594085" y="1802111"/>
                </a:lnTo>
                <a:lnTo>
                  <a:pt x="1596028" y="1801654"/>
                </a:lnTo>
                <a:lnTo>
                  <a:pt x="1597971" y="1801568"/>
                </a:lnTo>
                <a:lnTo>
                  <a:pt x="1599914" y="1800682"/>
                </a:lnTo>
                <a:lnTo>
                  <a:pt x="1601886" y="1800539"/>
                </a:lnTo>
                <a:lnTo>
                  <a:pt x="1603829" y="1800311"/>
                </a:lnTo>
                <a:lnTo>
                  <a:pt x="1605772" y="1799596"/>
                </a:lnTo>
                <a:lnTo>
                  <a:pt x="1607715" y="1799111"/>
                </a:lnTo>
                <a:lnTo>
                  <a:pt x="1609658" y="1798453"/>
                </a:lnTo>
                <a:lnTo>
                  <a:pt x="1611601" y="1797739"/>
                </a:lnTo>
                <a:lnTo>
                  <a:pt x="1613545" y="1797682"/>
                </a:lnTo>
                <a:lnTo>
                  <a:pt x="1615488" y="1797682"/>
                </a:lnTo>
                <a:lnTo>
                  <a:pt x="1617431" y="1797310"/>
                </a:lnTo>
                <a:lnTo>
                  <a:pt x="1619374" y="1797196"/>
                </a:lnTo>
                <a:lnTo>
                  <a:pt x="1621317" y="1796853"/>
                </a:lnTo>
                <a:lnTo>
                  <a:pt x="1623260" y="1796396"/>
                </a:lnTo>
                <a:lnTo>
                  <a:pt x="1625203" y="1796225"/>
                </a:lnTo>
                <a:lnTo>
                  <a:pt x="1627146" y="1795967"/>
                </a:lnTo>
                <a:lnTo>
                  <a:pt x="1629089" y="1795110"/>
                </a:lnTo>
                <a:lnTo>
                  <a:pt x="1631032" y="1795024"/>
                </a:lnTo>
                <a:lnTo>
                  <a:pt x="1632976" y="1794796"/>
                </a:lnTo>
                <a:lnTo>
                  <a:pt x="1634919" y="1794310"/>
                </a:lnTo>
                <a:lnTo>
                  <a:pt x="1636862" y="1794253"/>
                </a:lnTo>
                <a:lnTo>
                  <a:pt x="1638805" y="1793967"/>
                </a:lnTo>
                <a:lnTo>
                  <a:pt x="1640748" y="1793681"/>
                </a:lnTo>
                <a:lnTo>
                  <a:pt x="1642691" y="1793538"/>
                </a:lnTo>
                <a:lnTo>
                  <a:pt x="1644634" y="1793453"/>
                </a:lnTo>
                <a:lnTo>
                  <a:pt x="1646577" y="1793167"/>
                </a:lnTo>
                <a:lnTo>
                  <a:pt x="1648520" y="1793138"/>
                </a:lnTo>
                <a:lnTo>
                  <a:pt x="1650463" y="1792681"/>
                </a:lnTo>
                <a:lnTo>
                  <a:pt x="1652407" y="1792681"/>
                </a:lnTo>
                <a:lnTo>
                  <a:pt x="1654350" y="1791881"/>
                </a:lnTo>
                <a:lnTo>
                  <a:pt x="1656293" y="1791824"/>
                </a:lnTo>
                <a:lnTo>
                  <a:pt x="1658236" y="1791795"/>
                </a:lnTo>
                <a:lnTo>
                  <a:pt x="1660179" y="1791795"/>
                </a:lnTo>
                <a:lnTo>
                  <a:pt x="1662151" y="1791710"/>
                </a:lnTo>
                <a:lnTo>
                  <a:pt x="1664094" y="1791481"/>
                </a:lnTo>
                <a:lnTo>
                  <a:pt x="1666037" y="1791252"/>
                </a:lnTo>
                <a:lnTo>
                  <a:pt x="1667980" y="1791252"/>
                </a:lnTo>
                <a:lnTo>
                  <a:pt x="1669923" y="1790824"/>
                </a:lnTo>
                <a:lnTo>
                  <a:pt x="1671866" y="1790338"/>
                </a:lnTo>
                <a:lnTo>
                  <a:pt x="1673809" y="1789938"/>
                </a:lnTo>
                <a:lnTo>
                  <a:pt x="1675752" y="1789738"/>
                </a:lnTo>
                <a:lnTo>
                  <a:pt x="1677695" y="1789338"/>
                </a:lnTo>
                <a:lnTo>
                  <a:pt x="1679638" y="1788909"/>
                </a:lnTo>
                <a:lnTo>
                  <a:pt x="1681582" y="1788652"/>
                </a:lnTo>
                <a:lnTo>
                  <a:pt x="1683525" y="1788424"/>
                </a:lnTo>
                <a:lnTo>
                  <a:pt x="1685468" y="1788138"/>
                </a:lnTo>
                <a:lnTo>
                  <a:pt x="1687411" y="1788109"/>
                </a:lnTo>
                <a:lnTo>
                  <a:pt x="1689354" y="1787881"/>
                </a:lnTo>
                <a:lnTo>
                  <a:pt x="1691297" y="1787738"/>
                </a:lnTo>
                <a:lnTo>
                  <a:pt x="1693240" y="1786995"/>
                </a:lnTo>
                <a:lnTo>
                  <a:pt x="1695183" y="1786538"/>
                </a:lnTo>
                <a:lnTo>
                  <a:pt x="1697126" y="1786338"/>
                </a:lnTo>
                <a:lnTo>
                  <a:pt x="1699069" y="1786109"/>
                </a:lnTo>
                <a:lnTo>
                  <a:pt x="1701013" y="1785995"/>
                </a:lnTo>
                <a:lnTo>
                  <a:pt x="1702956" y="1785709"/>
                </a:lnTo>
                <a:lnTo>
                  <a:pt x="1704899" y="1785623"/>
                </a:lnTo>
                <a:lnTo>
                  <a:pt x="1706842" y="1785195"/>
                </a:lnTo>
                <a:lnTo>
                  <a:pt x="1708785" y="1784680"/>
                </a:lnTo>
                <a:lnTo>
                  <a:pt x="1710728" y="1784509"/>
                </a:lnTo>
                <a:lnTo>
                  <a:pt x="1712671" y="1783880"/>
                </a:lnTo>
                <a:lnTo>
                  <a:pt x="1714614" y="1783823"/>
                </a:lnTo>
                <a:lnTo>
                  <a:pt x="1716557" y="1783623"/>
                </a:lnTo>
                <a:lnTo>
                  <a:pt x="1718500" y="1782537"/>
                </a:lnTo>
                <a:lnTo>
                  <a:pt x="1720472" y="1782423"/>
                </a:lnTo>
                <a:lnTo>
                  <a:pt x="1722415" y="1782423"/>
                </a:lnTo>
                <a:lnTo>
                  <a:pt x="1724358" y="1782366"/>
                </a:lnTo>
                <a:lnTo>
                  <a:pt x="1726301" y="1782280"/>
                </a:lnTo>
                <a:lnTo>
                  <a:pt x="1728245" y="1781651"/>
                </a:lnTo>
                <a:lnTo>
                  <a:pt x="1730188" y="1779651"/>
                </a:lnTo>
                <a:lnTo>
                  <a:pt x="1732102" y="1779251"/>
                </a:lnTo>
                <a:lnTo>
                  <a:pt x="1734074" y="1779108"/>
                </a:lnTo>
                <a:lnTo>
                  <a:pt x="1736017" y="1778022"/>
                </a:lnTo>
                <a:lnTo>
                  <a:pt x="1737960" y="1777936"/>
                </a:lnTo>
                <a:lnTo>
                  <a:pt x="1739903" y="1777679"/>
                </a:lnTo>
                <a:lnTo>
                  <a:pt x="1741846" y="1777479"/>
                </a:lnTo>
                <a:lnTo>
                  <a:pt x="1743789" y="1776765"/>
                </a:lnTo>
                <a:lnTo>
                  <a:pt x="1745732" y="1776251"/>
                </a:lnTo>
                <a:lnTo>
                  <a:pt x="1747676" y="1775536"/>
                </a:lnTo>
                <a:lnTo>
                  <a:pt x="1749619" y="1775222"/>
                </a:lnTo>
                <a:lnTo>
                  <a:pt x="1751562" y="1775050"/>
                </a:lnTo>
                <a:lnTo>
                  <a:pt x="1753505" y="1774107"/>
                </a:lnTo>
                <a:lnTo>
                  <a:pt x="1755448" y="1773450"/>
                </a:lnTo>
                <a:lnTo>
                  <a:pt x="1757391" y="1773022"/>
                </a:lnTo>
                <a:lnTo>
                  <a:pt x="1759334" y="1771479"/>
                </a:lnTo>
                <a:lnTo>
                  <a:pt x="1761277" y="1771250"/>
                </a:lnTo>
                <a:lnTo>
                  <a:pt x="1763220" y="1770678"/>
                </a:lnTo>
                <a:lnTo>
                  <a:pt x="1765163" y="1769707"/>
                </a:lnTo>
                <a:lnTo>
                  <a:pt x="1767107" y="1769193"/>
                </a:lnTo>
                <a:lnTo>
                  <a:pt x="1769050" y="1768678"/>
                </a:lnTo>
                <a:lnTo>
                  <a:pt x="1770993" y="1767964"/>
                </a:lnTo>
                <a:lnTo>
                  <a:pt x="1772936" y="1767792"/>
                </a:lnTo>
                <a:lnTo>
                  <a:pt x="1774879" y="1767792"/>
                </a:lnTo>
                <a:lnTo>
                  <a:pt x="1776822" y="1767078"/>
                </a:lnTo>
                <a:lnTo>
                  <a:pt x="1778765" y="1766821"/>
                </a:lnTo>
                <a:lnTo>
                  <a:pt x="1780708" y="1765964"/>
                </a:lnTo>
                <a:lnTo>
                  <a:pt x="1782680" y="1765878"/>
                </a:lnTo>
                <a:lnTo>
                  <a:pt x="1784623" y="1765592"/>
                </a:lnTo>
                <a:lnTo>
                  <a:pt x="1786566" y="1765449"/>
                </a:lnTo>
                <a:lnTo>
                  <a:pt x="1788509" y="1764935"/>
                </a:lnTo>
                <a:lnTo>
                  <a:pt x="1790452" y="1764192"/>
                </a:lnTo>
                <a:lnTo>
                  <a:pt x="1792367" y="1763563"/>
                </a:lnTo>
                <a:lnTo>
                  <a:pt x="1794339" y="1762477"/>
                </a:lnTo>
                <a:lnTo>
                  <a:pt x="1796282" y="1761734"/>
                </a:lnTo>
                <a:lnTo>
                  <a:pt x="1798225" y="1761592"/>
                </a:lnTo>
                <a:lnTo>
                  <a:pt x="1800168" y="1761192"/>
                </a:lnTo>
                <a:lnTo>
                  <a:pt x="1802111" y="1760363"/>
                </a:lnTo>
                <a:lnTo>
                  <a:pt x="1804054" y="1759020"/>
                </a:lnTo>
                <a:lnTo>
                  <a:pt x="1805997" y="1758734"/>
                </a:lnTo>
                <a:lnTo>
                  <a:pt x="1807940" y="1757477"/>
                </a:lnTo>
                <a:lnTo>
                  <a:pt x="1809883" y="1756248"/>
                </a:lnTo>
                <a:lnTo>
                  <a:pt x="1811826" y="1755619"/>
                </a:lnTo>
                <a:lnTo>
                  <a:pt x="1813770" y="1755105"/>
                </a:lnTo>
                <a:lnTo>
                  <a:pt x="1815713" y="1754705"/>
                </a:lnTo>
                <a:lnTo>
                  <a:pt x="1817656" y="1754419"/>
                </a:lnTo>
                <a:lnTo>
                  <a:pt x="1819599" y="1753933"/>
                </a:lnTo>
                <a:lnTo>
                  <a:pt x="1821542" y="1753533"/>
                </a:lnTo>
                <a:lnTo>
                  <a:pt x="1823485" y="1752819"/>
                </a:lnTo>
                <a:lnTo>
                  <a:pt x="1825428" y="1752248"/>
                </a:lnTo>
                <a:lnTo>
                  <a:pt x="1827371" y="1751876"/>
                </a:lnTo>
                <a:lnTo>
                  <a:pt x="1829314" y="1749962"/>
                </a:lnTo>
                <a:lnTo>
                  <a:pt x="1831257" y="1749476"/>
                </a:lnTo>
                <a:lnTo>
                  <a:pt x="1833201" y="1748647"/>
                </a:lnTo>
                <a:lnTo>
                  <a:pt x="1835144" y="1748647"/>
                </a:lnTo>
                <a:lnTo>
                  <a:pt x="1837087" y="1748476"/>
                </a:lnTo>
                <a:lnTo>
                  <a:pt x="1839030" y="1748361"/>
                </a:lnTo>
                <a:lnTo>
                  <a:pt x="1841002" y="1747933"/>
                </a:lnTo>
                <a:lnTo>
                  <a:pt x="1842945" y="1746761"/>
                </a:lnTo>
                <a:lnTo>
                  <a:pt x="1844888" y="1746190"/>
                </a:lnTo>
                <a:lnTo>
                  <a:pt x="1846831" y="1745875"/>
                </a:lnTo>
                <a:lnTo>
                  <a:pt x="1848774" y="1745675"/>
                </a:lnTo>
                <a:lnTo>
                  <a:pt x="1850688" y="1745618"/>
                </a:lnTo>
                <a:lnTo>
                  <a:pt x="1852632" y="1745361"/>
                </a:lnTo>
                <a:lnTo>
                  <a:pt x="1854603" y="1745304"/>
                </a:lnTo>
                <a:lnTo>
                  <a:pt x="1856546" y="1744304"/>
                </a:lnTo>
                <a:lnTo>
                  <a:pt x="1858489" y="1744189"/>
                </a:lnTo>
                <a:lnTo>
                  <a:pt x="1860433" y="1744047"/>
                </a:lnTo>
                <a:lnTo>
                  <a:pt x="1862376" y="1742932"/>
                </a:lnTo>
                <a:lnTo>
                  <a:pt x="1864319" y="1742218"/>
                </a:lnTo>
                <a:lnTo>
                  <a:pt x="1866262" y="1741618"/>
                </a:lnTo>
                <a:lnTo>
                  <a:pt x="1868205" y="1741503"/>
                </a:lnTo>
                <a:lnTo>
                  <a:pt x="1870148" y="1741389"/>
                </a:lnTo>
                <a:lnTo>
                  <a:pt x="1872091" y="1740732"/>
                </a:lnTo>
                <a:lnTo>
                  <a:pt x="1874034" y="1739817"/>
                </a:lnTo>
                <a:lnTo>
                  <a:pt x="1875977" y="1739760"/>
                </a:lnTo>
                <a:lnTo>
                  <a:pt x="1877920" y="1739589"/>
                </a:lnTo>
                <a:lnTo>
                  <a:pt x="1879864" y="1738989"/>
                </a:lnTo>
                <a:lnTo>
                  <a:pt x="1881807" y="1737389"/>
                </a:lnTo>
                <a:lnTo>
                  <a:pt x="1883750" y="1737274"/>
                </a:lnTo>
                <a:lnTo>
                  <a:pt x="1885693" y="1736131"/>
                </a:lnTo>
                <a:lnTo>
                  <a:pt x="1887636" y="1735588"/>
                </a:lnTo>
                <a:lnTo>
                  <a:pt x="1889579" y="1733302"/>
                </a:lnTo>
                <a:lnTo>
                  <a:pt x="1891522" y="1732016"/>
                </a:lnTo>
                <a:lnTo>
                  <a:pt x="1893465" y="1731845"/>
                </a:lnTo>
                <a:lnTo>
                  <a:pt x="1895408" y="1731502"/>
                </a:lnTo>
                <a:lnTo>
                  <a:pt x="1897351" y="1731274"/>
                </a:lnTo>
                <a:lnTo>
                  <a:pt x="1899295" y="1731245"/>
                </a:lnTo>
                <a:lnTo>
                  <a:pt x="1901266" y="1730788"/>
                </a:lnTo>
                <a:lnTo>
                  <a:pt x="1903209" y="1730559"/>
                </a:lnTo>
                <a:lnTo>
                  <a:pt x="1905152" y="1730331"/>
                </a:lnTo>
                <a:lnTo>
                  <a:pt x="1907095" y="1729702"/>
                </a:lnTo>
                <a:lnTo>
                  <a:pt x="1909039" y="1729188"/>
                </a:lnTo>
                <a:lnTo>
                  <a:pt x="1910953" y="1729159"/>
                </a:lnTo>
                <a:lnTo>
                  <a:pt x="1912925" y="1728502"/>
                </a:lnTo>
                <a:lnTo>
                  <a:pt x="1914868" y="1728473"/>
                </a:lnTo>
                <a:lnTo>
                  <a:pt x="1916811" y="1727530"/>
                </a:lnTo>
                <a:lnTo>
                  <a:pt x="1918754" y="1726987"/>
                </a:lnTo>
                <a:lnTo>
                  <a:pt x="1920697" y="1726987"/>
                </a:lnTo>
                <a:lnTo>
                  <a:pt x="1922640" y="1726644"/>
                </a:lnTo>
                <a:lnTo>
                  <a:pt x="1924583" y="1725787"/>
                </a:lnTo>
                <a:lnTo>
                  <a:pt x="1926526" y="1725016"/>
                </a:lnTo>
                <a:lnTo>
                  <a:pt x="1928470" y="1724587"/>
                </a:lnTo>
                <a:lnTo>
                  <a:pt x="1930413" y="1723958"/>
                </a:lnTo>
                <a:lnTo>
                  <a:pt x="1932356" y="1723901"/>
                </a:lnTo>
                <a:lnTo>
                  <a:pt x="1934299" y="1723615"/>
                </a:lnTo>
                <a:lnTo>
                  <a:pt x="1936242" y="1723587"/>
                </a:lnTo>
                <a:lnTo>
                  <a:pt x="1938185" y="1722901"/>
                </a:lnTo>
                <a:lnTo>
                  <a:pt x="1940128" y="1722672"/>
                </a:lnTo>
                <a:lnTo>
                  <a:pt x="1942071" y="1721044"/>
                </a:lnTo>
                <a:lnTo>
                  <a:pt x="1944014" y="1720186"/>
                </a:lnTo>
                <a:lnTo>
                  <a:pt x="1945957" y="1718872"/>
                </a:lnTo>
                <a:lnTo>
                  <a:pt x="1947901" y="1718529"/>
                </a:lnTo>
                <a:lnTo>
                  <a:pt x="1949844" y="1717958"/>
                </a:lnTo>
                <a:lnTo>
                  <a:pt x="1951787" y="1716786"/>
                </a:lnTo>
                <a:lnTo>
                  <a:pt x="1953730" y="1716757"/>
                </a:lnTo>
                <a:lnTo>
                  <a:pt x="1955673" y="1716757"/>
                </a:lnTo>
                <a:lnTo>
                  <a:pt x="1957616" y="1715272"/>
                </a:lnTo>
                <a:lnTo>
                  <a:pt x="1959559" y="1714271"/>
                </a:lnTo>
                <a:lnTo>
                  <a:pt x="1961531" y="1714157"/>
                </a:lnTo>
                <a:lnTo>
                  <a:pt x="1963474" y="1713728"/>
                </a:lnTo>
                <a:lnTo>
                  <a:pt x="1965417" y="1713443"/>
                </a:lnTo>
                <a:lnTo>
                  <a:pt x="1967360" y="1713214"/>
                </a:lnTo>
                <a:lnTo>
                  <a:pt x="1969275" y="1712786"/>
                </a:lnTo>
                <a:lnTo>
                  <a:pt x="1971218" y="1711642"/>
                </a:lnTo>
                <a:lnTo>
                  <a:pt x="1973161" y="1710414"/>
                </a:lnTo>
                <a:lnTo>
                  <a:pt x="1975133" y="1710299"/>
                </a:lnTo>
                <a:lnTo>
                  <a:pt x="1977076" y="1708213"/>
                </a:lnTo>
                <a:lnTo>
                  <a:pt x="1979019" y="1706699"/>
                </a:lnTo>
                <a:lnTo>
                  <a:pt x="1980962" y="1706213"/>
                </a:lnTo>
                <a:lnTo>
                  <a:pt x="1982905" y="1705785"/>
                </a:lnTo>
                <a:lnTo>
                  <a:pt x="1984848" y="1704642"/>
                </a:lnTo>
                <a:lnTo>
                  <a:pt x="1986791" y="1703613"/>
                </a:lnTo>
                <a:lnTo>
                  <a:pt x="1988734" y="1703270"/>
                </a:lnTo>
                <a:lnTo>
                  <a:pt x="1990677" y="1702441"/>
                </a:lnTo>
                <a:lnTo>
                  <a:pt x="1992620" y="1702156"/>
                </a:lnTo>
                <a:lnTo>
                  <a:pt x="1994564" y="1701613"/>
                </a:lnTo>
                <a:lnTo>
                  <a:pt x="1996507" y="1701155"/>
                </a:lnTo>
                <a:lnTo>
                  <a:pt x="1998450" y="1701041"/>
                </a:lnTo>
                <a:lnTo>
                  <a:pt x="2000393" y="1700127"/>
                </a:lnTo>
                <a:lnTo>
                  <a:pt x="2002336" y="1698927"/>
                </a:lnTo>
                <a:lnTo>
                  <a:pt x="2004279" y="1698898"/>
                </a:lnTo>
                <a:lnTo>
                  <a:pt x="2006222" y="1698469"/>
                </a:lnTo>
                <a:lnTo>
                  <a:pt x="2008165" y="1698241"/>
                </a:lnTo>
                <a:lnTo>
                  <a:pt x="2010108" y="1697784"/>
                </a:lnTo>
                <a:lnTo>
                  <a:pt x="2012051" y="1697012"/>
                </a:lnTo>
                <a:lnTo>
                  <a:pt x="2013995" y="1696984"/>
                </a:lnTo>
                <a:lnTo>
                  <a:pt x="2015938" y="1696126"/>
                </a:lnTo>
                <a:lnTo>
                  <a:pt x="2017881" y="1695869"/>
                </a:lnTo>
                <a:lnTo>
                  <a:pt x="2019824" y="1694983"/>
                </a:lnTo>
                <a:lnTo>
                  <a:pt x="2021767" y="1694755"/>
                </a:lnTo>
                <a:lnTo>
                  <a:pt x="2023739" y="1694640"/>
                </a:lnTo>
                <a:lnTo>
                  <a:pt x="2025682" y="1694183"/>
                </a:lnTo>
                <a:lnTo>
                  <a:pt x="2027625" y="1693783"/>
                </a:lnTo>
                <a:lnTo>
                  <a:pt x="2029539" y="1693697"/>
                </a:lnTo>
                <a:lnTo>
                  <a:pt x="2031482" y="1690868"/>
                </a:lnTo>
                <a:lnTo>
                  <a:pt x="2033426" y="1689811"/>
                </a:lnTo>
                <a:lnTo>
                  <a:pt x="2035397" y="1688840"/>
                </a:lnTo>
                <a:lnTo>
                  <a:pt x="2037340" y="1687239"/>
                </a:lnTo>
                <a:lnTo>
                  <a:pt x="2039283" y="1687239"/>
                </a:lnTo>
                <a:lnTo>
                  <a:pt x="2041227" y="1686096"/>
                </a:lnTo>
                <a:lnTo>
                  <a:pt x="2043170" y="1685639"/>
                </a:lnTo>
                <a:lnTo>
                  <a:pt x="2045113" y="1683325"/>
                </a:lnTo>
                <a:lnTo>
                  <a:pt x="2047056" y="1682582"/>
                </a:lnTo>
                <a:lnTo>
                  <a:pt x="2048999" y="1682125"/>
                </a:lnTo>
                <a:lnTo>
                  <a:pt x="2050942" y="1681896"/>
                </a:lnTo>
                <a:lnTo>
                  <a:pt x="2052885" y="1681896"/>
                </a:lnTo>
                <a:lnTo>
                  <a:pt x="2054828" y="1681524"/>
                </a:lnTo>
                <a:lnTo>
                  <a:pt x="2056771" y="1679496"/>
                </a:lnTo>
                <a:lnTo>
                  <a:pt x="2058714" y="1679096"/>
                </a:lnTo>
                <a:lnTo>
                  <a:pt x="2060658" y="1678838"/>
                </a:lnTo>
                <a:lnTo>
                  <a:pt x="2062601" y="1678724"/>
                </a:lnTo>
                <a:lnTo>
                  <a:pt x="2064544" y="1677581"/>
                </a:lnTo>
                <a:lnTo>
                  <a:pt x="2066487" y="1677553"/>
                </a:lnTo>
                <a:lnTo>
                  <a:pt x="2068430" y="1677352"/>
                </a:lnTo>
                <a:lnTo>
                  <a:pt x="2070373" y="1676467"/>
                </a:lnTo>
                <a:lnTo>
                  <a:pt x="2072316" y="1674609"/>
                </a:lnTo>
                <a:lnTo>
                  <a:pt x="2074259" y="1673466"/>
                </a:lnTo>
                <a:lnTo>
                  <a:pt x="2076202" y="1672752"/>
                </a:lnTo>
                <a:lnTo>
                  <a:pt x="2078145" y="1670237"/>
                </a:lnTo>
                <a:lnTo>
                  <a:pt x="2080089" y="1669066"/>
                </a:lnTo>
                <a:lnTo>
                  <a:pt x="2082060" y="1668980"/>
                </a:lnTo>
                <a:lnTo>
                  <a:pt x="2084003" y="1668637"/>
                </a:lnTo>
                <a:lnTo>
                  <a:pt x="2085946" y="1668494"/>
                </a:lnTo>
                <a:lnTo>
                  <a:pt x="2087861" y="1667666"/>
                </a:lnTo>
                <a:lnTo>
                  <a:pt x="2089804" y="1667466"/>
                </a:lnTo>
                <a:lnTo>
                  <a:pt x="2091747" y="1666837"/>
                </a:lnTo>
                <a:lnTo>
                  <a:pt x="2093719" y="1666637"/>
                </a:lnTo>
                <a:lnTo>
                  <a:pt x="2095662" y="1666637"/>
                </a:lnTo>
                <a:lnTo>
                  <a:pt x="2097605" y="1665665"/>
                </a:lnTo>
                <a:lnTo>
                  <a:pt x="2099548" y="1665380"/>
                </a:lnTo>
                <a:lnTo>
                  <a:pt x="2101491" y="1664980"/>
                </a:lnTo>
                <a:lnTo>
                  <a:pt x="2103434" y="1664522"/>
                </a:lnTo>
                <a:lnTo>
                  <a:pt x="2105377" y="1664522"/>
                </a:lnTo>
                <a:lnTo>
                  <a:pt x="2107321" y="1662808"/>
                </a:lnTo>
                <a:lnTo>
                  <a:pt x="2109264" y="1662636"/>
                </a:lnTo>
                <a:lnTo>
                  <a:pt x="2111207" y="1662493"/>
                </a:lnTo>
                <a:lnTo>
                  <a:pt x="2113150" y="1662379"/>
                </a:lnTo>
                <a:lnTo>
                  <a:pt x="2115093" y="1662179"/>
                </a:lnTo>
                <a:lnTo>
                  <a:pt x="2117036" y="1662093"/>
                </a:lnTo>
                <a:lnTo>
                  <a:pt x="2118979" y="1661779"/>
                </a:lnTo>
                <a:lnTo>
                  <a:pt x="2120922" y="1661751"/>
                </a:lnTo>
                <a:lnTo>
                  <a:pt x="2122865" y="1660579"/>
                </a:lnTo>
                <a:lnTo>
                  <a:pt x="2124808" y="1659293"/>
                </a:lnTo>
                <a:lnTo>
                  <a:pt x="2126752" y="1657921"/>
                </a:lnTo>
                <a:lnTo>
                  <a:pt x="2128695" y="1657864"/>
                </a:lnTo>
                <a:lnTo>
                  <a:pt x="2130638" y="1657721"/>
                </a:lnTo>
                <a:lnTo>
                  <a:pt x="2132581" y="1657407"/>
                </a:lnTo>
                <a:lnTo>
                  <a:pt x="2134524" y="1657007"/>
                </a:lnTo>
                <a:lnTo>
                  <a:pt x="2136467" y="1656893"/>
                </a:lnTo>
                <a:lnTo>
                  <a:pt x="2138410" y="1656636"/>
                </a:lnTo>
                <a:lnTo>
                  <a:pt x="2140353" y="1656578"/>
                </a:lnTo>
                <a:lnTo>
                  <a:pt x="2142325" y="1656007"/>
                </a:lnTo>
                <a:lnTo>
                  <a:pt x="2144268" y="1655950"/>
                </a:lnTo>
                <a:lnTo>
                  <a:pt x="2146211" y="1655864"/>
                </a:lnTo>
                <a:lnTo>
                  <a:pt x="2148126" y="1654893"/>
                </a:lnTo>
                <a:lnTo>
                  <a:pt x="2150069" y="1654864"/>
                </a:lnTo>
                <a:lnTo>
                  <a:pt x="2152012" y="1654521"/>
                </a:lnTo>
                <a:lnTo>
                  <a:pt x="2153983" y="1654178"/>
                </a:lnTo>
                <a:lnTo>
                  <a:pt x="2155927" y="1653521"/>
                </a:lnTo>
                <a:lnTo>
                  <a:pt x="2157870" y="1653435"/>
                </a:lnTo>
                <a:lnTo>
                  <a:pt x="2159813" y="1653407"/>
                </a:lnTo>
                <a:lnTo>
                  <a:pt x="2161756" y="1652807"/>
                </a:lnTo>
                <a:lnTo>
                  <a:pt x="2163699" y="1652635"/>
                </a:lnTo>
                <a:lnTo>
                  <a:pt x="2165642" y="1650949"/>
                </a:lnTo>
                <a:lnTo>
                  <a:pt x="2167585" y="1650378"/>
                </a:lnTo>
                <a:lnTo>
                  <a:pt x="2169528" y="1649720"/>
                </a:lnTo>
                <a:lnTo>
                  <a:pt x="2171471" y="1649606"/>
                </a:lnTo>
                <a:lnTo>
                  <a:pt x="2173414" y="1649292"/>
                </a:lnTo>
                <a:lnTo>
                  <a:pt x="2175358" y="1649235"/>
                </a:lnTo>
                <a:lnTo>
                  <a:pt x="2177301" y="1649120"/>
                </a:lnTo>
                <a:lnTo>
                  <a:pt x="2179244" y="1648863"/>
                </a:lnTo>
                <a:lnTo>
                  <a:pt x="2181187" y="1648777"/>
                </a:lnTo>
                <a:lnTo>
                  <a:pt x="2183130" y="1647634"/>
                </a:lnTo>
                <a:lnTo>
                  <a:pt x="2185073" y="1647492"/>
                </a:lnTo>
                <a:lnTo>
                  <a:pt x="2187016" y="1646720"/>
                </a:lnTo>
                <a:lnTo>
                  <a:pt x="2188959" y="1646606"/>
                </a:lnTo>
                <a:lnTo>
                  <a:pt x="2190902" y="1644548"/>
                </a:lnTo>
                <a:lnTo>
                  <a:pt x="2192845" y="1644177"/>
                </a:lnTo>
                <a:lnTo>
                  <a:pt x="2194789" y="1644034"/>
                </a:lnTo>
                <a:lnTo>
                  <a:pt x="2196732" y="1643377"/>
                </a:lnTo>
                <a:lnTo>
                  <a:pt x="2198675" y="1642548"/>
                </a:lnTo>
                <a:lnTo>
                  <a:pt x="2200618" y="1641919"/>
                </a:lnTo>
                <a:lnTo>
                  <a:pt x="2202590" y="1641691"/>
                </a:lnTo>
                <a:lnTo>
                  <a:pt x="2204533" y="1639576"/>
                </a:lnTo>
                <a:lnTo>
                  <a:pt x="2206447" y="1639376"/>
                </a:lnTo>
                <a:lnTo>
                  <a:pt x="2208390" y="1639205"/>
                </a:lnTo>
                <a:lnTo>
                  <a:pt x="2210333" y="1639119"/>
                </a:lnTo>
                <a:lnTo>
                  <a:pt x="2212276" y="1637948"/>
                </a:lnTo>
                <a:lnTo>
                  <a:pt x="2214248" y="1637719"/>
                </a:lnTo>
                <a:lnTo>
                  <a:pt x="2216191" y="1636919"/>
                </a:lnTo>
                <a:lnTo>
                  <a:pt x="2218134" y="1636890"/>
                </a:lnTo>
                <a:lnTo>
                  <a:pt x="2220077" y="1636233"/>
                </a:lnTo>
                <a:lnTo>
                  <a:pt x="2222021" y="1636033"/>
                </a:lnTo>
                <a:lnTo>
                  <a:pt x="2223964" y="1635862"/>
                </a:lnTo>
                <a:lnTo>
                  <a:pt x="2225907" y="1635604"/>
                </a:lnTo>
                <a:lnTo>
                  <a:pt x="2227850" y="1634033"/>
                </a:lnTo>
                <a:lnTo>
                  <a:pt x="2229793" y="1633404"/>
                </a:lnTo>
                <a:lnTo>
                  <a:pt x="2231736" y="1633261"/>
                </a:lnTo>
                <a:lnTo>
                  <a:pt x="2233679" y="1633004"/>
                </a:lnTo>
                <a:lnTo>
                  <a:pt x="2235622" y="1632775"/>
                </a:lnTo>
                <a:lnTo>
                  <a:pt x="2237565" y="1632375"/>
                </a:lnTo>
                <a:lnTo>
                  <a:pt x="2239508" y="1630775"/>
                </a:lnTo>
                <a:lnTo>
                  <a:pt x="2241452" y="1629861"/>
                </a:lnTo>
                <a:lnTo>
                  <a:pt x="2243395" y="1629804"/>
                </a:lnTo>
                <a:lnTo>
                  <a:pt x="2245338" y="1629775"/>
                </a:lnTo>
                <a:lnTo>
                  <a:pt x="2247281" y="1629689"/>
                </a:lnTo>
                <a:lnTo>
                  <a:pt x="2249224" y="1629632"/>
                </a:lnTo>
                <a:lnTo>
                  <a:pt x="2251167" y="1629604"/>
                </a:lnTo>
                <a:lnTo>
                  <a:pt x="2253110" y="1629118"/>
                </a:lnTo>
                <a:lnTo>
                  <a:pt x="2255053" y="1628946"/>
                </a:lnTo>
                <a:lnTo>
                  <a:pt x="2256996" y="1628889"/>
                </a:lnTo>
                <a:lnTo>
                  <a:pt x="2258939" y="1628346"/>
                </a:lnTo>
                <a:lnTo>
                  <a:pt x="2260883" y="1627946"/>
                </a:lnTo>
                <a:lnTo>
                  <a:pt x="2262854" y="1627718"/>
                </a:lnTo>
                <a:lnTo>
                  <a:pt x="2264797" y="1626660"/>
                </a:lnTo>
                <a:lnTo>
                  <a:pt x="2266712" y="1625775"/>
                </a:lnTo>
                <a:lnTo>
                  <a:pt x="2268655" y="1624746"/>
                </a:lnTo>
                <a:lnTo>
                  <a:pt x="2270598" y="1622088"/>
                </a:lnTo>
                <a:lnTo>
                  <a:pt x="2272541" y="1621888"/>
                </a:lnTo>
                <a:lnTo>
                  <a:pt x="2274513" y="1619374"/>
                </a:lnTo>
                <a:lnTo>
                  <a:pt x="2276456" y="1619288"/>
                </a:lnTo>
                <a:lnTo>
                  <a:pt x="2278399" y="1618945"/>
                </a:lnTo>
                <a:lnTo>
                  <a:pt x="2280342" y="1618459"/>
                </a:lnTo>
                <a:lnTo>
                  <a:pt x="2282285" y="1617088"/>
                </a:lnTo>
                <a:lnTo>
                  <a:pt x="2284228" y="1616745"/>
                </a:lnTo>
                <a:lnTo>
                  <a:pt x="2286171" y="1616288"/>
                </a:lnTo>
                <a:lnTo>
                  <a:pt x="2288115" y="1616231"/>
                </a:lnTo>
                <a:lnTo>
                  <a:pt x="2290058" y="1615831"/>
                </a:lnTo>
                <a:lnTo>
                  <a:pt x="2292001" y="1615773"/>
                </a:lnTo>
                <a:lnTo>
                  <a:pt x="2293944" y="1615173"/>
                </a:lnTo>
                <a:lnTo>
                  <a:pt x="2295887" y="1614716"/>
                </a:lnTo>
                <a:lnTo>
                  <a:pt x="2297830" y="1614230"/>
                </a:lnTo>
                <a:lnTo>
                  <a:pt x="2299773" y="1614030"/>
                </a:lnTo>
                <a:lnTo>
                  <a:pt x="2301716" y="1613773"/>
                </a:lnTo>
                <a:lnTo>
                  <a:pt x="2303659" y="1613716"/>
                </a:lnTo>
                <a:lnTo>
                  <a:pt x="2305602" y="1613059"/>
                </a:lnTo>
                <a:lnTo>
                  <a:pt x="2307546" y="1610116"/>
                </a:lnTo>
                <a:lnTo>
                  <a:pt x="2309489" y="1608915"/>
                </a:lnTo>
                <a:lnTo>
                  <a:pt x="2311432" y="1608858"/>
                </a:lnTo>
                <a:lnTo>
                  <a:pt x="2313375" y="1608858"/>
                </a:lnTo>
                <a:lnTo>
                  <a:pt x="2315318" y="1608658"/>
                </a:lnTo>
                <a:lnTo>
                  <a:pt x="2317261" y="1608401"/>
                </a:lnTo>
                <a:lnTo>
                  <a:pt x="2319204" y="1608144"/>
                </a:lnTo>
                <a:lnTo>
                  <a:pt x="2321147" y="1607687"/>
                </a:lnTo>
                <a:lnTo>
                  <a:pt x="2323119" y="1607601"/>
                </a:lnTo>
                <a:lnTo>
                  <a:pt x="2325033" y="1607201"/>
                </a:lnTo>
                <a:lnTo>
                  <a:pt x="2326977" y="1606772"/>
                </a:lnTo>
                <a:lnTo>
                  <a:pt x="2328920" y="1604429"/>
                </a:lnTo>
                <a:lnTo>
                  <a:pt x="2330863" y="1604200"/>
                </a:lnTo>
                <a:lnTo>
                  <a:pt x="2332806" y="1603000"/>
                </a:lnTo>
                <a:lnTo>
                  <a:pt x="2334778" y="1602800"/>
                </a:lnTo>
                <a:lnTo>
                  <a:pt x="2336721" y="1602600"/>
                </a:lnTo>
                <a:lnTo>
                  <a:pt x="2338664" y="1601314"/>
                </a:lnTo>
                <a:lnTo>
                  <a:pt x="2340607" y="1601229"/>
                </a:lnTo>
                <a:lnTo>
                  <a:pt x="2342550" y="1600200"/>
                </a:lnTo>
                <a:lnTo>
                  <a:pt x="2344493" y="1598057"/>
                </a:lnTo>
                <a:lnTo>
                  <a:pt x="2346436" y="1597514"/>
                </a:lnTo>
                <a:lnTo>
                  <a:pt x="2348379" y="1597485"/>
                </a:lnTo>
                <a:lnTo>
                  <a:pt x="2350322" y="1597228"/>
                </a:lnTo>
                <a:lnTo>
                  <a:pt x="2352265" y="1596800"/>
                </a:lnTo>
                <a:lnTo>
                  <a:pt x="2354209" y="1595799"/>
                </a:lnTo>
                <a:lnTo>
                  <a:pt x="2356152" y="1595342"/>
                </a:lnTo>
                <a:lnTo>
                  <a:pt x="2358095" y="1594114"/>
                </a:lnTo>
                <a:lnTo>
                  <a:pt x="2360038" y="1593456"/>
                </a:lnTo>
                <a:lnTo>
                  <a:pt x="2361981" y="1593285"/>
                </a:lnTo>
                <a:lnTo>
                  <a:pt x="2363924" y="1592942"/>
                </a:lnTo>
                <a:lnTo>
                  <a:pt x="2365867" y="1592570"/>
                </a:lnTo>
                <a:lnTo>
                  <a:pt x="2367810" y="1592313"/>
                </a:lnTo>
                <a:lnTo>
                  <a:pt x="2369753" y="1591999"/>
                </a:lnTo>
                <a:lnTo>
                  <a:pt x="2371696" y="1591885"/>
                </a:lnTo>
                <a:lnTo>
                  <a:pt x="2373640" y="1591056"/>
                </a:lnTo>
                <a:lnTo>
                  <a:pt x="2375583" y="1590685"/>
                </a:lnTo>
                <a:lnTo>
                  <a:pt x="2377526" y="1590199"/>
                </a:lnTo>
                <a:lnTo>
                  <a:pt x="2379469" y="1588284"/>
                </a:lnTo>
                <a:lnTo>
                  <a:pt x="2381412" y="1587656"/>
                </a:lnTo>
                <a:lnTo>
                  <a:pt x="2383384" y="1587541"/>
                </a:lnTo>
                <a:lnTo>
                  <a:pt x="2385298" y="1587398"/>
                </a:lnTo>
                <a:lnTo>
                  <a:pt x="2387241" y="1587084"/>
                </a:lnTo>
                <a:lnTo>
                  <a:pt x="2389184" y="1586827"/>
                </a:lnTo>
                <a:lnTo>
                  <a:pt x="2391127" y="1586713"/>
                </a:lnTo>
                <a:lnTo>
                  <a:pt x="2393071" y="1586627"/>
                </a:lnTo>
                <a:lnTo>
                  <a:pt x="2395042" y="1586541"/>
                </a:lnTo>
                <a:lnTo>
                  <a:pt x="2396985" y="1586427"/>
                </a:lnTo>
                <a:lnTo>
                  <a:pt x="2398928" y="1585798"/>
                </a:lnTo>
                <a:lnTo>
                  <a:pt x="2400871" y="1584627"/>
                </a:lnTo>
                <a:lnTo>
                  <a:pt x="2402815" y="1584284"/>
                </a:lnTo>
                <a:lnTo>
                  <a:pt x="2404758" y="1582512"/>
                </a:lnTo>
                <a:lnTo>
                  <a:pt x="2406701" y="1582198"/>
                </a:lnTo>
                <a:lnTo>
                  <a:pt x="2408644" y="1581826"/>
                </a:lnTo>
                <a:lnTo>
                  <a:pt x="2410587" y="1581541"/>
                </a:lnTo>
                <a:lnTo>
                  <a:pt x="2412530" y="1581312"/>
                </a:lnTo>
                <a:lnTo>
                  <a:pt x="2414473" y="1580712"/>
                </a:lnTo>
                <a:lnTo>
                  <a:pt x="2416416" y="1580512"/>
                </a:lnTo>
                <a:lnTo>
                  <a:pt x="2418359" y="1579997"/>
                </a:lnTo>
                <a:lnTo>
                  <a:pt x="2420302" y="1579455"/>
                </a:lnTo>
                <a:lnTo>
                  <a:pt x="2422246" y="1579369"/>
                </a:lnTo>
                <a:lnTo>
                  <a:pt x="2424189" y="1578883"/>
                </a:lnTo>
                <a:lnTo>
                  <a:pt x="2426132" y="1576797"/>
                </a:lnTo>
                <a:lnTo>
                  <a:pt x="2428075" y="1576483"/>
                </a:lnTo>
                <a:lnTo>
                  <a:pt x="2430018" y="1575483"/>
                </a:lnTo>
                <a:lnTo>
                  <a:pt x="2431961" y="1575425"/>
                </a:lnTo>
                <a:lnTo>
                  <a:pt x="2433904" y="1574025"/>
                </a:lnTo>
                <a:lnTo>
                  <a:pt x="2435847" y="1573797"/>
                </a:lnTo>
                <a:lnTo>
                  <a:pt x="2437790" y="1573225"/>
                </a:lnTo>
                <a:lnTo>
                  <a:pt x="2439733" y="1572168"/>
                </a:lnTo>
                <a:lnTo>
                  <a:pt x="2441677" y="1571339"/>
                </a:lnTo>
                <a:lnTo>
                  <a:pt x="2443620" y="1571111"/>
                </a:lnTo>
                <a:lnTo>
                  <a:pt x="2445563" y="1569510"/>
                </a:lnTo>
                <a:lnTo>
                  <a:pt x="2447506" y="1569282"/>
                </a:lnTo>
                <a:lnTo>
                  <a:pt x="2449449" y="1568968"/>
                </a:lnTo>
                <a:lnTo>
                  <a:pt x="2451392" y="1568539"/>
                </a:lnTo>
                <a:lnTo>
                  <a:pt x="2453335" y="1567396"/>
                </a:lnTo>
                <a:lnTo>
                  <a:pt x="2455307" y="1566796"/>
                </a:lnTo>
                <a:lnTo>
                  <a:pt x="2457250" y="1566682"/>
                </a:lnTo>
                <a:lnTo>
                  <a:pt x="2459193" y="1565681"/>
                </a:lnTo>
                <a:lnTo>
                  <a:pt x="2461136" y="1565653"/>
                </a:lnTo>
                <a:lnTo>
                  <a:pt x="2463079" y="1565138"/>
                </a:lnTo>
                <a:lnTo>
                  <a:pt x="2465022" y="1564167"/>
                </a:lnTo>
                <a:lnTo>
                  <a:pt x="2466965" y="1563624"/>
                </a:lnTo>
                <a:lnTo>
                  <a:pt x="2468909" y="1561424"/>
                </a:lnTo>
                <a:lnTo>
                  <a:pt x="2470852" y="1561024"/>
                </a:lnTo>
                <a:lnTo>
                  <a:pt x="2472795" y="1559452"/>
                </a:lnTo>
                <a:lnTo>
                  <a:pt x="2474738" y="1558766"/>
                </a:lnTo>
                <a:lnTo>
                  <a:pt x="2476681" y="1558423"/>
                </a:lnTo>
                <a:lnTo>
                  <a:pt x="2478624" y="1557023"/>
                </a:lnTo>
                <a:lnTo>
                  <a:pt x="2480567" y="1554737"/>
                </a:lnTo>
                <a:lnTo>
                  <a:pt x="2482510" y="1553823"/>
                </a:lnTo>
                <a:lnTo>
                  <a:pt x="2484453" y="1550822"/>
                </a:lnTo>
                <a:lnTo>
                  <a:pt x="2486396" y="1549479"/>
                </a:lnTo>
                <a:lnTo>
                  <a:pt x="2488340" y="1549279"/>
                </a:lnTo>
                <a:lnTo>
                  <a:pt x="2490283" y="1548336"/>
                </a:lnTo>
                <a:lnTo>
                  <a:pt x="2492226" y="1548079"/>
                </a:lnTo>
                <a:lnTo>
                  <a:pt x="2494169" y="1547765"/>
                </a:lnTo>
                <a:lnTo>
                  <a:pt x="2496112" y="1546508"/>
                </a:lnTo>
                <a:lnTo>
                  <a:pt x="2498055" y="1546108"/>
                </a:lnTo>
                <a:lnTo>
                  <a:pt x="2499998" y="1545222"/>
                </a:lnTo>
                <a:lnTo>
                  <a:pt x="2501941" y="1544250"/>
                </a:lnTo>
                <a:lnTo>
                  <a:pt x="2503884" y="1540678"/>
                </a:lnTo>
                <a:lnTo>
                  <a:pt x="2505827" y="1538449"/>
                </a:lnTo>
                <a:lnTo>
                  <a:pt x="2507771" y="1538278"/>
                </a:lnTo>
                <a:lnTo>
                  <a:pt x="2509714" y="1538078"/>
                </a:lnTo>
                <a:lnTo>
                  <a:pt x="2511657" y="1537649"/>
                </a:lnTo>
                <a:lnTo>
                  <a:pt x="2513600" y="1537021"/>
                </a:lnTo>
                <a:lnTo>
                  <a:pt x="2515572" y="1536363"/>
                </a:lnTo>
                <a:lnTo>
                  <a:pt x="2517515" y="1534335"/>
                </a:lnTo>
                <a:lnTo>
                  <a:pt x="2519458" y="1533963"/>
                </a:lnTo>
                <a:lnTo>
                  <a:pt x="2521401" y="1533735"/>
                </a:lnTo>
                <a:lnTo>
                  <a:pt x="2523344" y="1533620"/>
                </a:lnTo>
                <a:lnTo>
                  <a:pt x="2525287" y="1531906"/>
                </a:lnTo>
                <a:lnTo>
                  <a:pt x="2527230" y="1531449"/>
                </a:lnTo>
                <a:lnTo>
                  <a:pt x="2529173" y="1529534"/>
                </a:lnTo>
                <a:lnTo>
                  <a:pt x="2531116" y="1528648"/>
                </a:lnTo>
                <a:lnTo>
                  <a:pt x="2533059" y="1524333"/>
                </a:lnTo>
                <a:lnTo>
                  <a:pt x="2535003" y="1524133"/>
                </a:lnTo>
                <a:lnTo>
                  <a:pt x="2536946" y="1523076"/>
                </a:lnTo>
                <a:lnTo>
                  <a:pt x="2538889" y="1522733"/>
                </a:lnTo>
                <a:lnTo>
                  <a:pt x="2540832" y="1521276"/>
                </a:lnTo>
                <a:lnTo>
                  <a:pt x="2542775" y="1517904"/>
                </a:lnTo>
                <a:lnTo>
                  <a:pt x="2544718" y="1517733"/>
                </a:lnTo>
                <a:lnTo>
                  <a:pt x="2546661" y="1517675"/>
                </a:lnTo>
                <a:lnTo>
                  <a:pt x="2548604" y="1516675"/>
                </a:lnTo>
                <a:lnTo>
                  <a:pt x="2550547" y="1513675"/>
                </a:lnTo>
                <a:lnTo>
                  <a:pt x="2552490" y="1513275"/>
                </a:lnTo>
                <a:lnTo>
                  <a:pt x="2554434" y="1508989"/>
                </a:lnTo>
                <a:lnTo>
                  <a:pt x="2556377" y="1507703"/>
                </a:lnTo>
                <a:lnTo>
                  <a:pt x="2558320" y="1507588"/>
                </a:lnTo>
                <a:lnTo>
                  <a:pt x="2560263" y="1506988"/>
                </a:lnTo>
                <a:lnTo>
                  <a:pt x="2562206" y="1505388"/>
                </a:lnTo>
                <a:lnTo>
                  <a:pt x="2564149" y="1503874"/>
                </a:lnTo>
                <a:lnTo>
                  <a:pt x="2566092" y="1501988"/>
                </a:lnTo>
                <a:lnTo>
                  <a:pt x="2568035" y="1500473"/>
                </a:lnTo>
                <a:lnTo>
                  <a:pt x="2569978" y="1497387"/>
                </a:lnTo>
                <a:lnTo>
                  <a:pt x="2571921" y="1497244"/>
                </a:lnTo>
                <a:lnTo>
                  <a:pt x="2573865" y="1490643"/>
                </a:lnTo>
                <a:lnTo>
                  <a:pt x="2575836" y="1486814"/>
                </a:lnTo>
                <a:lnTo>
                  <a:pt x="2577779" y="1485386"/>
                </a:lnTo>
                <a:lnTo>
                  <a:pt x="2579722" y="1480242"/>
                </a:lnTo>
                <a:lnTo>
                  <a:pt x="2581666" y="1476870"/>
                </a:lnTo>
                <a:lnTo>
                  <a:pt x="2583609" y="1472355"/>
                </a:lnTo>
                <a:lnTo>
                  <a:pt x="2585552" y="1471755"/>
                </a:lnTo>
                <a:lnTo>
                  <a:pt x="2587495" y="1471498"/>
                </a:lnTo>
                <a:lnTo>
                  <a:pt x="2589438" y="1469584"/>
                </a:lnTo>
                <a:lnTo>
                  <a:pt x="2591381" y="1469241"/>
                </a:lnTo>
                <a:lnTo>
                  <a:pt x="2593324" y="1468498"/>
                </a:lnTo>
                <a:lnTo>
                  <a:pt x="2595267" y="1466840"/>
                </a:lnTo>
                <a:lnTo>
                  <a:pt x="2597210" y="1465755"/>
                </a:lnTo>
                <a:lnTo>
                  <a:pt x="2599153" y="1465526"/>
                </a:lnTo>
                <a:lnTo>
                  <a:pt x="2601097" y="1464869"/>
                </a:lnTo>
                <a:lnTo>
                  <a:pt x="2603040" y="1462411"/>
                </a:lnTo>
                <a:lnTo>
                  <a:pt x="2604983" y="1461926"/>
                </a:lnTo>
                <a:lnTo>
                  <a:pt x="2606926" y="1459411"/>
                </a:lnTo>
                <a:lnTo>
                  <a:pt x="2608869" y="1456411"/>
                </a:lnTo>
                <a:lnTo>
                  <a:pt x="2610812" y="1454353"/>
                </a:lnTo>
                <a:lnTo>
                  <a:pt x="2612755" y="1451696"/>
                </a:lnTo>
                <a:lnTo>
                  <a:pt x="2614698" y="1449724"/>
                </a:lnTo>
                <a:lnTo>
                  <a:pt x="2616641" y="1441094"/>
                </a:lnTo>
                <a:lnTo>
                  <a:pt x="2618584" y="1440666"/>
                </a:lnTo>
                <a:lnTo>
                  <a:pt x="2620528" y="1438237"/>
                </a:lnTo>
                <a:lnTo>
                  <a:pt x="2622471" y="1437665"/>
                </a:lnTo>
                <a:lnTo>
                  <a:pt x="2624414" y="1433608"/>
                </a:lnTo>
                <a:lnTo>
                  <a:pt x="2626357" y="1431865"/>
                </a:lnTo>
                <a:lnTo>
                  <a:pt x="2628300" y="1428836"/>
                </a:lnTo>
                <a:lnTo>
                  <a:pt x="2630243" y="1428150"/>
                </a:lnTo>
                <a:lnTo>
                  <a:pt x="2632186" y="1427407"/>
                </a:lnTo>
                <a:lnTo>
                  <a:pt x="2634129" y="1426378"/>
                </a:lnTo>
                <a:lnTo>
                  <a:pt x="2636101" y="1419977"/>
                </a:lnTo>
                <a:lnTo>
                  <a:pt x="2638044" y="1418177"/>
                </a:lnTo>
                <a:lnTo>
                  <a:pt x="2639987" y="1416691"/>
                </a:lnTo>
                <a:lnTo>
                  <a:pt x="2641930" y="1415577"/>
                </a:lnTo>
                <a:lnTo>
                  <a:pt x="2643873" y="1403032"/>
                </a:lnTo>
                <a:lnTo>
                  <a:pt x="2645788" y="1402518"/>
                </a:lnTo>
                <a:lnTo>
                  <a:pt x="2647759" y="1401947"/>
                </a:lnTo>
                <a:lnTo>
                  <a:pt x="2649703" y="1401089"/>
                </a:lnTo>
                <a:lnTo>
                  <a:pt x="2651646" y="1398289"/>
                </a:lnTo>
                <a:lnTo>
                  <a:pt x="2653589" y="1397718"/>
                </a:lnTo>
                <a:lnTo>
                  <a:pt x="2655532" y="1394889"/>
                </a:lnTo>
                <a:lnTo>
                  <a:pt x="2657475" y="1391803"/>
                </a:lnTo>
                <a:lnTo>
                  <a:pt x="2659418" y="1385116"/>
                </a:lnTo>
                <a:lnTo>
                  <a:pt x="2661361" y="1383001"/>
                </a:lnTo>
                <a:lnTo>
                  <a:pt x="2663304" y="1380344"/>
                </a:lnTo>
                <a:lnTo>
                  <a:pt x="2665247" y="1379430"/>
                </a:lnTo>
                <a:lnTo>
                  <a:pt x="2667190" y="1378144"/>
                </a:lnTo>
                <a:lnTo>
                  <a:pt x="2669134" y="1377801"/>
                </a:lnTo>
                <a:lnTo>
                  <a:pt x="2671077" y="1377086"/>
                </a:lnTo>
                <a:lnTo>
                  <a:pt x="2673020" y="1368371"/>
                </a:lnTo>
                <a:lnTo>
                  <a:pt x="2674963" y="1367457"/>
                </a:lnTo>
                <a:lnTo>
                  <a:pt x="2676906" y="1367399"/>
                </a:lnTo>
                <a:lnTo>
                  <a:pt x="2678849" y="1366399"/>
                </a:lnTo>
                <a:lnTo>
                  <a:pt x="2680792" y="1364885"/>
                </a:lnTo>
                <a:lnTo>
                  <a:pt x="2682735" y="1363742"/>
                </a:lnTo>
                <a:lnTo>
                  <a:pt x="2684678" y="1363113"/>
                </a:lnTo>
                <a:lnTo>
                  <a:pt x="2686621" y="1361913"/>
                </a:lnTo>
                <a:lnTo>
                  <a:pt x="2688565" y="1361170"/>
                </a:lnTo>
                <a:lnTo>
                  <a:pt x="2690508" y="1361056"/>
                </a:lnTo>
                <a:lnTo>
                  <a:pt x="2692451" y="1358227"/>
                </a:lnTo>
                <a:lnTo>
                  <a:pt x="2694394" y="1353626"/>
                </a:lnTo>
                <a:lnTo>
                  <a:pt x="2696366" y="1352683"/>
                </a:lnTo>
                <a:lnTo>
                  <a:pt x="2698309" y="1351483"/>
                </a:lnTo>
                <a:lnTo>
                  <a:pt x="2700252" y="1349140"/>
                </a:lnTo>
                <a:lnTo>
                  <a:pt x="2702195" y="1346911"/>
                </a:lnTo>
                <a:lnTo>
                  <a:pt x="2704138" y="1345597"/>
                </a:lnTo>
                <a:lnTo>
                  <a:pt x="2706052" y="1342739"/>
                </a:lnTo>
                <a:lnTo>
                  <a:pt x="2708024" y="1342682"/>
                </a:lnTo>
                <a:lnTo>
                  <a:pt x="2709967" y="1342453"/>
                </a:lnTo>
                <a:lnTo>
                  <a:pt x="2711910" y="1342311"/>
                </a:lnTo>
                <a:lnTo>
                  <a:pt x="2713853" y="1341282"/>
                </a:lnTo>
                <a:lnTo>
                  <a:pt x="2715797" y="1339653"/>
                </a:lnTo>
                <a:lnTo>
                  <a:pt x="2717740" y="1336053"/>
                </a:lnTo>
                <a:lnTo>
                  <a:pt x="2719683" y="1335967"/>
                </a:lnTo>
                <a:lnTo>
                  <a:pt x="2721626" y="1335567"/>
                </a:lnTo>
                <a:lnTo>
                  <a:pt x="2723569" y="1333738"/>
                </a:lnTo>
                <a:lnTo>
                  <a:pt x="2725512" y="1333652"/>
                </a:lnTo>
                <a:lnTo>
                  <a:pt x="2727455" y="1324451"/>
                </a:lnTo>
                <a:lnTo>
                  <a:pt x="2729398" y="1324023"/>
                </a:lnTo>
                <a:lnTo>
                  <a:pt x="2731341" y="1316936"/>
                </a:lnTo>
                <a:lnTo>
                  <a:pt x="2733284" y="1315679"/>
                </a:lnTo>
                <a:lnTo>
                  <a:pt x="2735228" y="1315222"/>
                </a:lnTo>
                <a:lnTo>
                  <a:pt x="2737171" y="1314393"/>
                </a:lnTo>
                <a:lnTo>
                  <a:pt x="2739114" y="1314136"/>
                </a:lnTo>
                <a:lnTo>
                  <a:pt x="2741057" y="1313278"/>
                </a:lnTo>
                <a:lnTo>
                  <a:pt x="2743000" y="1310249"/>
                </a:lnTo>
                <a:lnTo>
                  <a:pt x="2744943" y="1310078"/>
                </a:lnTo>
                <a:lnTo>
                  <a:pt x="2746886" y="1309164"/>
                </a:lnTo>
                <a:lnTo>
                  <a:pt x="2748829" y="1308364"/>
                </a:lnTo>
                <a:lnTo>
                  <a:pt x="2750772" y="1308221"/>
                </a:lnTo>
                <a:lnTo>
                  <a:pt x="2752715" y="1305735"/>
                </a:lnTo>
                <a:lnTo>
                  <a:pt x="2754659" y="1304906"/>
                </a:lnTo>
                <a:lnTo>
                  <a:pt x="2756630" y="1304420"/>
                </a:lnTo>
                <a:lnTo>
                  <a:pt x="2758573" y="1303820"/>
                </a:lnTo>
                <a:lnTo>
                  <a:pt x="2760516" y="1302763"/>
                </a:lnTo>
                <a:lnTo>
                  <a:pt x="2762460" y="1301791"/>
                </a:lnTo>
                <a:lnTo>
                  <a:pt x="2764374" y="1301134"/>
                </a:lnTo>
                <a:lnTo>
                  <a:pt x="2766317" y="1297962"/>
                </a:lnTo>
                <a:lnTo>
                  <a:pt x="2768289" y="1295933"/>
                </a:lnTo>
                <a:lnTo>
                  <a:pt x="2770232" y="1294247"/>
                </a:lnTo>
                <a:lnTo>
                  <a:pt x="2772175" y="1291961"/>
                </a:lnTo>
                <a:lnTo>
                  <a:pt x="2774118" y="1291504"/>
                </a:lnTo>
                <a:lnTo>
                  <a:pt x="2776061" y="1291047"/>
                </a:lnTo>
                <a:lnTo>
                  <a:pt x="2778004" y="1285532"/>
                </a:lnTo>
                <a:lnTo>
                  <a:pt x="2779947" y="1285361"/>
                </a:lnTo>
                <a:lnTo>
                  <a:pt x="2781891" y="1283075"/>
                </a:lnTo>
                <a:lnTo>
                  <a:pt x="2783834" y="1282160"/>
                </a:lnTo>
                <a:lnTo>
                  <a:pt x="2785777" y="1281732"/>
                </a:lnTo>
                <a:lnTo>
                  <a:pt x="2787720" y="1281332"/>
                </a:lnTo>
                <a:lnTo>
                  <a:pt x="2789663" y="1281246"/>
                </a:lnTo>
                <a:lnTo>
                  <a:pt x="2791606" y="1280760"/>
                </a:lnTo>
                <a:lnTo>
                  <a:pt x="2793549" y="1280160"/>
                </a:lnTo>
                <a:lnTo>
                  <a:pt x="2795492" y="1280103"/>
                </a:lnTo>
                <a:lnTo>
                  <a:pt x="2797435" y="1279588"/>
                </a:lnTo>
                <a:lnTo>
                  <a:pt x="2799378" y="1275788"/>
                </a:lnTo>
                <a:lnTo>
                  <a:pt x="2801322" y="1274445"/>
                </a:lnTo>
                <a:lnTo>
                  <a:pt x="2803265" y="1274159"/>
                </a:lnTo>
                <a:lnTo>
                  <a:pt x="2805208" y="1271273"/>
                </a:lnTo>
                <a:lnTo>
                  <a:pt x="2807151" y="1269759"/>
                </a:lnTo>
                <a:lnTo>
                  <a:pt x="2809094" y="1268530"/>
                </a:lnTo>
                <a:lnTo>
                  <a:pt x="2811037" y="1268473"/>
                </a:lnTo>
                <a:lnTo>
                  <a:pt x="2812980" y="1264044"/>
                </a:lnTo>
                <a:lnTo>
                  <a:pt x="2814923" y="1263501"/>
                </a:lnTo>
                <a:lnTo>
                  <a:pt x="2816895" y="1261643"/>
                </a:lnTo>
                <a:lnTo>
                  <a:pt x="2818838" y="1258043"/>
                </a:lnTo>
                <a:lnTo>
                  <a:pt x="2820781" y="1257557"/>
                </a:lnTo>
                <a:lnTo>
                  <a:pt x="2822724" y="1254643"/>
                </a:lnTo>
                <a:lnTo>
                  <a:pt x="2824639" y="1252214"/>
                </a:lnTo>
                <a:lnTo>
                  <a:pt x="2826582" y="1251499"/>
                </a:lnTo>
                <a:lnTo>
                  <a:pt x="2828554" y="1251242"/>
                </a:lnTo>
                <a:lnTo>
                  <a:pt x="2830497" y="1247699"/>
                </a:lnTo>
                <a:lnTo>
                  <a:pt x="2832440" y="1246527"/>
                </a:lnTo>
                <a:lnTo>
                  <a:pt x="2834383" y="1243298"/>
                </a:lnTo>
                <a:lnTo>
                  <a:pt x="2836326" y="1242212"/>
                </a:lnTo>
                <a:lnTo>
                  <a:pt x="2838269" y="1241241"/>
                </a:lnTo>
                <a:lnTo>
                  <a:pt x="2840212" y="1239555"/>
                </a:lnTo>
                <a:lnTo>
                  <a:pt x="2842155" y="1235354"/>
                </a:lnTo>
                <a:lnTo>
                  <a:pt x="2844098" y="1235297"/>
                </a:lnTo>
                <a:lnTo>
                  <a:pt x="2846041" y="1234440"/>
                </a:lnTo>
                <a:lnTo>
                  <a:pt x="2847985" y="1232640"/>
                </a:lnTo>
                <a:lnTo>
                  <a:pt x="2849928" y="1231640"/>
                </a:lnTo>
                <a:lnTo>
                  <a:pt x="2851871" y="1231411"/>
                </a:lnTo>
                <a:lnTo>
                  <a:pt x="2853814" y="1231040"/>
                </a:lnTo>
                <a:lnTo>
                  <a:pt x="2855757" y="1229125"/>
                </a:lnTo>
                <a:lnTo>
                  <a:pt x="2857700" y="1227553"/>
                </a:lnTo>
                <a:lnTo>
                  <a:pt x="2859643" y="1223210"/>
                </a:lnTo>
                <a:lnTo>
                  <a:pt x="2861586" y="1219952"/>
                </a:lnTo>
                <a:lnTo>
                  <a:pt x="2863529" y="1218267"/>
                </a:lnTo>
                <a:lnTo>
                  <a:pt x="2865472" y="1216009"/>
                </a:lnTo>
                <a:lnTo>
                  <a:pt x="2867416" y="1215752"/>
                </a:lnTo>
                <a:lnTo>
                  <a:pt x="2869359" y="1214266"/>
                </a:lnTo>
                <a:lnTo>
                  <a:pt x="2871302" y="1213837"/>
                </a:lnTo>
                <a:lnTo>
                  <a:pt x="2873245" y="1212752"/>
                </a:lnTo>
                <a:lnTo>
                  <a:pt x="2875188" y="1212666"/>
                </a:lnTo>
                <a:lnTo>
                  <a:pt x="2877160" y="1212552"/>
                </a:lnTo>
                <a:lnTo>
                  <a:pt x="2879103" y="1211780"/>
                </a:lnTo>
                <a:lnTo>
                  <a:pt x="2881046" y="1205379"/>
                </a:lnTo>
                <a:lnTo>
                  <a:pt x="2882960" y="1203579"/>
                </a:lnTo>
                <a:lnTo>
                  <a:pt x="2884903" y="1201493"/>
                </a:lnTo>
                <a:lnTo>
                  <a:pt x="2886847" y="1192006"/>
                </a:lnTo>
                <a:lnTo>
                  <a:pt x="2888818" y="1186920"/>
                </a:lnTo>
                <a:lnTo>
                  <a:pt x="2890761" y="1183091"/>
                </a:lnTo>
                <a:lnTo>
                  <a:pt x="2892704" y="1180719"/>
                </a:lnTo>
                <a:lnTo>
                  <a:pt x="2894648" y="1179033"/>
                </a:lnTo>
                <a:lnTo>
                  <a:pt x="2896591" y="1175633"/>
                </a:lnTo>
                <a:lnTo>
                  <a:pt x="2898534" y="1175261"/>
                </a:lnTo>
                <a:lnTo>
                  <a:pt x="2900477" y="1174347"/>
                </a:lnTo>
                <a:lnTo>
                  <a:pt x="2902420" y="1168603"/>
                </a:lnTo>
                <a:lnTo>
                  <a:pt x="2904363" y="1167917"/>
                </a:lnTo>
                <a:lnTo>
                  <a:pt x="2906306" y="1167174"/>
                </a:lnTo>
                <a:lnTo>
                  <a:pt x="2908249" y="1166917"/>
                </a:lnTo>
                <a:lnTo>
                  <a:pt x="2910192" y="1164488"/>
                </a:lnTo>
                <a:lnTo>
                  <a:pt x="2912135" y="1163002"/>
                </a:lnTo>
                <a:lnTo>
                  <a:pt x="2914078" y="1159288"/>
                </a:lnTo>
                <a:lnTo>
                  <a:pt x="2916022" y="1158659"/>
                </a:lnTo>
                <a:lnTo>
                  <a:pt x="2917965" y="1153858"/>
                </a:lnTo>
                <a:lnTo>
                  <a:pt x="2919908" y="1153316"/>
                </a:lnTo>
                <a:lnTo>
                  <a:pt x="2921851" y="1149715"/>
                </a:lnTo>
                <a:lnTo>
                  <a:pt x="2923794" y="1148201"/>
                </a:lnTo>
                <a:lnTo>
                  <a:pt x="2925737" y="1146229"/>
                </a:lnTo>
                <a:lnTo>
                  <a:pt x="2927680" y="1143143"/>
                </a:lnTo>
                <a:lnTo>
                  <a:pt x="2929623" y="1143143"/>
                </a:lnTo>
                <a:lnTo>
                  <a:pt x="2931566" y="1141428"/>
                </a:lnTo>
                <a:lnTo>
                  <a:pt x="2933509" y="1132970"/>
                </a:lnTo>
                <a:lnTo>
                  <a:pt x="2935453" y="1131484"/>
                </a:lnTo>
                <a:lnTo>
                  <a:pt x="2937424" y="1128255"/>
                </a:lnTo>
                <a:lnTo>
                  <a:pt x="2939367" y="1124855"/>
                </a:lnTo>
                <a:lnTo>
                  <a:pt x="2941310" y="1120569"/>
                </a:lnTo>
                <a:lnTo>
                  <a:pt x="2943225" y="1119911"/>
                </a:lnTo>
                <a:lnTo>
                  <a:pt x="2945168" y="1118654"/>
                </a:lnTo>
                <a:lnTo>
                  <a:pt x="2947111" y="1111625"/>
                </a:lnTo>
                <a:lnTo>
                  <a:pt x="2949083" y="1111196"/>
                </a:lnTo>
                <a:lnTo>
                  <a:pt x="2951026" y="1109624"/>
                </a:lnTo>
                <a:lnTo>
                  <a:pt x="2952969" y="1108653"/>
                </a:lnTo>
                <a:lnTo>
                  <a:pt x="2954912" y="1108110"/>
                </a:lnTo>
                <a:lnTo>
                  <a:pt x="2956855" y="1107396"/>
                </a:lnTo>
                <a:lnTo>
                  <a:pt x="2958798" y="1102766"/>
                </a:lnTo>
                <a:lnTo>
                  <a:pt x="2960741" y="1092079"/>
                </a:lnTo>
                <a:lnTo>
                  <a:pt x="2962685" y="1091136"/>
                </a:lnTo>
                <a:lnTo>
                  <a:pt x="2964628" y="1088765"/>
                </a:lnTo>
                <a:lnTo>
                  <a:pt x="2966571" y="1087993"/>
                </a:lnTo>
                <a:lnTo>
                  <a:pt x="2968514" y="1087936"/>
                </a:lnTo>
                <a:lnTo>
                  <a:pt x="2970457" y="1079621"/>
                </a:lnTo>
                <a:lnTo>
                  <a:pt x="2972400" y="1077306"/>
                </a:lnTo>
                <a:lnTo>
                  <a:pt x="2974343" y="1071105"/>
                </a:lnTo>
                <a:lnTo>
                  <a:pt x="2976286" y="1069505"/>
                </a:lnTo>
                <a:lnTo>
                  <a:pt x="2978229" y="1063790"/>
                </a:lnTo>
                <a:lnTo>
                  <a:pt x="2980172" y="1061361"/>
                </a:lnTo>
                <a:lnTo>
                  <a:pt x="2982116" y="1060390"/>
                </a:lnTo>
                <a:lnTo>
                  <a:pt x="2984059" y="1055246"/>
                </a:lnTo>
                <a:lnTo>
                  <a:pt x="2986002" y="1051874"/>
                </a:lnTo>
                <a:lnTo>
                  <a:pt x="2987945" y="1048645"/>
                </a:lnTo>
                <a:lnTo>
                  <a:pt x="2989888" y="1046817"/>
                </a:lnTo>
                <a:lnTo>
                  <a:pt x="2991831" y="1040130"/>
                </a:lnTo>
                <a:lnTo>
                  <a:pt x="2993774" y="1039759"/>
                </a:lnTo>
                <a:lnTo>
                  <a:pt x="2995746" y="1038215"/>
                </a:lnTo>
                <a:lnTo>
                  <a:pt x="2997689" y="1037901"/>
                </a:lnTo>
                <a:lnTo>
                  <a:pt x="2999632" y="1034986"/>
                </a:lnTo>
                <a:lnTo>
                  <a:pt x="3001547" y="1025271"/>
                </a:lnTo>
                <a:lnTo>
                  <a:pt x="3003490" y="1023099"/>
                </a:lnTo>
                <a:lnTo>
                  <a:pt x="3005433" y="1020242"/>
                </a:lnTo>
                <a:lnTo>
                  <a:pt x="3007376" y="1019156"/>
                </a:lnTo>
                <a:lnTo>
                  <a:pt x="3009348" y="1017841"/>
                </a:lnTo>
                <a:lnTo>
                  <a:pt x="3011291" y="1017499"/>
                </a:lnTo>
                <a:lnTo>
                  <a:pt x="3013234" y="1012327"/>
                </a:lnTo>
                <a:lnTo>
                  <a:pt x="3015177" y="1011355"/>
                </a:lnTo>
                <a:lnTo>
                  <a:pt x="3017120" y="1009212"/>
                </a:lnTo>
                <a:lnTo>
                  <a:pt x="3019063" y="1006554"/>
                </a:lnTo>
                <a:lnTo>
                  <a:pt x="3021006" y="988238"/>
                </a:lnTo>
                <a:lnTo>
                  <a:pt x="3022949" y="976036"/>
                </a:lnTo>
                <a:lnTo>
                  <a:pt x="3024892" y="972979"/>
                </a:lnTo>
                <a:lnTo>
                  <a:pt x="3026835" y="957634"/>
                </a:lnTo>
                <a:lnTo>
                  <a:pt x="3028779" y="952719"/>
                </a:lnTo>
                <a:lnTo>
                  <a:pt x="3030722" y="952119"/>
                </a:lnTo>
                <a:lnTo>
                  <a:pt x="3032665" y="951405"/>
                </a:lnTo>
                <a:lnTo>
                  <a:pt x="3034608" y="938289"/>
                </a:lnTo>
                <a:lnTo>
                  <a:pt x="3036551" y="936889"/>
                </a:lnTo>
                <a:lnTo>
                  <a:pt x="3038494" y="928716"/>
                </a:lnTo>
                <a:lnTo>
                  <a:pt x="3040437" y="925430"/>
                </a:lnTo>
                <a:lnTo>
                  <a:pt x="3042380" y="918572"/>
                </a:lnTo>
                <a:lnTo>
                  <a:pt x="3044323" y="917572"/>
                </a:lnTo>
                <a:lnTo>
                  <a:pt x="3046266" y="915514"/>
                </a:lnTo>
                <a:lnTo>
                  <a:pt x="3048210" y="910199"/>
                </a:lnTo>
                <a:lnTo>
                  <a:pt x="3050153" y="906199"/>
                </a:lnTo>
                <a:lnTo>
                  <a:pt x="3052096" y="884796"/>
                </a:lnTo>
                <a:lnTo>
                  <a:pt x="3054039" y="881510"/>
                </a:lnTo>
                <a:lnTo>
                  <a:pt x="3056011" y="878367"/>
                </a:lnTo>
                <a:lnTo>
                  <a:pt x="3057954" y="877252"/>
                </a:lnTo>
                <a:lnTo>
                  <a:pt x="3059897" y="872566"/>
                </a:lnTo>
                <a:lnTo>
                  <a:pt x="3061811" y="870337"/>
                </a:lnTo>
                <a:lnTo>
                  <a:pt x="3063754" y="861936"/>
                </a:lnTo>
                <a:lnTo>
                  <a:pt x="3065697" y="858679"/>
                </a:lnTo>
                <a:lnTo>
                  <a:pt x="3067641" y="851249"/>
                </a:lnTo>
                <a:lnTo>
                  <a:pt x="3069612" y="849192"/>
                </a:lnTo>
                <a:lnTo>
                  <a:pt x="3071555" y="847735"/>
                </a:lnTo>
                <a:lnTo>
                  <a:pt x="3073498" y="837505"/>
                </a:lnTo>
                <a:lnTo>
                  <a:pt x="3075442" y="833990"/>
                </a:lnTo>
                <a:lnTo>
                  <a:pt x="3077385" y="826360"/>
                </a:lnTo>
                <a:lnTo>
                  <a:pt x="3079328" y="821131"/>
                </a:lnTo>
                <a:lnTo>
                  <a:pt x="3081271" y="819960"/>
                </a:lnTo>
                <a:lnTo>
                  <a:pt x="3083214" y="795957"/>
                </a:lnTo>
                <a:lnTo>
                  <a:pt x="3085157" y="789127"/>
                </a:lnTo>
                <a:lnTo>
                  <a:pt x="3087100" y="787498"/>
                </a:lnTo>
                <a:lnTo>
                  <a:pt x="3089043" y="785870"/>
                </a:lnTo>
                <a:lnTo>
                  <a:pt x="3090986" y="784441"/>
                </a:lnTo>
                <a:lnTo>
                  <a:pt x="3092929" y="782012"/>
                </a:lnTo>
                <a:lnTo>
                  <a:pt x="3094873" y="777669"/>
                </a:lnTo>
                <a:lnTo>
                  <a:pt x="3096816" y="775897"/>
                </a:lnTo>
                <a:lnTo>
                  <a:pt x="3098759" y="775097"/>
                </a:lnTo>
                <a:lnTo>
                  <a:pt x="3100702" y="774040"/>
                </a:lnTo>
                <a:lnTo>
                  <a:pt x="3102645" y="772468"/>
                </a:lnTo>
                <a:lnTo>
                  <a:pt x="3104588" y="765238"/>
                </a:lnTo>
                <a:lnTo>
                  <a:pt x="3106531" y="764981"/>
                </a:lnTo>
                <a:lnTo>
                  <a:pt x="3108474" y="762752"/>
                </a:lnTo>
                <a:lnTo>
                  <a:pt x="3110417" y="758495"/>
                </a:lnTo>
                <a:lnTo>
                  <a:pt x="3112360" y="746208"/>
                </a:lnTo>
                <a:lnTo>
                  <a:pt x="3114304" y="740693"/>
                </a:lnTo>
                <a:lnTo>
                  <a:pt x="3116275" y="724691"/>
                </a:lnTo>
                <a:lnTo>
                  <a:pt x="3118218" y="717404"/>
                </a:lnTo>
                <a:lnTo>
                  <a:pt x="3120133" y="713889"/>
                </a:lnTo>
                <a:lnTo>
                  <a:pt x="3122076" y="712118"/>
                </a:lnTo>
                <a:lnTo>
                  <a:pt x="3124019" y="711489"/>
                </a:lnTo>
                <a:lnTo>
                  <a:pt x="3125962" y="702145"/>
                </a:lnTo>
                <a:lnTo>
                  <a:pt x="3127934" y="682171"/>
                </a:lnTo>
                <a:lnTo>
                  <a:pt x="3129877" y="679628"/>
                </a:lnTo>
                <a:lnTo>
                  <a:pt x="3131820" y="663969"/>
                </a:lnTo>
                <a:lnTo>
                  <a:pt x="3133763" y="655139"/>
                </a:lnTo>
                <a:lnTo>
                  <a:pt x="3135706" y="651253"/>
                </a:lnTo>
                <a:lnTo>
                  <a:pt x="3137649" y="646481"/>
                </a:lnTo>
                <a:lnTo>
                  <a:pt x="3139592" y="643738"/>
                </a:lnTo>
                <a:lnTo>
                  <a:pt x="3141535" y="630707"/>
                </a:lnTo>
                <a:lnTo>
                  <a:pt x="3143479" y="610476"/>
                </a:lnTo>
                <a:lnTo>
                  <a:pt x="3145422" y="608190"/>
                </a:lnTo>
                <a:lnTo>
                  <a:pt x="3147365" y="606019"/>
                </a:lnTo>
                <a:lnTo>
                  <a:pt x="3149308" y="605476"/>
                </a:lnTo>
                <a:lnTo>
                  <a:pt x="3151251" y="599046"/>
                </a:lnTo>
                <a:lnTo>
                  <a:pt x="3153194" y="597932"/>
                </a:lnTo>
                <a:lnTo>
                  <a:pt x="3155137" y="596075"/>
                </a:lnTo>
                <a:lnTo>
                  <a:pt x="3157080" y="574958"/>
                </a:lnTo>
                <a:lnTo>
                  <a:pt x="3159023" y="535981"/>
                </a:lnTo>
                <a:lnTo>
                  <a:pt x="3160966" y="515579"/>
                </a:lnTo>
                <a:lnTo>
                  <a:pt x="3162910" y="514407"/>
                </a:lnTo>
                <a:lnTo>
                  <a:pt x="3164853" y="510092"/>
                </a:lnTo>
                <a:lnTo>
                  <a:pt x="3166796" y="509407"/>
                </a:lnTo>
                <a:lnTo>
                  <a:pt x="3168739" y="505720"/>
                </a:lnTo>
                <a:lnTo>
                  <a:pt x="3170682" y="505063"/>
                </a:lnTo>
                <a:lnTo>
                  <a:pt x="3172625" y="501977"/>
                </a:lnTo>
                <a:lnTo>
                  <a:pt x="3174568" y="481432"/>
                </a:lnTo>
                <a:lnTo>
                  <a:pt x="3176540" y="438455"/>
                </a:lnTo>
                <a:lnTo>
                  <a:pt x="3178483" y="427111"/>
                </a:lnTo>
                <a:lnTo>
                  <a:pt x="3180398" y="421796"/>
                </a:lnTo>
                <a:lnTo>
                  <a:pt x="3182341" y="411566"/>
                </a:lnTo>
                <a:lnTo>
                  <a:pt x="3184284" y="403508"/>
                </a:lnTo>
                <a:lnTo>
                  <a:pt x="3186227" y="401222"/>
                </a:lnTo>
                <a:lnTo>
                  <a:pt x="3188198" y="392678"/>
                </a:lnTo>
                <a:lnTo>
                  <a:pt x="3190142" y="381819"/>
                </a:lnTo>
                <a:lnTo>
                  <a:pt x="3192085" y="381819"/>
                </a:lnTo>
                <a:lnTo>
                  <a:pt x="3194028" y="381162"/>
                </a:lnTo>
                <a:lnTo>
                  <a:pt x="3195971" y="370046"/>
                </a:lnTo>
                <a:lnTo>
                  <a:pt x="3197914" y="368332"/>
                </a:lnTo>
                <a:lnTo>
                  <a:pt x="3199857" y="368246"/>
                </a:lnTo>
                <a:lnTo>
                  <a:pt x="3201800" y="367760"/>
                </a:lnTo>
                <a:lnTo>
                  <a:pt x="3203743" y="365646"/>
                </a:lnTo>
                <a:lnTo>
                  <a:pt x="3205686" y="362274"/>
                </a:lnTo>
                <a:lnTo>
                  <a:pt x="3207629" y="360159"/>
                </a:lnTo>
                <a:lnTo>
                  <a:pt x="3209573" y="356130"/>
                </a:lnTo>
                <a:lnTo>
                  <a:pt x="3211516" y="350415"/>
                </a:lnTo>
                <a:lnTo>
                  <a:pt x="3213459" y="345243"/>
                </a:lnTo>
                <a:lnTo>
                  <a:pt x="3215402" y="344843"/>
                </a:lnTo>
                <a:lnTo>
                  <a:pt x="3217345" y="340900"/>
                </a:lnTo>
                <a:lnTo>
                  <a:pt x="3219288" y="337442"/>
                </a:lnTo>
                <a:lnTo>
                  <a:pt x="3221231" y="331156"/>
                </a:lnTo>
                <a:lnTo>
                  <a:pt x="3223174" y="330984"/>
                </a:lnTo>
                <a:lnTo>
                  <a:pt x="3225117" y="330956"/>
                </a:lnTo>
                <a:lnTo>
                  <a:pt x="3227060" y="327898"/>
                </a:lnTo>
                <a:lnTo>
                  <a:pt x="3229004" y="327127"/>
                </a:lnTo>
                <a:lnTo>
                  <a:pt x="3230947" y="325555"/>
                </a:lnTo>
                <a:lnTo>
                  <a:pt x="3232890" y="318611"/>
                </a:lnTo>
                <a:lnTo>
                  <a:pt x="3234833" y="315897"/>
                </a:lnTo>
                <a:lnTo>
                  <a:pt x="3236805" y="304781"/>
                </a:lnTo>
                <a:lnTo>
                  <a:pt x="3238719" y="301581"/>
                </a:lnTo>
                <a:lnTo>
                  <a:pt x="3240662" y="296151"/>
                </a:lnTo>
                <a:lnTo>
                  <a:pt x="3242605" y="295208"/>
                </a:lnTo>
                <a:lnTo>
                  <a:pt x="3244548" y="293694"/>
                </a:lnTo>
                <a:lnTo>
                  <a:pt x="3246491" y="292008"/>
                </a:lnTo>
                <a:lnTo>
                  <a:pt x="3248463" y="290951"/>
                </a:lnTo>
                <a:lnTo>
                  <a:pt x="3250406" y="290522"/>
                </a:lnTo>
                <a:lnTo>
                  <a:pt x="3252349" y="284864"/>
                </a:lnTo>
                <a:lnTo>
                  <a:pt x="3254292" y="279463"/>
                </a:lnTo>
                <a:lnTo>
                  <a:pt x="3256236" y="276835"/>
                </a:lnTo>
                <a:lnTo>
                  <a:pt x="3258179" y="273206"/>
                </a:lnTo>
                <a:lnTo>
                  <a:pt x="3260122" y="263404"/>
                </a:lnTo>
                <a:lnTo>
                  <a:pt x="3262065" y="263204"/>
                </a:lnTo>
                <a:lnTo>
                  <a:pt x="3264008" y="234515"/>
                </a:lnTo>
                <a:lnTo>
                  <a:pt x="3265951" y="232172"/>
                </a:lnTo>
                <a:lnTo>
                  <a:pt x="3267894" y="231115"/>
                </a:lnTo>
                <a:lnTo>
                  <a:pt x="3269837" y="225714"/>
                </a:lnTo>
                <a:lnTo>
                  <a:pt x="3271780" y="225142"/>
                </a:lnTo>
                <a:lnTo>
                  <a:pt x="3273723" y="217084"/>
                </a:lnTo>
                <a:lnTo>
                  <a:pt x="3275667" y="210626"/>
                </a:lnTo>
                <a:lnTo>
                  <a:pt x="3277610" y="210626"/>
                </a:lnTo>
                <a:lnTo>
                  <a:pt x="3279553" y="209512"/>
                </a:lnTo>
                <a:lnTo>
                  <a:pt x="3281496" y="203083"/>
                </a:lnTo>
                <a:lnTo>
                  <a:pt x="3283439" y="197368"/>
                </a:lnTo>
                <a:lnTo>
                  <a:pt x="3285382" y="193081"/>
                </a:lnTo>
                <a:lnTo>
                  <a:pt x="3287325" y="191653"/>
                </a:lnTo>
                <a:lnTo>
                  <a:pt x="3289268" y="191567"/>
                </a:lnTo>
                <a:lnTo>
                  <a:pt x="3291211" y="190681"/>
                </a:lnTo>
                <a:lnTo>
                  <a:pt x="3293154" y="185080"/>
                </a:lnTo>
                <a:lnTo>
                  <a:pt x="3295098" y="179680"/>
                </a:lnTo>
                <a:lnTo>
                  <a:pt x="3297069" y="170107"/>
                </a:lnTo>
                <a:lnTo>
                  <a:pt x="3298984" y="152962"/>
                </a:lnTo>
                <a:lnTo>
                  <a:pt x="3300927" y="150104"/>
                </a:lnTo>
                <a:lnTo>
                  <a:pt x="3302870" y="148733"/>
                </a:lnTo>
                <a:lnTo>
                  <a:pt x="3304813" y="148533"/>
                </a:lnTo>
                <a:lnTo>
                  <a:pt x="3306756" y="109699"/>
                </a:lnTo>
                <a:lnTo>
                  <a:pt x="3308728" y="105556"/>
                </a:lnTo>
                <a:lnTo>
                  <a:pt x="3310671" y="77695"/>
                </a:lnTo>
                <a:lnTo>
                  <a:pt x="3312614" y="75352"/>
                </a:lnTo>
                <a:lnTo>
                  <a:pt x="3314557" y="36090"/>
                </a:lnTo>
                <a:lnTo>
                  <a:pt x="3316500" y="34833"/>
                </a:lnTo>
                <a:lnTo>
                  <a:pt x="3318443" y="25203"/>
                </a:lnTo>
                <a:lnTo>
                  <a:pt x="3320386" y="24917"/>
                </a:lnTo>
                <a:lnTo>
                  <a:pt x="3322330" y="15288"/>
                </a:lnTo>
                <a:lnTo>
                  <a:pt x="3324273" y="10373"/>
                </a:lnTo>
                <a:lnTo>
                  <a:pt x="3326216" y="8344"/>
                </a:lnTo>
                <a:lnTo>
                  <a:pt x="33281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custDash>
              <a:ds d="375005" sp="250003"/>
            </a:custDash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903F8-0731-4F4D-85BC-AA4CF20F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305" y="91326"/>
            <a:ext cx="3526441" cy="2053428"/>
          </a:xfrm>
          <a:custGeom xmlns:a="http://schemas.openxmlformats.org/drawingml/2006/main">
            <a:pathLst>
              <a:path w="3526441" h="2053428" fill="none">
                <a:moveTo>
                  <a:pt x="0" y="2053428"/>
                </a:moveTo>
                <a:lnTo>
                  <a:pt x="1943" y="2046656"/>
                </a:lnTo>
                <a:lnTo>
                  <a:pt x="3886" y="2046027"/>
                </a:lnTo>
                <a:lnTo>
                  <a:pt x="5829" y="2041369"/>
                </a:lnTo>
                <a:lnTo>
                  <a:pt x="7772" y="2040769"/>
                </a:lnTo>
                <a:lnTo>
                  <a:pt x="9715" y="2038426"/>
                </a:lnTo>
                <a:lnTo>
                  <a:pt x="11659" y="2037369"/>
                </a:lnTo>
                <a:lnTo>
                  <a:pt x="13630" y="2036797"/>
                </a:lnTo>
                <a:lnTo>
                  <a:pt x="15573" y="2036455"/>
                </a:lnTo>
                <a:lnTo>
                  <a:pt x="17516" y="2035912"/>
                </a:lnTo>
                <a:lnTo>
                  <a:pt x="19460" y="2035083"/>
                </a:lnTo>
                <a:lnTo>
                  <a:pt x="21403" y="2034540"/>
                </a:lnTo>
                <a:lnTo>
                  <a:pt x="23317" y="2034197"/>
                </a:lnTo>
                <a:lnTo>
                  <a:pt x="25289" y="2033711"/>
                </a:lnTo>
                <a:lnTo>
                  <a:pt x="27232" y="2033483"/>
                </a:lnTo>
                <a:lnTo>
                  <a:pt x="29175" y="2032711"/>
                </a:lnTo>
                <a:lnTo>
                  <a:pt x="31118" y="2031511"/>
                </a:lnTo>
                <a:lnTo>
                  <a:pt x="33061" y="2030968"/>
                </a:lnTo>
                <a:lnTo>
                  <a:pt x="35004" y="2030825"/>
                </a:lnTo>
                <a:lnTo>
                  <a:pt x="36947" y="2030168"/>
                </a:lnTo>
                <a:lnTo>
                  <a:pt x="38891" y="2029768"/>
                </a:lnTo>
                <a:lnTo>
                  <a:pt x="40834" y="2029682"/>
                </a:lnTo>
                <a:lnTo>
                  <a:pt x="42777" y="2027825"/>
                </a:lnTo>
                <a:lnTo>
                  <a:pt x="44720" y="2027539"/>
                </a:lnTo>
                <a:lnTo>
                  <a:pt x="46663" y="2025196"/>
                </a:lnTo>
                <a:lnTo>
                  <a:pt x="48606" y="2023681"/>
                </a:lnTo>
                <a:lnTo>
                  <a:pt x="50549" y="2023653"/>
                </a:lnTo>
                <a:lnTo>
                  <a:pt x="52492" y="2023510"/>
                </a:lnTo>
                <a:lnTo>
                  <a:pt x="54435" y="2023081"/>
                </a:lnTo>
                <a:lnTo>
                  <a:pt x="56378" y="2022167"/>
                </a:lnTo>
                <a:lnTo>
                  <a:pt x="58322" y="2021567"/>
                </a:lnTo>
                <a:lnTo>
                  <a:pt x="60265" y="2021224"/>
                </a:lnTo>
                <a:lnTo>
                  <a:pt x="62208" y="2019195"/>
                </a:lnTo>
                <a:lnTo>
                  <a:pt x="64151" y="2017681"/>
                </a:lnTo>
                <a:lnTo>
                  <a:pt x="66094" y="2017309"/>
                </a:lnTo>
                <a:lnTo>
                  <a:pt x="68037" y="2016023"/>
                </a:lnTo>
                <a:lnTo>
                  <a:pt x="69980" y="2015909"/>
                </a:lnTo>
                <a:lnTo>
                  <a:pt x="71923" y="2015252"/>
                </a:lnTo>
                <a:lnTo>
                  <a:pt x="73895" y="2015252"/>
                </a:lnTo>
                <a:lnTo>
                  <a:pt x="75838" y="2014595"/>
                </a:lnTo>
                <a:lnTo>
                  <a:pt x="77781" y="2014395"/>
                </a:lnTo>
                <a:lnTo>
                  <a:pt x="79724" y="2013966"/>
                </a:lnTo>
                <a:lnTo>
                  <a:pt x="81667" y="2013709"/>
                </a:lnTo>
                <a:lnTo>
                  <a:pt x="83582" y="2013452"/>
                </a:lnTo>
                <a:lnTo>
                  <a:pt x="85554" y="2013423"/>
                </a:lnTo>
                <a:lnTo>
                  <a:pt x="87497" y="2013337"/>
                </a:lnTo>
                <a:lnTo>
                  <a:pt x="89440" y="2013280"/>
                </a:lnTo>
                <a:lnTo>
                  <a:pt x="91383" y="2012652"/>
                </a:lnTo>
                <a:lnTo>
                  <a:pt x="93326" y="2012652"/>
                </a:lnTo>
                <a:lnTo>
                  <a:pt x="95269" y="2012423"/>
                </a:lnTo>
                <a:lnTo>
                  <a:pt x="97212" y="2012309"/>
                </a:lnTo>
                <a:lnTo>
                  <a:pt x="99155" y="2011251"/>
                </a:lnTo>
                <a:lnTo>
                  <a:pt x="101098" y="2011137"/>
                </a:lnTo>
                <a:lnTo>
                  <a:pt x="103041" y="2011051"/>
                </a:lnTo>
                <a:lnTo>
                  <a:pt x="104985" y="2010766"/>
                </a:lnTo>
                <a:lnTo>
                  <a:pt x="106928" y="2010737"/>
                </a:lnTo>
                <a:lnTo>
                  <a:pt x="108871" y="2010251"/>
                </a:lnTo>
                <a:lnTo>
                  <a:pt x="110814" y="2010080"/>
                </a:lnTo>
                <a:lnTo>
                  <a:pt x="112757" y="2009994"/>
                </a:lnTo>
                <a:lnTo>
                  <a:pt x="114700" y="2009851"/>
                </a:lnTo>
                <a:lnTo>
                  <a:pt x="116643" y="2009765"/>
                </a:lnTo>
                <a:lnTo>
                  <a:pt x="118586" y="2009051"/>
                </a:lnTo>
                <a:lnTo>
                  <a:pt x="120529" y="2008480"/>
                </a:lnTo>
                <a:lnTo>
                  <a:pt x="122472" y="2007965"/>
                </a:lnTo>
                <a:lnTo>
                  <a:pt x="124416" y="2007679"/>
                </a:lnTo>
                <a:lnTo>
                  <a:pt x="126359" y="2007537"/>
                </a:lnTo>
                <a:lnTo>
                  <a:pt x="128302" y="2007222"/>
                </a:lnTo>
                <a:lnTo>
                  <a:pt x="130245" y="2006022"/>
                </a:lnTo>
                <a:lnTo>
                  <a:pt x="132188" y="2005851"/>
                </a:lnTo>
                <a:lnTo>
                  <a:pt x="134160" y="2005765"/>
                </a:lnTo>
                <a:lnTo>
                  <a:pt x="136103" y="2005594"/>
                </a:lnTo>
                <a:lnTo>
                  <a:pt x="138046" y="2004393"/>
                </a:lnTo>
                <a:lnTo>
                  <a:pt x="139989" y="2003822"/>
                </a:lnTo>
                <a:lnTo>
                  <a:pt x="141903" y="2003393"/>
                </a:lnTo>
                <a:lnTo>
                  <a:pt x="143847" y="2003308"/>
                </a:lnTo>
                <a:lnTo>
                  <a:pt x="145818" y="2003222"/>
                </a:lnTo>
                <a:lnTo>
                  <a:pt x="147761" y="2003107"/>
                </a:lnTo>
                <a:lnTo>
                  <a:pt x="149704" y="2003050"/>
                </a:lnTo>
                <a:lnTo>
                  <a:pt x="151648" y="2002936"/>
                </a:lnTo>
                <a:lnTo>
                  <a:pt x="153591" y="2002936"/>
                </a:lnTo>
                <a:lnTo>
                  <a:pt x="155534" y="2002307"/>
                </a:lnTo>
                <a:lnTo>
                  <a:pt x="157477" y="2002136"/>
                </a:lnTo>
                <a:lnTo>
                  <a:pt x="159420" y="2002136"/>
                </a:lnTo>
                <a:lnTo>
                  <a:pt x="161363" y="2002136"/>
                </a:lnTo>
                <a:lnTo>
                  <a:pt x="163306" y="2001593"/>
                </a:lnTo>
                <a:lnTo>
                  <a:pt x="165249" y="2001593"/>
                </a:lnTo>
                <a:lnTo>
                  <a:pt x="167192" y="2001564"/>
                </a:lnTo>
                <a:lnTo>
                  <a:pt x="169135" y="2000764"/>
                </a:lnTo>
                <a:lnTo>
                  <a:pt x="171079" y="2000736"/>
                </a:lnTo>
                <a:lnTo>
                  <a:pt x="173022" y="2000279"/>
                </a:lnTo>
                <a:lnTo>
                  <a:pt x="174965" y="2000107"/>
                </a:lnTo>
                <a:lnTo>
                  <a:pt x="176908" y="1999964"/>
                </a:lnTo>
                <a:lnTo>
                  <a:pt x="178851" y="1999793"/>
                </a:lnTo>
                <a:lnTo>
                  <a:pt x="180794" y="1999478"/>
                </a:lnTo>
                <a:lnTo>
                  <a:pt x="182737" y="1999193"/>
                </a:lnTo>
                <a:lnTo>
                  <a:pt x="184680" y="1999193"/>
                </a:lnTo>
                <a:lnTo>
                  <a:pt x="186623" y="1998907"/>
                </a:lnTo>
                <a:lnTo>
                  <a:pt x="188566" y="1998593"/>
                </a:lnTo>
                <a:lnTo>
                  <a:pt x="190510" y="1998535"/>
                </a:lnTo>
                <a:lnTo>
                  <a:pt x="192453" y="1998278"/>
                </a:lnTo>
                <a:lnTo>
                  <a:pt x="194424" y="1998135"/>
                </a:lnTo>
                <a:lnTo>
                  <a:pt x="196367" y="1997993"/>
                </a:lnTo>
                <a:lnTo>
                  <a:pt x="198310" y="1997878"/>
                </a:lnTo>
                <a:lnTo>
                  <a:pt x="200254" y="1997707"/>
                </a:lnTo>
                <a:lnTo>
                  <a:pt x="202168" y="1996421"/>
                </a:lnTo>
                <a:lnTo>
                  <a:pt x="204111" y="1996049"/>
                </a:lnTo>
                <a:lnTo>
                  <a:pt x="206083" y="1995678"/>
                </a:lnTo>
                <a:lnTo>
                  <a:pt x="208026" y="1995307"/>
                </a:lnTo>
                <a:lnTo>
                  <a:pt x="209969" y="1994849"/>
                </a:lnTo>
                <a:lnTo>
                  <a:pt x="211912" y="1994735"/>
                </a:lnTo>
                <a:lnTo>
                  <a:pt x="213855" y="1993878"/>
                </a:lnTo>
                <a:lnTo>
                  <a:pt x="215798" y="1993763"/>
                </a:lnTo>
                <a:lnTo>
                  <a:pt x="217741" y="1993563"/>
                </a:lnTo>
                <a:lnTo>
                  <a:pt x="219685" y="1993392"/>
                </a:lnTo>
                <a:lnTo>
                  <a:pt x="221628" y="1993192"/>
                </a:lnTo>
                <a:lnTo>
                  <a:pt x="223571" y="1993049"/>
                </a:lnTo>
                <a:lnTo>
                  <a:pt x="225514" y="1992992"/>
                </a:lnTo>
                <a:lnTo>
                  <a:pt x="227457" y="1992963"/>
                </a:lnTo>
                <a:lnTo>
                  <a:pt x="229400" y="1992849"/>
                </a:lnTo>
                <a:lnTo>
                  <a:pt x="231343" y="1992792"/>
                </a:lnTo>
                <a:lnTo>
                  <a:pt x="233286" y="1992678"/>
                </a:lnTo>
                <a:lnTo>
                  <a:pt x="235229" y="1992249"/>
                </a:lnTo>
                <a:lnTo>
                  <a:pt x="237172" y="1991963"/>
                </a:lnTo>
                <a:lnTo>
                  <a:pt x="239116" y="1991735"/>
                </a:lnTo>
                <a:lnTo>
                  <a:pt x="241059" y="1991106"/>
                </a:lnTo>
                <a:lnTo>
                  <a:pt x="243002" y="1990735"/>
                </a:lnTo>
                <a:lnTo>
                  <a:pt x="244945" y="1990620"/>
                </a:lnTo>
                <a:lnTo>
                  <a:pt x="246888" y="1990277"/>
                </a:lnTo>
                <a:lnTo>
                  <a:pt x="248831" y="1990077"/>
                </a:lnTo>
                <a:lnTo>
                  <a:pt x="250774" y="1989906"/>
                </a:lnTo>
                <a:lnTo>
                  <a:pt x="252717" y="1989877"/>
                </a:lnTo>
                <a:lnTo>
                  <a:pt x="254689" y="1989334"/>
                </a:lnTo>
                <a:lnTo>
                  <a:pt x="256632" y="1988677"/>
                </a:lnTo>
                <a:lnTo>
                  <a:pt x="258575" y="1988363"/>
                </a:lnTo>
                <a:lnTo>
                  <a:pt x="260490" y="1988277"/>
                </a:lnTo>
                <a:lnTo>
                  <a:pt x="262433" y="1987934"/>
                </a:lnTo>
                <a:lnTo>
                  <a:pt x="264376" y="1987820"/>
                </a:lnTo>
                <a:lnTo>
                  <a:pt x="266348" y="1987734"/>
                </a:lnTo>
                <a:lnTo>
                  <a:pt x="268291" y="1987563"/>
                </a:lnTo>
                <a:lnTo>
                  <a:pt x="270234" y="1986620"/>
                </a:lnTo>
                <a:lnTo>
                  <a:pt x="272177" y="1986591"/>
                </a:lnTo>
                <a:lnTo>
                  <a:pt x="274120" y="1986477"/>
                </a:lnTo>
                <a:lnTo>
                  <a:pt x="276063" y="1986277"/>
                </a:lnTo>
                <a:lnTo>
                  <a:pt x="278006" y="1986163"/>
                </a:lnTo>
                <a:lnTo>
                  <a:pt x="279949" y="1985991"/>
                </a:lnTo>
                <a:lnTo>
                  <a:pt x="281892" y="1985077"/>
                </a:lnTo>
                <a:lnTo>
                  <a:pt x="283835" y="1984905"/>
                </a:lnTo>
                <a:lnTo>
                  <a:pt x="285779" y="1984591"/>
                </a:lnTo>
                <a:lnTo>
                  <a:pt x="287722" y="1984391"/>
                </a:lnTo>
                <a:lnTo>
                  <a:pt x="289665" y="1984277"/>
                </a:lnTo>
                <a:lnTo>
                  <a:pt x="291608" y="1984077"/>
                </a:lnTo>
                <a:lnTo>
                  <a:pt x="293551" y="1984077"/>
                </a:lnTo>
                <a:lnTo>
                  <a:pt x="295494" y="1983991"/>
                </a:lnTo>
                <a:lnTo>
                  <a:pt x="297437" y="1983905"/>
                </a:lnTo>
                <a:lnTo>
                  <a:pt x="299380" y="1983676"/>
                </a:lnTo>
                <a:lnTo>
                  <a:pt x="301323" y="1983591"/>
                </a:lnTo>
                <a:lnTo>
                  <a:pt x="303266" y="1983591"/>
                </a:lnTo>
                <a:lnTo>
                  <a:pt x="305210" y="1983391"/>
                </a:lnTo>
                <a:lnTo>
                  <a:pt x="307153" y="1983391"/>
                </a:lnTo>
                <a:lnTo>
                  <a:pt x="309096" y="1983362"/>
                </a:lnTo>
                <a:lnTo>
                  <a:pt x="311039" y="1983219"/>
                </a:lnTo>
                <a:lnTo>
                  <a:pt x="312982" y="1982048"/>
                </a:lnTo>
                <a:lnTo>
                  <a:pt x="314954" y="1981733"/>
                </a:lnTo>
                <a:lnTo>
                  <a:pt x="316897" y="1981676"/>
                </a:lnTo>
                <a:lnTo>
                  <a:pt x="318840" y="1981448"/>
                </a:lnTo>
                <a:lnTo>
                  <a:pt x="320754" y="1981162"/>
                </a:lnTo>
                <a:lnTo>
                  <a:pt x="322697" y="1980933"/>
                </a:lnTo>
                <a:lnTo>
                  <a:pt x="324641" y="1980762"/>
                </a:lnTo>
                <a:lnTo>
                  <a:pt x="326612" y="1980562"/>
                </a:lnTo>
                <a:lnTo>
                  <a:pt x="328555" y="1979876"/>
                </a:lnTo>
                <a:lnTo>
                  <a:pt x="330498" y="1979333"/>
                </a:lnTo>
                <a:lnTo>
                  <a:pt x="332442" y="1978847"/>
                </a:lnTo>
                <a:lnTo>
                  <a:pt x="334385" y="1978733"/>
                </a:lnTo>
                <a:lnTo>
                  <a:pt x="336328" y="1978619"/>
                </a:lnTo>
                <a:lnTo>
                  <a:pt x="338271" y="1978504"/>
                </a:lnTo>
                <a:lnTo>
                  <a:pt x="340214" y="1978362"/>
                </a:lnTo>
                <a:lnTo>
                  <a:pt x="342157" y="1977876"/>
                </a:lnTo>
                <a:lnTo>
                  <a:pt x="344100" y="1977790"/>
                </a:lnTo>
                <a:lnTo>
                  <a:pt x="346043" y="1977447"/>
                </a:lnTo>
                <a:lnTo>
                  <a:pt x="347986" y="1977276"/>
                </a:lnTo>
                <a:lnTo>
                  <a:pt x="349929" y="1976847"/>
                </a:lnTo>
                <a:lnTo>
                  <a:pt x="351873" y="1976733"/>
                </a:lnTo>
                <a:lnTo>
                  <a:pt x="353816" y="1976676"/>
                </a:lnTo>
                <a:lnTo>
                  <a:pt x="355759" y="1975990"/>
                </a:lnTo>
                <a:lnTo>
                  <a:pt x="357702" y="1975933"/>
                </a:lnTo>
                <a:lnTo>
                  <a:pt x="359645" y="1975904"/>
                </a:lnTo>
                <a:lnTo>
                  <a:pt x="361588" y="1975361"/>
                </a:lnTo>
                <a:lnTo>
                  <a:pt x="363531" y="1975333"/>
                </a:lnTo>
                <a:lnTo>
                  <a:pt x="365474" y="1975304"/>
                </a:lnTo>
                <a:lnTo>
                  <a:pt x="367417" y="1974504"/>
                </a:lnTo>
                <a:lnTo>
                  <a:pt x="369360" y="1974304"/>
                </a:lnTo>
                <a:lnTo>
                  <a:pt x="371304" y="1974161"/>
                </a:lnTo>
                <a:lnTo>
                  <a:pt x="373247" y="1973990"/>
                </a:lnTo>
                <a:lnTo>
                  <a:pt x="375218" y="1973675"/>
                </a:lnTo>
                <a:lnTo>
                  <a:pt x="377161" y="1973161"/>
                </a:lnTo>
                <a:lnTo>
                  <a:pt x="379076" y="1972989"/>
                </a:lnTo>
                <a:lnTo>
                  <a:pt x="381019" y="1972904"/>
                </a:lnTo>
                <a:lnTo>
                  <a:pt x="382962" y="1972789"/>
                </a:lnTo>
                <a:lnTo>
                  <a:pt x="384905" y="1972675"/>
                </a:lnTo>
                <a:lnTo>
                  <a:pt x="386877" y="1972589"/>
                </a:lnTo>
                <a:lnTo>
                  <a:pt x="388820" y="1972504"/>
                </a:lnTo>
                <a:lnTo>
                  <a:pt x="390763" y="1972132"/>
                </a:lnTo>
                <a:lnTo>
                  <a:pt x="392706" y="1971589"/>
                </a:lnTo>
                <a:lnTo>
                  <a:pt x="394649" y="1970903"/>
                </a:lnTo>
                <a:lnTo>
                  <a:pt x="396592" y="1970818"/>
                </a:lnTo>
                <a:lnTo>
                  <a:pt x="398536" y="1970446"/>
                </a:lnTo>
                <a:lnTo>
                  <a:pt x="400479" y="1970189"/>
                </a:lnTo>
                <a:lnTo>
                  <a:pt x="402422" y="1970103"/>
                </a:lnTo>
                <a:lnTo>
                  <a:pt x="404365" y="1970075"/>
                </a:lnTo>
                <a:lnTo>
                  <a:pt x="406308" y="1969675"/>
                </a:lnTo>
                <a:lnTo>
                  <a:pt x="408251" y="1969332"/>
                </a:lnTo>
                <a:lnTo>
                  <a:pt x="410194" y="1969275"/>
                </a:lnTo>
                <a:lnTo>
                  <a:pt x="412137" y="1968932"/>
                </a:lnTo>
                <a:lnTo>
                  <a:pt x="414080" y="1968360"/>
                </a:lnTo>
                <a:lnTo>
                  <a:pt x="416023" y="1967903"/>
                </a:lnTo>
                <a:lnTo>
                  <a:pt x="417967" y="1967332"/>
                </a:lnTo>
                <a:lnTo>
                  <a:pt x="419910" y="1967303"/>
                </a:lnTo>
                <a:lnTo>
                  <a:pt x="421853" y="1967132"/>
                </a:lnTo>
                <a:lnTo>
                  <a:pt x="423796" y="1966989"/>
                </a:lnTo>
                <a:lnTo>
                  <a:pt x="425739" y="1966817"/>
                </a:lnTo>
                <a:lnTo>
                  <a:pt x="427682" y="1966789"/>
                </a:lnTo>
                <a:lnTo>
                  <a:pt x="429625" y="1966760"/>
                </a:lnTo>
                <a:lnTo>
                  <a:pt x="431568" y="1966732"/>
                </a:lnTo>
                <a:lnTo>
                  <a:pt x="433511" y="1966274"/>
                </a:lnTo>
                <a:lnTo>
                  <a:pt x="435483" y="1965503"/>
                </a:lnTo>
                <a:lnTo>
                  <a:pt x="437426" y="1964988"/>
                </a:lnTo>
                <a:lnTo>
                  <a:pt x="439341" y="1964903"/>
                </a:lnTo>
                <a:lnTo>
                  <a:pt x="441284" y="1964817"/>
                </a:lnTo>
                <a:lnTo>
                  <a:pt x="443227" y="1964617"/>
                </a:lnTo>
                <a:lnTo>
                  <a:pt x="445170" y="1964446"/>
                </a:lnTo>
                <a:lnTo>
                  <a:pt x="447142" y="1964446"/>
                </a:lnTo>
                <a:lnTo>
                  <a:pt x="449085" y="1963874"/>
                </a:lnTo>
                <a:lnTo>
                  <a:pt x="451028" y="1963188"/>
                </a:lnTo>
                <a:lnTo>
                  <a:pt x="452971" y="1962902"/>
                </a:lnTo>
                <a:lnTo>
                  <a:pt x="454914" y="1962760"/>
                </a:lnTo>
                <a:lnTo>
                  <a:pt x="456857" y="1962560"/>
                </a:lnTo>
                <a:lnTo>
                  <a:pt x="458800" y="1961588"/>
                </a:lnTo>
                <a:lnTo>
                  <a:pt x="460743" y="1961531"/>
                </a:lnTo>
                <a:lnTo>
                  <a:pt x="462686" y="1961388"/>
                </a:lnTo>
                <a:lnTo>
                  <a:pt x="464629" y="1960759"/>
                </a:lnTo>
                <a:lnTo>
                  <a:pt x="466573" y="1960759"/>
                </a:lnTo>
                <a:lnTo>
                  <a:pt x="468516" y="1960645"/>
                </a:lnTo>
                <a:lnTo>
                  <a:pt x="470459" y="1960616"/>
                </a:lnTo>
                <a:lnTo>
                  <a:pt x="472402" y="1960559"/>
                </a:lnTo>
                <a:lnTo>
                  <a:pt x="474345" y="1960388"/>
                </a:lnTo>
                <a:lnTo>
                  <a:pt x="476288" y="1960016"/>
                </a:lnTo>
                <a:lnTo>
                  <a:pt x="478231" y="1959959"/>
                </a:lnTo>
                <a:lnTo>
                  <a:pt x="480174" y="1959959"/>
                </a:lnTo>
                <a:lnTo>
                  <a:pt x="482117" y="1959788"/>
                </a:lnTo>
                <a:lnTo>
                  <a:pt x="484060" y="1959788"/>
                </a:lnTo>
                <a:lnTo>
                  <a:pt x="486004" y="1959273"/>
                </a:lnTo>
                <a:lnTo>
                  <a:pt x="487947" y="1959273"/>
                </a:lnTo>
                <a:lnTo>
                  <a:pt x="489890" y="1959245"/>
                </a:lnTo>
                <a:lnTo>
                  <a:pt x="491833" y="1958902"/>
                </a:lnTo>
                <a:lnTo>
                  <a:pt x="493805" y="1958673"/>
                </a:lnTo>
                <a:lnTo>
                  <a:pt x="495748" y="1958673"/>
                </a:lnTo>
                <a:lnTo>
                  <a:pt x="497662" y="1958530"/>
                </a:lnTo>
                <a:lnTo>
                  <a:pt x="499605" y="1958473"/>
                </a:lnTo>
                <a:lnTo>
                  <a:pt x="501548" y="1958159"/>
                </a:lnTo>
                <a:lnTo>
                  <a:pt x="503491" y="1958130"/>
                </a:lnTo>
                <a:lnTo>
                  <a:pt x="505435" y="1957616"/>
                </a:lnTo>
                <a:lnTo>
                  <a:pt x="507406" y="1957102"/>
                </a:lnTo>
                <a:lnTo>
                  <a:pt x="509349" y="1956902"/>
                </a:lnTo>
                <a:lnTo>
                  <a:pt x="511292" y="1956502"/>
                </a:lnTo>
                <a:lnTo>
                  <a:pt x="513236" y="1956416"/>
                </a:lnTo>
                <a:lnTo>
                  <a:pt x="515179" y="1956330"/>
                </a:lnTo>
                <a:lnTo>
                  <a:pt x="517122" y="1956302"/>
                </a:lnTo>
                <a:lnTo>
                  <a:pt x="519065" y="1956016"/>
                </a:lnTo>
                <a:lnTo>
                  <a:pt x="521008" y="1955902"/>
                </a:lnTo>
                <a:lnTo>
                  <a:pt x="522951" y="1955787"/>
                </a:lnTo>
                <a:lnTo>
                  <a:pt x="524894" y="1955130"/>
                </a:lnTo>
                <a:lnTo>
                  <a:pt x="526837" y="1955044"/>
                </a:lnTo>
                <a:lnTo>
                  <a:pt x="528780" y="1954987"/>
                </a:lnTo>
                <a:lnTo>
                  <a:pt x="530723" y="1954959"/>
                </a:lnTo>
                <a:lnTo>
                  <a:pt x="532667" y="1954587"/>
                </a:lnTo>
                <a:lnTo>
                  <a:pt x="534610" y="1954501"/>
                </a:lnTo>
                <a:lnTo>
                  <a:pt x="536553" y="1954444"/>
                </a:lnTo>
                <a:lnTo>
                  <a:pt x="538496" y="1953358"/>
                </a:lnTo>
                <a:lnTo>
                  <a:pt x="540439" y="1953216"/>
                </a:lnTo>
                <a:lnTo>
                  <a:pt x="542382" y="1952358"/>
                </a:lnTo>
                <a:lnTo>
                  <a:pt x="544325" y="1952330"/>
                </a:lnTo>
                <a:lnTo>
                  <a:pt x="546268" y="1952244"/>
                </a:lnTo>
                <a:lnTo>
                  <a:pt x="548211" y="1952158"/>
                </a:lnTo>
                <a:lnTo>
                  <a:pt x="550154" y="1951873"/>
                </a:lnTo>
                <a:lnTo>
                  <a:pt x="552098" y="1951615"/>
                </a:lnTo>
                <a:lnTo>
                  <a:pt x="554069" y="1951472"/>
                </a:lnTo>
                <a:lnTo>
                  <a:pt x="556012" y="1951215"/>
                </a:lnTo>
                <a:lnTo>
                  <a:pt x="557927" y="1951072"/>
                </a:lnTo>
                <a:lnTo>
                  <a:pt x="559870" y="1951044"/>
                </a:lnTo>
                <a:lnTo>
                  <a:pt x="561813" y="1950758"/>
                </a:lnTo>
                <a:lnTo>
                  <a:pt x="563756" y="1950501"/>
                </a:lnTo>
                <a:lnTo>
                  <a:pt x="565699" y="1949672"/>
                </a:lnTo>
                <a:lnTo>
                  <a:pt x="567671" y="1949615"/>
                </a:lnTo>
                <a:lnTo>
                  <a:pt x="569614" y="1949587"/>
                </a:lnTo>
                <a:lnTo>
                  <a:pt x="571557" y="1949501"/>
                </a:lnTo>
                <a:lnTo>
                  <a:pt x="573500" y="1949301"/>
                </a:lnTo>
                <a:lnTo>
                  <a:pt x="575443" y="1949044"/>
                </a:lnTo>
                <a:lnTo>
                  <a:pt x="577386" y="1948901"/>
                </a:lnTo>
                <a:lnTo>
                  <a:pt x="579330" y="1948844"/>
                </a:lnTo>
                <a:lnTo>
                  <a:pt x="581273" y="1947901"/>
                </a:lnTo>
                <a:lnTo>
                  <a:pt x="583216" y="1947358"/>
                </a:lnTo>
                <a:lnTo>
                  <a:pt x="585159" y="1946786"/>
                </a:lnTo>
                <a:lnTo>
                  <a:pt x="587102" y="1946672"/>
                </a:lnTo>
                <a:lnTo>
                  <a:pt x="589045" y="1945872"/>
                </a:lnTo>
                <a:lnTo>
                  <a:pt x="590988" y="1945300"/>
                </a:lnTo>
                <a:lnTo>
                  <a:pt x="592931" y="1945243"/>
                </a:lnTo>
                <a:lnTo>
                  <a:pt x="594874" y="1945215"/>
                </a:lnTo>
                <a:lnTo>
                  <a:pt x="596817" y="1944843"/>
                </a:lnTo>
                <a:lnTo>
                  <a:pt x="598761" y="1944357"/>
                </a:lnTo>
                <a:lnTo>
                  <a:pt x="600704" y="1944014"/>
                </a:lnTo>
                <a:lnTo>
                  <a:pt x="602647" y="1943814"/>
                </a:lnTo>
                <a:lnTo>
                  <a:pt x="604590" y="1943557"/>
                </a:lnTo>
                <a:lnTo>
                  <a:pt x="606533" y="1943100"/>
                </a:lnTo>
                <a:lnTo>
                  <a:pt x="608476" y="1942671"/>
                </a:lnTo>
                <a:lnTo>
                  <a:pt x="610419" y="1942614"/>
                </a:lnTo>
                <a:lnTo>
                  <a:pt x="612362" y="1942528"/>
                </a:lnTo>
                <a:lnTo>
                  <a:pt x="614305" y="1942300"/>
                </a:lnTo>
                <a:lnTo>
                  <a:pt x="616248" y="1942100"/>
                </a:lnTo>
                <a:lnTo>
                  <a:pt x="618192" y="1941786"/>
                </a:lnTo>
                <a:lnTo>
                  <a:pt x="620135" y="1941671"/>
                </a:lnTo>
                <a:lnTo>
                  <a:pt x="622078" y="1941300"/>
                </a:lnTo>
                <a:lnTo>
                  <a:pt x="624021" y="1941043"/>
                </a:lnTo>
                <a:lnTo>
                  <a:pt x="625964" y="1940271"/>
                </a:lnTo>
                <a:lnTo>
                  <a:pt x="627936" y="1940042"/>
                </a:lnTo>
                <a:lnTo>
                  <a:pt x="629879" y="1939528"/>
                </a:lnTo>
                <a:lnTo>
                  <a:pt x="631822" y="1938985"/>
                </a:lnTo>
                <a:lnTo>
                  <a:pt x="633765" y="1938699"/>
                </a:lnTo>
                <a:lnTo>
                  <a:pt x="635708" y="1938499"/>
                </a:lnTo>
                <a:lnTo>
                  <a:pt x="637651" y="1938471"/>
                </a:lnTo>
                <a:lnTo>
                  <a:pt x="639594" y="1938299"/>
                </a:lnTo>
                <a:lnTo>
                  <a:pt x="641537" y="1937471"/>
                </a:lnTo>
                <a:lnTo>
                  <a:pt x="643480" y="1937128"/>
                </a:lnTo>
                <a:lnTo>
                  <a:pt x="645424" y="1936642"/>
                </a:lnTo>
                <a:lnTo>
                  <a:pt x="647367" y="1936356"/>
                </a:lnTo>
                <a:lnTo>
                  <a:pt x="649310" y="1935899"/>
                </a:lnTo>
                <a:lnTo>
                  <a:pt x="651253" y="1935842"/>
                </a:lnTo>
                <a:lnTo>
                  <a:pt x="653196" y="1935842"/>
                </a:lnTo>
                <a:lnTo>
                  <a:pt x="655139" y="1935813"/>
                </a:lnTo>
                <a:lnTo>
                  <a:pt x="657082" y="1935613"/>
                </a:lnTo>
                <a:lnTo>
                  <a:pt x="659025" y="1935299"/>
                </a:lnTo>
                <a:lnTo>
                  <a:pt x="660968" y="1935213"/>
                </a:lnTo>
                <a:lnTo>
                  <a:pt x="662911" y="1934728"/>
                </a:lnTo>
                <a:lnTo>
                  <a:pt x="664855" y="1934699"/>
                </a:lnTo>
                <a:lnTo>
                  <a:pt x="666798" y="1934585"/>
                </a:lnTo>
                <a:lnTo>
                  <a:pt x="668741" y="1934527"/>
                </a:lnTo>
                <a:lnTo>
                  <a:pt x="670684" y="1934385"/>
                </a:lnTo>
                <a:lnTo>
                  <a:pt x="672627" y="1934213"/>
                </a:lnTo>
                <a:lnTo>
                  <a:pt x="674599" y="1934156"/>
                </a:lnTo>
                <a:lnTo>
                  <a:pt x="676513" y="1934127"/>
                </a:lnTo>
                <a:lnTo>
                  <a:pt x="678456" y="1934099"/>
                </a:lnTo>
                <a:lnTo>
                  <a:pt x="680399" y="1933670"/>
                </a:lnTo>
                <a:lnTo>
                  <a:pt x="682342" y="1933499"/>
                </a:lnTo>
                <a:lnTo>
                  <a:pt x="684286" y="1933499"/>
                </a:lnTo>
                <a:lnTo>
                  <a:pt x="686229" y="1933442"/>
                </a:lnTo>
                <a:lnTo>
                  <a:pt x="688200" y="1933356"/>
                </a:lnTo>
                <a:lnTo>
                  <a:pt x="690143" y="1933042"/>
                </a:lnTo>
                <a:lnTo>
                  <a:pt x="692086" y="1932356"/>
                </a:lnTo>
                <a:lnTo>
                  <a:pt x="694030" y="1932184"/>
                </a:lnTo>
                <a:lnTo>
                  <a:pt x="695973" y="1932184"/>
                </a:lnTo>
                <a:lnTo>
                  <a:pt x="697916" y="1931699"/>
                </a:lnTo>
                <a:lnTo>
                  <a:pt x="699859" y="1931613"/>
                </a:lnTo>
                <a:lnTo>
                  <a:pt x="701802" y="1931327"/>
                </a:lnTo>
                <a:lnTo>
                  <a:pt x="703745" y="1931156"/>
                </a:lnTo>
                <a:lnTo>
                  <a:pt x="705688" y="1931013"/>
                </a:lnTo>
                <a:lnTo>
                  <a:pt x="707631" y="1930956"/>
                </a:lnTo>
                <a:lnTo>
                  <a:pt x="709574" y="1930898"/>
                </a:lnTo>
                <a:lnTo>
                  <a:pt x="711517" y="1930670"/>
                </a:lnTo>
                <a:lnTo>
                  <a:pt x="713461" y="1930413"/>
                </a:lnTo>
                <a:lnTo>
                  <a:pt x="715404" y="1929498"/>
                </a:lnTo>
                <a:lnTo>
                  <a:pt x="717347" y="1929413"/>
                </a:lnTo>
                <a:lnTo>
                  <a:pt x="719290" y="1929270"/>
                </a:lnTo>
                <a:lnTo>
                  <a:pt x="721233" y="1928955"/>
                </a:lnTo>
                <a:lnTo>
                  <a:pt x="723176" y="1928870"/>
                </a:lnTo>
                <a:lnTo>
                  <a:pt x="725119" y="1928755"/>
                </a:lnTo>
                <a:lnTo>
                  <a:pt x="727062" y="1927812"/>
                </a:lnTo>
                <a:lnTo>
                  <a:pt x="729005" y="1927498"/>
                </a:lnTo>
                <a:lnTo>
                  <a:pt x="730948" y="1927469"/>
                </a:lnTo>
                <a:lnTo>
                  <a:pt x="732892" y="1927355"/>
                </a:lnTo>
                <a:lnTo>
                  <a:pt x="734835" y="1926698"/>
                </a:lnTo>
                <a:lnTo>
                  <a:pt x="736778" y="1926555"/>
                </a:lnTo>
                <a:lnTo>
                  <a:pt x="738721" y="1926555"/>
                </a:lnTo>
                <a:lnTo>
                  <a:pt x="740664" y="1926412"/>
                </a:lnTo>
                <a:lnTo>
                  <a:pt x="742607" y="1925698"/>
                </a:lnTo>
                <a:lnTo>
                  <a:pt x="744550" y="1925612"/>
                </a:lnTo>
                <a:lnTo>
                  <a:pt x="746522" y="1924926"/>
                </a:lnTo>
                <a:lnTo>
                  <a:pt x="748465" y="1924812"/>
                </a:lnTo>
                <a:lnTo>
                  <a:pt x="750408" y="1924755"/>
                </a:lnTo>
                <a:lnTo>
                  <a:pt x="752351" y="1924469"/>
                </a:lnTo>
                <a:lnTo>
                  <a:pt x="754294" y="1924355"/>
                </a:lnTo>
                <a:lnTo>
                  <a:pt x="756237" y="1923755"/>
                </a:lnTo>
                <a:lnTo>
                  <a:pt x="758180" y="1923755"/>
                </a:lnTo>
                <a:lnTo>
                  <a:pt x="760124" y="1923640"/>
                </a:lnTo>
                <a:lnTo>
                  <a:pt x="762067" y="1923069"/>
                </a:lnTo>
                <a:lnTo>
                  <a:pt x="764010" y="1921840"/>
                </a:lnTo>
                <a:lnTo>
                  <a:pt x="765953" y="1921212"/>
                </a:lnTo>
                <a:lnTo>
                  <a:pt x="767896" y="1921183"/>
                </a:lnTo>
                <a:lnTo>
                  <a:pt x="769839" y="1921154"/>
                </a:lnTo>
                <a:lnTo>
                  <a:pt x="771782" y="1921012"/>
                </a:lnTo>
                <a:lnTo>
                  <a:pt x="773725" y="1920726"/>
                </a:lnTo>
                <a:lnTo>
                  <a:pt x="775668" y="1920469"/>
                </a:lnTo>
                <a:lnTo>
                  <a:pt x="777611" y="1920011"/>
                </a:lnTo>
                <a:lnTo>
                  <a:pt x="779555" y="1919983"/>
                </a:lnTo>
                <a:lnTo>
                  <a:pt x="781498" y="1919726"/>
                </a:lnTo>
                <a:lnTo>
                  <a:pt x="783441" y="1919697"/>
                </a:lnTo>
                <a:lnTo>
                  <a:pt x="785384" y="1919697"/>
                </a:lnTo>
                <a:lnTo>
                  <a:pt x="787327" y="1919583"/>
                </a:lnTo>
                <a:lnTo>
                  <a:pt x="789270" y="1919497"/>
                </a:lnTo>
                <a:lnTo>
                  <a:pt x="791213" y="1919468"/>
                </a:lnTo>
                <a:lnTo>
                  <a:pt x="793156" y="1919268"/>
                </a:lnTo>
                <a:lnTo>
                  <a:pt x="795099" y="1919211"/>
                </a:lnTo>
                <a:lnTo>
                  <a:pt x="797042" y="1919040"/>
                </a:lnTo>
                <a:lnTo>
                  <a:pt x="798986" y="1918954"/>
                </a:lnTo>
                <a:lnTo>
                  <a:pt x="800929" y="1918440"/>
                </a:lnTo>
                <a:lnTo>
                  <a:pt x="802872" y="1918354"/>
                </a:lnTo>
                <a:lnTo>
                  <a:pt x="804815" y="1917983"/>
                </a:lnTo>
                <a:lnTo>
                  <a:pt x="806787" y="1917697"/>
                </a:lnTo>
                <a:lnTo>
                  <a:pt x="808730" y="1917182"/>
                </a:lnTo>
                <a:lnTo>
                  <a:pt x="810673" y="1917068"/>
                </a:lnTo>
                <a:lnTo>
                  <a:pt x="812616" y="1917040"/>
                </a:lnTo>
                <a:lnTo>
                  <a:pt x="814559" y="1916897"/>
                </a:lnTo>
                <a:lnTo>
                  <a:pt x="816502" y="1916668"/>
                </a:lnTo>
                <a:lnTo>
                  <a:pt x="818417" y="1916211"/>
                </a:lnTo>
                <a:lnTo>
                  <a:pt x="820388" y="1916182"/>
                </a:lnTo>
                <a:lnTo>
                  <a:pt x="822331" y="1916182"/>
                </a:lnTo>
                <a:lnTo>
                  <a:pt x="824274" y="1915982"/>
                </a:lnTo>
                <a:lnTo>
                  <a:pt x="826218" y="1915839"/>
                </a:lnTo>
                <a:lnTo>
                  <a:pt x="828161" y="1915525"/>
                </a:lnTo>
                <a:lnTo>
                  <a:pt x="830104" y="1915497"/>
                </a:lnTo>
                <a:lnTo>
                  <a:pt x="832047" y="1915468"/>
                </a:lnTo>
                <a:lnTo>
                  <a:pt x="833990" y="1915468"/>
                </a:lnTo>
                <a:lnTo>
                  <a:pt x="835933" y="1915297"/>
                </a:lnTo>
                <a:lnTo>
                  <a:pt x="837876" y="1915068"/>
                </a:lnTo>
                <a:lnTo>
                  <a:pt x="839819" y="1914982"/>
                </a:lnTo>
                <a:lnTo>
                  <a:pt x="841762" y="1914896"/>
                </a:lnTo>
                <a:lnTo>
                  <a:pt x="843705" y="1914782"/>
                </a:lnTo>
                <a:lnTo>
                  <a:pt x="845649" y="1914725"/>
                </a:lnTo>
                <a:lnTo>
                  <a:pt x="847592" y="1914582"/>
                </a:lnTo>
                <a:lnTo>
                  <a:pt x="849535" y="1914382"/>
                </a:lnTo>
                <a:lnTo>
                  <a:pt x="851478" y="1914382"/>
                </a:lnTo>
                <a:lnTo>
                  <a:pt x="853421" y="1914068"/>
                </a:lnTo>
                <a:lnTo>
                  <a:pt x="855364" y="1913925"/>
                </a:lnTo>
                <a:lnTo>
                  <a:pt x="857307" y="1913896"/>
                </a:lnTo>
                <a:lnTo>
                  <a:pt x="859250" y="1913868"/>
                </a:lnTo>
                <a:lnTo>
                  <a:pt x="861193" y="1913582"/>
                </a:lnTo>
                <a:lnTo>
                  <a:pt x="863136" y="1912868"/>
                </a:lnTo>
                <a:lnTo>
                  <a:pt x="865080" y="1912868"/>
                </a:lnTo>
                <a:lnTo>
                  <a:pt x="867023" y="1912553"/>
                </a:lnTo>
                <a:lnTo>
                  <a:pt x="868994" y="1912468"/>
                </a:lnTo>
                <a:lnTo>
                  <a:pt x="870937" y="1912096"/>
                </a:lnTo>
                <a:lnTo>
                  <a:pt x="872881" y="1911953"/>
                </a:lnTo>
                <a:lnTo>
                  <a:pt x="874824" y="1910839"/>
                </a:lnTo>
                <a:lnTo>
                  <a:pt x="876767" y="1910810"/>
                </a:lnTo>
                <a:lnTo>
                  <a:pt x="878710" y="1910639"/>
                </a:lnTo>
                <a:lnTo>
                  <a:pt x="880653" y="1910353"/>
                </a:lnTo>
                <a:lnTo>
                  <a:pt x="882596" y="1910182"/>
                </a:lnTo>
                <a:lnTo>
                  <a:pt x="884539" y="1909982"/>
                </a:lnTo>
                <a:lnTo>
                  <a:pt x="886482" y="1909896"/>
                </a:lnTo>
                <a:lnTo>
                  <a:pt x="888425" y="1909696"/>
                </a:lnTo>
                <a:lnTo>
                  <a:pt x="890368" y="1909496"/>
                </a:lnTo>
                <a:lnTo>
                  <a:pt x="892312" y="1909496"/>
                </a:lnTo>
                <a:lnTo>
                  <a:pt x="894255" y="1909410"/>
                </a:lnTo>
                <a:lnTo>
                  <a:pt x="896198" y="1909324"/>
                </a:lnTo>
                <a:lnTo>
                  <a:pt x="898141" y="1908839"/>
                </a:lnTo>
                <a:lnTo>
                  <a:pt x="900084" y="1908810"/>
                </a:lnTo>
                <a:lnTo>
                  <a:pt x="902027" y="1908781"/>
                </a:lnTo>
                <a:lnTo>
                  <a:pt x="903970" y="1908439"/>
                </a:lnTo>
                <a:lnTo>
                  <a:pt x="905913" y="1908010"/>
                </a:lnTo>
                <a:lnTo>
                  <a:pt x="907856" y="1907753"/>
                </a:lnTo>
                <a:lnTo>
                  <a:pt x="909799" y="1907238"/>
                </a:lnTo>
                <a:lnTo>
                  <a:pt x="911743" y="1907124"/>
                </a:lnTo>
                <a:lnTo>
                  <a:pt x="913686" y="1907095"/>
                </a:lnTo>
                <a:lnTo>
                  <a:pt x="915629" y="1906924"/>
                </a:lnTo>
                <a:lnTo>
                  <a:pt x="917572" y="1906924"/>
                </a:lnTo>
                <a:lnTo>
                  <a:pt x="919515" y="1906610"/>
                </a:lnTo>
                <a:lnTo>
                  <a:pt x="921458" y="1905895"/>
                </a:lnTo>
                <a:lnTo>
                  <a:pt x="923401" y="1905838"/>
                </a:lnTo>
                <a:lnTo>
                  <a:pt x="925344" y="1905667"/>
                </a:lnTo>
                <a:lnTo>
                  <a:pt x="927316" y="1905610"/>
                </a:lnTo>
                <a:lnTo>
                  <a:pt x="929259" y="1905524"/>
                </a:lnTo>
                <a:lnTo>
                  <a:pt x="931202" y="1905495"/>
                </a:lnTo>
                <a:lnTo>
                  <a:pt x="933145" y="1905124"/>
                </a:lnTo>
                <a:lnTo>
                  <a:pt x="935088" y="1905038"/>
                </a:lnTo>
                <a:lnTo>
                  <a:pt x="937003" y="1904752"/>
                </a:lnTo>
                <a:lnTo>
                  <a:pt x="938946" y="1904724"/>
                </a:lnTo>
                <a:lnTo>
                  <a:pt x="940918" y="1904581"/>
                </a:lnTo>
                <a:lnTo>
                  <a:pt x="942861" y="1904381"/>
                </a:lnTo>
                <a:lnTo>
                  <a:pt x="944804" y="1903895"/>
                </a:lnTo>
                <a:lnTo>
                  <a:pt x="946747" y="1903581"/>
                </a:lnTo>
                <a:lnTo>
                  <a:pt x="948690" y="1903524"/>
                </a:lnTo>
                <a:lnTo>
                  <a:pt x="950633" y="1903352"/>
                </a:lnTo>
                <a:lnTo>
                  <a:pt x="952576" y="1903181"/>
                </a:lnTo>
                <a:lnTo>
                  <a:pt x="954519" y="1902724"/>
                </a:lnTo>
                <a:lnTo>
                  <a:pt x="956462" y="1902438"/>
                </a:lnTo>
                <a:lnTo>
                  <a:pt x="958405" y="1902438"/>
                </a:lnTo>
                <a:lnTo>
                  <a:pt x="960349" y="1902181"/>
                </a:lnTo>
                <a:lnTo>
                  <a:pt x="962292" y="1902152"/>
                </a:lnTo>
                <a:lnTo>
                  <a:pt x="964235" y="1901981"/>
                </a:lnTo>
                <a:lnTo>
                  <a:pt x="966178" y="1901581"/>
                </a:lnTo>
                <a:lnTo>
                  <a:pt x="968121" y="1900666"/>
                </a:lnTo>
                <a:lnTo>
                  <a:pt x="970064" y="1900495"/>
                </a:lnTo>
                <a:lnTo>
                  <a:pt x="972007" y="1900295"/>
                </a:lnTo>
                <a:lnTo>
                  <a:pt x="973950" y="1900152"/>
                </a:lnTo>
                <a:lnTo>
                  <a:pt x="975893" y="1899380"/>
                </a:lnTo>
                <a:lnTo>
                  <a:pt x="977836" y="1899323"/>
                </a:lnTo>
                <a:lnTo>
                  <a:pt x="979780" y="1899152"/>
                </a:lnTo>
                <a:lnTo>
                  <a:pt x="981723" y="1898152"/>
                </a:lnTo>
                <a:lnTo>
                  <a:pt x="983666" y="1897837"/>
                </a:lnTo>
                <a:lnTo>
                  <a:pt x="985609" y="1897809"/>
                </a:lnTo>
                <a:lnTo>
                  <a:pt x="987552" y="1897523"/>
                </a:lnTo>
                <a:lnTo>
                  <a:pt x="989524" y="1897123"/>
                </a:lnTo>
                <a:lnTo>
                  <a:pt x="991467" y="1896894"/>
                </a:lnTo>
                <a:lnTo>
                  <a:pt x="993410" y="1896894"/>
                </a:lnTo>
                <a:lnTo>
                  <a:pt x="995353" y="1896180"/>
                </a:lnTo>
                <a:lnTo>
                  <a:pt x="997267" y="1896180"/>
                </a:lnTo>
                <a:lnTo>
                  <a:pt x="999239" y="1896123"/>
                </a:lnTo>
                <a:lnTo>
                  <a:pt x="1001182" y="1895351"/>
                </a:lnTo>
                <a:lnTo>
                  <a:pt x="1003125" y="1895237"/>
                </a:lnTo>
                <a:lnTo>
                  <a:pt x="1005068" y="1895151"/>
                </a:lnTo>
                <a:lnTo>
                  <a:pt x="1007012" y="1895094"/>
                </a:lnTo>
                <a:lnTo>
                  <a:pt x="1008955" y="1894837"/>
                </a:lnTo>
                <a:lnTo>
                  <a:pt x="1010898" y="1894723"/>
                </a:lnTo>
                <a:lnTo>
                  <a:pt x="1012841" y="1894580"/>
                </a:lnTo>
                <a:lnTo>
                  <a:pt x="1014784" y="1894437"/>
                </a:lnTo>
                <a:lnTo>
                  <a:pt x="1016727" y="1894151"/>
                </a:lnTo>
                <a:lnTo>
                  <a:pt x="1018670" y="1894037"/>
                </a:lnTo>
                <a:lnTo>
                  <a:pt x="1020613" y="1893951"/>
                </a:lnTo>
                <a:lnTo>
                  <a:pt x="1022556" y="1893922"/>
                </a:lnTo>
                <a:lnTo>
                  <a:pt x="1024499" y="1893865"/>
                </a:lnTo>
                <a:lnTo>
                  <a:pt x="1026443" y="1893865"/>
                </a:lnTo>
                <a:lnTo>
                  <a:pt x="1028386" y="1893465"/>
                </a:lnTo>
                <a:lnTo>
                  <a:pt x="1030329" y="1892837"/>
                </a:lnTo>
                <a:lnTo>
                  <a:pt x="1032272" y="1892294"/>
                </a:lnTo>
                <a:lnTo>
                  <a:pt x="1034215" y="1891922"/>
                </a:lnTo>
                <a:lnTo>
                  <a:pt x="1036158" y="1891808"/>
                </a:lnTo>
                <a:lnTo>
                  <a:pt x="1038101" y="1891779"/>
                </a:lnTo>
                <a:lnTo>
                  <a:pt x="1040044" y="1890922"/>
                </a:lnTo>
                <a:lnTo>
                  <a:pt x="1041987" y="1890608"/>
                </a:lnTo>
                <a:lnTo>
                  <a:pt x="1043930" y="1890551"/>
                </a:lnTo>
                <a:lnTo>
                  <a:pt x="1045874" y="1890322"/>
                </a:lnTo>
                <a:lnTo>
                  <a:pt x="1047845" y="1890208"/>
                </a:lnTo>
                <a:lnTo>
                  <a:pt x="1049788" y="1890151"/>
                </a:lnTo>
                <a:lnTo>
                  <a:pt x="1051731" y="1890065"/>
                </a:lnTo>
                <a:lnTo>
                  <a:pt x="1053675" y="1889779"/>
                </a:lnTo>
                <a:lnTo>
                  <a:pt x="1055589" y="1889779"/>
                </a:lnTo>
                <a:lnTo>
                  <a:pt x="1057532" y="1889322"/>
                </a:lnTo>
                <a:lnTo>
                  <a:pt x="1059504" y="1889150"/>
                </a:lnTo>
                <a:lnTo>
                  <a:pt x="1061447" y="1888007"/>
                </a:lnTo>
                <a:lnTo>
                  <a:pt x="1063390" y="1887836"/>
                </a:lnTo>
                <a:lnTo>
                  <a:pt x="1065333" y="1887607"/>
                </a:lnTo>
                <a:lnTo>
                  <a:pt x="1067276" y="1887579"/>
                </a:lnTo>
                <a:lnTo>
                  <a:pt x="1069219" y="1887436"/>
                </a:lnTo>
                <a:lnTo>
                  <a:pt x="1071162" y="1887036"/>
                </a:lnTo>
                <a:lnTo>
                  <a:pt x="1073106" y="1886693"/>
                </a:lnTo>
                <a:lnTo>
                  <a:pt x="1075049" y="1886693"/>
                </a:lnTo>
                <a:lnTo>
                  <a:pt x="1076992" y="1886407"/>
                </a:lnTo>
                <a:lnTo>
                  <a:pt x="1078935" y="1886407"/>
                </a:lnTo>
                <a:lnTo>
                  <a:pt x="1080878" y="1886264"/>
                </a:lnTo>
                <a:lnTo>
                  <a:pt x="1082821" y="1885921"/>
                </a:lnTo>
                <a:lnTo>
                  <a:pt x="1084764" y="1885836"/>
                </a:lnTo>
                <a:lnTo>
                  <a:pt x="1086707" y="1885436"/>
                </a:lnTo>
                <a:lnTo>
                  <a:pt x="1088650" y="1885407"/>
                </a:lnTo>
                <a:lnTo>
                  <a:pt x="1090593" y="1884978"/>
                </a:lnTo>
                <a:lnTo>
                  <a:pt x="1092537" y="1884836"/>
                </a:lnTo>
                <a:lnTo>
                  <a:pt x="1094480" y="1884778"/>
                </a:lnTo>
                <a:lnTo>
                  <a:pt x="1096423" y="1884693"/>
                </a:lnTo>
                <a:lnTo>
                  <a:pt x="1098366" y="1884636"/>
                </a:lnTo>
                <a:lnTo>
                  <a:pt x="1100309" y="1884521"/>
                </a:lnTo>
                <a:lnTo>
                  <a:pt x="1102252" y="1884436"/>
                </a:lnTo>
                <a:lnTo>
                  <a:pt x="1104195" y="1884321"/>
                </a:lnTo>
                <a:lnTo>
                  <a:pt x="1106138" y="1884178"/>
                </a:lnTo>
                <a:lnTo>
                  <a:pt x="1108110" y="1884093"/>
                </a:lnTo>
                <a:lnTo>
                  <a:pt x="1110053" y="1883893"/>
                </a:lnTo>
                <a:lnTo>
                  <a:pt x="1111996" y="1883521"/>
                </a:lnTo>
                <a:lnTo>
                  <a:pt x="1113939" y="1883178"/>
                </a:lnTo>
                <a:lnTo>
                  <a:pt x="1115854" y="1883092"/>
                </a:lnTo>
                <a:lnTo>
                  <a:pt x="1117797" y="1882778"/>
                </a:lnTo>
                <a:lnTo>
                  <a:pt x="1119769" y="1882750"/>
                </a:lnTo>
                <a:lnTo>
                  <a:pt x="1121712" y="1882721"/>
                </a:lnTo>
                <a:lnTo>
                  <a:pt x="1123655" y="1882607"/>
                </a:lnTo>
                <a:lnTo>
                  <a:pt x="1125598" y="1882321"/>
                </a:lnTo>
                <a:lnTo>
                  <a:pt x="1127541" y="1882092"/>
                </a:lnTo>
                <a:lnTo>
                  <a:pt x="1129484" y="1881921"/>
                </a:lnTo>
                <a:lnTo>
                  <a:pt x="1131427" y="1881749"/>
                </a:lnTo>
                <a:lnTo>
                  <a:pt x="1133370" y="1881492"/>
                </a:lnTo>
                <a:lnTo>
                  <a:pt x="1135313" y="1880778"/>
                </a:lnTo>
                <a:lnTo>
                  <a:pt x="1137256" y="1880521"/>
                </a:lnTo>
                <a:lnTo>
                  <a:pt x="1139200" y="1880435"/>
                </a:lnTo>
                <a:lnTo>
                  <a:pt x="1141143" y="1879778"/>
                </a:lnTo>
                <a:lnTo>
                  <a:pt x="1143086" y="1879349"/>
                </a:lnTo>
                <a:lnTo>
                  <a:pt x="1145029" y="1878978"/>
                </a:lnTo>
                <a:lnTo>
                  <a:pt x="1146972" y="1878721"/>
                </a:lnTo>
                <a:lnTo>
                  <a:pt x="1148915" y="1878635"/>
                </a:lnTo>
                <a:lnTo>
                  <a:pt x="1150858" y="1878492"/>
                </a:lnTo>
                <a:lnTo>
                  <a:pt x="1152801" y="1878320"/>
                </a:lnTo>
                <a:lnTo>
                  <a:pt x="1154744" y="1877435"/>
                </a:lnTo>
                <a:lnTo>
                  <a:pt x="1156687" y="1876177"/>
                </a:lnTo>
                <a:lnTo>
                  <a:pt x="1158631" y="1876063"/>
                </a:lnTo>
                <a:lnTo>
                  <a:pt x="1160574" y="1875777"/>
                </a:lnTo>
                <a:lnTo>
                  <a:pt x="1162517" y="1875149"/>
                </a:lnTo>
                <a:lnTo>
                  <a:pt x="1164460" y="1874863"/>
                </a:lnTo>
                <a:lnTo>
                  <a:pt x="1166403" y="1874720"/>
                </a:lnTo>
                <a:lnTo>
                  <a:pt x="1168375" y="1874434"/>
                </a:lnTo>
                <a:lnTo>
                  <a:pt x="1170318" y="1873920"/>
                </a:lnTo>
                <a:lnTo>
                  <a:pt x="1172261" y="1873806"/>
                </a:lnTo>
                <a:lnTo>
                  <a:pt x="1174175" y="1873720"/>
                </a:lnTo>
                <a:lnTo>
                  <a:pt x="1176118" y="1873634"/>
                </a:lnTo>
                <a:lnTo>
                  <a:pt x="1178062" y="1873606"/>
                </a:lnTo>
                <a:lnTo>
                  <a:pt x="1180033" y="1873406"/>
                </a:lnTo>
                <a:lnTo>
                  <a:pt x="1181976" y="1873063"/>
                </a:lnTo>
                <a:lnTo>
                  <a:pt x="1183919" y="1873063"/>
                </a:lnTo>
                <a:lnTo>
                  <a:pt x="1185862" y="1872863"/>
                </a:lnTo>
                <a:lnTo>
                  <a:pt x="1187806" y="1872805"/>
                </a:lnTo>
                <a:lnTo>
                  <a:pt x="1189749" y="1872663"/>
                </a:lnTo>
                <a:lnTo>
                  <a:pt x="1191692" y="1871948"/>
                </a:lnTo>
                <a:lnTo>
                  <a:pt x="1193635" y="1871948"/>
                </a:lnTo>
                <a:lnTo>
                  <a:pt x="1195578" y="1871891"/>
                </a:lnTo>
                <a:lnTo>
                  <a:pt x="1197521" y="1871720"/>
                </a:lnTo>
                <a:lnTo>
                  <a:pt x="1199464" y="1871577"/>
                </a:lnTo>
                <a:lnTo>
                  <a:pt x="1201407" y="1871262"/>
                </a:lnTo>
                <a:lnTo>
                  <a:pt x="1203350" y="1871205"/>
                </a:lnTo>
                <a:lnTo>
                  <a:pt x="1205293" y="1871177"/>
                </a:lnTo>
                <a:lnTo>
                  <a:pt x="1207237" y="1870920"/>
                </a:lnTo>
                <a:lnTo>
                  <a:pt x="1209180" y="1870634"/>
                </a:lnTo>
                <a:lnTo>
                  <a:pt x="1211123" y="1870062"/>
                </a:lnTo>
                <a:lnTo>
                  <a:pt x="1213066" y="1869977"/>
                </a:lnTo>
                <a:lnTo>
                  <a:pt x="1215009" y="1869919"/>
                </a:lnTo>
                <a:lnTo>
                  <a:pt x="1216952" y="1869777"/>
                </a:lnTo>
                <a:lnTo>
                  <a:pt x="1218895" y="1869548"/>
                </a:lnTo>
                <a:lnTo>
                  <a:pt x="1220838" y="1868805"/>
                </a:lnTo>
                <a:lnTo>
                  <a:pt x="1222781" y="1868519"/>
                </a:lnTo>
                <a:lnTo>
                  <a:pt x="1224724" y="1867833"/>
                </a:lnTo>
                <a:lnTo>
                  <a:pt x="1226668" y="1867605"/>
                </a:lnTo>
                <a:lnTo>
                  <a:pt x="1228639" y="1867319"/>
                </a:lnTo>
                <a:lnTo>
                  <a:pt x="1230582" y="1867262"/>
                </a:lnTo>
                <a:lnTo>
                  <a:pt x="1232525" y="1866948"/>
                </a:lnTo>
                <a:lnTo>
                  <a:pt x="1234440" y="1866690"/>
                </a:lnTo>
                <a:lnTo>
                  <a:pt x="1236383" y="1866633"/>
                </a:lnTo>
                <a:lnTo>
                  <a:pt x="1238326" y="1866348"/>
                </a:lnTo>
                <a:lnTo>
                  <a:pt x="1240298" y="1866376"/>
                </a:lnTo>
                <a:lnTo>
                  <a:pt x="1242241" y="1865919"/>
                </a:lnTo>
                <a:lnTo>
                  <a:pt x="1244184" y="1865890"/>
                </a:lnTo>
                <a:lnTo>
                  <a:pt x="1246127" y="1865547"/>
                </a:lnTo>
                <a:lnTo>
                  <a:pt x="1248070" y="1865319"/>
                </a:lnTo>
                <a:lnTo>
                  <a:pt x="1250013" y="1864576"/>
                </a:lnTo>
                <a:lnTo>
                  <a:pt x="1251956" y="1864490"/>
                </a:lnTo>
                <a:lnTo>
                  <a:pt x="1253900" y="1864433"/>
                </a:lnTo>
                <a:lnTo>
                  <a:pt x="1255843" y="1864119"/>
                </a:lnTo>
                <a:lnTo>
                  <a:pt x="1257786" y="1863976"/>
                </a:lnTo>
                <a:lnTo>
                  <a:pt x="1259729" y="1863919"/>
                </a:lnTo>
                <a:lnTo>
                  <a:pt x="1261672" y="1863433"/>
                </a:lnTo>
                <a:lnTo>
                  <a:pt x="1263615" y="1863290"/>
                </a:lnTo>
                <a:lnTo>
                  <a:pt x="1265558" y="1863090"/>
                </a:lnTo>
                <a:lnTo>
                  <a:pt x="1267501" y="1863033"/>
                </a:lnTo>
                <a:lnTo>
                  <a:pt x="1269444" y="1862176"/>
                </a:lnTo>
                <a:lnTo>
                  <a:pt x="1271387" y="1861947"/>
                </a:lnTo>
                <a:lnTo>
                  <a:pt x="1273331" y="1861661"/>
                </a:lnTo>
                <a:lnTo>
                  <a:pt x="1275274" y="1861318"/>
                </a:lnTo>
                <a:lnTo>
                  <a:pt x="1277217" y="1861233"/>
                </a:lnTo>
                <a:lnTo>
                  <a:pt x="1279160" y="1861175"/>
                </a:lnTo>
                <a:lnTo>
                  <a:pt x="1281103" y="1860490"/>
                </a:lnTo>
                <a:lnTo>
                  <a:pt x="1283046" y="1860175"/>
                </a:lnTo>
                <a:lnTo>
                  <a:pt x="1284989" y="1859432"/>
                </a:lnTo>
                <a:lnTo>
                  <a:pt x="1286932" y="1859147"/>
                </a:lnTo>
                <a:lnTo>
                  <a:pt x="1288904" y="1859090"/>
                </a:lnTo>
                <a:lnTo>
                  <a:pt x="1290847" y="1859032"/>
                </a:lnTo>
                <a:lnTo>
                  <a:pt x="1292762" y="1858718"/>
                </a:lnTo>
                <a:lnTo>
                  <a:pt x="1294705" y="1858575"/>
                </a:lnTo>
                <a:lnTo>
                  <a:pt x="1296648" y="1857889"/>
                </a:lnTo>
                <a:lnTo>
                  <a:pt x="1298591" y="1857461"/>
                </a:lnTo>
                <a:lnTo>
                  <a:pt x="1300563" y="1857289"/>
                </a:lnTo>
                <a:lnTo>
                  <a:pt x="1302506" y="1856203"/>
                </a:lnTo>
                <a:lnTo>
                  <a:pt x="1304449" y="1856146"/>
                </a:lnTo>
                <a:lnTo>
                  <a:pt x="1306392" y="1855689"/>
                </a:lnTo>
                <a:lnTo>
                  <a:pt x="1308335" y="1855203"/>
                </a:lnTo>
                <a:lnTo>
                  <a:pt x="1310278" y="1854517"/>
                </a:lnTo>
                <a:lnTo>
                  <a:pt x="1312221" y="1854489"/>
                </a:lnTo>
                <a:lnTo>
                  <a:pt x="1314164" y="1854232"/>
                </a:lnTo>
                <a:lnTo>
                  <a:pt x="1316107" y="1853946"/>
                </a:lnTo>
                <a:lnTo>
                  <a:pt x="1318050" y="1853403"/>
                </a:lnTo>
                <a:lnTo>
                  <a:pt x="1319994" y="1853203"/>
                </a:lnTo>
                <a:lnTo>
                  <a:pt x="1321937" y="1851889"/>
                </a:lnTo>
                <a:lnTo>
                  <a:pt x="1323880" y="1851889"/>
                </a:lnTo>
                <a:lnTo>
                  <a:pt x="1325823" y="1851460"/>
                </a:lnTo>
                <a:lnTo>
                  <a:pt x="1327766" y="1850917"/>
                </a:lnTo>
                <a:lnTo>
                  <a:pt x="1329709" y="1850574"/>
                </a:lnTo>
                <a:lnTo>
                  <a:pt x="1331652" y="1850488"/>
                </a:lnTo>
                <a:lnTo>
                  <a:pt x="1333595" y="1850003"/>
                </a:lnTo>
                <a:lnTo>
                  <a:pt x="1335538" y="1849945"/>
                </a:lnTo>
                <a:lnTo>
                  <a:pt x="1337481" y="1849517"/>
                </a:lnTo>
                <a:lnTo>
                  <a:pt x="1339425" y="1848774"/>
                </a:lnTo>
                <a:lnTo>
                  <a:pt x="1341368" y="1848717"/>
                </a:lnTo>
                <a:lnTo>
                  <a:pt x="1343311" y="1848174"/>
                </a:lnTo>
                <a:lnTo>
                  <a:pt x="1345254" y="1848002"/>
                </a:lnTo>
                <a:lnTo>
                  <a:pt x="1347197" y="1847659"/>
                </a:lnTo>
                <a:lnTo>
                  <a:pt x="1349169" y="1847688"/>
                </a:lnTo>
                <a:lnTo>
                  <a:pt x="1351112" y="1847174"/>
                </a:lnTo>
                <a:lnTo>
                  <a:pt x="1353026" y="1847088"/>
                </a:lnTo>
                <a:lnTo>
                  <a:pt x="1354969" y="1846031"/>
                </a:lnTo>
                <a:lnTo>
                  <a:pt x="1356912" y="1845659"/>
                </a:lnTo>
                <a:lnTo>
                  <a:pt x="1358856" y="1845202"/>
                </a:lnTo>
                <a:lnTo>
                  <a:pt x="1360827" y="1845173"/>
                </a:lnTo>
                <a:lnTo>
                  <a:pt x="1362770" y="1845088"/>
                </a:lnTo>
                <a:lnTo>
                  <a:pt x="1364713" y="1844573"/>
                </a:lnTo>
                <a:lnTo>
                  <a:pt x="1366657" y="1844173"/>
                </a:lnTo>
                <a:lnTo>
                  <a:pt x="1368600" y="1842945"/>
                </a:lnTo>
                <a:lnTo>
                  <a:pt x="1370543" y="1842802"/>
                </a:lnTo>
                <a:lnTo>
                  <a:pt x="1372486" y="1842430"/>
                </a:lnTo>
                <a:lnTo>
                  <a:pt x="1374429" y="1842230"/>
                </a:lnTo>
                <a:lnTo>
                  <a:pt x="1376372" y="1841459"/>
                </a:lnTo>
                <a:lnTo>
                  <a:pt x="1378315" y="1841173"/>
                </a:lnTo>
                <a:lnTo>
                  <a:pt x="1380258" y="1841087"/>
                </a:lnTo>
                <a:lnTo>
                  <a:pt x="1382201" y="1840544"/>
                </a:lnTo>
                <a:lnTo>
                  <a:pt x="1384144" y="1840259"/>
                </a:lnTo>
                <a:lnTo>
                  <a:pt x="1386088" y="1840059"/>
                </a:lnTo>
                <a:lnTo>
                  <a:pt x="1388031" y="1839801"/>
                </a:lnTo>
                <a:lnTo>
                  <a:pt x="1389974" y="1839116"/>
                </a:lnTo>
                <a:lnTo>
                  <a:pt x="1391917" y="1838801"/>
                </a:lnTo>
                <a:lnTo>
                  <a:pt x="1393860" y="1838773"/>
                </a:lnTo>
                <a:lnTo>
                  <a:pt x="1395803" y="1838716"/>
                </a:lnTo>
                <a:lnTo>
                  <a:pt x="1397746" y="1838601"/>
                </a:lnTo>
                <a:lnTo>
                  <a:pt x="1399689" y="1838058"/>
                </a:lnTo>
                <a:lnTo>
                  <a:pt x="1401632" y="1837744"/>
                </a:lnTo>
                <a:lnTo>
                  <a:pt x="1403575" y="1837515"/>
                </a:lnTo>
                <a:lnTo>
                  <a:pt x="1405519" y="1837001"/>
                </a:lnTo>
                <a:lnTo>
                  <a:pt x="1407462" y="1836887"/>
                </a:lnTo>
                <a:lnTo>
                  <a:pt x="1409433" y="1836344"/>
                </a:lnTo>
                <a:lnTo>
                  <a:pt x="1411348" y="1836172"/>
                </a:lnTo>
                <a:lnTo>
                  <a:pt x="1413291" y="1835658"/>
                </a:lnTo>
                <a:lnTo>
                  <a:pt x="1415234" y="1835572"/>
                </a:lnTo>
                <a:lnTo>
                  <a:pt x="1417177" y="1835487"/>
                </a:lnTo>
                <a:lnTo>
                  <a:pt x="1419120" y="1835487"/>
                </a:lnTo>
                <a:lnTo>
                  <a:pt x="1421092" y="1835401"/>
                </a:lnTo>
                <a:lnTo>
                  <a:pt x="1423035" y="1835287"/>
                </a:lnTo>
                <a:lnTo>
                  <a:pt x="1424978" y="1835287"/>
                </a:lnTo>
                <a:lnTo>
                  <a:pt x="1426921" y="1834858"/>
                </a:lnTo>
                <a:lnTo>
                  <a:pt x="1428864" y="1834744"/>
                </a:lnTo>
                <a:lnTo>
                  <a:pt x="1430807" y="1834658"/>
                </a:lnTo>
                <a:lnTo>
                  <a:pt x="1432750" y="1834144"/>
                </a:lnTo>
                <a:lnTo>
                  <a:pt x="1434694" y="1833915"/>
                </a:lnTo>
                <a:lnTo>
                  <a:pt x="1436637" y="1833686"/>
                </a:lnTo>
                <a:lnTo>
                  <a:pt x="1438580" y="1833115"/>
                </a:lnTo>
                <a:lnTo>
                  <a:pt x="1440523" y="1832886"/>
                </a:lnTo>
                <a:lnTo>
                  <a:pt x="1442466" y="1832858"/>
                </a:lnTo>
                <a:lnTo>
                  <a:pt x="1444409" y="1832229"/>
                </a:lnTo>
                <a:lnTo>
                  <a:pt x="1446352" y="1832000"/>
                </a:lnTo>
                <a:lnTo>
                  <a:pt x="1448295" y="1831657"/>
                </a:lnTo>
                <a:lnTo>
                  <a:pt x="1450238" y="1831372"/>
                </a:lnTo>
                <a:lnTo>
                  <a:pt x="1452181" y="1831172"/>
                </a:lnTo>
                <a:lnTo>
                  <a:pt x="1454125" y="1830915"/>
                </a:lnTo>
                <a:lnTo>
                  <a:pt x="1456068" y="1830857"/>
                </a:lnTo>
                <a:lnTo>
                  <a:pt x="1458011" y="1830600"/>
                </a:lnTo>
                <a:lnTo>
                  <a:pt x="1459954" y="1830486"/>
                </a:lnTo>
                <a:lnTo>
                  <a:pt x="1461897" y="1829886"/>
                </a:lnTo>
                <a:lnTo>
                  <a:pt x="1463840" y="1829857"/>
                </a:lnTo>
                <a:lnTo>
                  <a:pt x="1465783" y="1829714"/>
                </a:lnTo>
                <a:lnTo>
                  <a:pt x="1467726" y="1829714"/>
                </a:lnTo>
                <a:lnTo>
                  <a:pt x="1469698" y="1829029"/>
                </a:lnTo>
                <a:lnTo>
                  <a:pt x="1471612" y="1828171"/>
                </a:lnTo>
                <a:lnTo>
                  <a:pt x="1473556" y="1828057"/>
                </a:lnTo>
                <a:lnTo>
                  <a:pt x="1475499" y="1828028"/>
                </a:lnTo>
                <a:lnTo>
                  <a:pt x="1477442" y="1827628"/>
                </a:lnTo>
                <a:lnTo>
                  <a:pt x="1479385" y="1827114"/>
                </a:lnTo>
                <a:lnTo>
                  <a:pt x="1481357" y="1826543"/>
                </a:lnTo>
                <a:lnTo>
                  <a:pt x="1483300" y="1826057"/>
                </a:lnTo>
                <a:lnTo>
                  <a:pt x="1485243" y="1826000"/>
                </a:lnTo>
                <a:lnTo>
                  <a:pt x="1487186" y="1825914"/>
                </a:lnTo>
                <a:lnTo>
                  <a:pt x="1489129" y="1825400"/>
                </a:lnTo>
                <a:lnTo>
                  <a:pt x="1491072" y="1825285"/>
                </a:lnTo>
                <a:lnTo>
                  <a:pt x="1493015" y="1824800"/>
                </a:lnTo>
                <a:lnTo>
                  <a:pt x="1494958" y="1824228"/>
                </a:lnTo>
                <a:lnTo>
                  <a:pt x="1496901" y="1823857"/>
                </a:lnTo>
                <a:lnTo>
                  <a:pt x="1498844" y="1823199"/>
                </a:lnTo>
                <a:lnTo>
                  <a:pt x="1500788" y="1822113"/>
                </a:lnTo>
                <a:lnTo>
                  <a:pt x="1502731" y="1821628"/>
                </a:lnTo>
                <a:lnTo>
                  <a:pt x="1504674" y="1821571"/>
                </a:lnTo>
                <a:lnTo>
                  <a:pt x="1506617" y="1821571"/>
                </a:lnTo>
                <a:lnTo>
                  <a:pt x="1508560" y="1821456"/>
                </a:lnTo>
                <a:lnTo>
                  <a:pt x="1510503" y="1821170"/>
                </a:lnTo>
                <a:lnTo>
                  <a:pt x="1512446" y="1820913"/>
                </a:lnTo>
                <a:lnTo>
                  <a:pt x="1514389" y="1819913"/>
                </a:lnTo>
                <a:lnTo>
                  <a:pt x="1516332" y="1818342"/>
                </a:lnTo>
                <a:lnTo>
                  <a:pt x="1518275" y="1818284"/>
                </a:lnTo>
                <a:lnTo>
                  <a:pt x="1520219" y="1818142"/>
                </a:lnTo>
                <a:lnTo>
                  <a:pt x="1522162" y="1817227"/>
                </a:lnTo>
                <a:lnTo>
                  <a:pt x="1524105" y="1817084"/>
                </a:lnTo>
                <a:lnTo>
                  <a:pt x="1526048" y="1817056"/>
                </a:lnTo>
                <a:lnTo>
                  <a:pt x="1527991" y="1816113"/>
                </a:lnTo>
                <a:lnTo>
                  <a:pt x="1529934" y="1815884"/>
                </a:lnTo>
                <a:lnTo>
                  <a:pt x="1531877" y="1815684"/>
                </a:lnTo>
                <a:lnTo>
                  <a:pt x="1533820" y="1815341"/>
                </a:lnTo>
                <a:lnTo>
                  <a:pt x="1535763" y="1815255"/>
                </a:lnTo>
                <a:lnTo>
                  <a:pt x="1537706" y="1815198"/>
                </a:lnTo>
                <a:lnTo>
                  <a:pt x="1539650" y="1814027"/>
                </a:lnTo>
                <a:lnTo>
                  <a:pt x="1541621" y="1813912"/>
                </a:lnTo>
                <a:lnTo>
                  <a:pt x="1543564" y="1812798"/>
                </a:lnTo>
                <a:lnTo>
                  <a:pt x="1545507" y="1812512"/>
                </a:lnTo>
                <a:lnTo>
                  <a:pt x="1547451" y="1812455"/>
                </a:lnTo>
                <a:lnTo>
                  <a:pt x="1549394" y="1811712"/>
                </a:lnTo>
                <a:lnTo>
                  <a:pt x="1551337" y="1811512"/>
                </a:lnTo>
                <a:lnTo>
                  <a:pt x="1553280" y="1811284"/>
                </a:lnTo>
                <a:lnTo>
                  <a:pt x="1555223" y="1810941"/>
                </a:lnTo>
                <a:lnTo>
                  <a:pt x="1557166" y="1810226"/>
                </a:lnTo>
                <a:lnTo>
                  <a:pt x="1559109" y="1810141"/>
                </a:lnTo>
                <a:lnTo>
                  <a:pt x="1561052" y="1810083"/>
                </a:lnTo>
                <a:lnTo>
                  <a:pt x="1562995" y="1810026"/>
                </a:lnTo>
                <a:lnTo>
                  <a:pt x="1564938" y="1809569"/>
                </a:lnTo>
                <a:lnTo>
                  <a:pt x="1566882" y="1809283"/>
                </a:lnTo>
                <a:lnTo>
                  <a:pt x="1568825" y="1809026"/>
                </a:lnTo>
                <a:lnTo>
                  <a:pt x="1570768" y="1808140"/>
                </a:lnTo>
                <a:lnTo>
                  <a:pt x="1572711" y="1807997"/>
                </a:lnTo>
                <a:lnTo>
                  <a:pt x="1574654" y="1807512"/>
                </a:lnTo>
                <a:lnTo>
                  <a:pt x="1576597" y="1807197"/>
                </a:lnTo>
                <a:lnTo>
                  <a:pt x="1578540" y="1807140"/>
                </a:lnTo>
                <a:lnTo>
                  <a:pt x="1580483" y="1806854"/>
                </a:lnTo>
                <a:lnTo>
                  <a:pt x="1582426" y="1805911"/>
                </a:lnTo>
                <a:lnTo>
                  <a:pt x="1584369" y="1805197"/>
                </a:lnTo>
                <a:lnTo>
                  <a:pt x="1586313" y="1804054"/>
                </a:lnTo>
                <a:lnTo>
                  <a:pt x="1588256" y="1803854"/>
                </a:lnTo>
                <a:lnTo>
                  <a:pt x="1590199" y="1803397"/>
                </a:lnTo>
                <a:lnTo>
                  <a:pt x="1592142" y="1802597"/>
                </a:lnTo>
                <a:lnTo>
                  <a:pt x="1594085" y="1802282"/>
                </a:lnTo>
                <a:lnTo>
                  <a:pt x="1596028" y="1802197"/>
                </a:lnTo>
                <a:lnTo>
                  <a:pt x="1597971" y="1801911"/>
                </a:lnTo>
                <a:lnTo>
                  <a:pt x="1599914" y="1801882"/>
                </a:lnTo>
                <a:lnTo>
                  <a:pt x="1601886" y="1801625"/>
                </a:lnTo>
                <a:lnTo>
                  <a:pt x="1603829" y="1801511"/>
                </a:lnTo>
                <a:lnTo>
                  <a:pt x="1605772" y="1800939"/>
                </a:lnTo>
                <a:lnTo>
                  <a:pt x="1607715" y="1800368"/>
                </a:lnTo>
                <a:lnTo>
                  <a:pt x="1609658" y="1800054"/>
                </a:lnTo>
                <a:lnTo>
                  <a:pt x="1611601" y="1799796"/>
                </a:lnTo>
                <a:lnTo>
                  <a:pt x="1613545" y="1799682"/>
                </a:lnTo>
                <a:lnTo>
                  <a:pt x="1615488" y="1799253"/>
                </a:lnTo>
                <a:lnTo>
                  <a:pt x="1617431" y="1798968"/>
                </a:lnTo>
                <a:lnTo>
                  <a:pt x="1619374" y="1798796"/>
                </a:lnTo>
                <a:lnTo>
                  <a:pt x="1621317" y="1798568"/>
                </a:lnTo>
                <a:lnTo>
                  <a:pt x="1623260" y="1798196"/>
                </a:lnTo>
                <a:lnTo>
                  <a:pt x="1625203" y="1797968"/>
                </a:lnTo>
                <a:lnTo>
                  <a:pt x="1627146" y="1797682"/>
                </a:lnTo>
                <a:lnTo>
                  <a:pt x="1629089" y="1795939"/>
                </a:lnTo>
                <a:lnTo>
                  <a:pt x="1631032" y="1795110"/>
                </a:lnTo>
                <a:lnTo>
                  <a:pt x="1632976" y="1794681"/>
                </a:lnTo>
                <a:lnTo>
                  <a:pt x="1634919" y="1794624"/>
                </a:lnTo>
                <a:lnTo>
                  <a:pt x="1636862" y="1794453"/>
                </a:lnTo>
                <a:lnTo>
                  <a:pt x="1638805" y="1794053"/>
                </a:lnTo>
                <a:lnTo>
                  <a:pt x="1640748" y="1793853"/>
                </a:lnTo>
                <a:lnTo>
                  <a:pt x="1642691" y="1793538"/>
                </a:lnTo>
                <a:lnTo>
                  <a:pt x="1644634" y="1793281"/>
                </a:lnTo>
                <a:lnTo>
                  <a:pt x="1646577" y="1793081"/>
                </a:lnTo>
                <a:lnTo>
                  <a:pt x="1648520" y="1792824"/>
                </a:lnTo>
                <a:lnTo>
                  <a:pt x="1650463" y="1792224"/>
                </a:lnTo>
                <a:lnTo>
                  <a:pt x="1652407" y="1791938"/>
                </a:lnTo>
                <a:lnTo>
                  <a:pt x="1654350" y="1791910"/>
                </a:lnTo>
                <a:lnTo>
                  <a:pt x="1656293" y="1791910"/>
                </a:lnTo>
                <a:lnTo>
                  <a:pt x="1658236" y="1791795"/>
                </a:lnTo>
                <a:lnTo>
                  <a:pt x="1660179" y="1791652"/>
                </a:lnTo>
                <a:lnTo>
                  <a:pt x="1662151" y="1790852"/>
                </a:lnTo>
                <a:lnTo>
                  <a:pt x="1664094" y="1790481"/>
                </a:lnTo>
                <a:lnTo>
                  <a:pt x="1666037" y="1790281"/>
                </a:lnTo>
                <a:lnTo>
                  <a:pt x="1667980" y="1789881"/>
                </a:lnTo>
                <a:lnTo>
                  <a:pt x="1669923" y="1789338"/>
                </a:lnTo>
                <a:lnTo>
                  <a:pt x="1671866" y="1789052"/>
                </a:lnTo>
                <a:lnTo>
                  <a:pt x="1673809" y="1788966"/>
                </a:lnTo>
                <a:lnTo>
                  <a:pt x="1675752" y="1788852"/>
                </a:lnTo>
                <a:lnTo>
                  <a:pt x="1677695" y="1787852"/>
                </a:lnTo>
                <a:lnTo>
                  <a:pt x="1679638" y="1787795"/>
                </a:lnTo>
                <a:lnTo>
                  <a:pt x="1681582" y="1787709"/>
                </a:lnTo>
                <a:lnTo>
                  <a:pt x="1683525" y="1787595"/>
                </a:lnTo>
                <a:lnTo>
                  <a:pt x="1685468" y="1787309"/>
                </a:lnTo>
                <a:lnTo>
                  <a:pt x="1687411" y="1786509"/>
                </a:lnTo>
                <a:lnTo>
                  <a:pt x="1689354" y="1786223"/>
                </a:lnTo>
                <a:lnTo>
                  <a:pt x="1691297" y="1786109"/>
                </a:lnTo>
                <a:lnTo>
                  <a:pt x="1693240" y="1785509"/>
                </a:lnTo>
                <a:lnTo>
                  <a:pt x="1695183" y="1785423"/>
                </a:lnTo>
                <a:lnTo>
                  <a:pt x="1697126" y="1785195"/>
                </a:lnTo>
                <a:lnTo>
                  <a:pt x="1699069" y="1784794"/>
                </a:lnTo>
                <a:lnTo>
                  <a:pt x="1701013" y="1784623"/>
                </a:lnTo>
                <a:lnTo>
                  <a:pt x="1702956" y="1783994"/>
                </a:lnTo>
                <a:lnTo>
                  <a:pt x="1704899" y="1783994"/>
                </a:lnTo>
                <a:lnTo>
                  <a:pt x="1706842" y="1783794"/>
                </a:lnTo>
                <a:lnTo>
                  <a:pt x="1708785" y="1783737"/>
                </a:lnTo>
                <a:lnTo>
                  <a:pt x="1710728" y="1783623"/>
                </a:lnTo>
                <a:lnTo>
                  <a:pt x="1712671" y="1783080"/>
                </a:lnTo>
                <a:lnTo>
                  <a:pt x="1714614" y="1782423"/>
                </a:lnTo>
                <a:lnTo>
                  <a:pt x="1716557" y="1782080"/>
                </a:lnTo>
                <a:lnTo>
                  <a:pt x="1718500" y="1781966"/>
                </a:lnTo>
                <a:lnTo>
                  <a:pt x="1720472" y="1781823"/>
                </a:lnTo>
                <a:lnTo>
                  <a:pt x="1722415" y="1781708"/>
                </a:lnTo>
                <a:lnTo>
                  <a:pt x="1724358" y="1780965"/>
                </a:lnTo>
                <a:lnTo>
                  <a:pt x="1726301" y="1780680"/>
                </a:lnTo>
                <a:lnTo>
                  <a:pt x="1728245" y="1780480"/>
                </a:lnTo>
                <a:lnTo>
                  <a:pt x="1730188" y="1780394"/>
                </a:lnTo>
                <a:lnTo>
                  <a:pt x="1732102" y="1779880"/>
                </a:lnTo>
                <a:lnTo>
                  <a:pt x="1734074" y="1779851"/>
                </a:lnTo>
                <a:lnTo>
                  <a:pt x="1736017" y="1779365"/>
                </a:lnTo>
                <a:lnTo>
                  <a:pt x="1737960" y="1779337"/>
                </a:lnTo>
                <a:lnTo>
                  <a:pt x="1739903" y="1779251"/>
                </a:lnTo>
                <a:lnTo>
                  <a:pt x="1741846" y="1778708"/>
                </a:lnTo>
                <a:lnTo>
                  <a:pt x="1743789" y="1778108"/>
                </a:lnTo>
                <a:lnTo>
                  <a:pt x="1745732" y="1777679"/>
                </a:lnTo>
                <a:lnTo>
                  <a:pt x="1747676" y="1777594"/>
                </a:lnTo>
                <a:lnTo>
                  <a:pt x="1749619" y="1776079"/>
                </a:lnTo>
                <a:lnTo>
                  <a:pt x="1751562" y="1775993"/>
                </a:lnTo>
                <a:lnTo>
                  <a:pt x="1753505" y="1774765"/>
                </a:lnTo>
                <a:lnTo>
                  <a:pt x="1755448" y="1774536"/>
                </a:lnTo>
                <a:lnTo>
                  <a:pt x="1757391" y="1774536"/>
                </a:lnTo>
                <a:lnTo>
                  <a:pt x="1759334" y="1774450"/>
                </a:lnTo>
                <a:lnTo>
                  <a:pt x="1761277" y="1773993"/>
                </a:lnTo>
                <a:lnTo>
                  <a:pt x="1763220" y="1773736"/>
                </a:lnTo>
                <a:lnTo>
                  <a:pt x="1765163" y="1771993"/>
                </a:lnTo>
                <a:lnTo>
                  <a:pt x="1767107" y="1771307"/>
                </a:lnTo>
                <a:lnTo>
                  <a:pt x="1769050" y="1771193"/>
                </a:lnTo>
                <a:lnTo>
                  <a:pt x="1770993" y="1771050"/>
                </a:lnTo>
                <a:lnTo>
                  <a:pt x="1772936" y="1770221"/>
                </a:lnTo>
                <a:lnTo>
                  <a:pt x="1774879" y="1769507"/>
                </a:lnTo>
                <a:lnTo>
                  <a:pt x="1776822" y="1768764"/>
                </a:lnTo>
                <a:lnTo>
                  <a:pt x="1778765" y="1768564"/>
                </a:lnTo>
                <a:lnTo>
                  <a:pt x="1780708" y="1768535"/>
                </a:lnTo>
                <a:lnTo>
                  <a:pt x="1782680" y="1768392"/>
                </a:lnTo>
                <a:lnTo>
                  <a:pt x="1784623" y="1768078"/>
                </a:lnTo>
                <a:lnTo>
                  <a:pt x="1786566" y="1768050"/>
                </a:lnTo>
                <a:lnTo>
                  <a:pt x="1788509" y="1767992"/>
                </a:lnTo>
                <a:lnTo>
                  <a:pt x="1790452" y="1767850"/>
                </a:lnTo>
                <a:lnTo>
                  <a:pt x="1792367" y="1767821"/>
                </a:lnTo>
                <a:lnTo>
                  <a:pt x="1794339" y="1767621"/>
                </a:lnTo>
                <a:lnTo>
                  <a:pt x="1796282" y="1765678"/>
                </a:lnTo>
                <a:lnTo>
                  <a:pt x="1798225" y="1765049"/>
                </a:lnTo>
                <a:lnTo>
                  <a:pt x="1800168" y="1763992"/>
                </a:lnTo>
                <a:lnTo>
                  <a:pt x="1802111" y="1763020"/>
                </a:lnTo>
                <a:lnTo>
                  <a:pt x="1804054" y="1762792"/>
                </a:lnTo>
                <a:lnTo>
                  <a:pt x="1805997" y="1762506"/>
                </a:lnTo>
                <a:lnTo>
                  <a:pt x="1807940" y="1761506"/>
                </a:lnTo>
                <a:lnTo>
                  <a:pt x="1809883" y="1761392"/>
                </a:lnTo>
                <a:lnTo>
                  <a:pt x="1811826" y="1761077"/>
                </a:lnTo>
                <a:lnTo>
                  <a:pt x="1813770" y="1760906"/>
                </a:lnTo>
                <a:lnTo>
                  <a:pt x="1815713" y="1759963"/>
                </a:lnTo>
                <a:lnTo>
                  <a:pt x="1817656" y="1759706"/>
                </a:lnTo>
                <a:lnTo>
                  <a:pt x="1819599" y="1759248"/>
                </a:lnTo>
                <a:lnTo>
                  <a:pt x="1821542" y="1759048"/>
                </a:lnTo>
                <a:lnTo>
                  <a:pt x="1823485" y="1759020"/>
                </a:lnTo>
                <a:lnTo>
                  <a:pt x="1825428" y="1758277"/>
                </a:lnTo>
                <a:lnTo>
                  <a:pt x="1827371" y="1758134"/>
                </a:lnTo>
                <a:lnTo>
                  <a:pt x="1829314" y="1757763"/>
                </a:lnTo>
                <a:lnTo>
                  <a:pt x="1831257" y="1756534"/>
                </a:lnTo>
                <a:lnTo>
                  <a:pt x="1833201" y="1756191"/>
                </a:lnTo>
                <a:lnTo>
                  <a:pt x="1835144" y="1756019"/>
                </a:lnTo>
                <a:lnTo>
                  <a:pt x="1837087" y="1755848"/>
                </a:lnTo>
                <a:lnTo>
                  <a:pt x="1839030" y="1754876"/>
                </a:lnTo>
                <a:lnTo>
                  <a:pt x="1841002" y="1754762"/>
                </a:lnTo>
                <a:lnTo>
                  <a:pt x="1842945" y="1754448"/>
                </a:lnTo>
                <a:lnTo>
                  <a:pt x="1844888" y="1754334"/>
                </a:lnTo>
                <a:lnTo>
                  <a:pt x="1846831" y="1754276"/>
                </a:lnTo>
                <a:lnTo>
                  <a:pt x="1848774" y="1753391"/>
                </a:lnTo>
                <a:lnTo>
                  <a:pt x="1850688" y="1753162"/>
                </a:lnTo>
                <a:lnTo>
                  <a:pt x="1852632" y="1753105"/>
                </a:lnTo>
                <a:lnTo>
                  <a:pt x="1854603" y="1752848"/>
                </a:lnTo>
                <a:lnTo>
                  <a:pt x="1856546" y="1752648"/>
                </a:lnTo>
                <a:lnTo>
                  <a:pt x="1858489" y="1752505"/>
                </a:lnTo>
                <a:lnTo>
                  <a:pt x="1860433" y="1752419"/>
                </a:lnTo>
                <a:lnTo>
                  <a:pt x="1862376" y="1752362"/>
                </a:lnTo>
                <a:lnTo>
                  <a:pt x="1864319" y="1752333"/>
                </a:lnTo>
                <a:lnTo>
                  <a:pt x="1866262" y="1752248"/>
                </a:lnTo>
                <a:lnTo>
                  <a:pt x="1868205" y="1752019"/>
                </a:lnTo>
                <a:lnTo>
                  <a:pt x="1870148" y="1750190"/>
                </a:lnTo>
                <a:lnTo>
                  <a:pt x="1872091" y="1749361"/>
                </a:lnTo>
                <a:lnTo>
                  <a:pt x="1874034" y="1749304"/>
                </a:lnTo>
                <a:lnTo>
                  <a:pt x="1875977" y="1748533"/>
                </a:lnTo>
                <a:lnTo>
                  <a:pt x="1877920" y="1748390"/>
                </a:lnTo>
                <a:lnTo>
                  <a:pt x="1879864" y="1747733"/>
                </a:lnTo>
                <a:lnTo>
                  <a:pt x="1881807" y="1747704"/>
                </a:lnTo>
                <a:lnTo>
                  <a:pt x="1883750" y="1747504"/>
                </a:lnTo>
                <a:lnTo>
                  <a:pt x="1885693" y="1747276"/>
                </a:lnTo>
                <a:lnTo>
                  <a:pt x="1887636" y="1747218"/>
                </a:lnTo>
                <a:lnTo>
                  <a:pt x="1889579" y="1746990"/>
                </a:lnTo>
                <a:lnTo>
                  <a:pt x="1891522" y="1746704"/>
                </a:lnTo>
                <a:lnTo>
                  <a:pt x="1893465" y="1746590"/>
                </a:lnTo>
                <a:lnTo>
                  <a:pt x="1895408" y="1746590"/>
                </a:lnTo>
                <a:lnTo>
                  <a:pt x="1897351" y="1746475"/>
                </a:lnTo>
                <a:lnTo>
                  <a:pt x="1899295" y="1745532"/>
                </a:lnTo>
                <a:lnTo>
                  <a:pt x="1901266" y="1745447"/>
                </a:lnTo>
                <a:lnTo>
                  <a:pt x="1903209" y="1745247"/>
                </a:lnTo>
                <a:lnTo>
                  <a:pt x="1905152" y="1745218"/>
                </a:lnTo>
                <a:lnTo>
                  <a:pt x="1907095" y="1744961"/>
                </a:lnTo>
                <a:lnTo>
                  <a:pt x="1909039" y="1744675"/>
                </a:lnTo>
                <a:lnTo>
                  <a:pt x="1910953" y="1744389"/>
                </a:lnTo>
                <a:lnTo>
                  <a:pt x="1912925" y="1744361"/>
                </a:lnTo>
                <a:lnTo>
                  <a:pt x="1914868" y="1744332"/>
                </a:lnTo>
                <a:lnTo>
                  <a:pt x="1916811" y="1744332"/>
                </a:lnTo>
                <a:lnTo>
                  <a:pt x="1918754" y="1744075"/>
                </a:lnTo>
                <a:lnTo>
                  <a:pt x="1920697" y="1743704"/>
                </a:lnTo>
                <a:lnTo>
                  <a:pt x="1922640" y="1743304"/>
                </a:lnTo>
                <a:lnTo>
                  <a:pt x="1924583" y="1742618"/>
                </a:lnTo>
                <a:lnTo>
                  <a:pt x="1926526" y="1741989"/>
                </a:lnTo>
                <a:lnTo>
                  <a:pt x="1928470" y="1741961"/>
                </a:lnTo>
                <a:lnTo>
                  <a:pt x="1930413" y="1741561"/>
                </a:lnTo>
                <a:lnTo>
                  <a:pt x="1932356" y="1741389"/>
                </a:lnTo>
                <a:lnTo>
                  <a:pt x="1934299" y="1741332"/>
                </a:lnTo>
                <a:lnTo>
                  <a:pt x="1936242" y="1741218"/>
                </a:lnTo>
                <a:lnTo>
                  <a:pt x="1938185" y="1740789"/>
                </a:lnTo>
                <a:lnTo>
                  <a:pt x="1940128" y="1740560"/>
                </a:lnTo>
                <a:lnTo>
                  <a:pt x="1942071" y="1740503"/>
                </a:lnTo>
                <a:lnTo>
                  <a:pt x="1944014" y="1740475"/>
                </a:lnTo>
                <a:lnTo>
                  <a:pt x="1945957" y="1740275"/>
                </a:lnTo>
                <a:lnTo>
                  <a:pt x="1947901" y="1740217"/>
                </a:lnTo>
                <a:lnTo>
                  <a:pt x="1949844" y="1740017"/>
                </a:lnTo>
                <a:lnTo>
                  <a:pt x="1951787" y="1739675"/>
                </a:lnTo>
                <a:lnTo>
                  <a:pt x="1953730" y="1739589"/>
                </a:lnTo>
                <a:lnTo>
                  <a:pt x="1955673" y="1739360"/>
                </a:lnTo>
                <a:lnTo>
                  <a:pt x="1957616" y="1738989"/>
                </a:lnTo>
                <a:lnTo>
                  <a:pt x="1959559" y="1738960"/>
                </a:lnTo>
                <a:lnTo>
                  <a:pt x="1961531" y="1738360"/>
                </a:lnTo>
                <a:lnTo>
                  <a:pt x="1963474" y="1738246"/>
                </a:lnTo>
                <a:lnTo>
                  <a:pt x="1965417" y="1738217"/>
                </a:lnTo>
                <a:lnTo>
                  <a:pt x="1967360" y="1738132"/>
                </a:lnTo>
                <a:lnTo>
                  <a:pt x="1969275" y="1738074"/>
                </a:lnTo>
                <a:lnTo>
                  <a:pt x="1971218" y="1737531"/>
                </a:lnTo>
                <a:lnTo>
                  <a:pt x="1973161" y="1737446"/>
                </a:lnTo>
                <a:lnTo>
                  <a:pt x="1975133" y="1736046"/>
                </a:lnTo>
                <a:lnTo>
                  <a:pt x="1977076" y="1735817"/>
                </a:lnTo>
                <a:lnTo>
                  <a:pt x="1979019" y="1735417"/>
                </a:lnTo>
                <a:lnTo>
                  <a:pt x="1980962" y="1734074"/>
                </a:lnTo>
                <a:lnTo>
                  <a:pt x="1982905" y="1733988"/>
                </a:lnTo>
                <a:lnTo>
                  <a:pt x="1984848" y="1733102"/>
                </a:lnTo>
                <a:lnTo>
                  <a:pt x="1986791" y="1732959"/>
                </a:lnTo>
                <a:lnTo>
                  <a:pt x="1988734" y="1732902"/>
                </a:lnTo>
                <a:lnTo>
                  <a:pt x="1990677" y="1732502"/>
                </a:lnTo>
                <a:lnTo>
                  <a:pt x="1992620" y="1732274"/>
                </a:lnTo>
                <a:lnTo>
                  <a:pt x="1994564" y="1731616"/>
                </a:lnTo>
                <a:lnTo>
                  <a:pt x="1996507" y="1730873"/>
                </a:lnTo>
                <a:lnTo>
                  <a:pt x="1998450" y="1730702"/>
                </a:lnTo>
                <a:lnTo>
                  <a:pt x="2000393" y="1730216"/>
                </a:lnTo>
                <a:lnTo>
                  <a:pt x="2002336" y="1730159"/>
                </a:lnTo>
                <a:lnTo>
                  <a:pt x="2004279" y="1729959"/>
                </a:lnTo>
                <a:lnTo>
                  <a:pt x="2006222" y="1729473"/>
                </a:lnTo>
                <a:lnTo>
                  <a:pt x="2008165" y="1729216"/>
                </a:lnTo>
                <a:lnTo>
                  <a:pt x="2010108" y="1729073"/>
                </a:lnTo>
                <a:lnTo>
                  <a:pt x="2012051" y="1729073"/>
                </a:lnTo>
                <a:lnTo>
                  <a:pt x="2013995" y="1728988"/>
                </a:lnTo>
                <a:lnTo>
                  <a:pt x="2015938" y="1728445"/>
                </a:lnTo>
                <a:lnTo>
                  <a:pt x="2017881" y="1728387"/>
                </a:lnTo>
                <a:lnTo>
                  <a:pt x="2019824" y="1728359"/>
                </a:lnTo>
                <a:lnTo>
                  <a:pt x="2021767" y="1727959"/>
                </a:lnTo>
                <a:lnTo>
                  <a:pt x="2023739" y="1727673"/>
                </a:lnTo>
                <a:lnTo>
                  <a:pt x="2025682" y="1727616"/>
                </a:lnTo>
                <a:lnTo>
                  <a:pt x="2027625" y="1727359"/>
                </a:lnTo>
                <a:lnTo>
                  <a:pt x="2029539" y="1725844"/>
                </a:lnTo>
                <a:lnTo>
                  <a:pt x="2031482" y="1724473"/>
                </a:lnTo>
                <a:lnTo>
                  <a:pt x="2033426" y="1724444"/>
                </a:lnTo>
                <a:lnTo>
                  <a:pt x="2035397" y="1724387"/>
                </a:lnTo>
                <a:lnTo>
                  <a:pt x="2037340" y="1724330"/>
                </a:lnTo>
                <a:lnTo>
                  <a:pt x="2039283" y="1723558"/>
                </a:lnTo>
                <a:lnTo>
                  <a:pt x="2041227" y="1723101"/>
                </a:lnTo>
                <a:lnTo>
                  <a:pt x="2043170" y="1722244"/>
                </a:lnTo>
                <a:lnTo>
                  <a:pt x="2045113" y="1721558"/>
                </a:lnTo>
                <a:lnTo>
                  <a:pt x="2047056" y="1721301"/>
                </a:lnTo>
                <a:lnTo>
                  <a:pt x="2048999" y="1720901"/>
                </a:lnTo>
                <a:lnTo>
                  <a:pt x="2050942" y="1720729"/>
                </a:lnTo>
                <a:lnTo>
                  <a:pt x="2052885" y="1720444"/>
                </a:lnTo>
                <a:lnTo>
                  <a:pt x="2054828" y="1720272"/>
                </a:lnTo>
                <a:lnTo>
                  <a:pt x="2056771" y="1720158"/>
                </a:lnTo>
                <a:lnTo>
                  <a:pt x="2058714" y="1719958"/>
                </a:lnTo>
                <a:lnTo>
                  <a:pt x="2060658" y="1719758"/>
                </a:lnTo>
                <a:lnTo>
                  <a:pt x="2062601" y="1719529"/>
                </a:lnTo>
                <a:lnTo>
                  <a:pt x="2064544" y="1718586"/>
                </a:lnTo>
                <a:lnTo>
                  <a:pt x="2066487" y="1717729"/>
                </a:lnTo>
                <a:lnTo>
                  <a:pt x="2068430" y="1717129"/>
                </a:lnTo>
                <a:lnTo>
                  <a:pt x="2070373" y="1717100"/>
                </a:lnTo>
                <a:lnTo>
                  <a:pt x="2072316" y="1716929"/>
                </a:lnTo>
                <a:lnTo>
                  <a:pt x="2074259" y="1716386"/>
                </a:lnTo>
                <a:lnTo>
                  <a:pt x="2076202" y="1715186"/>
                </a:lnTo>
                <a:lnTo>
                  <a:pt x="2078145" y="1714729"/>
                </a:lnTo>
                <a:lnTo>
                  <a:pt x="2080089" y="1714529"/>
                </a:lnTo>
                <a:lnTo>
                  <a:pt x="2082060" y="1714271"/>
                </a:lnTo>
                <a:lnTo>
                  <a:pt x="2084003" y="1713871"/>
                </a:lnTo>
                <a:lnTo>
                  <a:pt x="2085946" y="1713328"/>
                </a:lnTo>
                <a:lnTo>
                  <a:pt x="2087861" y="1712871"/>
                </a:lnTo>
                <a:lnTo>
                  <a:pt x="2089804" y="1711757"/>
                </a:lnTo>
                <a:lnTo>
                  <a:pt x="2091747" y="1711385"/>
                </a:lnTo>
                <a:lnTo>
                  <a:pt x="2093719" y="1711357"/>
                </a:lnTo>
                <a:lnTo>
                  <a:pt x="2095662" y="1710928"/>
                </a:lnTo>
                <a:lnTo>
                  <a:pt x="2097605" y="1710871"/>
                </a:lnTo>
                <a:lnTo>
                  <a:pt x="2099548" y="1710871"/>
                </a:lnTo>
                <a:lnTo>
                  <a:pt x="2101491" y="1710528"/>
                </a:lnTo>
                <a:lnTo>
                  <a:pt x="2103434" y="1710214"/>
                </a:lnTo>
                <a:lnTo>
                  <a:pt x="2105377" y="1710185"/>
                </a:lnTo>
                <a:lnTo>
                  <a:pt x="2107321" y="1709414"/>
                </a:lnTo>
                <a:lnTo>
                  <a:pt x="2109264" y="1709299"/>
                </a:lnTo>
                <a:lnTo>
                  <a:pt x="2111207" y="1708671"/>
                </a:lnTo>
                <a:lnTo>
                  <a:pt x="2113150" y="1706785"/>
                </a:lnTo>
                <a:lnTo>
                  <a:pt x="2115093" y="1706442"/>
                </a:lnTo>
                <a:lnTo>
                  <a:pt x="2117036" y="1706328"/>
                </a:lnTo>
                <a:lnTo>
                  <a:pt x="2118979" y="1705556"/>
                </a:lnTo>
                <a:lnTo>
                  <a:pt x="2120922" y="1704556"/>
                </a:lnTo>
                <a:lnTo>
                  <a:pt x="2122865" y="1703956"/>
                </a:lnTo>
                <a:lnTo>
                  <a:pt x="2124808" y="1703641"/>
                </a:lnTo>
                <a:lnTo>
                  <a:pt x="2126752" y="1703184"/>
                </a:lnTo>
                <a:lnTo>
                  <a:pt x="2128695" y="1702727"/>
                </a:lnTo>
                <a:lnTo>
                  <a:pt x="2130638" y="1702613"/>
                </a:lnTo>
                <a:lnTo>
                  <a:pt x="2132581" y="1701870"/>
                </a:lnTo>
                <a:lnTo>
                  <a:pt x="2134524" y="1700898"/>
                </a:lnTo>
                <a:lnTo>
                  <a:pt x="2136467" y="1700870"/>
                </a:lnTo>
                <a:lnTo>
                  <a:pt x="2138410" y="1700841"/>
                </a:lnTo>
                <a:lnTo>
                  <a:pt x="2140353" y="1699870"/>
                </a:lnTo>
                <a:lnTo>
                  <a:pt x="2142325" y="1699384"/>
                </a:lnTo>
                <a:lnTo>
                  <a:pt x="2144268" y="1698355"/>
                </a:lnTo>
                <a:lnTo>
                  <a:pt x="2146211" y="1698241"/>
                </a:lnTo>
                <a:lnTo>
                  <a:pt x="2148126" y="1697984"/>
                </a:lnTo>
                <a:lnTo>
                  <a:pt x="2150069" y="1697669"/>
                </a:lnTo>
                <a:lnTo>
                  <a:pt x="2152012" y="1697612"/>
                </a:lnTo>
                <a:lnTo>
                  <a:pt x="2153983" y="1697155"/>
                </a:lnTo>
                <a:lnTo>
                  <a:pt x="2155927" y="1696955"/>
                </a:lnTo>
                <a:lnTo>
                  <a:pt x="2157870" y="1696898"/>
                </a:lnTo>
                <a:lnTo>
                  <a:pt x="2159813" y="1695726"/>
                </a:lnTo>
                <a:lnTo>
                  <a:pt x="2161756" y="1695640"/>
                </a:lnTo>
                <a:lnTo>
                  <a:pt x="2163699" y="1695412"/>
                </a:lnTo>
                <a:lnTo>
                  <a:pt x="2165642" y="1694869"/>
                </a:lnTo>
                <a:lnTo>
                  <a:pt x="2167585" y="1694755"/>
                </a:lnTo>
                <a:lnTo>
                  <a:pt x="2169528" y="1693383"/>
                </a:lnTo>
                <a:lnTo>
                  <a:pt x="2171471" y="1693069"/>
                </a:lnTo>
                <a:lnTo>
                  <a:pt x="2173414" y="1692669"/>
                </a:lnTo>
                <a:lnTo>
                  <a:pt x="2175358" y="1692526"/>
                </a:lnTo>
                <a:lnTo>
                  <a:pt x="2177301" y="1692497"/>
                </a:lnTo>
                <a:lnTo>
                  <a:pt x="2179244" y="1691097"/>
                </a:lnTo>
                <a:lnTo>
                  <a:pt x="2181187" y="1691097"/>
                </a:lnTo>
                <a:lnTo>
                  <a:pt x="2183130" y="1689383"/>
                </a:lnTo>
                <a:lnTo>
                  <a:pt x="2185073" y="1689011"/>
                </a:lnTo>
                <a:lnTo>
                  <a:pt x="2187016" y="1688954"/>
                </a:lnTo>
                <a:lnTo>
                  <a:pt x="2188959" y="1688068"/>
                </a:lnTo>
                <a:lnTo>
                  <a:pt x="2190902" y="1687011"/>
                </a:lnTo>
                <a:lnTo>
                  <a:pt x="2192845" y="1686954"/>
                </a:lnTo>
                <a:lnTo>
                  <a:pt x="2194789" y="1686611"/>
                </a:lnTo>
                <a:lnTo>
                  <a:pt x="2196732" y="1686525"/>
                </a:lnTo>
                <a:lnTo>
                  <a:pt x="2198675" y="1685868"/>
                </a:lnTo>
                <a:lnTo>
                  <a:pt x="2200618" y="1685611"/>
                </a:lnTo>
                <a:lnTo>
                  <a:pt x="2202590" y="1684468"/>
                </a:lnTo>
                <a:lnTo>
                  <a:pt x="2204533" y="1684296"/>
                </a:lnTo>
                <a:lnTo>
                  <a:pt x="2206447" y="1683553"/>
                </a:lnTo>
                <a:lnTo>
                  <a:pt x="2208390" y="1683496"/>
                </a:lnTo>
                <a:lnTo>
                  <a:pt x="2210333" y="1683382"/>
                </a:lnTo>
                <a:lnTo>
                  <a:pt x="2212276" y="1683182"/>
                </a:lnTo>
                <a:lnTo>
                  <a:pt x="2214248" y="1682096"/>
                </a:lnTo>
                <a:lnTo>
                  <a:pt x="2216191" y="1680867"/>
                </a:lnTo>
                <a:lnTo>
                  <a:pt x="2218134" y="1680210"/>
                </a:lnTo>
                <a:lnTo>
                  <a:pt x="2220077" y="1679524"/>
                </a:lnTo>
                <a:lnTo>
                  <a:pt x="2222021" y="1679296"/>
                </a:lnTo>
                <a:lnTo>
                  <a:pt x="2223964" y="1677410"/>
                </a:lnTo>
                <a:lnTo>
                  <a:pt x="2225907" y="1676781"/>
                </a:lnTo>
                <a:lnTo>
                  <a:pt x="2227850" y="1675952"/>
                </a:lnTo>
                <a:lnTo>
                  <a:pt x="2229793" y="1675667"/>
                </a:lnTo>
                <a:lnTo>
                  <a:pt x="2231736" y="1675181"/>
                </a:lnTo>
                <a:lnTo>
                  <a:pt x="2233679" y="1674666"/>
                </a:lnTo>
                <a:lnTo>
                  <a:pt x="2235622" y="1674552"/>
                </a:lnTo>
                <a:lnTo>
                  <a:pt x="2237565" y="1673581"/>
                </a:lnTo>
                <a:lnTo>
                  <a:pt x="2239508" y="1673209"/>
                </a:lnTo>
                <a:lnTo>
                  <a:pt x="2241452" y="1673095"/>
                </a:lnTo>
                <a:lnTo>
                  <a:pt x="2243395" y="1672609"/>
                </a:lnTo>
                <a:lnTo>
                  <a:pt x="2245338" y="1672580"/>
                </a:lnTo>
                <a:lnTo>
                  <a:pt x="2247281" y="1672323"/>
                </a:lnTo>
                <a:lnTo>
                  <a:pt x="2249224" y="1671523"/>
                </a:lnTo>
                <a:lnTo>
                  <a:pt x="2251167" y="1671237"/>
                </a:lnTo>
                <a:lnTo>
                  <a:pt x="2253110" y="1670923"/>
                </a:lnTo>
                <a:lnTo>
                  <a:pt x="2255053" y="1669952"/>
                </a:lnTo>
                <a:lnTo>
                  <a:pt x="2256996" y="1669752"/>
                </a:lnTo>
                <a:lnTo>
                  <a:pt x="2258939" y="1669151"/>
                </a:lnTo>
                <a:lnTo>
                  <a:pt x="2260883" y="1668237"/>
                </a:lnTo>
                <a:lnTo>
                  <a:pt x="2262854" y="1668123"/>
                </a:lnTo>
                <a:lnTo>
                  <a:pt x="2264797" y="1667666"/>
                </a:lnTo>
                <a:lnTo>
                  <a:pt x="2266712" y="1667608"/>
                </a:lnTo>
                <a:lnTo>
                  <a:pt x="2268655" y="1666923"/>
                </a:lnTo>
                <a:lnTo>
                  <a:pt x="2270598" y="1666694"/>
                </a:lnTo>
                <a:lnTo>
                  <a:pt x="2272541" y="1666094"/>
                </a:lnTo>
                <a:lnTo>
                  <a:pt x="2274513" y="1665751"/>
                </a:lnTo>
                <a:lnTo>
                  <a:pt x="2276456" y="1664722"/>
                </a:lnTo>
                <a:lnTo>
                  <a:pt x="2278399" y="1663608"/>
                </a:lnTo>
                <a:lnTo>
                  <a:pt x="2280342" y="1661293"/>
                </a:lnTo>
                <a:lnTo>
                  <a:pt x="2282285" y="1660722"/>
                </a:lnTo>
                <a:lnTo>
                  <a:pt x="2284228" y="1660665"/>
                </a:lnTo>
                <a:lnTo>
                  <a:pt x="2286171" y="1659979"/>
                </a:lnTo>
                <a:lnTo>
                  <a:pt x="2288115" y="1659750"/>
                </a:lnTo>
                <a:lnTo>
                  <a:pt x="2290058" y="1659550"/>
                </a:lnTo>
                <a:lnTo>
                  <a:pt x="2292001" y="1658779"/>
                </a:lnTo>
                <a:lnTo>
                  <a:pt x="2293944" y="1658693"/>
                </a:lnTo>
                <a:lnTo>
                  <a:pt x="2295887" y="1658522"/>
                </a:lnTo>
                <a:lnTo>
                  <a:pt x="2297830" y="1658064"/>
                </a:lnTo>
                <a:lnTo>
                  <a:pt x="2299773" y="1657721"/>
                </a:lnTo>
                <a:lnTo>
                  <a:pt x="2301716" y="1656521"/>
                </a:lnTo>
                <a:lnTo>
                  <a:pt x="2303659" y="1655893"/>
                </a:lnTo>
                <a:lnTo>
                  <a:pt x="2305602" y="1654921"/>
                </a:lnTo>
                <a:lnTo>
                  <a:pt x="2307546" y="1654635"/>
                </a:lnTo>
                <a:lnTo>
                  <a:pt x="2309489" y="1652949"/>
                </a:lnTo>
                <a:lnTo>
                  <a:pt x="2311432" y="1652892"/>
                </a:lnTo>
                <a:lnTo>
                  <a:pt x="2313375" y="1652778"/>
                </a:lnTo>
                <a:lnTo>
                  <a:pt x="2315318" y="1652149"/>
                </a:lnTo>
                <a:lnTo>
                  <a:pt x="2317261" y="1651949"/>
                </a:lnTo>
                <a:lnTo>
                  <a:pt x="2319204" y="1651721"/>
                </a:lnTo>
                <a:lnTo>
                  <a:pt x="2321147" y="1650721"/>
                </a:lnTo>
                <a:lnTo>
                  <a:pt x="2323119" y="1650063"/>
                </a:lnTo>
                <a:lnTo>
                  <a:pt x="2325033" y="1649720"/>
                </a:lnTo>
                <a:lnTo>
                  <a:pt x="2326977" y="1649092"/>
                </a:lnTo>
                <a:lnTo>
                  <a:pt x="2328920" y="1647977"/>
                </a:lnTo>
                <a:lnTo>
                  <a:pt x="2330863" y="1647663"/>
                </a:lnTo>
                <a:lnTo>
                  <a:pt x="2332806" y="1647349"/>
                </a:lnTo>
                <a:lnTo>
                  <a:pt x="2334778" y="1646549"/>
                </a:lnTo>
                <a:lnTo>
                  <a:pt x="2336721" y="1645634"/>
                </a:lnTo>
                <a:lnTo>
                  <a:pt x="2338664" y="1643834"/>
                </a:lnTo>
                <a:lnTo>
                  <a:pt x="2340607" y="1643348"/>
                </a:lnTo>
                <a:lnTo>
                  <a:pt x="2342550" y="1641405"/>
                </a:lnTo>
                <a:lnTo>
                  <a:pt x="2344493" y="1641434"/>
                </a:lnTo>
                <a:lnTo>
                  <a:pt x="2346436" y="1641348"/>
                </a:lnTo>
                <a:lnTo>
                  <a:pt x="2348379" y="1641234"/>
                </a:lnTo>
                <a:lnTo>
                  <a:pt x="2350322" y="1640748"/>
                </a:lnTo>
                <a:lnTo>
                  <a:pt x="2352265" y="1639919"/>
                </a:lnTo>
                <a:lnTo>
                  <a:pt x="2354209" y="1638891"/>
                </a:lnTo>
                <a:lnTo>
                  <a:pt x="2356152" y="1638748"/>
                </a:lnTo>
                <a:lnTo>
                  <a:pt x="2358095" y="1638519"/>
                </a:lnTo>
                <a:lnTo>
                  <a:pt x="2360038" y="1638176"/>
                </a:lnTo>
                <a:lnTo>
                  <a:pt x="2361981" y="1637776"/>
                </a:lnTo>
                <a:lnTo>
                  <a:pt x="2363924" y="1637147"/>
                </a:lnTo>
                <a:lnTo>
                  <a:pt x="2365867" y="1636947"/>
                </a:lnTo>
                <a:lnTo>
                  <a:pt x="2367810" y="1635119"/>
                </a:lnTo>
                <a:lnTo>
                  <a:pt x="2369753" y="1635119"/>
                </a:lnTo>
                <a:lnTo>
                  <a:pt x="2371696" y="1635090"/>
                </a:lnTo>
                <a:lnTo>
                  <a:pt x="2373640" y="1633747"/>
                </a:lnTo>
                <a:lnTo>
                  <a:pt x="2375583" y="1632861"/>
                </a:lnTo>
                <a:lnTo>
                  <a:pt x="2377526" y="1632233"/>
                </a:lnTo>
                <a:lnTo>
                  <a:pt x="2379469" y="1632204"/>
                </a:lnTo>
                <a:lnTo>
                  <a:pt x="2381412" y="1631804"/>
                </a:lnTo>
                <a:lnTo>
                  <a:pt x="2383384" y="1631432"/>
                </a:lnTo>
                <a:lnTo>
                  <a:pt x="2385298" y="1630432"/>
                </a:lnTo>
                <a:lnTo>
                  <a:pt x="2387241" y="1630347"/>
                </a:lnTo>
                <a:lnTo>
                  <a:pt x="2389184" y="1630261"/>
                </a:lnTo>
                <a:lnTo>
                  <a:pt x="2391127" y="1630204"/>
                </a:lnTo>
                <a:lnTo>
                  <a:pt x="2393071" y="1630032"/>
                </a:lnTo>
                <a:lnTo>
                  <a:pt x="2395042" y="1630004"/>
                </a:lnTo>
                <a:lnTo>
                  <a:pt x="2396985" y="1629232"/>
                </a:lnTo>
                <a:lnTo>
                  <a:pt x="2398928" y="1628918"/>
                </a:lnTo>
                <a:lnTo>
                  <a:pt x="2400871" y="1627632"/>
                </a:lnTo>
                <a:lnTo>
                  <a:pt x="2402815" y="1627232"/>
                </a:lnTo>
                <a:lnTo>
                  <a:pt x="2404758" y="1626975"/>
                </a:lnTo>
                <a:lnTo>
                  <a:pt x="2406701" y="1626832"/>
                </a:lnTo>
                <a:lnTo>
                  <a:pt x="2408644" y="1626375"/>
                </a:lnTo>
                <a:lnTo>
                  <a:pt x="2410587" y="1626118"/>
                </a:lnTo>
                <a:lnTo>
                  <a:pt x="2412530" y="1625803"/>
                </a:lnTo>
                <a:lnTo>
                  <a:pt x="2414473" y="1624117"/>
                </a:lnTo>
                <a:lnTo>
                  <a:pt x="2416416" y="1623946"/>
                </a:lnTo>
                <a:lnTo>
                  <a:pt x="2418359" y="1623031"/>
                </a:lnTo>
                <a:lnTo>
                  <a:pt x="2420302" y="1622517"/>
                </a:lnTo>
                <a:lnTo>
                  <a:pt x="2422246" y="1621888"/>
                </a:lnTo>
                <a:lnTo>
                  <a:pt x="2424189" y="1621717"/>
                </a:lnTo>
                <a:lnTo>
                  <a:pt x="2426132" y="1621517"/>
                </a:lnTo>
                <a:lnTo>
                  <a:pt x="2428075" y="1620831"/>
                </a:lnTo>
                <a:lnTo>
                  <a:pt x="2430018" y="1620574"/>
                </a:lnTo>
                <a:lnTo>
                  <a:pt x="2431961" y="1619802"/>
                </a:lnTo>
                <a:lnTo>
                  <a:pt x="2433904" y="1619745"/>
                </a:lnTo>
                <a:lnTo>
                  <a:pt x="2435847" y="1617916"/>
                </a:lnTo>
                <a:lnTo>
                  <a:pt x="2437790" y="1613887"/>
                </a:lnTo>
                <a:lnTo>
                  <a:pt x="2439733" y="1613087"/>
                </a:lnTo>
                <a:lnTo>
                  <a:pt x="2441677" y="1612516"/>
                </a:lnTo>
                <a:lnTo>
                  <a:pt x="2443620" y="1612344"/>
                </a:lnTo>
                <a:lnTo>
                  <a:pt x="2445563" y="1609458"/>
                </a:lnTo>
                <a:lnTo>
                  <a:pt x="2447506" y="1606887"/>
                </a:lnTo>
                <a:lnTo>
                  <a:pt x="2449449" y="1605658"/>
                </a:lnTo>
                <a:lnTo>
                  <a:pt x="2451392" y="1603286"/>
                </a:lnTo>
                <a:lnTo>
                  <a:pt x="2453335" y="1602915"/>
                </a:lnTo>
                <a:lnTo>
                  <a:pt x="2455307" y="1602229"/>
                </a:lnTo>
                <a:lnTo>
                  <a:pt x="2457250" y="1601457"/>
                </a:lnTo>
                <a:lnTo>
                  <a:pt x="2459193" y="1601057"/>
                </a:lnTo>
                <a:lnTo>
                  <a:pt x="2461136" y="1600429"/>
                </a:lnTo>
                <a:lnTo>
                  <a:pt x="2463079" y="1598628"/>
                </a:lnTo>
                <a:lnTo>
                  <a:pt x="2465022" y="1596657"/>
                </a:lnTo>
                <a:lnTo>
                  <a:pt x="2466965" y="1596028"/>
                </a:lnTo>
                <a:lnTo>
                  <a:pt x="2468909" y="1593856"/>
                </a:lnTo>
                <a:lnTo>
                  <a:pt x="2470852" y="1593228"/>
                </a:lnTo>
                <a:lnTo>
                  <a:pt x="2472795" y="1591656"/>
                </a:lnTo>
                <a:lnTo>
                  <a:pt x="2474738" y="1591627"/>
                </a:lnTo>
                <a:lnTo>
                  <a:pt x="2476681" y="1591285"/>
                </a:lnTo>
                <a:lnTo>
                  <a:pt x="2478624" y="1591056"/>
                </a:lnTo>
                <a:lnTo>
                  <a:pt x="2480567" y="1589427"/>
                </a:lnTo>
                <a:lnTo>
                  <a:pt x="2482510" y="1588684"/>
                </a:lnTo>
                <a:lnTo>
                  <a:pt x="2484453" y="1588570"/>
                </a:lnTo>
                <a:lnTo>
                  <a:pt x="2486396" y="1585627"/>
                </a:lnTo>
                <a:lnTo>
                  <a:pt x="2488340" y="1585255"/>
                </a:lnTo>
                <a:lnTo>
                  <a:pt x="2490283" y="1584912"/>
                </a:lnTo>
                <a:lnTo>
                  <a:pt x="2492226" y="1584455"/>
                </a:lnTo>
                <a:lnTo>
                  <a:pt x="2494169" y="1584227"/>
                </a:lnTo>
                <a:lnTo>
                  <a:pt x="2496112" y="1583684"/>
                </a:lnTo>
                <a:lnTo>
                  <a:pt x="2498055" y="1583084"/>
                </a:lnTo>
                <a:lnTo>
                  <a:pt x="2499998" y="1582255"/>
                </a:lnTo>
                <a:lnTo>
                  <a:pt x="2501941" y="1581969"/>
                </a:lnTo>
                <a:lnTo>
                  <a:pt x="2503884" y="1581912"/>
                </a:lnTo>
                <a:lnTo>
                  <a:pt x="2505827" y="1581912"/>
                </a:lnTo>
                <a:lnTo>
                  <a:pt x="2507771" y="1578940"/>
                </a:lnTo>
                <a:lnTo>
                  <a:pt x="2509714" y="1578569"/>
                </a:lnTo>
                <a:lnTo>
                  <a:pt x="2511657" y="1576140"/>
                </a:lnTo>
                <a:lnTo>
                  <a:pt x="2513600" y="1575568"/>
                </a:lnTo>
                <a:lnTo>
                  <a:pt x="2515572" y="1575340"/>
                </a:lnTo>
                <a:lnTo>
                  <a:pt x="2517515" y="1575254"/>
                </a:lnTo>
                <a:lnTo>
                  <a:pt x="2519458" y="1575025"/>
                </a:lnTo>
                <a:lnTo>
                  <a:pt x="2521401" y="1574225"/>
                </a:lnTo>
                <a:lnTo>
                  <a:pt x="2523344" y="1574025"/>
                </a:lnTo>
                <a:lnTo>
                  <a:pt x="2525287" y="1573997"/>
                </a:lnTo>
                <a:lnTo>
                  <a:pt x="2527230" y="1572054"/>
                </a:lnTo>
                <a:lnTo>
                  <a:pt x="2529173" y="1570939"/>
                </a:lnTo>
                <a:lnTo>
                  <a:pt x="2531116" y="1567853"/>
                </a:lnTo>
                <a:lnTo>
                  <a:pt x="2533059" y="1566481"/>
                </a:lnTo>
                <a:lnTo>
                  <a:pt x="2535003" y="1566453"/>
                </a:lnTo>
                <a:lnTo>
                  <a:pt x="2536946" y="1565767"/>
                </a:lnTo>
                <a:lnTo>
                  <a:pt x="2538889" y="1562710"/>
                </a:lnTo>
                <a:lnTo>
                  <a:pt x="2540832" y="1562252"/>
                </a:lnTo>
                <a:lnTo>
                  <a:pt x="2542775" y="1561852"/>
                </a:lnTo>
                <a:lnTo>
                  <a:pt x="2544718" y="1559881"/>
                </a:lnTo>
                <a:lnTo>
                  <a:pt x="2546661" y="1558223"/>
                </a:lnTo>
                <a:lnTo>
                  <a:pt x="2548604" y="1557080"/>
                </a:lnTo>
                <a:lnTo>
                  <a:pt x="2550547" y="1556023"/>
                </a:lnTo>
                <a:lnTo>
                  <a:pt x="2552490" y="1555852"/>
                </a:lnTo>
                <a:lnTo>
                  <a:pt x="2554434" y="1555509"/>
                </a:lnTo>
                <a:lnTo>
                  <a:pt x="2556377" y="1554680"/>
                </a:lnTo>
                <a:lnTo>
                  <a:pt x="2558320" y="1552680"/>
                </a:lnTo>
                <a:lnTo>
                  <a:pt x="2560263" y="1548765"/>
                </a:lnTo>
                <a:lnTo>
                  <a:pt x="2562206" y="1548451"/>
                </a:lnTo>
                <a:lnTo>
                  <a:pt x="2564149" y="1547765"/>
                </a:lnTo>
                <a:lnTo>
                  <a:pt x="2566092" y="1547451"/>
                </a:lnTo>
                <a:lnTo>
                  <a:pt x="2568035" y="1547136"/>
                </a:lnTo>
                <a:lnTo>
                  <a:pt x="2569978" y="1547079"/>
                </a:lnTo>
                <a:lnTo>
                  <a:pt x="2571921" y="1544479"/>
                </a:lnTo>
                <a:lnTo>
                  <a:pt x="2573865" y="1541221"/>
                </a:lnTo>
                <a:lnTo>
                  <a:pt x="2575836" y="1540507"/>
                </a:lnTo>
                <a:lnTo>
                  <a:pt x="2577779" y="1539507"/>
                </a:lnTo>
                <a:lnTo>
                  <a:pt x="2579722" y="1538849"/>
                </a:lnTo>
                <a:lnTo>
                  <a:pt x="2581666" y="1538764"/>
                </a:lnTo>
                <a:lnTo>
                  <a:pt x="2583609" y="1536249"/>
                </a:lnTo>
                <a:lnTo>
                  <a:pt x="2585552" y="1536106"/>
                </a:lnTo>
                <a:lnTo>
                  <a:pt x="2587495" y="1535706"/>
                </a:lnTo>
                <a:lnTo>
                  <a:pt x="2589438" y="1534849"/>
                </a:lnTo>
                <a:lnTo>
                  <a:pt x="2591381" y="1534535"/>
                </a:lnTo>
                <a:lnTo>
                  <a:pt x="2593324" y="1532649"/>
                </a:lnTo>
                <a:lnTo>
                  <a:pt x="2595267" y="1529277"/>
                </a:lnTo>
                <a:lnTo>
                  <a:pt x="2597210" y="1525819"/>
                </a:lnTo>
                <a:lnTo>
                  <a:pt x="2599153" y="1524248"/>
                </a:lnTo>
                <a:lnTo>
                  <a:pt x="2601097" y="1523676"/>
                </a:lnTo>
                <a:lnTo>
                  <a:pt x="2603040" y="1523562"/>
                </a:lnTo>
                <a:lnTo>
                  <a:pt x="2604983" y="1523019"/>
                </a:lnTo>
                <a:lnTo>
                  <a:pt x="2606926" y="1522219"/>
                </a:lnTo>
                <a:lnTo>
                  <a:pt x="2608869" y="1520819"/>
                </a:lnTo>
                <a:lnTo>
                  <a:pt x="2610812" y="1520761"/>
                </a:lnTo>
                <a:lnTo>
                  <a:pt x="2612755" y="1520304"/>
                </a:lnTo>
                <a:lnTo>
                  <a:pt x="2614698" y="1519333"/>
                </a:lnTo>
                <a:lnTo>
                  <a:pt x="2616641" y="1518533"/>
                </a:lnTo>
                <a:lnTo>
                  <a:pt x="2618584" y="1517875"/>
                </a:lnTo>
                <a:lnTo>
                  <a:pt x="2620528" y="1514932"/>
                </a:lnTo>
                <a:lnTo>
                  <a:pt x="2622471" y="1514075"/>
                </a:lnTo>
                <a:lnTo>
                  <a:pt x="2624414" y="1513761"/>
                </a:lnTo>
                <a:lnTo>
                  <a:pt x="2626357" y="1513389"/>
                </a:lnTo>
                <a:lnTo>
                  <a:pt x="2628300" y="1509303"/>
                </a:lnTo>
                <a:lnTo>
                  <a:pt x="2630243" y="1508960"/>
                </a:lnTo>
                <a:lnTo>
                  <a:pt x="2632186" y="1508446"/>
                </a:lnTo>
                <a:lnTo>
                  <a:pt x="2634129" y="1507960"/>
                </a:lnTo>
                <a:lnTo>
                  <a:pt x="2636101" y="1507817"/>
                </a:lnTo>
                <a:lnTo>
                  <a:pt x="2638044" y="1506331"/>
                </a:lnTo>
                <a:lnTo>
                  <a:pt x="2639987" y="1504817"/>
                </a:lnTo>
                <a:lnTo>
                  <a:pt x="2641930" y="1504017"/>
                </a:lnTo>
                <a:lnTo>
                  <a:pt x="2643873" y="1503074"/>
                </a:lnTo>
                <a:lnTo>
                  <a:pt x="2645788" y="1501045"/>
                </a:lnTo>
                <a:lnTo>
                  <a:pt x="2647759" y="1499587"/>
                </a:lnTo>
                <a:lnTo>
                  <a:pt x="2649703" y="1499502"/>
                </a:lnTo>
                <a:lnTo>
                  <a:pt x="2651646" y="1498559"/>
                </a:lnTo>
                <a:lnTo>
                  <a:pt x="2653589" y="1496216"/>
                </a:lnTo>
                <a:lnTo>
                  <a:pt x="2655532" y="1488272"/>
                </a:lnTo>
                <a:lnTo>
                  <a:pt x="2657475" y="1485871"/>
                </a:lnTo>
                <a:lnTo>
                  <a:pt x="2659418" y="1484471"/>
                </a:lnTo>
                <a:lnTo>
                  <a:pt x="2661361" y="1481528"/>
                </a:lnTo>
                <a:lnTo>
                  <a:pt x="2663304" y="1479128"/>
                </a:lnTo>
                <a:lnTo>
                  <a:pt x="2665247" y="1478642"/>
                </a:lnTo>
                <a:lnTo>
                  <a:pt x="2667190" y="1477613"/>
                </a:lnTo>
                <a:lnTo>
                  <a:pt x="2669134" y="1477185"/>
                </a:lnTo>
                <a:lnTo>
                  <a:pt x="2671077" y="1472898"/>
                </a:lnTo>
                <a:lnTo>
                  <a:pt x="2673020" y="1472784"/>
                </a:lnTo>
                <a:lnTo>
                  <a:pt x="2674963" y="1472755"/>
                </a:lnTo>
                <a:lnTo>
                  <a:pt x="2676906" y="1470641"/>
                </a:lnTo>
                <a:lnTo>
                  <a:pt x="2678849" y="1468755"/>
                </a:lnTo>
                <a:lnTo>
                  <a:pt x="2680792" y="1467955"/>
                </a:lnTo>
                <a:lnTo>
                  <a:pt x="2682735" y="1467641"/>
                </a:lnTo>
                <a:lnTo>
                  <a:pt x="2684678" y="1467069"/>
                </a:lnTo>
                <a:lnTo>
                  <a:pt x="2686621" y="1467069"/>
                </a:lnTo>
                <a:lnTo>
                  <a:pt x="2688565" y="1461154"/>
                </a:lnTo>
                <a:lnTo>
                  <a:pt x="2690508" y="1460525"/>
                </a:lnTo>
                <a:lnTo>
                  <a:pt x="2692451" y="1458754"/>
                </a:lnTo>
                <a:lnTo>
                  <a:pt x="2694394" y="1454182"/>
                </a:lnTo>
                <a:lnTo>
                  <a:pt x="2696366" y="1453782"/>
                </a:lnTo>
                <a:lnTo>
                  <a:pt x="2698309" y="1453496"/>
                </a:lnTo>
                <a:lnTo>
                  <a:pt x="2700252" y="1453267"/>
                </a:lnTo>
                <a:lnTo>
                  <a:pt x="2702195" y="1453182"/>
                </a:lnTo>
                <a:lnTo>
                  <a:pt x="2704138" y="1452439"/>
                </a:lnTo>
                <a:lnTo>
                  <a:pt x="2706052" y="1449581"/>
                </a:lnTo>
                <a:lnTo>
                  <a:pt x="2708024" y="1449553"/>
                </a:lnTo>
                <a:lnTo>
                  <a:pt x="2709967" y="1447324"/>
                </a:lnTo>
                <a:lnTo>
                  <a:pt x="2711910" y="1446724"/>
                </a:lnTo>
                <a:lnTo>
                  <a:pt x="2713853" y="1446124"/>
                </a:lnTo>
                <a:lnTo>
                  <a:pt x="2715797" y="1444552"/>
                </a:lnTo>
                <a:lnTo>
                  <a:pt x="2717740" y="1444523"/>
                </a:lnTo>
                <a:lnTo>
                  <a:pt x="2719683" y="1438437"/>
                </a:lnTo>
                <a:lnTo>
                  <a:pt x="2721626" y="1427893"/>
                </a:lnTo>
                <a:lnTo>
                  <a:pt x="2723569" y="1425150"/>
                </a:lnTo>
                <a:lnTo>
                  <a:pt x="2725512" y="1422063"/>
                </a:lnTo>
                <a:lnTo>
                  <a:pt x="2727455" y="1419606"/>
                </a:lnTo>
                <a:lnTo>
                  <a:pt x="2729398" y="1419549"/>
                </a:lnTo>
                <a:lnTo>
                  <a:pt x="2731341" y="1419006"/>
                </a:lnTo>
                <a:lnTo>
                  <a:pt x="2733284" y="1418863"/>
                </a:lnTo>
                <a:lnTo>
                  <a:pt x="2735228" y="1417120"/>
                </a:lnTo>
                <a:lnTo>
                  <a:pt x="2737171" y="1416949"/>
                </a:lnTo>
                <a:lnTo>
                  <a:pt x="2739114" y="1416206"/>
                </a:lnTo>
                <a:lnTo>
                  <a:pt x="2741057" y="1415434"/>
                </a:lnTo>
                <a:lnTo>
                  <a:pt x="2743000" y="1413691"/>
                </a:lnTo>
                <a:lnTo>
                  <a:pt x="2744943" y="1412205"/>
                </a:lnTo>
                <a:lnTo>
                  <a:pt x="2746886" y="1410548"/>
                </a:lnTo>
                <a:lnTo>
                  <a:pt x="2748829" y="1409662"/>
                </a:lnTo>
                <a:lnTo>
                  <a:pt x="2750772" y="1405318"/>
                </a:lnTo>
                <a:lnTo>
                  <a:pt x="2752715" y="1403604"/>
                </a:lnTo>
                <a:lnTo>
                  <a:pt x="2754659" y="1402375"/>
                </a:lnTo>
                <a:lnTo>
                  <a:pt x="2756630" y="1401718"/>
                </a:lnTo>
                <a:lnTo>
                  <a:pt x="2758573" y="1401718"/>
                </a:lnTo>
                <a:lnTo>
                  <a:pt x="2760516" y="1400689"/>
                </a:lnTo>
                <a:lnTo>
                  <a:pt x="2762460" y="1399118"/>
                </a:lnTo>
                <a:lnTo>
                  <a:pt x="2764374" y="1398861"/>
                </a:lnTo>
                <a:lnTo>
                  <a:pt x="2766317" y="1392374"/>
                </a:lnTo>
                <a:lnTo>
                  <a:pt x="2768289" y="1391460"/>
                </a:lnTo>
                <a:lnTo>
                  <a:pt x="2770232" y="1388402"/>
                </a:lnTo>
                <a:lnTo>
                  <a:pt x="2772175" y="1387631"/>
                </a:lnTo>
                <a:lnTo>
                  <a:pt x="2774118" y="1387545"/>
                </a:lnTo>
                <a:lnTo>
                  <a:pt x="2776061" y="1387288"/>
                </a:lnTo>
                <a:lnTo>
                  <a:pt x="2778004" y="1384887"/>
                </a:lnTo>
                <a:lnTo>
                  <a:pt x="2779947" y="1384659"/>
                </a:lnTo>
                <a:lnTo>
                  <a:pt x="2781891" y="1384402"/>
                </a:lnTo>
                <a:lnTo>
                  <a:pt x="2783834" y="1384430"/>
                </a:lnTo>
                <a:lnTo>
                  <a:pt x="2785777" y="1383230"/>
                </a:lnTo>
                <a:lnTo>
                  <a:pt x="2787720" y="1382944"/>
                </a:lnTo>
                <a:lnTo>
                  <a:pt x="2789663" y="1382859"/>
                </a:lnTo>
                <a:lnTo>
                  <a:pt x="2791606" y="1381401"/>
                </a:lnTo>
                <a:lnTo>
                  <a:pt x="2793549" y="1380430"/>
                </a:lnTo>
                <a:lnTo>
                  <a:pt x="2795492" y="1379572"/>
                </a:lnTo>
                <a:lnTo>
                  <a:pt x="2797435" y="1378572"/>
                </a:lnTo>
                <a:lnTo>
                  <a:pt x="2799378" y="1376743"/>
                </a:lnTo>
                <a:lnTo>
                  <a:pt x="2801322" y="1374257"/>
                </a:lnTo>
                <a:lnTo>
                  <a:pt x="2803265" y="1372914"/>
                </a:lnTo>
                <a:lnTo>
                  <a:pt x="2805208" y="1372257"/>
                </a:lnTo>
                <a:lnTo>
                  <a:pt x="2807151" y="1370686"/>
                </a:lnTo>
                <a:lnTo>
                  <a:pt x="2809094" y="1370628"/>
                </a:lnTo>
                <a:lnTo>
                  <a:pt x="2811037" y="1368485"/>
                </a:lnTo>
                <a:lnTo>
                  <a:pt x="2812980" y="1366571"/>
                </a:lnTo>
                <a:lnTo>
                  <a:pt x="2814923" y="1365885"/>
                </a:lnTo>
                <a:lnTo>
                  <a:pt x="2816895" y="1365656"/>
                </a:lnTo>
                <a:lnTo>
                  <a:pt x="2818838" y="1364256"/>
                </a:lnTo>
                <a:lnTo>
                  <a:pt x="2820781" y="1364142"/>
                </a:lnTo>
                <a:lnTo>
                  <a:pt x="2822724" y="1361942"/>
                </a:lnTo>
                <a:lnTo>
                  <a:pt x="2824639" y="1361456"/>
                </a:lnTo>
                <a:lnTo>
                  <a:pt x="2826582" y="1358598"/>
                </a:lnTo>
                <a:lnTo>
                  <a:pt x="2828554" y="1357055"/>
                </a:lnTo>
                <a:lnTo>
                  <a:pt x="2830497" y="1356055"/>
                </a:lnTo>
                <a:lnTo>
                  <a:pt x="2832440" y="1354741"/>
                </a:lnTo>
                <a:lnTo>
                  <a:pt x="2834383" y="1354312"/>
                </a:lnTo>
                <a:lnTo>
                  <a:pt x="2836326" y="1349426"/>
                </a:lnTo>
                <a:lnTo>
                  <a:pt x="2838269" y="1346397"/>
                </a:lnTo>
                <a:lnTo>
                  <a:pt x="2840212" y="1346311"/>
                </a:lnTo>
                <a:lnTo>
                  <a:pt x="2842155" y="1342682"/>
                </a:lnTo>
                <a:lnTo>
                  <a:pt x="2844098" y="1341282"/>
                </a:lnTo>
                <a:lnTo>
                  <a:pt x="2846041" y="1338539"/>
                </a:lnTo>
                <a:lnTo>
                  <a:pt x="2847985" y="1338482"/>
                </a:lnTo>
                <a:lnTo>
                  <a:pt x="2849928" y="1337767"/>
                </a:lnTo>
                <a:lnTo>
                  <a:pt x="2851871" y="1334681"/>
                </a:lnTo>
                <a:lnTo>
                  <a:pt x="2853814" y="1334653"/>
                </a:lnTo>
                <a:lnTo>
                  <a:pt x="2855757" y="1332224"/>
                </a:lnTo>
                <a:lnTo>
                  <a:pt x="2857700" y="1330366"/>
                </a:lnTo>
                <a:lnTo>
                  <a:pt x="2859643" y="1328337"/>
                </a:lnTo>
                <a:lnTo>
                  <a:pt x="2861586" y="1326823"/>
                </a:lnTo>
                <a:lnTo>
                  <a:pt x="2863529" y="1325594"/>
                </a:lnTo>
                <a:lnTo>
                  <a:pt x="2865472" y="1323308"/>
                </a:lnTo>
                <a:lnTo>
                  <a:pt x="2867416" y="1322737"/>
                </a:lnTo>
                <a:lnTo>
                  <a:pt x="2869359" y="1322480"/>
                </a:lnTo>
                <a:lnTo>
                  <a:pt x="2871302" y="1320565"/>
                </a:lnTo>
                <a:lnTo>
                  <a:pt x="2873245" y="1316765"/>
                </a:lnTo>
                <a:lnTo>
                  <a:pt x="2875188" y="1316507"/>
                </a:lnTo>
                <a:lnTo>
                  <a:pt x="2877160" y="1315736"/>
                </a:lnTo>
                <a:lnTo>
                  <a:pt x="2879103" y="1314907"/>
                </a:lnTo>
                <a:lnTo>
                  <a:pt x="2881046" y="1313364"/>
                </a:lnTo>
                <a:lnTo>
                  <a:pt x="2882960" y="1312078"/>
                </a:lnTo>
                <a:lnTo>
                  <a:pt x="2884903" y="1311535"/>
                </a:lnTo>
                <a:lnTo>
                  <a:pt x="2886847" y="1311450"/>
                </a:lnTo>
                <a:lnTo>
                  <a:pt x="2888818" y="1310850"/>
                </a:lnTo>
                <a:lnTo>
                  <a:pt x="2890761" y="1310335"/>
                </a:lnTo>
                <a:lnTo>
                  <a:pt x="2892704" y="1308849"/>
                </a:lnTo>
                <a:lnTo>
                  <a:pt x="2894648" y="1307621"/>
                </a:lnTo>
                <a:lnTo>
                  <a:pt x="2896591" y="1307449"/>
                </a:lnTo>
                <a:lnTo>
                  <a:pt x="2898534" y="1307363"/>
                </a:lnTo>
                <a:lnTo>
                  <a:pt x="2900477" y="1307020"/>
                </a:lnTo>
                <a:lnTo>
                  <a:pt x="2902420" y="1306792"/>
                </a:lnTo>
                <a:lnTo>
                  <a:pt x="2904363" y="1306763"/>
                </a:lnTo>
                <a:lnTo>
                  <a:pt x="2906306" y="1306135"/>
                </a:lnTo>
                <a:lnTo>
                  <a:pt x="2908249" y="1305420"/>
                </a:lnTo>
                <a:lnTo>
                  <a:pt x="2910192" y="1301163"/>
                </a:lnTo>
                <a:lnTo>
                  <a:pt x="2912135" y="1300477"/>
                </a:lnTo>
                <a:lnTo>
                  <a:pt x="2914078" y="1299334"/>
                </a:lnTo>
                <a:lnTo>
                  <a:pt x="2916022" y="1299019"/>
                </a:lnTo>
                <a:lnTo>
                  <a:pt x="2917965" y="1298419"/>
                </a:lnTo>
                <a:lnTo>
                  <a:pt x="2919908" y="1297419"/>
                </a:lnTo>
                <a:lnTo>
                  <a:pt x="2921851" y="1293304"/>
                </a:lnTo>
                <a:lnTo>
                  <a:pt x="2923794" y="1291761"/>
                </a:lnTo>
                <a:lnTo>
                  <a:pt x="2925737" y="1289247"/>
                </a:lnTo>
                <a:lnTo>
                  <a:pt x="2927680" y="1287647"/>
                </a:lnTo>
                <a:lnTo>
                  <a:pt x="2929623" y="1287561"/>
                </a:lnTo>
                <a:lnTo>
                  <a:pt x="2931566" y="1284875"/>
                </a:lnTo>
                <a:lnTo>
                  <a:pt x="2933509" y="1284789"/>
                </a:lnTo>
                <a:lnTo>
                  <a:pt x="2935453" y="1283275"/>
                </a:lnTo>
                <a:lnTo>
                  <a:pt x="2937424" y="1281046"/>
                </a:lnTo>
                <a:lnTo>
                  <a:pt x="2939367" y="1278017"/>
                </a:lnTo>
                <a:lnTo>
                  <a:pt x="2941310" y="1277703"/>
                </a:lnTo>
                <a:lnTo>
                  <a:pt x="2943225" y="1272645"/>
                </a:lnTo>
                <a:lnTo>
                  <a:pt x="2945168" y="1272102"/>
                </a:lnTo>
                <a:lnTo>
                  <a:pt x="2947111" y="1270359"/>
                </a:lnTo>
                <a:lnTo>
                  <a:pt x="2949083" y="1269530"/>
                </a:lnTo>
                <a:lnTo>
                  <a:pt x="2951026" y="1269130"/>
                </a:lnTo>
                <a:lnTo>
                  <a:pt x="2952969" y="1268730"/>
                </a:lnTo>
                <a:lnTo>
                  <a:pt x="2954912" y="1267987"/>
                </a:lnTo>
                <a:lnTo>
                  <a:pt x="2956855" y="1265215"/>
                </a:lnTo>
                <a:lnTo>
                  <a:pt x="2958798" y="1263758"/>
                </a:lnTo>
                <a:lnTo>
                  <a:pt x="2960741" y="1259100"/>
                </a:lnTo>
                <a:lnTo>
                  <a:pt x="2962685" y="1247613"/>
                </a:lnTo>
                <a:lnTo>
                  <a:pt x="2964628" y="1246842"/>
                </a:lnTo>
                <a:lnTo>
                  <a:pt x="2966571" y="1246441"/>
                </a:lnTo>
                <a:lnTo>
                  <a:pt x="2968514" y="1245270"/>
                </a:lnTo>
                <a:lnTo>
                  <a:pt x="2970457" y="1244384"/>
                </a:lnTo>
                <a:lnTo>
                  <a:pt x="2972400" y="1244041"/>
                </a:lnTo>
                <a:lnTo>
                  <a:pt x="2974343" y="1243927"/>
                </a:lnTo>
                <a:lnTo>
                  <a:pt x="2976286" y="1242012"/>
                </a:lnTo>
                <a:lnTo>
                  <a:pt x="2978229" y="1238841"/>
                </a:lnTo>
                <a:lnTo>
                  <a:pt x="2980172" y="1234526"/>
                </a:lnTo>
                <a:lnTo>
                  <a:pt x="2982116" y="1233211"/>
                </a:lnTo>
                <a:lnTo>
                  <a:pt x="2984059" y="1228268"/>
                </a:lnTo>
                <a:lnTo>
                  <a:pt x="2986002" y="1226296"/>
                </a:lnTo>
                <a:lnTo>
                  <a:pt x="2987945" y="1218181"/>
                </a:lnTo>
                <a:lnTo>
                  <a:pt x="2989888" y="1210237"/>
                </a:lnTo>
                <a:lnTo>
                  <a:pt x="2991831" y="1205036"/>
                </a:lnTo>
                <a:lnTo>
                  <a:pt x="2993774" y="1201379"/>
                </a:lnTo>
                <a:lnTo>
                  <a:pt x="2995746" y="1200036"/>
                </a:lnTo>
                <a:lnTo>
                  <a:pt x="2997689" y="1199807"/>
                </a:lnTo>
                <a:lnTo>
                  <a:pt x="2999632" y="1199036"/>
                </a:lnTo>
                <a:lnTo>
                  <a:pt x="3001547" y="1195292"/>
                </a:lnTo>
                <a:lnTo>
                  <a:pt x="3003490" y="1194949"/>
                </a:lnTo>
                <a:lnTo>
                  <a:pt x="3005433" y="1183862"/>
                </a:lnTo>
                <a:lnTo>
                  <a:pt x="3007376" y="1179976"/>
                </a:lnTo>
                <a:lnTo>
                  <a:pt x="3009348" y="1179090"/>
                </a:lnTo>
                <a:lnTo>
                  <a:pt x="3011291" y="1175461"/>
                </a:lnTo>
                <a:lnTo>
                  <a:pt x="3013234" y="1175175"/>
                </a:lnTo>
                <a:lnTo>
                  <a:pt x="3015177" y="1172089"/>
                </a:lnTo>
                <a:lnTo>
                  <a:pt x="3017120" y="1162917"/>
                </a:lnTo>
                <a:lnTo>
                  <a:pt x="3019063" y="1160602"/>
                </a:lnTo>
                <a:lnTo>
                  <a:pt x="3021006" y="1150172"/>
                </a:lnTo>
                <a:lnTo>
                  <a:pt x="3022949" y="1132084"/>
                </a:lnTo>
                <a:lnTo>
                  <a:pt x="3024892" y="1129398"/>
                </a:lnTo>
                <a:lnTo>
                  <a:pt x="3026835" y="1127941"/>
                </a:lnTo>
                <a:lnTo>
                  <a:pt x="3028779" y="1111482"/>
                </a:lnTo>
                <a:lnTo>
                  <a:pt x="3030722" y="1108796"/>
                </a:lnTo>
                <a:lnTo>
                  <a:pt x="3032665" y="1103881"/>
                </a:lnTo>
                <a:lnTo>
                  <a:pt x="3034608" y="1101995"/>
                </a:lnTo>
                <a:lnTo>
                  <a:pt x="3036551" y="1096937"/>
                </a:lnTo>
                <a:lnTo>
                  <a:pt x="3038494" y="1089565"/>
                </a:lnTo>
                <a:lnTo>
                  <a:pt x="3040437" y="1087736"/>
                </a:lnTo>
                <a:lnTo>
                  <a:pt x="3042380" y="1087022"/>
                </a:lnTo>
                <a:lnTo>
                  <a:pt x="3044323" y="1078992"/>
                </a:lnTo>
                <a:lnTo>
                  <a:pt x="3046266" y="1078592"/>
                </a:lnTo>
                <a:lnTo>
                  <a:pt x="3048210" y="1072134"/>
                </a:lnTo>
                <a:lnTo>
                  <a:pt x="3050153" y="1063504"/>
                </a:lnTo>
                <a:lnTo>
                  <a:pt x="3052096" y="1062418"/>
                </a:lnTo>
                <a:lnTo>
                  <a:pt x="3054039" y="1051789"/>
                </a:lnTo>
                <a:lnTo>
                  <a:pt x="3056011" y="1045731"/>
                </a:lnTo>
                <a:lnTo>
                  <a:pt x="3057954" y="1042216"/>
                </a:lnTo>
                <a:lnTo>
                  <a:pt x="3059897" y="1041902"/>
                </a:lnTo>
                <a:lnTo>
                  <a:pt x="3061811" y="1031958"/>
                </a:lnTo>
                <a:lnTo>
                  <a:pt x="3063754" y="1031443"/>
                </a:lnTo>
                <a:lnTo>
                  <a:pt x="3065697" y="1030357"/>
                </a:lnTo>
                <a:lnTo>
                  <a:pt x="3067641" y="1028557"/>
                </a:lnTo>
                <a:lnTo>
                  <a:pt x="3069612" y="1027757"/>
                </a:lnTo>
                <a:lnTo>
                  <a:pt x="3071555" y="1025642"/>
                </a:lnTo>
                <a:lnTo>
                  <a:pt x="3073498" y="1024442"/>
                </a:lnTo>
                <a:lnTo>
                  <a:pt x="3075442" y="1022013"/>
                </a:lnTo>
                <a:lnTo>
                  <a:pt x="3077385" y="1009555"/>
                </a:lnTo>
                <a:lnTo>
                  <a:pt x="3079328" y="1005411"/>
                </a:lnTo>
                <a:lnTo>
                  <a:pt x="3081271" y="1004840"/>
                </a:lnTo>
                <a:lnTo>
                  <a:pt x="3083214" y="995524"/>
                </a:lnTo>
                <a:lnTo>
                  <a:pt x="3085157" y="992438"/>
                </a:lnTo>
                <a:lnTo>
                  <a:pt x="3087100" y="992067"/>
                </a:lnTo>
                <a:lnTo>
                  <a:pt x="3089043" y="985809"/>
                </a:lnTo>
                <a:lnTo>
                  <a:pt x="3090986" y="984380"/>
                </a:lnTo>
                <a:lnTo>
                  <a:pt x="3092929" y="983666"/>
                </a:lnTo>
                <a:lnTo>
                  <a:pt x="3094873" y="983437"/>
                </a:lnTo>
                <a:lnTo>
                  <a:pt x="3096816" y="975293"/>
                </a:lnTo>
                <a:lnTo>
                  <a:pt x="3098759" y="973322"/>
                </a:lnTo>
                <a:lnTo>
                  <a:pt x="3100702" y="972864"/>
                </a:lnTo>
                <a:lnTo>
                  <a:pt x="3102645" y="969178"/>
                </a:lnTo>
                <a:lnTo>
                  <a:pt x="3104588" y="966721"/>
                </a:lnTo>
                <a:lnTo>
                  <a:pt x="3106531" y="962977"/>
                </a:lnTo>
                <a:lnTo>
                  <a:pt x="3108474" y="957205"/>
                </a:lnTo>
                <a:lnTo>
                  <a:pt x="3110417" y="956120"/>
                </a:lnTo>
                <a:lnTo>
                  <a:pt x="3112360" y="943861"/>
                </a:lnTo>
                <a:lnTo>
                  <a:pt x="3114304" y="942861"/>
                </a:lnTo>
                <a:lnTo>
                  <a:pt x="3116275" y="940489"/>
                </a:lnTo>
                <a:lnTo>
                  <a:pt x="3118218" y="920258"/>
                </a:lnTo>
                <a:lnTo>
                  <a:pt x="3120133" y="919772"/>
                </a:lnTo>
                <a:lnTo>
                  <a:pt x="3122076" y="918143"/>
                </a:lnTo>
                <a:lnTo>
                  <a:pt x="3124019" y="913486"/>
                </a:lnTo>
                <a:lnTo>
                  <a:pt x="3125962" y="903799"/>
                </a:lnTo>
                <a:lnTo>
                  <a:pt x="3127934" y="902484"/>
                </a:lnTo>
                <a:lnTo>
                  <a:pt x="3129877" y="901941"/>
                </a:lnTo>
                <a:lnTo>
                  <a:pt x="3131820" y="900284"/>
                </a:lnTo>
                <a:lnTo>
                  <a:pt x="3133763" y="897798"/>
                </a:lnTo>
                <a:lnTo>
                  <a:pt x="3135706" y="895055"/>
                </a:lnTo>
                <a:lnTo>
                  <a:pt x="3137649" y="886911"/>
                </a:lnTo>
                <a:lnTo>
                  <a:pt x="3139592" y="880796"/>
                </a:lnTo>
                <a:lnTo>
                  <a:pt x="3141535" y="875795"/>
                </a:lnTo>
                <a:lnTo>
                  <a:pt x="3143479" y="875767"/>
                </a:lnTo>
                <a:lnTo>
                  <a:pt x="3145422" y="873195"/>
                </a:lnTo>
                <a:lnTo>
                  <a:pt x="3147365" y="872680"/>
                </a:lnTo>
                <a:lnTo>
                  <a:pt x="3149308" y="869680"/>
                </a:lnTo>
                <a:lnTo>
                  <a:pt x="3151251" y="862222"/>
                </a:lnTo>
                <a:lnTo>
                  <a:pt x="3153194" y="854364"/>
                </a:lnTo>
                <a:lnTo>
                  <a:pt x="3155137" y="851078"/>
                </a:lnTo>
                <a:lnTo>
                  <a:pt x="3157080" y="844620"/>
                </a:lnTo>
                <a:lnTo>
                  <a:pt x="3159023" y="842305"/>
                </a:lnTo>
                <a:lnTo>
                  <a:pt x="3160966" y="837619"/>
                </a:lnTo>
                <a:lnTo>
                  <a:pt x="3162910" y="837105"/>
                </a:lnTo>
                <a:lnTo>
                  <a:pt x="3164853" y="834190"/>
                </a:lnTo>
                <a:lnTo>
                  <a:pt x="3166796" y="832418"/>
                </a:lnTo>
                <a:lnTo>
                  <a:pt x="3168739" y="827132"/>
                </a:lnTo>
                <a:lnTo>
                  <a:pt x="3170682" y="825075"/>
                </a:lnTo>
                <a:lnTo>
                  <a:pt x="3172625" y="824074"/>
                </a:lnTo>
                <a:lnTo>
                  <a:pt x="3174568" y="823817"/>
                </a:lnTo>
                <a:lnTo>
                  <a:pt x="3176540" y="823589"/>
                </a:lnTo>
                <a:lnTo>
                  <a:pt x="3178483" y="818817"/>
                </a:lnTo>
                <a:lnTo>
                  <a:pt x="3180398" y="811016"/>
                </a:lnTo>
                <a:lnTo>
                  <a:pt x="3182341" y="810730"/>
                </a:lnTo>
                <a:lnTo>
                  <a:pt x="3184284" y="810273"/>
                </a:lnTo>
                <a:lnTo>
                  <a:pt x="3186227" y="810216"/>
                </a:lnTo>
                <a:lnTo>
                  <a:pt x="3188198" y="809844"/>
                </a:lnTo>
                <a:lnTo>
                  <a:pt x="3190142" y="806872"/>
                </a:lnTo>
                <a:lnTo>
                  <a:pt x="3192085" y="806244"/>
                </a:lnTo>
                <a:lnTo>
                  <a:pt x="3194028" y="802815"/>
                </a:lnTo>
                <a:lnTo>
                  <a:pt x="3195971" y="802557"/>
                </a:lnTo>
                <a:lnTo>
                  <a:pt x="3197914" y="802329"/>
                </a:lnTo>
                <a:lnTo>
                  <a:pt x="3199857" y="797757"/>
                </a:lnTo>
                <a:lnTo>
                  <a:pt x="3201800" y="795585"/>
                </a:lnTo>
                <a:lnTo>
                  <a:pt x="3203743" y="795185"/>
                </a:lnTo>
                <a:lnTo>
                  <a:pt x="3205686" y="792242"/>
                </a:lnTo>
                <a:lnTo>
                  <a:pt x="3207629" y="790727"/>
                </a:lnTo>
                <a:lnTo>
                  <a:pt x="3209573" y="790384"/>
                </a:lnTo>
                <a:lnTo>
                  <a:pt x="3211516" y="786441"/>
                </a:lnTo>
                <a:lnTo>
                  <a:pt x="3213459" y="786241"/>
                </a:lnTo>
                <a:lnTo>
                  <a:pt x="3215402" y="785555"/>
                </a:lnTo>
                <a:lnTo>
                  <a:pt x="3217345" y="782841"/>
                </a:lnTo>
                <a:lnTo>
                  <a:pt x="3219288" y="782298"/>
                </a:lnTo>
                <a:lnTo>
                  <a:pt x="3221231" y="781040"/>
                </a:lnTo>
                <a:lnTo>
                  <a:pt x="3223174" y="779126"/>
                </a:lnTo>
                <a:lnTo>
                  <a:pt x="3225117" y="778983"/>
                </a:lnTo>
                <a:lnTo>
                  <a:pt x="3227060" y="772582"/>
                </a:lnTo>
                <a:lnTo>
                  <a:pt x="3229004" y="771439"/>
                </a:lnTo>
                <a:lnTo>
                  <a:pt x="3230947" y="770954"/>
                </a:lnTo>
                <a:lnTo>
                  <a:pt x="3232890" y="769353"/>
                </a:lnTo>
                <a:lnTo>
                  <a:pt x="3234833" y="768639"/>
                </a:lnTo>
                <a:lnTo>
                  <a:pt x="3236805" y="767267"/>
                </a:lnTo>
                <a:lnTo>
                  <a:pt x="3238719" y="766582"/>
                </a:lnTo>
                <a:lnTo>
                  <a:pt x="3240662" y="766181"/>
                </a:lnTo>
                <a:lnTo>
                  <a:pt x="3242605" y="765353"/>
                </a:lnTo>
                <a:lnTo>
                  <a:pt x="3244548" y="764638"/>
                </a:lnTo>
                <a:lnTo>
                  <a:pt x="3246491" y="763467"/>
                </a:lnTo>
                <a:lnTo>
                  <a:pt x="3248463" y="761609"/>
                </a:lnTo>
                <a:lnTo>
                  <a:pt x="3250406" y="761124"/>
                </a:lnTo>
                <a:lnTo>
                  <a:pt x="3252349" y="759209"/>
                </a:lnTo>
                <a:lnTo>
                  <a:pt x="3254292" y="757180"/>
                </a:lnTo>
                <a:lnTo>
                  <a:pt x="3256236" y="756352"/>
                </a:lnTo>
                <a:lnTo>
                  <a:pt x="3258179" y="755809"/>
                </a:lnTo>
                <a:lnTo>
                  <a:pt x="3260122" y="752951"/>
                </a:lnTo>
                <a:lnTo>
                  <a:pt x="3262065" y="748836"/>
                </a:lnTo>
                <a:lnTo>
                  <a:pt x="3264008" y="748665"/>
                </a:lnTo>
                <a:lnTo>
                  <a:pt x="3265951" y="746122"/>
                </a:lnTo>
                <a:lnTo>
                  <a:pt x="3267894" y="745322"/>
                </a:lnTo>
                <a:lnTo>
                  <a:pt x="3269837" y="744293"/>
                </a:lnTo>
                <a:lnTo>
                  <a:pt x="3271780" y="743521"/>
                </a:lnTo>
                <a:lnTo>
                  <a:pt x="3273723" y="742293"/>
                </a:lnTo>
                <a:lnTo>
                  <a:pt x="3275667" y="738721"/>
                </a:lnTo>
                <a:lnTo>
                  <a:pt x="3277610" y="734177"/>
                </a:lnTo>
                <a:lnTo>
                  <a:pt x="3279553" y="732920"/>
                </a:lnTo>
                <a:lnTo>
                  <a:pt x="3281496" y="731491"/>
                </a:lnTo>
                <a:lnTo>
                  <a:pt x="3283439" y="726834"/>
                </a:lnTo>
                <a:lnTo>
                  <a:pt x="3285382" y="721233"/>
                </a:lnTo>
                <a:lnTo>
                  <a:pt x="3287325" y="713318"/>
                </a:lnTo>
                <a:lnTo>
                  <a:pt x="3289268" y="709917"/>
                </a:lnTo>
                <a:lnTo>
                  <a:pt x="3291211" y="703174"/>
                </a:lnTo>
                <a:lnTo>
                  <a:pt x="3293154" y="701516"/>
                </a:lnTo>
                <a:lnTo>
                  <a:pt x="3295098" y="689886"/>
                </a:lnTo>
                <a:lnTo>
                  <a:pt x="3297069" y="679656"/>
                </a:lnTo>
                <a:lnTo>
                  <a:pt x="3298984" y="676856"/>
                </a:lnTo>
                <a:lnTo>
                  <a:pt x="3300927" y="676370"/>
                </a:lnTo>
                <a:lnTo>
                  <a:pt x="3302870" y="676313"/>
                </a:lnTo>
                <a:lnTo>
                  <a:pt x="3304813" y="673798"/>
                </a:lnTo>
                <a:lnTo>
                  <a:pt x="3306756" y="669598"/>
                </a:lnTo>
                <a:lnTo>
                  <a:pt x="3308728" y="667512"/>
                </a:lnTo>
                <a:lnTo>
                  <a:pt x="3310671" y="666026"/>
                </a:lnTo>
                <a:lnTo>
                  <a:pt x="3312614" y="664969"/>
                </a:lnTo>
                <a:lnTo>
                  <a:pt x="3314557" y="661283"/>
                </a:lnTo>
                <a:lnTo>
                  <a:pt x="3316500" y="659168"/>
                </a:lnTo>
                <a:lnTo>
                  <a:pt x="3318443" y="653967"/>
                </a:lnTo>
                <a:lnTo>
                  <a:pt x="3320386" y="649853"/>
                </a:lnTo>
                <a:lnTo>
                  <a:pt x="3322330" y="645795"/>
                </a:lnTo>
                <a:lnTo>
                  <a:pt x="3324273" y="640137"/>
                </a:lnTo>
                <a:lnTo>
                  <a:pt x="3326216" y="639308"/>
                </a:lnTo>
                <a:lnTo>
                  <a:pt x="3328159" y="618963"/>
                </a:lnTo>
                <a:lnTo>
                  <a:pt x="3330102" y="618763"/>
                </a:lnTo>
                <a:lnTo>
                  <a:pt x="3332045" y="612019"/>
                </a:lnTo>
                <a:lnTo>
                  <a:pt x="3333988" y="612019"/>
                </a:lnTo>
                <a:lnTo>
                  <a:pt x="3335931" y="604847"/>
                </a:lnTo>
                <a:lnTo>
                  <a:pt x="3337874" y="602732"/>
                </a:lnTo>
                <a:lnTo>
                  <a:pt x="3339817" y="600875"/>
                </a:lnTo>
                <a:lnTo>
                  <a:pt x="3341761" y="600646"/>
                </a:lnTo>
                <a:lnTo>
                  <a:pt x="3343704" y="589417"/>
                </a:lnTo>
                <a:lnTo>
                  <a:pt x="3345647" y="588416"/>
                </a:lnTo>
                <a:lnTo>
                  <a:pt x="3347590" y="581901"/>
                </a:lnTo>
                <a:lnTo>
                  <a:pt x="3349533" y="581273"/>
                </a:lnTo>
                <a:lnTo>
                  <a:pt x="3351476" y="579130"/>
                </a:lnTo>
                <a:lnTo>
                  <a:pt x="3353419" y="574129"/>
                </a:lnTo>
                <a:lnTo>
                  <a:pt x="3355362" y="569728"/>
                </a:lnTo>
                <a:lnTo>
                  <a:pt x="3357305" y="560899"/>
                </a:lnTo>
                <a:lnTo>
                  <a:pt x="3359248" y="559813"/>
                </a:lnTo>
                <a:lnTo>
                  <a:pt x="3361192" y="556098"/>
                </a:lnTo>
                <a:lnTo>
                  <a:pt x="3363135" y="546468"/>
                </a:lnTo>
                <a:lnTo>
                  <a:pt x="3365078" y="546097"/>
                </a:lnTo>
                <a:lnTo>
                  <a:pt x="3367021" y="542411"/>
                </a:lnTo>
                <a:lnTo>
                  <a:pt x="3368992" y="541782"/>
                </a:lnTo>
                <a:lnTo>
                  <a:pt x="3370936" y="537010"/>
                </a:lnTo>
                <a:lnTo>
                  <a:pt x="3372879" y="531238"/>
                </a:lnTo>
                <a:lnTo>
                  <a:pt x="3374822" y="528609"/>
                </a:lnTo>
                <a:lnTo>
                  <a:pt x="3376765" y="521179"/>
                </a:lnTo>
                <a:lnTo>
                  <a:pt x="3378708" y="516807"/>
                </a:lnTo>
                <a:lnTo>
                  <a:pt x="3380651" y="514121"/>
                </a:lnTo>
                <a:lnTo>
                  <a:pt x="3382594" y="513493"/>
                </a:lnTo>
                <a:lnTo>
                  <a:pt x="3384537" y="500177"/>
                </a:lnTo>
                <a:lnTo>
                  <a:pt x="3386480" y="498491"/>
                </a:lnTo>
                <a:lnTo>
                  <a:pt x="3388423" y="494433"/>
                </a:lnTo>
                <a:lnTo>
                  <a:pt x="3390367" y="481489"/>
                </a:lnTo>
                <a:lnTo>
                  <a:pt x="3392310" y="450942"/>
                </a:lnTo>
                <a:lnTo>
                  <a:pt x="3394253" y="432168"/>
                </a:lnTo>
                <a:lnTo>
                  <a:pt x="3396196" y="427111"/>
                </a:lnTo>
                <a:lnTo>
                  <a:pt x="3398139" y="424453"/>
                </a:lnTo>
                <a:lnTo>
                  <a:pt x="3400082" y="420167"/>
                </a:lnTo>
                <a:lnTo>
                  <a:pt x="3402025" y="418109"/>
                </a:lnTo>
                <a:lnTo>
                  <a:pt x="3403968" y="410366"/>
                </a:lnTo>
                <a:lnTo>
                  <a:pt x="3405911" y="408508"/>
                </a:lnTo>
                <a:lnTo>
                  <a:pt x="3407854" y="403279"/>
                </a:lnTo>
                <a:lnTo>
                  <a:pt x="3409798" y="384620"/>
                </a:lnTo>
                <a:lnTo>
                  <a:pt x="3411741" y="376190"/>
                </a:lnTo>
                <a:lnTo>
                  <a:pt x="3413684" y="375876"/>
                </a:lnTo>
                <a:lnTo>
                  <a:pt x="3415627" y="374075"/>
                </a:lnTo>
                <a:lnTo>
                  <a:pt x="3417570" y="370332"/>
                </a:lnTo>
                <a:lnTo>
                  <a:pt x="3419513" y="366246"/>
                </a:lnTo>
                <a:lnTo>
                  <a:pt x="3421456" y="363788"/>
                </a:lnTo>
                <a:lnTo>
                  <a:pt x="3423399" y="353644"/>
                </a:lnTo>
                <a:lnTo>
                  <a:pt x="3425342" y="347243"/>
                </a:lnTo>
                <a:lnTo>
                  <a:pt x="3427285" y="347215"/>
                </a:lnTo>
                <a:lnTo>
                  <a:pt x="3429257" y="347158"/>
                </a:lnTo>
                <a:lnTo>
                  <a:pt x="3431200" y="335413"/>
                </a:lnTo>
                <a:lnTo>
                  <a:pt x="3433143" y="327755"/>
                </a:lnTo>
                <a:lnTo>
                  <a:pt x="3435086" y="326498"/>
                </a:lnTo>
                <a:lnTo>
                  <a:pt x="3437030" y="325298"/>
                </a:lnTo>
                <a:lnTo>
                  <a:pt x="3438973" y="278006"/>
                </a:lnTo>
                <a:lnTo>
                  <a:pt x="3440916" y="273806"/>
                </a:lnTo>
                <a:lnTo>
                  <a:pt x="3442859" y="269691"/>
                </a:lnTo>
                <a:lnTo>
                  <a:pt x="3444802" y="261318"/>
                </a:lnTo>
                <a:lnTo>
                  <a:pt x="3446745" y="253689"/>
                </a:lnTo>
                <a:lnTo>
                  <a:pt x="3448688" y="253517"/>
                </a:lnTo>
                <a:lnTo>
                  <a:pt x="3450631" y="239287"/>
                </a:lnTo>
                <a:lnTo>
                  <a:pt x="3452574" y="238315"/>
                </a:lnTo>
                <a:lnTo>
                  <a:pt x="3454517" y="237573"/>
                </a:lnTo>
                <a:lnTo>
                  <a:pt x="3456461" y="237544"/>
                </a:lnTo>
                <a:lnTo>
                  <a:pt x="3458404" y="226057"/>
                </a:lnTo>
                <a:lnTo>
                  <a:pt x="3460347" y="222628"/>
                </a:lnTo>
                <a:lnTo>
                  <a:pt x="3462290" y="222599"/>
                </a:lnTo>
                <a:lnTo>
                  <a:pt x="3464233" y="219999"/>
                </a:lnTo>
                <a:lnTo>
                  <a:pt x="3466176" y="210198"/>
                </a:lnTo>
                <a:lnTo>
                  <a:pt x="3468119" y="210026"/>
                </a:lnTo>
                <a:lnTo>
                  <a:pt x="3470062" y="192796"/>
                </a:lnTo>
                <a:lnTo>
                  <a:pt x="3472005" y="190452"/>
                </a:lnTo>
                <a:lnTo>
                  <a:pt x="3473948" y="188766"/>
                </a:lnTo>
                <a:lnTo>
                  <a:pt x="3475892" y="185480"/>
                </a:lnTo>
                <a:lnTo>
                  <a:pt x="3477835" y="180880"/>
                </a:lnTo>
                <a:lnTo>
                  <a:pt x="3479778" y="169993"/>
                </a:lnTo>
                <a:lnTo>
                  <a:pt x="3481721" y="168050"/>
                </a:lnTo>
                <a:lnTo>
                  <a:pt x="3483664" y="161620"/>
                </a:lnTo>
                <a:lnTo>
                  <a:pt x="3485607" y="140703"/>
                </a:lnTo>
                <a:lnTo>
                  <a:pt x="3487550" y="139617"/>
                </a:lnTo>
                <a:lnTo>
                  <a:pt x="3489522" y="124473"/>
                </a:lnTo>
                <a:lnTo>
                  <a:pt x="3491465" y="110300"/>
                </a:lnTo>
                <a:lnTo>
                  <a:pt x="3493408" y="102213"/>
                </a:lnTo>
                <a:lnTo>
                  <a:pt x="3495351" y="100184"/>
                </a:lnTo>
                <a:lnTo>
                  <a:pt x="3497294" y="99612"/>
                </a:lnTo>
                <a:lnTo>
                  <a:pt x="3499237" y="90611"/>
                </a:lnTo>
                <a:lnTo>
                  <a:pt x="3501180" y="82810"/>
                </a:lnTo>
                <a:lnTo>
                  <a:pt x="3503124" y="69752"/>
                </a:lnTo>
                <a:lnTo>
                  <a:pt x="3505067" y="45034"/>
                </a:lnTo>
                <a:lnTo>
                  <a:pt x="3507010" y="43263"/>
                </a:lnTo>
                <a:lnTo>
                  <a:pt x="3508953" y="42891"/>
                </a:lnTo>
                <a:lnTo>
                  <a:pt x="3510896" y="37319"/>
                </a:lnTo>
                <a:lnTo>
                  <a:pt x="3512839" y="24003"/>
                </a:lnTo>
                <a:lnTo>
                  <a:pt x="3514782" y="22317"/>
                </a:lnTo>
                <a:lnTo>
                  <a:pt x="3516725" y="18974"/>
                </a:lnTo>
                <a:lnTo>
                  <a:pt x="3518668" y="16802"/>
                </a:lnTo>
                <a:lnTo>
                  <a:pt x="3520611" y="16573"/>
                </a:lnTo>
                <a:lnTo>
                  <a:pt x="3522555" y="7401"/>
                </a:lnTo>
                <a:lnTo>
                  <a:pt x="3524498" y="257"/>
                </a:lnTo>
                <a:lnTo>
                  <a:pt x="35264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custDash>
              <a:ds d="375005" sp="125002"/>
              <a:ds d="100000" sp="125002"/>
              <a:ds d="100000" sp="125002"/>
            </a:custDash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8E49B-5547-42D5-B2C4-44965A76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757" y="2090661"/>
            <a:ext cx="91097" cy="91097"/>
          </a:xfrm>
          <a:custGeom xmlns:a="http://schemas.openxmlformats.org/drawingml/2006/main">
            <a:pathLst>
              <a:path w="91097" h="91097">
                <a:moveTo>
                  <a:pt x="91097" y="45549"/>
                </a:moveTo>
                <a:cubicBezTo>
                  <a:pt x="91097" y="20403"/>
                  <a:pt x="70723" y="0"/>
                  <a:pt x="45549" y="0"/>
                </a:cubicBezTo>
                <a:cubicBezTo>
                  <a:pt x="20403" y="0"/>
                  <a:pt x="0" y="20403"/>
                  <a:pt x="0" y="45549"/>
                </a:cubicBezTo>
                <a:cubicBezTo>
                  <a:pt x="0" y="70695"/>
                  <a:pt x="20403" y="91097"/>
                  <a:pt x="45549" y="91097"/>
                </a:cubicBezTo>
                <a:cubicBezTo>
                  <a:pt x="70723" y="91097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7C800-C919-46F2-91DB-A47AD591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757" y="2090661"/>
            <a:ext cx="91097" cy="91097"/>
          </a:xfrm>
          <a:custGeom xmlns:a="http://schemas.openxmlformats.org/drawingml/2006/main">
            <a:pathLst>
              <a:path w="91097" h="91097" fill="none">
                <a:moveTo>
                  <a:pt x="91097" y="45549"/>
                </a:moveTo>
                <a:cubicBezTo>
                  <a:pt x="91097" y="20403"/>
                  <a:pt x="70723" y="0"/>
                  <a:pt x="45549" y="0"/>
                </a:cubicBezTo>
                <a:cubicBezTo>
                  <a:pt x="20403" y="0"/>
                  <a:pt x="0" y="20403"/>
                  <a:pt x="0" y="45549"/>
                </a:cubicBezTo>
                <a:cubicBezTo>
                  <a:pt x="0" y="70695"/>
                  <a:pt x="20403" y="91097"/>
                  <a:pt x="45549" y="91097"/>
                </a:cubicBezTo>
                <a:cubicBezTo>
                  <a:pt x="70723" y="91097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E74C77-8B60-4F9B-81AF-4708830C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577" y="2009651"/>
            <a:ext cx="91097" cy="91097"/>
          </a:xfrm>
          <a:custGeom xmlns:a="http://schemas.openxmlformats.org/drawingml/2006/main">
            <a:pathLst>
              <a:path w="91097" h="91097">
                <a:moveTo>
                  <a:pt x="91097" y="45549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374" y="0"/>
                  <a:pt x="0" y="20403"/>
                  <a:pt x="0" y="45549"/>
                </a:cubicBezTo>
                <a:cubicBezTo>
                  <a:pt x="0" y="70723"/>
                  <a:pt x="20374" y="91097"/>
                  <a:pt x="45549" y="91097"/>
                </a:cubicBezTo>
                <a:cubicBezTo>
                  <a:pt x="70695" y="91097"/>
                  <a:pt x="91097" y="70723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25D1D-14D4-4DA3-8791-663B4D04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577" y="2009651"/>
            <a:ext cx="91097" cy="91097"/>
          </a:xfrm>
          <a:custGeom xmlns:a="http://schemas.openxmlformats.org/drawingml/2006/main">
            <a:pathLst>
              <a:path w="91097" h="91097" fill="none">
                <a:moveTo>
                  <a:pt x="91097" y="45549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374" y="0"/>
                  <a:pt x="0" y="20403"/>
                  <a:pt x="0" y="45549"/>
                </a:cubicBezTo>
                <a:cubicBezTo>
                  <a:pt x="0" y="70723"/>
                  <a:pt x="20374" y="91097"/>
                  <a:pt x="45549" y="91097"/>
                </a:cubicBezTo>
                <a:cubicBezTo>
                  <a:pt x="70695" y="91097"/>
                  <a:pt x="91097" y="70723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B6624-FF24-4321-98E7-8FA14AAA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368" y="1961960"/>
            <a:ext cx="91097" cy="91097"/>
          </a:xfrm>
          <a:custGeom xmlns:a="http://schemas.openxmlformats.org/drawingml/2006/main">
            <a:pathLst>
              <a:path w="91097" h="91097">
                <a:moveTo>
                  <a:pt x="91097" y="45549"/>
                </a:moveTo>
                <a:cubicBezTo>
                  <a:pt x="91097" y="20374"/>
                  <a:pt x="70695" y="0"/>
                  <a:pt x="45549" y="0"/>
                </a:cubicBezTo>
                <a:cubicBezTo>
                  <a:pt x="20403" y="0"/>
                  <a:pt x="0" y="20374"/>
                  <a:pt x="0" y="45549"/>
                </a:cubicBezTo>
                <a:cubicBezTo>
                  <a:pt x="0" y="70695"/>
                  <a:pt x="20403" y="91097"/>
                  <a:pt x="45549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2622B-E4B6-47DA-B38F-DCCBABF0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368" y="1961960"/>
            <a:ext cx="91097" cy="91097"/>
          </a:xfrm>
          <a:custGeom xmlns:a="http://schemas.openxmlformats.org/drawingml/2006/main">
            <a:pathLst>
              <a:path w="91097" h="91097" fill="none">
                <a:moveTo>
                  <a:pt x="91097" y="45549"/>
                </a:moveTo>
                <a:cubicBezTo>
                  <a:pt x="91097" y="20374"/>
                  <a:pt x="70695" y="0"/>
                  <a:pt x="45549" y="0"/>
                </a:cubicBezTo>
                <a:cubicBezTo>
                  <a:pt x="20403" y="0"/>
                  <a:pt x="0" y="20374"/>
                  <a:pt x="0" y="45549"/>
                </a:cubicBezTo>
                <a:cubicBezTo>
                  <a:pt x="0" y="70695"/>
                  <a:pt x="20403" y="91097"/>
                  <a:pt x="45549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7316D-A4CF-4BB4-B209-18CD1FA1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160" y="1918297"/>
            <a:ext cx="91097" cy="91097"/>
          </a:xfrm>
          <a:custGeom xmlns:a="http://schemas.openxmlformats.org/drawingml/2006/main">
            <a:pathLst>
              <a:path w="91097" h="91097">
                <a:moveTo>
                  <a:pt x="91097" y="45577"/>
                </a:moveTo>
                <a:cubicBezTo>
                  <a:pt x="91097" y="20403"/>
                  <a:pt x="70723" y="0"/>
                  <a:pt x="45549" y="0"/>
                </a:cubicBezTo>
                <a:cubicBezTo>
                  <a:pt x="20403" y="0"/>
                  <a:pt x="0" y="20403"/>
                  <a:pt x="0" y="45577"/>
                </a:cubicBezTo>
                <a:cubicBezTo>
                  <a:pt x="0" y="70723"/>
                  <a:pt x="20403" y="91097"/>
                  <a:pt x="45549" y="91097"/>
                </a:cubicBezTo>
                <a:cubicBezTo>
                  <a:pt x="70723" y="91097"/>
                  <a:pt x="91097" y="70723"/>
                  <a:pt x="91097" y="45577"/>
                </a:cubicBezTo>
                <a:close/>
                <a:moveTo>
                  <a:pt x="45549" y="45577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556DC-06DC-4592-9259-9377D9F4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160" y="1918297"/>
            <a:ext cx="91097" cy="91097"/>
          </a:xfrm>
          <a:custGeom xmlns:a="http://schemas.openxmlformats.org/drawingml/2006/main">
            <a:pathLst>
              <a:path w="91097" h="91097" fill="none">
                <a:moveTo>
                  <a:pt x="91097" y="45577"/>
                </a:moveTo>
                <a:cubicBezTo>
                  <a:pt x="91097" y="20403"/>
                  <a:pt x="70723" y="0"/>
                  <a:pt x="45549" y="0"/>
                </a:cubicBezTo>
                <a:cubicBezTo>
                  <a:pt x="20403" y="0"/>
                  <a:pt x="0" y="20403"/>
                  <a:pt x="0" y="45577"/>
                </a:cubicBezTo>
                <a:cubicBezTo>
                  <a:pt x="0" y="70723"/>
                  <a:pt x="20403" y="91097"/>
                  <a:pt x="45549" y="91097"/>
                </a:cubicBezTo>
                <a:cubicBezTo>
                  <a:pt x="70723" y="91097"/>
                  <a:pt x="91097" y="70723"/>
                  <a:pt x="91097" y="45577"/>
                </a:cubicBezTo>
                <a:close/>
                <a:moveTo>
                  <a:pt x="45549" y="45577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AA0E0-77C4-488F-86B5-FD3FD24C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980" y="1858004"/>
            <a:ext cx="91097" cy="91097"/>
          </a:xfrm>
          <a:custGeom xmlns:a="http://schemas.openxmlformats.org/drawingml/2006/main">
            <a:pathLst>
              <a:path w="91097" h="91097">
                <a:moveTo>
                  <a:pt x="91097" y="45549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374" y="0"/>
                  <a:pt x="0" y="20403"/>
                  <a:pt x="0" y="45549"/>
                </a:cubicBezTo>
                <a:cubicBezTo>
                  <a:pt x="0" y="70695"/>
                  <a:pt x="20374" y="91097"/>
                  <a:pt x="45549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78F13-FBDC-4D0B-8AF4-70F08A01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980" y="1858004"/>
            <a:ext cx="91097" cy="91097"/>
          </a:xfrm>
          <a:custGeom xmlns:a="http://schemas.openxmlformats.org/drawingml/2006/main">
            <a:pathLst>
              <a:path w="91097" h="91097" fill="none">
                <a:moveTo>
                  <a:pt x="91097" y="45549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374" y="0"/>
                  <a:pt x="0" y="20403"/>
                  <a:pt x="0" y="45549"/>
                </a:cubicBezTo>
                <a:cubicBezTo>
                  <a:pt x="0" y="70695"/>
                  <a:pt x="20374" y="91097"/>
                  <a:pt x="45549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4A041-CC4C-4107-B636-2B9C0CCF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771" y="1798282"/>
            <a:ext cx="91097" cy="91126"/>
          </a:xfrm>
          <a:custGeom xmlns:a="http://schemas.openxmlformats.org/drawingml/2006/main">
            <a:pathLst>
              <a:path w="91097" h="91126">
                <a:moveTo>
                  <a:pt x="91097" y="45577"/>
                </a:moveTo>
                <a:cubicBezTo>
                  <a:pt x="91097" y="20403"/>
                  <a:pt x="70723" y="0"/>
                  <a:pt x="45549" y="0"/>
                </a:cubicBezTo>
                <a:cubicBezTo>
                  <a:pt x="20403" y="0"/>
                  <a:pt x="0" y="20403"/>
                  <a:pt x="0" y="45577"/>
                </a:cubicBezTo>
                <a:cubicBezTo>
                  <a:pt x="0" y="70723"/>
                  <a:pt x="20403" y="91126"/>
                  <a:pt x="45549" y="91126"/>
                </a:cubicBezTo>
                <a:cubicBezTo>
                  <a:pt x="70723" y="91126"/>
                  <a:pt x="91097" y="70723"/>
                  <a:pt x="91097" y="45577"/>
                </a:cubicBezTo>
                <a:close/>
                <a:moveTo>
                  <a:pt x="45549" y="45577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EE961-F34C-4A6B-BA5D-B27C6566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771" y="1798282"/>
            <a:ext cx="91097" cy="91126"/>
          </a:xfrm>
          <a:custGeom xmlns:a="http://schemas.openxmlformats.org/drawingml/2006/main">
            <a:pathLst>
              <a:path w="91097" h="91126" fill="none">
                <a:moveTo>
                  <a:pt x="91097" y="45577"/>
                </a:moveTo>
                <a:cubicBezTo>
                  <a:pt x="91097" y="20403"/>
                  <a:pt x="70723" y="0"/>
                  <a:pt x="45549" y="0"/>
                </a:cubicBezTo>
                <a:cubicBezTo>
                  <a:pt x="20403" y="0"/>
                  <a:pt x="0" y="20403"/>
                  <a:pt x="0" y="45577"/>
                </a:cubicBezTo>
                <a:cubicBezTo>
                  <a:pt x="0" y="70723"/>
                  <a:pt x="20403" y="91126"/>
                  <a:pt x="45549" y="91126"/>
                </a:cubicBezTo>
                <a:cubicBezTo>
                  <a:pt x="70723" y="91126"/>
                  <a:pt x="91097" y="70723"/>
                  <a:pt x="91097" y="45577"/>
                </a:cubicBezTo>
                <a:close/>
                <a:moveTo>
                  <a:pt x="45549" y="45577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037EC1-6641-41D7-B0D0-0FC03DE5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591" y="1720415"/>
            <a:ext cx="91097" cy="91097"/>
          </a:xfrm>
          <a:custGeom xmlns:a="http://schemas.openxmlformats.org/drawingml/2006/main">
            <a:pathLst>
              <a:path w="91097" h="91097">
                <a:moveTo>
                  <a:pt x="91097" y="45549"/>
                </a:moveTo>
                <a:cubicBezTo>
                  <a:pt x="91097" y="20374"/>
                  <a:pt x="70695" y="0"/>
                  <a:pt x="45520" y="0"/>
                </a:cubicBezTo>
                <a:cubicBezTo>
                  <a:pt x="20374" y="0"/>
                  <a:pt x="0" y="20374"/>
                  <a:pt x="0" y="45549"/>
                </a:cubicBezTo>
                <a:cubicBezTo>
                  <a:pt x="0" y="70695"/>
                  <a:pt x="20374" y="91097"/>
                  <a:pt x="45520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20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3369B-F741-4DF2-9442-1A935E7C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591" y="1720415"/>
            <a:ext cx="91097" cy="91097"/>
          </a:xfrm>
          <a:custGeom xmlns:a="http://schemas.openxmlformats.org/drawingml/2006/main">
            <a:pathLst>
              <a:path w="91097" h="91097" fill="none">
                <a:moveTo>
                  <a:pt x="91097" y="45549"/>
                </a:moveTo>
                <a:cubicBezTo>
                  <a:pt x="91097" y="20374"/>
                  <a:pt x="70695" y="0"/>
                  <a:pt x="45520" y="0"/>
                </a:cubicBezTo>
                <a:cubicBezTo>
                  <a:pt x="20374" y="0"/>
                  <a:pt x="0" y="20374"/>
                  <a:pt x="0" y="45549"/>
                </a:cubicBezTo>
                <a:cubicBezTo>
                  <a:pt x="0" y="70695"/>
                  <a:pt x="20374" y="91097"/>
                  <a:pt x="45520" y="91097"/>
                </a:cubicBezTo>
                <a:cubicBezTo>
                  <a:pt x="70695" y="91097"/>
                  <a:pt x="91097" y="70695"/>
                  <a:pt x="91097" y="45549"/>
                </a:cubicBezTo>
                <a:close/>
                <a:moveTo>
                  <a:pt x="45520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6FB63-0004-464F-AC47-CE192312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383" y="1564481"/>
            <a:ext cx="91097" cy="91069"/>
          </a:xfrm>
          <a:custGeom xmlns:a="http://schemas.openxmlformats.org/drawingml/2006/main">
            <a:pathLst>
              <a:path w="91097" h="91069">
                <a:moveTo>
                  <a:pt x="91097" y="45549"/>
                </a:moveTo>
                <a:cubicBezTo>
                  <a:pt x="91097" y="20374"/>
                  <a:pt x="70695" y="0"/>
                  <a:pt x="45549" y="0"/>
                </a:cubicBezTo>
                <a:cubicBezTo>
                  <a:pt x="20403" y="0"/>
                  <a:pt x="0" y="20374"/>
                  <a:pt x="0" y="45549"/>
                </a:cubicBezTo>
                <a:cubicBezTo>
                  <a:pt x="0" y="70695"/>
                  <a:pt x="20403" y="91069"/>
                  <a:pt x="45549" y="91069"/>
                </a:cubicBezTo>
                <a:cubicBezTo>
                  <a:pt x="70695" y="91069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E8430-DF28-4C89-8C38-7B213C0F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383" y="1564481"/>
            <a:ext cx="91097" cy="91069"/>
          </a:xfrm>
          <a:custGeom xmlns:a="http://schemas.openxmlformats.org/drawingml/2006/main">
            <a:pathLst>
              <a:path w="91097" h="91069" fill="none">
                <a:moveTo>
                  <a:pt x="91097" y="45549"/>
                </a:moveTo>
                <a:cubicBezTo>
                  <a:pt x="91097" y="20374"/>
                  <a:pt x="70695" y="0"/>
                  <a:pt x="45549" y="0"/>
                </a:cubicBezTo>
                <a:cubicBezTo>
                  <a:pt x="20403" y="0"/>
                  <a:pt x="0" y="20374"/>
                  <a:pt x="0" y="45549"/>
                </a:cubicBezTo>
                <a:cubicBezTo>
                  <a:pt x="0" y="70695"/>
                  <a:pt x="20403" y="91069"/>
                  <a:pt x="45549" y="91069"/>
                </a:cubicBezTo>
                <a:cubicBezTo>
                  <a:pt x="70695" y="91069"/>
                  <a:pt x="91097" y="70695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E7C3E-DC4E-46A6-93DB-5FB0AF9E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174" y="1270130"/>
            <a:ext cx="91097" cy="91097"/>
          </a:xfrm>
          <a:custGeom xmlns:a="http://schemas.openxmlformats.org/drawingml/2006/main">
            <a:pathLst>
              <a:path w="91097" h="91097">
                <a:moveTo>
                  <a:pt x="91097" y="45549"/>
                </a:moveTo>
                <a:cubicBezTo>
                  <a:pt x="91097" y="20403"/>
                  <a:pt x="70723" y="0"/>
                  <a:pt x="45549" y="0"/>
                </a:cubicBezTo>
                <a:cubicBezTo>
                  <a:pt x="20403" y="0"/>
                  <a:pt x="0" y="20403"/>
                  <a:pt x="0" y="45549"/>
                </a:cubicBezTo>
                <a:cubicBezTo>
                  <a:pt x="0" y="70723"/>
                  <a:pt x="20403" y="91097"/>
                  <a:pt x="45549" y="91097"/>
                </a:cubicBezTo>
                <a:cubicBezTo>
                  <a:pt x="70723" y="91097"/>
                  <a:pt x="91097" y="70723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C25F1-C6A8-4DFB-9EA7-69951486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174" y="1270130"/>
            <a:ext cx="91097" cy="91097"/>
          </a:xfrm>
          <a:custGeom xmlns:a="http://schemas.openxmlformats.org/drawingml/2006/main">
            <a:pathLst>
              <a:path w="91097" h="91097" fill="none">
                <a:moveTo>
                  <a:pt x="91097" y="45549"/>
                </a:moveTo>
                <a:cubicBezTo>
                  <a:pt x="91097" y="20403"/>
                  <a:pt x="70723" y="0"/>
                  <a:pt x="45549" y="0"/>
                </a:cubicBezTo>
                <a:cubicBezTo>
                  <a:pt x="20403" y="0"/>
                  <a:pt x="0" y="20403"/>
                  <a:pt x="0" y="45549"/>
                </a:cubicBezTo>
                <a:cubicBezTo>
                  <a:pt x="0" y="70723"/>
                  <a:pt x="20403" y="91097"/>
                  <a:pt x="45549" y="91097"/>
                </a:cubicBezTo>
                <a:cubicBezTo>
                  <a:pt x="70723" y="91097"/>
                  <a:pt x="91097" y="70723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D8588-564A-4843-A1E1-4C15310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994" y="560642"/>
            <a:ext cx="91097" cy="91126"/>
          </a:xfrm>
          <a:custGeom xmlns:a="http://schemas.openxmlformats.org/drawingml/2006/main">
            <a:pathLst>
              <a:path w="91097" h="91126">
                <a:moveTo>
                  <a:pt x="91097" y="45549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374" y="0"/>
                  <a:pt x="0" y="20403"/>
                  <a:pt x="0" y="45549"/>
                </a:cubicBezTo>
                <a:cubicBezTo>
                  <a:pt x="0" y="70723"/>
                  <a:pt x="20374" y="91126"/>
                  <a:pt x="45549" y="91126"/>
                </a:cubicBezTo>
                <a:cubicBezTo>
                  <a:pt x="70695" y="91126"/>
                  <a:pt x="91097" y="70723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7AA24-3F20-429A-BB0B-61ACFBE5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994" y="560642"/>
            <a:ext cx="91097" cy="91126"/>
          </a:xfrm>
          <a:custGeom xmlns:a="http://schemas.openxmlformats.org/drawingml/2006/main">
            <a:pathLst>
              <a:path w="91097" h="91126" fill="none">
                <a:moveTo>
                  <a:pt x="91097" y="45549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374" y="0"/>
                  <a:pt x="0" y="20403"/>
                  <a:pt x="0" y="45549"/>
                </a:cubicBezTo>
                <a:cubicBezTo>
                  <a:pt x="0" y="70723"/>
                  <a:pt x="20374" y="91126"/>
                  <a:pt x="45549" y="91126"/>
                </a:cubicBezTo>
                <a:cubicBezTo>
                  <a:pt x="70695" y="91126"/>
                  <a:pt x="91097" y="70723"/>
                  <a:pt x="91097" y="45549"/>
                </a:cubicBezTo>
                <a:close/>
                <a:moveTo>
                  <a:pt x="45549" y="45549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738A8-D537-42C6-B56E-C255B7E5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757" y="2109495"/>
            <a:ext cx="91094" cy="91094"/>
          </a:xfrm>
          <a:custGeom xmlns:a="http://schemas.openxmlformats.org/drawingml/2006/main">
            <a:pathLst>
              <a:path w="91094" h="91094">
                <a:moveTo>
                  <a:pt x="0" y="91094"/>
                </a:moveTo>
                <a:lnTo>
                  <a:pt x="91094" y="91094"/>
                </a:lnTo>
                <a:lnTo>
                  <a:pt x="91094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3FC5C-D438-42AC-A0B0-D2887384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757" y="2109495"/>
            <a:ext cx="91094" cy="91094"/>
          </a:xfrm>
          <a:custGeom xmlns:a="http://schemas.openxmlformats.org/drawingml/2006/main">
            <a:pathLst>
              <a:path w="91094" h="91094" fill="none">
                <a:moveTo>
                  <a:pt x="0" y="91094"/>
                </a:moveTo>
                <a:lnTo>
                  <a:pt x="91094" y="91094"/>
                </a:lnTo>
                <a:lnTo>
                  <a:pt x="91094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47D5F2-1E75-4644-8F42-78FCDF9C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577" y="2019112"/>
            <a:ext cx="91094" cy="91094"/>
          </a:xfrm>
          <a:custGeom xmlns:a="http://schemas.openxmlformats.org/drawingml/2006/main">
            <a:pathLst>
              <a:path w="91094" h="91094">
                <a:moveTo>
                  <a:pt x="0" y="91094"/>
                </a:moveTo>
                <a:lnTo>
                  <a:pt x="91094" y="91094"/>
                </a:lnTo>
                <a:lnTo>
                  <a:pt x="91094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9E35A-D0D5-461B-9630-DDF5E9E7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577" y="2019112"/>
            <a:ext cx="91094" cy="91094"/>
          </a:xfrm>
          <a:custGeom xmlns:a="http://schemas.openxmlformats.org/drawingml/2006/main">
            <a:pathLst>
              <a:path w="91094" h="91094" fill="none">
                <a:moveTo>
                  <a:pt x="0" y="91094"/>
                </a:moveTo>
                <a:lnTo>
                  <a:pt x="91094" y="91094"/>
                </a:lnTo>
                <a:lnTo>
                  <a:pt x="91094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E739E1-C3B7-4009-AAF8-3921718E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368" y="1965220"/>
            <a:ext cx="91105" cy="91094"/>
          </a:xfrm>
          <a:custGeom xmlns:a="http://schemas.openxmlformats.org/drawingml/2006/main">
            <a:pathLst>
              <a:path w="91105" h="91094">
                <a:moveTo>
                  <a:pt x="0" y="91094"/>
                </a:moveTo>
                <a:lnTo>
                  <a:pt x="91105" y="91094"/>
                </a:lnTo>
                <a:lnTo>
                  <a:pt x="91105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ED830-AB88-4E82-A11B-02753A1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368" y="1965220"/>
            <a:ext cx="91105" cy="91094"/>
          </a:xfrm>
          <a:custGeom xmlns:a="http://schemas.openxmlformats.org/drawingml/2006/main">
            <a:pathLst>
              <a:path w="91105" h="91094" fill="none">
                <a:moveTo>
                  <a:pt x="0" y="91094"/>
                </a:moveTo>
                <a:lnTo>
                  <a:pt x="91105" y="91094"/>
                </a:lnTo>
                <a:lnTo>
                  <a:pt x="91105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357FB-EAE6-4195-A030-FDE4D704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160" y="1921614"/>
            <a:ext cx="91094" cy="91094"/>
          </a:xfrm>
          <a:custGeom xmlns:a="http://schemas.openxmlformats.org/drawingml/2006/main">
            <a:pathLst>
              <a:path w="91094" h="91094">
                <a:moveTo>
                  <a:pt x="0" y="91094"/>
                </a:moveTo>
                <a:lnTo>
                  <a:pt x="91094" y="91094"/>
                </a:lnTo>
                <a:lnTo>
                  <a:pt x="91094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9C9DC-043B-40A8-BE46-4467E4F5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160" y="1921614"/>
            <a:ext cx="91094" cy="91094"/>
          </a:xfrm>
          <a:custGeom xmlns:a="http://schemas.openxmlformats.org/drawingml/2006/main">
            <a:pathLst>
              <a:path w="91094" h="91094" fill="none">
                <a:moveTo>
                  <a:pt x="0" y="91094"/>
                </a:moveTo>
                <a:lnTo>
                  <a:pt x="91094" y="91094"/>
                </a:lnTo>
                <a:lnTo>
                  <a:pt x="91094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D658D-E371-4514-9EB6-10C69877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980" y="1854606"/>
            <a:ext cx="91094" cy="91094"/>
          </a:xfrm>
          <a:custGeom xmlns:a="http://schemas.openxmlformats.org/drawingml/2006/main">
            <a:pathLst>
              <a:path w="91094" h="91094">
                <a:moveTo>
                  <a:pt x="0" y="91094"/>
                </a:moveTo>
                <a:lnTo>
                  <a:pt x="91094" y="91094"/>
                </a:lnTo>
                <a:lnTo>
                  <a:pt x="91094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CE7A1-3AB1-457F-9BD1-E1E9BCB0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980" y="1854606"/>
            <a:ext cx="91094" cy="91094"/>
          </a:xfrm>
          <a:custGeom xmlns:a="http://schemas.openxmlformats.org/drawingml/2006/main">
            <a:pathLst>
              <a:path w="91094" h="91094" fill="none">
                <a:moveTo>
                  <a:pt x="0" y="91094"/>
                </a:moveTo>
                <a:lnTo>
                  <a:pt x="91094" y="91094"/>
                </a:lnTo>
                <a:lnTo>
                  <a:pt x="91094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5A7BD-B51E-4B1A-BADD-29567438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771" y="1766527"/>
            <a:ext cx="91105" cy="91106"/>
          </a:xfrm>
          <a:custGeom xmlns:a="http://schemas.openxmlformats.org/drawingml/2006/main">
            <a:pathLst>
              <a:path w="91105" h="91106">
                <a:moveTo>
                  <a:pt x="0" y="91106"/>
                </a:moveTo>
                <a:lnTo>
                  <a:pt x="91105" y="91106"/>
                </a:lnTo>
                <a:lnTo>
                  <a:pt x="91105" y="0"/>
                </a:lnTo>
                <a:lnTo>
                  <a:pt x="0" y="0"/>
                </a:lnTo>
                <a:lnTo>
                  <a:pt x="0" y="91106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4B259-9890-4B3D-B25A-F01F2A5D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771" y="1766527"/>
            <a:ext cx="91105" cy="91106"/>
          </a:xfrm>
          <a:custGeom xmlns:a="http://schemas.openxmlformats.org/drawingml/2006/main">
            <a:pathLst>
              <a:path w="91105" h="91106" fill="none">
                <a:moveTo>
                  <a:pt x="0" y="91106"/>
                </a:moveTo>
                <a:lnTo>
                  <a:pt x="91105" y="91106"/>
                </a:lnTo>
                <a:lnTo>
                  <a:pt x="91105" y="0"/>
                </a:lnTo>
                <a:lnTo>
                  <a:pt x="0" y="0"/>
                </a:lnTo>
                <a:lnTo>
                  <a:pt x="0" y="911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A84BD-F36C-43F1-BE61-D1C1E806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591" y="1649369"/>
            <a:ext cx="91094" cy="91106"/>
          </a:xfrm>
          <a:custGeom xmlns:a="http://schemas.openxmlformats.org/drawingml/2006/main">
            <a:pathLst>
              <a:path w="91094" h="91106">
                <a:moveTo>
                  <a:pt x="0" y="91106"/>
                </a:moveTo>
                <a:lnTo>
                  <a:pt x="91094" y="91106"/>
                </a:lnTo>
                <a:lnTo>
                  <a:pt x="91094" y="0"/>
                </a:lnTo>
                <a:lnTo>
                  <a:pt x="0" y="0"/>
                </a:lnTo>
                <a:lnTo>
                  <a:pt x="0" y="91106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8EF84-8987-4B98-A471-FD301E58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591" y="1649369"/>
            <a:ext cx="91094" cy="91106"/>
          </a:xfrm>
          <a:custGeom xmlns:a="http://schemas.openxmlformats.org/drawingml/2006/main">
            <a:pathLst>
              <a:path w="91094" h="91106" fill="none">
                <a:moveTo>
                  <a:pt x="0" y="91106"/>
                </a:moveTo>
                <a:lnTo>
                  <a:pt x="91094" y="91106"/>
                </a:lnTo>
                <a:lnTo>
                  <a:pt x="91094" y="0"/>
                </a:lnTo>
                <a:lnTo>
                  <a:pt x="0" y="0"/>
                </a:lnTo>
                <a:lnTo>
                  <a:pt x="0" y="911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B8561-F2C9-4129-B190-C4661EAA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383" y="1381936"/>
            <a:ext cx="91094" cy="91106"/>
          </a:xfrm>
          <a:custGeom xmlns:a="http://schemas.openxmlformats.org/drawingml/2006/main">
            <a:pathLst>
              <a:path w="91094" h="91106">
                <a:moveTo>
                  <a:pt x="0" y="91106"/>
                </a:moveTo>
                <a:lnTo>
                  <a:pt x="91094" y="91106"/>
                </a:lnTo>
                <a:lnTo>
                  <a:pt x="91094" y="0"/>
                </a:lnTo>
                <a:lnTo>
                  <a:pt x="0" y="0"/>
                </a:lnTo>
                <a:lnTo>
                  <a:pt x="0" y="91106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FEEB9-DCA9-444F-91F2-44FB1C59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383" y="1381936"/>
            <a:ext cx="91094" cy="91106"/>
          </a:xfrm>
          <a:custGeom xmlns:a="http://schemas.openxmlformats.org/drawingml/2006/main">
            <a:pathLst>
              <a:path w="91094" h="91106" fill="none">
                <a:moveTo>
                  <a:pt x="0" y="91106"/>
                </a:moveTo>
                <a:lnTo>
                  <a:pt x="91094" y="91106"/>
                </a:lnTo>
                <a:lnTo>
                  <a:pt x="91094" y="0"/>
                </a:lnTo>
                <a:lnTo>
                  <a:pt x="0" y="0"/>
                </a:lnTo>
                <a:lnTo>
                  <a:pt x="0" y="911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CD46B-F8D8-4ACD-AA80-F51550C2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174" y="804846"/>
            <a:ext cx="91106" cy="91094"/>
          </a:xfrm>
          <a:custGeom xmlns:a="http://schemas.openxmlformats.org/drawingml/2006/main">
            <a:pathLst>
              <a:path w="91106" h="91094">
                <a:moveTo>
                  <a:pt x="0" y="91094"/>
                </a:moveTo>
                <a:lnTo>
                  <a:pt x="91106" y="91094"/>
                </a:lnTo>
                <a:lnTo>
                  <a:pt x="91106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A1416-EDD5-46A7-959E-744082F5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174" y="804846"/>
            <a:ext cx="91106" cy="91094"/>
          </a:xfrm>
          <a:custGeom xmlns:a="http://schemas.openxmlformats.org/drawingml/2006/main">
            <a:pathLst>
              <a:path w="91106" h="91094" fill="none">
                <a:moveTo>
                  <a:pt x="0" y="91094"/>
                </a:moveTo>
                <a:lnTo>
                  <a:pt x="91106" y="91094"/>
                </a:lnTo>
                <a:lnTo>
                  <a:pt x="91106" y="0"/>
                </a:lnTo>
                <a:lnTo>
                  <a:pt x="0" y="0"/>
                </a:lnTo>
                <a:lnTo>
                  <a:pt x="0" y="91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02F91-A579-43CE-A5BF-3C689544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2872" y="2099205"/>
            <a:ext cx="78896" cy="68323"/>
          </a:xfrm>
          <a:custGeom xmlns:a="http://schemas.openxmlformats.org/drawingml/2006/main">
            <a:pathLst>
              <a:path w="78896" h="68323">
                <a:moveTo>
                  <a:pt x="39434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34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0F68F-1BDE-420F-ACBC-522298AB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2872" y="2099205"/>
            <a:ext cx="78896" cy="68323"/>
          </a:xfrm>
          <a:custGeom xmlns:a="http://schemas.openxmlformats.org/drawingml/2006/main">
            <a:pathLst>
              <a:path w="78896" h="68323" fill="none">
                <a:moveTo>
                  <a:pt x="39434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3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36AA62-261C-4FBC-8F70-6786FB2D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663" y="2018281"/>
            <a:ext cx="78896" cy="68323"/>
          </a:xfrm>
          <a:custGeom xmlns:a="http://schemas.openxmlformats.org/drawingml/2006/main">
            <a:pathLst>
              <a:path w="78896" h="68323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7244D-C706-4AF3-9072-87064106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663" y="2018281"/>
            <a:ext cx="78896" cy="68323"/>
          </a:xfrm>
          <a:custGeom xmlns:a="http://schemas.openxmlformats.org/drawingml/2006/main">
            <a:pathLst>
              <a:path w="78896" h="68323" fill="none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29234-63F1-4F5F-BC00-43F1DEA5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483" y="1965789"/>
            <a:ext cx="78867" cy="68323"/>
          </a:xfrm>
          <a:custGeom xmlns:a="http://schemas.openxmlformats.org/drawingml/2006/main">
            <a:pathLst>
              <a:path w="78867" h="68323">
                <a:moveTo>
                  <a:pt x="39433" y="0"/>
                </a:moveTo>
                <a:lnTo>
                  <a:pt x="78867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CAB168-1BD9-4098-B15B-31005736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483" y="1965789"/>
            <a:ext cx="78867" cy="68323"/>
          </a:xfrm>
          <a:custGeom xmlns:a="http://schemas.openxmlformats.org/drawingml/2006/main">
            <a:pathLst>
              <a:path w="78867" h="68323" fill="none">
                <a:moveTo>
                  <a:pt x="39433" y="0"/>
                </a:moveTo>
                <a:lnTo>
                  <a:pt x="78867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CE878-657A-4A84-B543-3CA04471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275" y="1920497"/>
            <a:ext cx="78896" cy="68323"/>
          </a:xfrm>
          <a:custGeom xmlns:a="http://schemas.openxmlformats.org/drawingml/2006/main">
            <a:pathLst>
              <a:path w="78896" h="68323">
                <a:moveTo>
                  <a:pt x="39433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249D3-1E18-4619-845F-2B040159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275" y="1920497"/>
            <a:ext cx="78896" cy="68323"/>
          </a:xfrm>
          <a:custGeom xmlns:a="http://schemas.openxmlformats.org/drawingml/2006/main">
            <a:pathLst>
              <a:path w="78896" h="68323" fill="none">
                <a:moveTo>
                  <a:pt x="39433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A1D06-03DA-4BD6-86E7-B1CC223C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066" y="1856718"/>
            <a:ext cx="78896" cy="68323"/>
          </a:xfrm>
          <a:custGeom xmlns:a="http://schemas.openxmlformats.org/drawingml/2006/main">
            <a:pathLst>
              <a:path w="78896" h="68323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073553-F91C-46E5-AAEA-310B4159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066" y="1856718"/>
            <a:ext cx="78896" cy="68323"/>
          </a:xfrm>
          <a:custGeom xmlns:a="http://schemas.openxmlformats.org/drawingml/2006/main">
            <a:pathLst>
              <a:path w="78896" h="68323" fill="none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A14181-030E-40B5-A1C4-37B4A9D0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886" y="1786252"/>
            <a:ext cx="78896" cy="68323"/>
          </a:xfrm>
          <a:custGeom xmlns:a="http://schemas.openxmlformats.org/drawingml/2006/main">
            <a:pathLst>
              <a:path w="78896" h="68323">
                <a:moveTo>
                  <a:pt x="39433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542A94-E106-453A-9CE0-03772B42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886" y="1786252"/>
            <a:ext cx="78896" cy="68323"/>
          </a:xfrm>
          <a:custGeom xmlns:a="http://schemas.openxmlformats.org/drawingml/2006/main">
            <a:pathLst>
              <a:path w="78896" h="68323" fill="none">
                <a:moveTo>
                  <a:pt x="39433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861460-9A4F-4563-9A80-5231D515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678" y="1693126"/>
            <a:ext cx="78896" cy="68323"/>
          </a:xfrm>
          <a:custGeom xmlns:a="http://schemas.openxmlformats.org/drawingml/2006/main">
            <a:pathLst>
              <a:path w="78896" h="68323">
                <a:moveTo>
                  <a:pt x="39433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FCF1E-1DAB-4B70-8BB1-66D7BE98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678" y="1693126"/>
            <a:ext cx="78896" cy="68323"/>
          </a:xfrm>
          <a:custGeom xmlns:a="http://schemas.openxmlformats.org/drawingml/2006/main">
            <a:pathLst>
              <a:path w="78896" h="68323" fill="none">
                <a:moveTo>
                  <a:pt x="39433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1857C9-565A-4087-916A-3C8E2900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498" y="1473670"/>
            <a:ext cx="78867" cy="68323"/>
          </a:xfrm>
          <a:custGeom xmlns:a="http://schemas.openxmlformats.org/drawingml/2006/main">
            <a:pathLst>
              <a:path w="78867" h="68323">
                <a:moveTo>
                  <a:pt x="39433" y="0"/>
                </a:moveTo>
                <a:lnTo>
                  <a:pt x="78867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8D92F-3B09-4D54-9005-E0ECA817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498" y="1473670"/>
            <a:ext cx="78867" cy="68323"/>
          </a:xfrm>
          <a:custGeom xmlns:a="http://schemas.openxmlformats.org/drawingml/2006/main">
            <a:pathLst>
              <a:path w="78867" h="68323" fill="none">
                <a:moveTo>
                  <a:pt x="39433" y="0"/>
                </a:moveTo>
                <a:lnTo>
                  <a:pt x="78867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DE75B-A2E3-48F7-9EE4-D6A32F9F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289" y="1001897"/>
            <a:ext cx="78896" cy="68323"/>
          </a:xfrm>
          <a:custGeom xmlns:a="http://schemas.openxmlformats.org/drawingml/2006/main">
            <a:pathLst>
              <a:path w="78896" h="68323">
                <a:moveTo>
                  <a:pt x="39433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01CED-BB26-4A2F-92DE-26B58D62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289" y="1001897"/>
            <a:ext cx="78896" cy="68323"/>
          </a:xfrm>
          <a:custGeom xmlns:a="http://schemas.openxmlformats.org/drawingml/2006/main">
            <a:pathLst>
              <a:path w="78896" h="68323" fill="none">
                <a:moveTo>
                  <a:pt x="39433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E9FA7-1321-4315-B8D6-04474E0B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081" y="136388"/>
            <a:ext cx="78896" cy="68323"/>
          </a:xfrm>
          <a:custGeom xmlns:a="http://schemas.openxmlformats.org/drawingml/2006/main">
            <a:pathLst>
              <a:path w="78896" h="68323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F7796-1BCD-4A2B-A6E9-393A2D4D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081" y="136388"/>
            <a:ext cx="78896" cy="68323"/>
          </a:xfrm>
          <a:custGeom xmlns:a="http://schemas.openxmlformats.org/drawingml/2006/main">
            <a:pathLst>
              <a:path w="78896" h="68323" fill="none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151" name="Text n-thf">
            <a:extLst xmlns:a="http://schemas.openxmlformats.org/drawingml/2006/main">
              <a:ext uri="{FF2B5EF4-FFF2-40B4-BE49-F238E27FC236}">
                <a16:creationId xmlns:a16="http://schemas.microsoft.com/office/drawing/2014/main" id="{6F33E3A9-0E47-4FF5-AA09-6A2AC55F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213" y="2993430"/>
            <a:ext cx="537247" cy="161245"/>
          </a:xfrm>
          <a:custGeom xmlns:a="http://schemas.openxmlformats.org/drawingml/2006/main">
            <a:pathLst>
              <a:path w="537247" h="161245">
                <a:moveTo>
                  <a:pt x="37351" y="77394"/>
                </a:moveTo>
                <a:cubicBezTo>
                  <a:pt x="35985" y="78989"/>
                  <a:pt x="34619" y="79448"/>
                  <a:pt x="34619" y="77394"/>
                </a:cubicBezTo>
                <a:cubicBezTo>
                  <a:pt x="34390" y="71240"/>
                  <a:pt x="33934" y="62357"/>
                  <a:pt x="32795" y="60078"/>
                </a:cubicBezTo>
                <a:cubicBezTo>
                  <a:pt x="32339" y="58938"/>
                  <a:pt x="31884" y="58257"/>
                  <a:pt x="30063" y="58257"/>
                </a:cubicBezTo>
                <a:cubicBezTo>
                  <a:pt x="23686" y="60762"/>
                  <a:pt x="17765" y="62813"/>
                  <a:pt x="2050" y="64860"/>
                </a:cubicBezTo>
                <a:cubicBezTo>
                  <a:pt x="1595" y="66229"/>
                  <a:pt x="2050" y="69871"/>
                  <a:pt x="2506" y="71240"/>
                </a:cubicBezTo>
                <a:cubicBezTo>
                  <a:pt x="14804" y="72380"/>
                  <a:pt x="17310" y="73520"/>
                  <a:pt x="17310" y="86742"/>
                </a:cubicBezTo>
                <a:lnTo>
                  <a:pt x="17310" y="131203"/>
                </a:lnTo>
                <a:cubicBezTo>
                  <a:pt x="17310" y="149899"/>
                  <a:pt x="15033" y="150813"/>
                  <a:pt x="1366" y="151953"/>
                </a:cubicBezTo>
                <a:cubicBezTo>
                  <a:pt x="0" y="153319"/>
                  <a:pt x="0" y="158100"/>
                  <a:pt x="1366" y="159466"/>
                </a:cubicBezTo>
                <a:cubicBezTo>
                  <a:pt x="8201" y="159240"/>
                  <a:pt x="17310" y="159011"/>
                  <a:pt x="26418" y="159011"/>
                </a:cubicBezTo>
                <a:cubicBezTo>
                  <a:pt x="35530" y="159011"/>
                  <a:pt x="42362" y="159240"/>
                  <a:pt x="49194" y="159466"/>
                </a:cubicBezTo>
                <a:cubicBezTo>
                  <a:pt x="50559" y="158100"/>
                  <a:pt x="50559" y="153319"/>
                  <a:pt x="49194" y="151953"/>
                </a:cubicBezTo>
                <a:cubicBezTo>
                  <a:pt x="37580" y="150813"/>
                  <a:pt x="35300" y="149899"/>
                  <a:pt x="35300" y="131203"/>
                </a:cubicBezTo>
                <a:lnTo>
                  <a:pt x="35300" y="93811"/>
                </a:lnTo>
                <a:cubicBezTo>
                  <a:pt x="35300" y="89022"/>
                  <a:pt x="37351" y="86287"/>
                  <a:pt x="39171" y="84237"/>
                </a:cubicBezTo>
                <a:cubicBezTo>
                  <a:pt x="47828" y="75799"/>
                  <a:pt x="58076" y="70781"/>
                  <a:pt x="66958" y="70781"/>
                </a:cubicBezTo>
                <a:cubicBezTo>
                  <a:pt x="71514" y="70781"/>
                  <a:pt x="76296" y="73745"/>
                  <a:pt x="79028" y="78989"/>
                </a:cubicBezTo>
                <a:cubicBezTo>
                  <a:pt x="81307" y="83552"/>
                  <a:pt x="81762" y="89707"/>
                  <a:pt x="81762" y="96546"/>
                </a:cubicBezTo>
                <a:lnTo>
                  <a:pt x="81762" y="131203"/>
                </a:lnTo>
                <a:cubicBezTo>
                  <a:pt x="81762" y="149899"/>
                  <a:pt x="79483" y="150813"/>
                  <a:pt x="67640" y="151953"/>
                </a:cubicBezTo>
                <a:cubicBezTo>
                  <a:pt x="66503" y="153319"/>
                  <a:pt x="66503" y="158100"/>
                  <a:pt x="67640" y="159466"/>
                </a:cubicBezTo>
                <a:cubicBezTo>
                  <a:pt x="74475" y="159240"/>
                  <a:pt x="81762" y="159011"/>
                  <a:pt x="90871" y="159011"/>
                </a:cubicBezTo>
                <a:cubicBezTo>
                  <a:pt x="99982" y="159011"/>
                  <a:pt x="108180" y="159240"/>
                  <a:pt x="115012" y="159466"/>
                </a:cubicBezTo>
                <a:cubicBezTo>
                  <a:pt x="116152" y="158100"/>
                  <a:pt x="116152" y="153319"/>
                  <a:pt x="115012" y="151953"/>
                </a:cubicBezTo>
                <a:cubicBezTo>
                  <a:pt x="102259" y="150813"/>
                  <a:pt x="99753" y="149899"/>
                  <a:pt x="99753" y="131203"/>
                </a:cubicBezTo>
                <a:lnTo>
                  <a:pt x="99753" y="97230"/>
                </a:lnTo>
                <a:cubicBezTo>
                  <a:pt x="99753" y="84692"/>
                  <a:pt x="98843" y="73745"/>
                  <a:pt x="93606" y="66684"/>
                </a:cubicBezTo>
                <a:cubicBezTo>
                  <a:pt x="89731" y="61673"/>
                  <a:pt x="82673" y="58938"/>
                  <a:pt x="74701" y="58938"/>
                </a:cubicBezTo>
                <a:cubicBezTo>
                  <a:pt x="63542" y="58938"/>
                  <a:pt x="50789" y="61899"/>
                  <a:pt x="37351" y="77394"/>
                </a:cubicBezTo>
                <a:close/>
                <a:moveTo>
                  <a:pt x="180604" y="108191"/>
                </a:moveTo>
                <a:cubicBezTo>
                  <a:pt x="183565" y="108191"/>
                  <a:pt x="186751" y="101814"/>
                  <a:pt x="186751" y="99079"/>
                </a:cubicBezTo>
                <a:cubicBezTo>
                  <a:pt x="186751" y="96803"/>
                  <a:pt x="185841" y="94523"/>
                  <a:pt x="183565" y="94523"/>
                </a:cubicBezTo>
                <a:lnTo>
                  <a:pt x="133686" y="94523"/>
                </a:lnTo>
                <a:cubicBezTo>
                  <a:pt x="130955" y="94523"/>
                  <a:pt x="127994" y="99764"/>
                  <a:pt x="127994" y="103861"/>
                </a:cubicBezTo>
                <a:cubicBezTo>
                  <a:pt x="127994" y="106140"/>
                  <a:pt x="129360" y="108191"/>
                  <a:pt x="131410" y="108191"/>
                </a:cubicBezTo>
                <a:lnTo>
                  <a:pt x="180604" y="108191"/>
                </a:lnTo>
                <a:close/>
                <a:moveTo>
                  <a:pt x="205656" y="61384"/>
                </a:moveTo>
                <a:cubicBezTo>
                  <a:pt x="202466" y="61384"/>
                  <a:pt x="201556" y="64119"/>
                  <a:pt x="201556" y="65940"/>
                </a:cubicBezTo>
                <a:lnTo>
                  <a:pt x="201556" y="68901"/>
                </a:lnTo>
                <a:cubicBezTo>
                  <a:pt x="201556" y="70041"/>
                  <a:pt x="201782" y="70267"/>
                  <a:pt x="202696" y="70267"/>
                </a:cubicBezTo>
                <a:lnTo>
                  <a:pt x="216130" y="70267"/>
                </a:lnTo>
                <a:lnTo>
                  <a:pt x="216130" y="138716"/>
                </a:lnTo>
                <a:cubicBezTo>
                  <a:pt x="216130" y="154868"/>
                  <a:pt x="223192" y="161245"/>
                  <a:pt x="233666" y="161245"/>
                </a:cubicBezTo>
                <a:cubicBezTo>
                  <a:pt x="244143" y="161245"/>
                  <a:pt x="255531" y="156238"/>
                  <a:pt x="264414" y="146219"/>
                </a:cubicBezTo>
                <a:cubicBezTo>
                  <a:pt x="263958" y="143946"/>
                  <a:pt x="262593" y="142580"/>
                  <a:pt x="260313" y="142355"/>
                </a:cubicBezTo>
                <a:cubicBezTo>
                  <a:pt x="254391" y="146903"/>
                  <a:pt x="247559" y="148721"/>
                  <a:pt x="241638" y="148721"/>
                </a:cubicBezTo>
                <a:cubicBezTo>
                  <a:pt x="235490" y="148721"/>
                  <a:pt x="234125" y="141899"/>
                  <a:pt x="234125" y="127801"/>
                </a:cubicBezTo>
                <a:lnTo>
                  <a:pt x="234125" y="70267"/>
                </a:lnTo>
                <a:lnTo>
                  <a:pt x="257807" y="70267"/>
                </a:lnTo>
                <a:cubicBezTo>
                  <a:pt x="260087" y="70267"/>
                  <a:pt x="263274" y="69356"/>
                  <a:pt x="263274" y="67306"/>
                </a:cubicBezTo>
                <a:lnTo>
                  <a:pt x="263274" y="62754"/>
                </a:lnTo>
                <a:cubicBezTo>
                  <a:pt x="263274" y="61843"/>
                  <a:pt x="262593" y="61384"/>
                  <a:pt x="261453" y="61384"/>
                </a:cubicBezTo>
                <a:lnTo>
                  <a:pt x="234125" y="61384"/>
                </a:lnTo>
                <a:lnTo>
                  <a:pt x="234125" y="52505"/>
                </a:lnTo>
                <a:cubicBezTo>
                  <a:pt x="234125" y="37702"/>
                  <a:pt x="235035" y="28590"/>
                  <a:pt x="235035" y="28590"/>
                </a:cubicBezTo>
                <a:cubicBezTo>
                  <a:pt x="235035" y="27224"/>
                  <a:pt x="234350" y="26539"/>
                  <a:pt x="233211" y="26539"/>
                </a:cubicBezTo>
                <a:cubicBezTo>
                  <a:pt x="232300" y="26539"/>
                  <a:pt x="230250" y="27453"/>
                  <a:pt x="228203" y="28590"/>
                </a:cubicBezTo>
                <a:cubicBezTo>
                  <a:pt x="225697" y="29959"/>
                  <a:pt x="223418" y="31095"/>
                  <a:pt x="220457" y="31780"/>
                </a:cubicBezTo>
                <a:cubicBezTo>
                  <a:pt x="217725" y="32690"/>
                  <a:pt x="215449" y="33375"/>
                  <a:pt x="215449" y="34967"/>
                </a:cubicBezTo>
                <a:cubicBezTo>
                  <a:pt x="215449" y="37702"/>
                  <a:pt x="216130" y="36106"/>
                  <a:pt x="216130" y="61384"/>
                </a:cubicBezTo>
                <a:lnTo>
                  <a:pt x="205656" y="61384"/>
                </a:lnTo>
                <a:close/>
                <a:moveTo>
                  <a:pt x="305863" y="93811"/>
                </a:moveTo>
                <a:cubicBezTo>
                  <a:pt x="305863" y="89022"/>
                  <a:pt x="307913" y="86287"/>
                  <a:pt x="309734" y="84237"/>
                </a:cubicBezTo>
                <a:cubicBezTo>
                  <a:pt x="318390" y="75799"/>
                  <a:pt x="330004" y="70781"/>
                  <a:pt x="338887" y="70781"/>
                </a:cubicBezTo>
                <a:cubicBezTo>
                  <a:pt x="343439" y="70781"/>
                  <a:pt x="348224" y="73745"/>
                  <a:pt x="350956" y="78989"/>
                </a:cubicBezTo>
                <a:cubicBezTo>
                  <a:pt x="353235" y="83552"/>
                  <a:pt x="353691" y="89707"/>
                  <a:pt x="353691" y="96546"/>
                </a:cubicBezTo>
                <a:lnTo>
                  <a:pt x="353691" y="131203"/>
                </a:lnTo>
                <a:cubicBezTo>
                  <a:pt x="353691" y="149899"/>
                  <a:pt x="351411" y="150813"/>
                  <a:pt x="339568" y="151953"/>
                </a:cubicBezTo>
                <a:cubicBezTo>
                  <a:pt x="338431" y="153319"/>
                  <a:pt x="338431" y="158100"/>
                  <a:pt x="339568" y="159466"/>
                </a:cubicBezTo>
                <a:cubicBezTo>
                  <a:pt x="345945" y="159240"/>
                  <a:pt x="353691" y="159011"/>
                  <a:pt x="362799" y="159011"/>
                </a:cubicBezTo>
                <a:cubicBezTo>
                  <a:pt x="371911" y="159011"/>
                  <a:pt x="379424" y="159240"/>
                  <a:pt x="386941" y="159466"/>
                </a:cubicBezTo>
                <a:cubicBezTo>
                  <a:pt x="388080" y="158100"/>
                  <a:pt x="388080" y="153319"/>
                  <a:pt x="386941" y="151953"/>
                </a:cubicBezTo>
                <a:cubicBezTo>
                  <a:pt x="374187" y="150813"/>
                  <a:pt x="371681" y="149899"/>
                  <a:pt x="371681" y="131203"/>
                </a:cubicBezTo>
                <a:lnTo>
                  <a:pt x="371681" y="97230"/>
                </a:lnTo>
                <a:cubicBezTo>
                  <a:pt x="371681" y="84692"/>
                  <a:pt x="370771" y="73520"/>
                  <a:pt x="365534" y="66684"/>
                </a:cubicBezTo>
                <a:cubicBezTo>
                  <a:pt x="361659" y="61673"/>
                  <a:pt x="354601" y="58938"/>
                  <a:pt x="346629" y="58938"/>
                </a:cubicBezTo>
                <a:cubicBezTo>
                  <a:pt x="335471" y="58938"/>
                  <a:pt x="321807" y="61899"/>
                  <a:pt x="307913" y="77394"/>
                </a:cubicBezTo>
                <a:cubicBezTo>
                  <a:pt x="307228" y="78308"/>
                  <a:pt x="305633" y="80588"/>
                  <a:pt x="305633" y="77394"/>
                </a:cubicBezTo>
                <a:lnTo>
                  <a:pt x="305863" y="26119"/>
                </a:lnTo>
                <a:cubicBezTo>
                  <a:pt x="305863" y="11308"/>
                  <a:pt x="306773" y="2248"/>
                  <a:pt x="306773" y="2248"/>
                </a:cubicBezTo>
                <a:cubicBezTo>
                  <a:pt x="306773" y="678"/>
                  <a:pt x="305863" y="0"/>
                  <a:pt x="303812" y="0"/>
                </a:cubicBezTo>
                <a:cubicBezTo>
                  <a:pt x="298120" y="2248"/>
                  <a:pt x="281040" y="5393"/>
                  <a:pt x="271928" y="6068"/>
                </a:cubicBezTo>
                <a:cubicBezTo>
                  <a:pt x="271473" y="7892"/>
                  <a:pt x="271928" y="11534"/>
                  <a:pt x="273294" y="12900"/>
                </a:cubicBezTo>
                <a:cubicBezTo>
                  <a:pt x="285137" y="13584"/>
                  <a:pt x="287872" y="12444"/>
                  <a:pt x="287872" y="31589"/>
                </a:cubicBezTo>
                <a:lnTo>
                  <a:pt x="287872" y="131203"/>
                </a:lnTo>
                <a:cubicBezTo>
                  <a:pt x="287872" y="150128"/>
                  <a:pt x="285137" y="151039"/>
                  <a:pt x="271928" y="151953"/>
                </a:cubicBezTo>
                <a:cubicBezTo>
                  <a:pt x="270563" y="153319"/>
                  <a:pt x="270563" y="158100"/>
                  <a:pt x="271928" y="159466"/>
                </a:cubicBezTo>
                <a:cubicBezTo>
                  <a:pt x="279445" y="159240"/>
                  <a:pt x="287872" y="159011"/>
                  <a:pt x="296980" y="159011"/>
                </a:cubicBezTo>
                <a:cubicBezTo>
                  <a:pt x="305633" y="159011"/>
                  <a:pt x="313150" y="159240"/>
                  <a:pt x="319527" y="159466"/>
                </a:cubicBezTo>
                <a:cubicBezTo>
                  <a:pt x="320893" y="158100"/>
                  <a:pt x="320893" y="153319"/>
                  <a:pt x="319527" y="151953"/>
                </a:cubicBezTo>
                <a:cubicBezTo>
                  <a:pt x="307913" y="151039"/>
                  <a:pt x="305863" y="150128"/>
                  <a:pt x="305863" y="131203"/>
                </a:cubicBezTo>
                <a:lnTo>
                  <a:pt x="305863" y="93811"/>
                </a:lnTo>
                <a:close/>
                <a:moveTo>
                  <a:pt x="487142" y="131248"/>
                </a:moveTo>
                <a:lnTo>
                  <a:pt x="487142" y="70267"/>
                </a:lnTo>
                <a:lnTo>
                  <a:pt x="508323" y="70267"/>
                </a:lnTo>
                <a:cubicBezTo>
                  <a:pt x="510374" y="70267"/>
                  <a:pt x="513564" y="69356"/>
                  <a:pt x="513564" y="67306"/>
                </a:cubicBezTo>
                <a:lnTo>
                  <a:pt x="513564" y="62754"/>
                </a:lnTo>
                <a:cubicBezTo>
                  <a:pt x="513564" y="61843"/>
                  <a:pt x="512879" y="61384"/>
                  <a:pt x="511739" y="61384"/>
                </a:cubicBezTo>
                <a:lnTo>
                  <a:pt x="487142" y="61384"/>
                </a:lnTo>
                <a:lnTo>
                  <a:pt x="487142" y="48374"/>
                </a:lnTo>
                <a:cubicBezTo>
                  <a:pt x="487142" y="13223"/>
                  <a:pt x="497620" y="7746"/>
                  <a:pt x="505137" y="7746"/>
                </a:cubicBezTo>
                <a:cubicBezTo>
                  <a:pt x="511969" y="7746"/>
                  <a:pt x="515611" y="10484"/>
                  <a:pt x="518801" y="18474"/>
                </a:cubicBezTo>
                <a:cubicBezTo>
                  <a:pt x="520622" y="22581"/>
                  <a:pt x="523127" y="25778"/>
                  <a:pt x="527909" y="25778"/>
                </a:cubicBezTo>
                <a:cubicBezTo>
                  <a:pt x="531780" y="25778"/>
                  <a:pt x="537247" y="20983"/>
                  <a:pt x="537247" y="16420"/>
                </a:cubicBezTo>
                <a:cubicBezTo>
                  <a:pt x="537247" y="12538"/>
                  <a:pt x="534741" y="8431"/>
                  <a:pt x="529959" y="4785"/>
                </a:cubicBezTo>
                <a:cubicBezTo>
                  <a:pt x="524038" y="685"/>
                  <a:pt x="518116" y="0"/>
                  <a:pt x="509463" y="0"/>
                </a:cubicBezTo>
                <a:cubicBezTo>
                  <a:pt x="490333" y="0"/>
                  <a:pt x="469152" y="16646"/>
                  <a:pt x="469152" y="52255"/>
                </a:cubicBezTo>
                <a:lnTo>
                  <a:pt x="469152" y="61384"/>
                </a:lnTo>
                <a:lnTo>
                  <a:pt x="457538" y="61384"/>
                </a:lnTo>
                <a:cubicBezTo>
                  <a:pt x="453437" y="61384"/>
                  <a:pt x="452297" y="64119"/>
                  <a:pt x="452297" y="65940"/>
                </a:cubicBezTo>
                <a:lnTo>
                  <a:pt x="452297" y="68901"/>
                </a:lnTo>
                <a:cubicBezTo>
                  <a:pt x="452297" y="70041"/>
                  <a:pt x="452527" y="70267"/>
                  <a:pt x="453437" y="70267"/>
                </a:cubicBezTo>
                <a:lnTo>
                  <a:pt x="469152" y="70267"/>
                </a:lnTo>
                <a:lnTo>
                  <a:pt x="469152" y="131248"/>
                </a:lnTo>
                <a:cubicBezTo>
                  <a:pt x="469152" y="150132"/>
                  <a:pt x="465506" y="151042"/>
                  <a:pt x="453208" y="151953"/>
                </a:cubicBezTo>
                <a:cubicBezTo>
                  <a:pt x="451842" y="153319"/>
                  <a:pt x="451842" y="158100"/>
                  <a:pt x="453208" y="159466"/>
                </a:cubicBezTo>
                <a:cubicBezTo>
                  <a:pt x="461180" y="159240"/>
                  <a:pt x="469152" y="159011"/>
                  <a:pt x="478260" y="159011"/>
                </a:cubicBezTo>
                <a:cubicBezTo>
                  <a:pt x="487372" y="159011"/>
                  <a:pt x="498304" y="159240"/>
                  <a:pt x="506273" y="159466"/>
                </a:cubicBezTo>
                <a:cubicBezTo>
                  <a:pt x="507642" y="158100"/>
                  <a:pt x="507642" y="153319"/>
                  <a:pt x="506273" y="151953"/>
                </a:cubicBezTo>
                <a:cubicBezTo>
                  <a:pt x="488512" y="151042"/>
                  <a:pt x="487142" y="150132"/>
                  <a:pt x="487142" y="131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astestcorrectproof">
            <a:extLst xmlns:a="http://schemas.openxmlformats.org/drawingml/2006/main">
              <a:ext uri="{FF2B5EF4-FFF2-40B4-BE49-F238E27FC236}">
                <a16:creationId xmlns:a16="http://schemas.microsoft.com/office/drawing/2014/main" id="{F30D3574-16D3-4D62-BE46-EC3A2ECC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302" y="2993430"/>
            <a:ext cx="1808060" cy="212399"/>
          </a:xfrm>
          <a:custGeom xmlns:a="http://schemas.openxmlformats.org/drawingml/2006/main">
            <a:pathLst>
              <a:path w="1808060" h="212399">
                <a:moveTo>
                  <a:pt x="58531" y="105880"/>
                </a:moveTo>
                <a:lnTo>
                  <a:pt x="58531" y="135957"/>
                </a:lnTo>
                <a:cubicBezTo>
                  <a:pt x="58531" y="138921"/>
                  <a:pt x="57162" y="140516"/>
                  <a:pt x="55341" y="141882"/>
                </a:cubicBezTo>
                <a:cubicBezTo>
                  <a:pt x="49420" y="146667"/>
                  <a:pt x="41677" y="151911"/>
                  <a:pt x="35300" y="151911"/>
                </a:cubicBezTo>
                <a:cubicBezTo>
                  <a:pt x="23912" y="151911"/>
                  <a:pt x="18901" y="142796"/>
                  <a:pt x="18901" y="135731"/>
                </a:cubicBezTo>
                <a:cubicBezTo>
                  <a:pt x="18901" y="125476"/>
                  <a:pt x="23686" y="114992"/>
                  <a:pt x="40537" y="110665"/>
                </a:cubicBezTo>
                <a:lnTo>
                  <a:pt x="58531" y="105880"/>
                </a:lnTo>
                <a:moveTo>
                  <a:pt x="58531" y="148036"/>
                </a:moveTo>
                <a:cubicBezTo>
                  <a:pt x="59897" y="155098"/>
                  <a:pt x="62403" y="161245"/>
                  <a:pt x="73791" y="161245"/>
                </a:cubicBezTo>
                <a:cubicBezTo>
                  <a:pt x="82444" y="161245"/>
                  <a:pt x="90641" y="157374"/>
                  <a:pt x="95423" y="152822"/>
                </a:cubicBezTo>
                <a:cubicBezTo>
                  <a:pt x="94968" y="150087"/>
                  <a:pt x="94057" y="148036"/>
                  <a:pt x="91552" y="146671"/>
                </a:cubicBezTo>
                <a:cubicBezTo>
                  <a:pt x="89960" y="148036"/>
                  <a:pt x="86086" y="150316"/>
                  <a:pt x="83125" y="150316"/>
                </a:cubicBezTo>
                <a:cubicBezTo>
                  <a:pt x="76522" y="150316"/>
                  <a:pt x="76293" y="141427"/>
                  <a:pt x="76293" y="130946"/>
                </a:cubicBezTo>
                <a:lnTo>
                  <a:pt x="76293" y="97446"/>
                </a:lnTo>
                <a:cubicBezTo>
                  <a:pt x="76293" y="65089"/>
                  <a:pt x="58531" y="58938"/>
                  <a:pt x="41903" y="58938"/>
                </a:cubicBezTo>
                <a:cubicBezTo>
                  <a:pt x="23228" y="58938"/>
                  <a:pt x="4327" y="71240"/>
                  <a:pt x="4327" y="84230"/>
                </a:cubicBezTo>
                <a:cubicBezTo>
                  <a:pt x="4327" y="89700"/>
                  <a:pt x="7058" y="92435"/>
                  <a:pt x="12298" y="92435"/>
                </a:cubicBezTo>
                <a:cubicBezTo>
                  <a:pt x="18901" y="92435"/>
                  <a:pt x="23002" y="87649"/>
                  <a:pt x="23002" y="84685"/>
                </a:cubicBezTo>
                <a:cubicBezTo>
                  <a:pt x="23002" y="83090"/>
                  <a:pt x="22772" y="81495"/>
                  <a:pt x="22317" y="80584"/>
                </a:cubicBezTo>
                <a:cubicBezTo>
                  <a:pt x="22091" y="79900"/>
                  <a:pt x="21862" y="78534"/>
                  <a:pt x="21862" y="76025"/>
                </a:cubicBezTo>
                <a:cubicBezTo>
                  <a:pt x="21862" y="68960"/>
                  <a:pt x="31429" y="66455"/>
                  <a:pt x="40082" y="66455"/>
                </a:cubicBezTo>
                <a:cubicBezTo>
                  <a:pt x="47825" y="66455"/>
                  <a:pt x="58531" y="70329"/>
                  <a:pt x="58531" y="96080"/>
                </a:cubicBezTo>
                <a:cubicBezTo>
                  <a:pt x="58531" y="97675"/>
                  <a:pt x="57847" y="98585"/>
                  <a:pt x="57162" y="98815"/>
                </a:cubicBezTo>
                <a:lnTo>
                  <a:pt x="37576" y="103600"/>
                </a:lnTo>
                <a:cubicBezTo>
                  <a:pt x="15714" y="109070"/>
                  <a:pt x="0" y="121146"/>
                  <a:pt x="0" y="136641"/>
                </a:cubicBezTo>
                <a:cubicBezTo>
                  <a:pt x="0" y="155327"/>
                  <a:pt x="12754" y="161245"/>
                  <a:pt x="28694" y="161245"/>
                </a:cubicBezTo>
                <a:cubicBezTo>
                  <a:pt x="36666" y="161245"/>
                  <a:pt x="43498" y="159424"/>
                  <a:pt x="53520" y="151682"/>
                </a:cubicBezTo>
                <a:lnTo>
                  <a:pt x="58076" y="148036"/>
                </a:lnTo>
                <a:lnTo>
                  <a:pt x="58531" y="148036"/>
                </a:lnTo>
                <a:close/>
                <a:moveTo>
                  <a:pt x="106811" y="127526"/>
                </a:moveTo>
                <a:cubicBezTo>
                  <a:pt x="107721" y="138692"/>
                  <a:pt x="108406" y="149402"/>
                  <a:pt x="108406" y="158969"/>
                </a:cubicBezTo>
                <a:cubicBezTo>
                  <a:pt x="110682" y="158514"/>
                  <a:pt x="112962" y="158288"/>
                  <a:pt x="114098" y="158288"/>
                </a:cubicBezTo>
                <a:cubicBezTo>
                  <a:pt x="115693" y="158288"/>
                  <a:pt x="117059" y="158288"/>
                  <a:pt x="118654" y="158743"/>
                </a:cubicBezTo>
                <a:cubicBezTo>
                  <a:pt x="124805" y="160335"/>
                  <a:pt x="130953" y="161245"/>
                  <a:pt x="139380" y="161245"/>
                </a:cubicBezTo>
                <a:cubicBezTo>
                  <a:pt x="152133" y="161245"/>
                  <a:pt x="175590" y="155098"/>
                  <a:pt x="175590" y="132537"/>
                </a:cubicBezTo>
                <a:cubicBezTo>
                  <a:pt x="175590" y="117045"/>
                  <a:pt x="164432" y="107930"/>
                  <a:pt x="148943" y="102231"/>
                </a:cubicBezTo>
                <a:cubicBezTo>
                  <a:pt x="135279" y="96990"/>
                  <a:pt x="126171" y="93571"/>
                  <a:pt x="126171" y="81040"/>
                </a:cubicBezTo>
                <a:cubicBezTo>
                  <a:pt x="126171" y="71695"/>
                  <a:pt x="134369" y="66455"/>
                  <a:pt x="142111" y="66455"/>
                </a:cubicBezTo>
                <a:cubicBezTo>
                  <a:pt x="147122" y="66455"/>
                  <a:pt x="160331" y="68279"/>
                  <a:pt x="163292" y="87649"/>
                </a:cubicBezTo>
                <a:cubicBezTo>
                  <a:pt x="164658" y="89015"/>
                  <a:pt x="169214" y="88786"/>
                  <a:pt x="170579" y="87420"/>
                </a:cubicBezTo>
                <a:cubicBezTo>
                  <a:pt x="171264" y="79215"/>
                  <a:pt x="171719" y="70785"/>
                  <a:pt x="171949" y="63268"/>
                </a:cubicBezTo>
                <a:cubicBezTo>
                  <a:pt x="164887" y="62128"/>
                  <a:pt x="153954" y="58938"/>
                  <a:pt x="142111" y="58938"/>
                </a:cubicBezTo>
                <a:cubicBezTo>
                  <a:pt x="125260" y="58938"/>
                  <a:pt x="110001" y="69874"/>
                  <a:pt x="110001" y="84459"/>
                </a:cubicBezTo>
                <a:cubicBezTo>
                  <a:pt x="110001" y="101091"/>
                  <a:pt x="117514" y="108156"/>
                  <a:pt x="135053" y="115450"/>
                </a:cubicBezTo>
                <a:cubicBezTo>
                  <a:pt x="153954" y="123196"/>
                  <a:pt x="158281" y="127981"/>
                  <a:pt x="158281" y="137781"/>
                </a:cubicBezTo>
                <a:cubicBezTo>
                  <a:pt x="158281" y="148947"/>
                  <a:pt x="147352" y="153732"/>
                  <a:pt x="138925" y="153732"/>
                </a:cubicBezTo>
                <a:cubicBezTo>
                  <a:pt x="130042" y="153732"/>
                  <a:pt x="125031" y="150768"/>
                  <a:pt x="122755" y="148262"/>
                </a:cubicBezTo>
                <a:cubicBezTo>
                  <a:pt x="117744" y="143022"/>
                  <a:pt x="115238" y="132996"/>
                  <a:pt x="113872" y="127297"/>
                </a:cubicBezTo>
                <a:cubicBezTo>
                  <a:pt x="112507" y="125931"/>
                  <a:pt x="108177" y="126157"/>
                  <a:pt x="106811" y="127526"/>
                </a:cubicBezTo>
                <a:close/>
                <a:moveTo>
                  <a:pt x="194495" y="61384"/>
                </a:moveTo>
                <a:cubicBezTo>
                  <a:pt x="191305" y="61384"/>
                  <a:pt x="190395" y="64119"/>
                  <a:pt x="190395" y="65940"/>
                </a:cubicBezTo>
                <a:lnTo>
                  <a:pt x="190395" y="68901"/>
                </a:lnTo>
                <a:cubicBezTo>
                  <a:pt x="190395" y="70041"/>
                  <a:pt x="190620" y="70267"/>
                  <a:pt x="191534" y="70267"/>
                </a:cubicBezTo>
                <a:lnTo>
                  <a:pt x="204969" y="70267"/>
                </a:lnTo>
                <a:lnTo>
                  <a:pt x="204969" y="138716"/>
                </a:lnTo>
                <a:cubicBezTo>
                  <a:pt x="204969" y="154868"/>
                  <a:pt x="212031" y="161245"/>
                  <a:pt x="222505" y="161245"/>
                </a:cubicBezTo>
                <a:cubicBezTo>
                  <a:pt x="232982" y="161245"/>
                  <a:pt x="244370" y="156238"/>
                  <a:pt x="253252" y="146219"/>
                </a:cubicBezTo>
                <a:cubicBezTo>
                  <a:pt x="252797" y="143946"/>
                  <a:pt x="251431" y="142580"/>
                  <a:pt x="249152" y="142355"/>
                </a:cubicBezTo>
                <a:cubicBezTo>
                  <a:pt x="243230" y="146903"/>
                  <a:pt x="236398" y="148721"/>
                  <a:pt x="230477" y="148721"/>
                </a:cubicBezTo>
                <a:cubicBezTo>
                  <a:pt x="224329" y="148721"/>
                  <a:pt x="222963" y="141899"/>
                  <a:pt x="222963" y="127801"/>
                </a:cubicBezTo>
                <a:lnTo>
                  <a:pt x="222963" y="70267"/>
                </a:lnTo>
                <a:lnTo>
                  <a:pt x="246646" y="70267"/>
                </a:lnTo>
                <a:cubicBezTo>
                  <a:pt x="248926" y="70267"/>
                  <a:pt x="252113" y="69356"/>
                  <a:pt x="252113" y="67306"/>
                </a:cubicBezTo>
                <a:lnTo>
                  <a:pt x="252113" y="62754"/>
                </a:lnTo>
                <a:cubicBezTo>
                  <a:pt x="252113" y="61843"/>
                  <a:pt x="251431" y="61384"/>
                  <a:pt x="250292" y="61384"/>
                </a:cubicBezTo>
                <a:lnTo>
                  <a:pt x="222963" y="61384"/>
                </a:lnTo>
                <a:lnTo>
                  <a:pt x="222963" y="52505"/>
                </a:lnTo>
                <a:cubicBezTo>
                  <a:pt x="222963" y="37702"/>
                  <a:pt x="223874" y="28590"/>
                  <a:pt x="223874" y="28590"/>
                </a:cubicBezTo>
                <a:cubicBezTo>
                  <a:pt x="223874" y="27224"/>
                  <a:pt x="223189" y="26539"/>
                  <a:pt x="222049" y="26539"/>
                </a:cubicBezTo>
                <a:cubicBezTo>
                  <a:pt x="221139" y="26539"/>
                  <a:pt x="219089" y="27453"/>
                  <a:pt x="217042" y="28590"/>
                </a:cubicBezTo>
                <a:cubicBezTo>
                  <a:pt x="214536" y="29959"/>
                  <a:pt x="212256" y="31095"/>
                  <a:pt x="209296" y="31780"/>
                </a:cubicBezTo>
                <a:cubicBezTo>
                  <a:pt x="206564" y="32690"/>
                  <a:pt x="204288" y="33375"/>
                  <a:pt x="204288" y="34967"/>
                </a:cubicBezTo>
                <a:cubicBezTo>
                  <a:pt x="204288" y="37702"/>
                  <a:pt x="204969" y="36106"/>
                  <a:pt x="204969" y="61384"/>
                </a:cubicBezTo>
                <a:lnTo>
                  <a:pt x="194495" y="61384"/>
                </a:lnTo>
                <a:close/>
                <a:moveTo>
                  <a:pt x="284909" y="94787"/>
                </a:moveTo>
                <a:cubicBezTo>
                  <a:pt x="289236" y="69162"/>
                  <a:pt x="305180" y="67122"/>
                  <a:pt x="310646" y="67122"/>
                </a:cubicBezTo>
                <a:cubicBezTo>
                  <a:pt x="319299" y="67122"/>
                  <a:pt x="329547" y="71886"/>
                  <a:pt x="329547" y="90933"/>
                </a:cubicBezTo>
                <a:cubicBezTo>
                  <a:pt x="329547" y="92973"/>
                  <a:pt x="328637" y="94110"/>
                  <a:pt x="326131" y="94110"/>
                </a:cubicBezTo>
                <a:lnTo>
                  <a:pt x="284909" y="94787"/>
                </a:lnTo>
                <a:moveTo>
                  <a:pt x="344577" y="137799"/>
                </a:moveTo>
                <a:cubicBezTo>
                  <a:pt x="336153" y="146448"/>
                  <a:pt x="329547" y="150087"/>
                  <a:pt x="316338" y="150087"/>
                </a:cubicBezTo>
                <a:cubicBezTo>
                  <a:pt x="308140" y="150087"/>
                  <a:pt x="298573" y="145308"/>
                  <a:pt x="291515" y="133705"/>
                </a:cubicBezTo>
                <a:cubicBezTo>
                  <a:pt x="286960" y="126195"/>
                  <a:pt x="284225" y="115728"/>
                  <a:pt x="284225" y="102530"/>
                </a:cubicBezTo>
                <a:lnTo>
                  <a:pt x="344806" y="102985"/>
                </a:lnTo>
                <a:cubicBezTo>
                  <a:pt x="347538" y="102985"/>
                  <a:pt x="349133" y="101619"/>
                  <a:pt x="349133" y="99114"/>
                </a:cubicBezTo>
                <a:cubicBezTo>
                  <a:pt x="349133" y="80049"/>
                  <a:pt x="342301" y="59605"/>
                  <a:pt x="310646" y="59605"/>
                </a:cubicBezTo>
                <a:cubicBezTo>
                  <a:pt x="290831" y="59605"/>
                  <a:pt x="265094" y="78461"/>
                  <a:pt x="265094" y="112997"/>
                </a:cubicBezTo>
                <a:cubicBezTo>
                  <a:pt x="265094" y="125740"/>
                  <a:pt x="268284" y="138028"/>
                  <a:pt x="275801" y="146674"/>
                </a:cubicBezTo>
                <a:cubicBezTo>
                  <a:pt x="283544" y="155782"/>
                  <a:pt x="294247" y="161245"/>
                  <a:pt x="310646" y="161245"/>
                </a:cubicBezTo>
                <a:cubicBezTo>
                  <a:pt x="327952" y="161245"/>
                  <a:pt x="340250" y="153277"/>
                  <a:pt x="349362" y="141441"/>
                </a:cubicBezTo>
                <a:cubicBezTo>
                  <a:pt x="348678" y="139164"/>
                  <a:pt x="347312" y="138028"/>
                  <a:pt x="344577" y="137799"/>
                </a:cubicBezTo>
                <a:close/>
                <a:moveTo>
                  <a:pt x="369402" y="127526"/>
                </a:moveTo>
                <a:cubicBezTo>
                  <a:pt x="370312" y="138692"/>
                  <a:pt x="370997" y="149402"/>
                  <a:pt x="370997" y="158969"/>
                </a:cubicBezTo>
                <a:cubicBezTo>
                  <a:pt x="373273" y="158514"/>
                  <a:pt x="375553" y="158288"/>
                  <a:pt x="376689" y="158288"/>
                </a:cubicBezTo>
                <a:cubicBezTo>
                  <a:pt x="378284" y="158288"/>
                  <a:pt x="379650" y="158288"/>
                  <a:pt x="381245" y="158743"/>
                </a:cubicBezTo>
                <a:cubicBezTo>
                  <a:pt x="387396" y="160335"/>
                  <a:pt x="393543" y="161245"/>
                  <a:pt x="401970" y="161245"/>
                </a:cubicBezTo>
                <a:cubicBezTo>
                  <a:pt x="414724" y="161245"/>
                  <a:pt x="438181" y="155098"/>
                  <a:pt x="438181" y="132537"/>
                </a:cubicBezTo>
                <a:cubicBezTo>
                  <a:pt x="438181" y="117045"/>
                  <a:pt x="427022" y="107930"/>
                  <a:pt x="411534" y="102231"/>
                </a:cubicBezTo>
                <a:cubicBezTo>
                  <a:pt x="397870" y="96990"/>
                  <a:pt x="388761" y="93571"/>
                  <a:pt x="388761" y="81040"/>
                </a:cubicBezTo>
                <a:cubicBezTo>
                  <a:pt x="388761" y="71695"/>
                  <a:pt x="396959" y="66455"/>
                  <a:pt x="404702" y="66455"/>
                </a:cubicBezTo>
                <a:cubicBezTo>
                  <a:pt x="409713" y="66455"/>
                  <a:pt x="422922" y="68279"/>
                  <a:pt x="425883" y="87649"/>
                </a:cubicBezTo>
                <a:cubicBezTo>
                  <a:pt x="427248" y="89015"/>
                  <a:pt x="431804" y="88786"/>
                  <a:pt x="433170" y="87420"/>
                </a:cubicBezTo>
                <a:cubicBezTo>
                  <a:pt x="433854" y="79215"/>
                  <a:pt x="434310" y="70785"/>
                  <a:pt x="434539" y="63268"/>
                </a:cubicBezTo>
                <a:cubicBezTo>
                  <a:pt x="427478" y="62128"/>
                  <a:pt x="416545" y="58938"/>
                  <a:pt x="404702" y="58938"/>
                </a:cubicBezTo>
                <a:cubicBezTo>
                  <a:pt x="387851" y="58938"/>
                  <a:pt x="372592" y="69874"/>
                  <a:pt x="372592" y="84459"/>
                </a:cubicBezTo>
                <a:cubicBezTo>
                  <a:pt x="372592" y="101091"/>
                  <a:pt x="380105" y="108156"/>
                  <a:pt x="397644" y="115450"/>
                </a:cubicBezTo>
                <a:cubicBezTo>
                  <a:pt x="416545" y="123196"/>
                  <a:pt x="420871" y="127981"/>
                  <a:pt x="420871" y="137781"/>
                </a:cubicBezTo>
                <a:cubicBezTo>
                  <a:pt x="420871" y="148947"/>
                  <a:pt x="409942" y="153732"/>
                  <a:pt x="401515" y="153732"/>
                </a:cubicBezTo>
                <a:cubicBezTo>
                  <a:pt x="392633" y="153732"/>
                  <a:pt x="387622" y="150768"/>
                  <a:pt x="385345" y="148262"/>
                </a:cubicBezTo>
                <a:cubicBezTo>
                  <a:pt x="380334" y="143022"/>
                  <a:pt x="377829" y="132996"/>
                  <a:pt x="376463" y="127297"/>
                </a:cubicBezTo>
                <a:cubicBezTo>
                  <a:pt x="375097" y="125931"/>
                  <a:pt x="370767" y="126157"/>
                  <a:pt x="369402" y="127526"/>
                </a:cubicBezTo>
                <a:close/>
                <a:moveTo>
                  <a:pt x="457086" y="61384"/>
                </a:moveTo>
                <a:cubicBezTo>
                  <a:pt x="453896" y="61384"/>
                  <a:pt x="452985" y="64119"/>
                  <a:pt x="452985" y="65940"/>
                </a:cubicBezTo>
                <a:lnTo>
                  <a:pt x="452985" y="68901"/>
                </a:lnTo>
                <a:cubicBezTo>
                  <a:pt x="452985" y="70041"/>
                  <a:pt x="453211" y="70267"/>
                  <a:pt x="454125" y="70267"/>
                </a:cubicBezTo>
                <a:lnTo>
                  <a:pt x="467560" y="70267"/>
                </a:lnTo>
                <a:lnTo>
                  <a:pt x="467560" y="138716"/>
                </a:lnTo>
                <a:cubicBezTo>
                  <a:pt x="467560" y="154868"/>
                  <a:pt x="474621" y="161245"/>
                  <a:pt x="485095" y="161245"/>
                </a:cubicBezTo>
                <a:cubicBezTo>
                  <a:pt x="495573" y="161245"/>
                  <a:pt x="506961" y="156238"/>
                  <a:pt x="515843" y="146219"/>
                </a:cubicBezTo>
                <a:cubicBezTo>
                  <a:pt x="515388" y="143946"/>
                  <a:pt x="514022" y="142580"/>
                  <a:pt x="511743" y="142355"/>
                </a:cubicBezTo>
                <a:cubicBezTo>
                  <a:pt x="505821" y="146903"/>
                  <a:pt x="498989" y="148721"/>
                  <a:pt x="493067" y="148721"/>
                </a:cubicBezTo>
                <a:cubicBezTo>
                  <a:pt x="486920" y="148721"/>
                  <a:pt x="485554" y="141899"/>
                  <a:pt x="485554" y="127801"/>
                </a:cubicBezTo>
                <a:lnTo>
                  <a:pt x="485554" y="70267"/>
                </a:lnTo>
                <a:lnTo>
                  <a:pt x="509237" y="70267"/>
                </a:lnTo>
                <a:cubicBezTo>
                  <a:pt x="511517" y="70267"/>
                  <a:pt x="514703" y="69356"/>
                  <a:pt x="514703" y="67306"/>
                </a:cubicBezTo>
                <a:lnTo>
                  <a:pt x="514703" y="62754"/>
                </a:lnTo>
                <a:cubicBezTo>
                  <a:pt x="514703" y="61843"/>
                  <a:pt x="514022" y="61384"/>
                  <a:pt x="512882" y="61384"/>
                </a:cubicBezTo>
                <a:lnTo>
                  <a:pt x="485554" y="61384"/>
                </a:lnTo>
                <a:lnTo>
                  <a:pt x="485554" y="52505"/>
                </a:lnTo>
                <a:cubicBezTo>
                  <a:pt x="485554" y="37702"/>
                  <a:pt x="486465" y="28590"/>
                  <a:pt x="486465" y="28590"/>
                </a:cubicBezTo>
                <a:cubicBezTo>
                  <a:pt x="486465" y="27224"/>
                  <a:pt x="485780" y="26539"/>
                  <a:pt x="484640" y="26539"/>
                </a:cubicBezTo>
                <a:cubicBezTo>
                  <a:pt x="483730" y="26539"/>
                  <a:pt x="481679" y="27453"/>
                  <a:pt x="479633" y="28590"/>
                </a:cubicBezTo>
                <a:cubicBezTo>
                  <a:pt x="477127" y="29959"/>
                  <a:pt x="474847" y="31095"/>
                  <a:pt x="471887" y="31780"/>
                </a:cubicBezTo>
                <a:cubicBezTo>
                  <a:pt x="469155" y="32690"/>
                  <a:pt x="466879" y="33375"/>
                  <a:pt x="466879" y="34967"/>
                </a:cubicBezTo>
                <a:cubicBezTo>
                  <a:pt x="466879" y="37702"/>
                  <a:pt x="467560" y="36106"/>
                  <a:pt x="467560" y="61384"/>
                </a:cubicBezTo>
                <a:lnTo>
                  <a:pt x="457086" y="61384"/>
                </a:lnTo>
                <a:close/>
                <a:moveTo>
                  <a:pt x="666837" y="138237"/>
                </a:moveTo>
                <a:cubicBezTo>
                  <a:pt x="665926" y="136186"/>
                  <a:pt x="664102" y="135276"/>
                  <a:pt x="662055" y="135046"/>
                </a:cubicBezTo>
                <a:cubicBezTo>
                  <a:pt x="654309" y="145076"/>
                  <a:pt x="644516" y="150087"/>
                  <a:pt x="634723" y="150087"/>
                </a:cubicBezTo>
                <a:cubicBezTo>
                  <a:pt x="618098" y="150087"/>
                  <a:pt x="604205" y="133225"/>
                  <a:pt x="604205" y="106561"/>
                </a:cubicBezTo>
                <a:cubicBezTo>
                  <a:pt x="604205" y="81495"/>
                  <a:pt x="615138" y="66455"/>
                  <a:pt x="630171" y="66455"/>
                </a:cubicBezTo>
                <a:cubicBezTo>
                  <a:pt x="643606" y="66455"/>
                  <a:pt x="645427" y="74430"/>
                  <a:pt x="646341" y="82405"/>
                </a:cubicBezTo>
                <a:cubicBezTo>
                  <a:pt x="647022" y="88560"/>
                  <a:pt x="650212" y="90610"/>
                  <a:pt x="654994" y="90610"/>
                </a:cubicBezTo>
                <a:cubicBezTo>
                  <a:pt x="659775" y="90610"/>
                  <a:pt x="666152" y="87649"/>
                  <a:pt x="666152" y="80584"/>
                </a:cubicBezTo>
                <a:cubicBezTo>
                  <a:pt x="666152" y="68050"/>
                  <a:pt x="653173" y="58938"/>
                  <a:pt x="631307" y="58938"/>
                </a:cubicBezTo>
                <a:cubicBezTo>
                  <a:pt x="608761" y="58938"/>
                  <a:pt x="584619" y="79215"/>
                  <a:pt x="584619" y="111575"/>
                </a:cubicBezTo>
                <a:cubicBezTo>
                  <a:pt x="584619" y="140971"/>
                  <a:pt x="601018" y="161245"/>
                  <a:pt x="629712" y="161245"/>
                </a:cubicBezTo>
                <a:cubicBezTo>
                  <a:pt x="643380" y="161245"/>
                  <a:pt x="655449" y="156919"/>
                  <a:pt x="666837" y="138237"/>
                </a:cubicBezTo>
                <a:close/>
                <a:moveTo>
                  <a:pt x="683004" y="112257"/>
                </a:moveTo>
                <a:cubicBezTo>
                  <a:pt x="683004" y="135502"/>
                  <a:pt x="698493" y="161245"/>
                  <a:pt x="730832" y="161245"/>
                </a:cubicBezTo>
                <a:cubicBezTo>
                  <a:pt x="745407" y="161245"/>
                  <a:pt x="756569" y="156008"/>
                  <a:pt x="764312" y="148492"/>
                </a:cubicBezTo>
                <a:cubicBezTo>
                  <a:pt x="774560" y="138462"/>
                  <a:pt x="779116" y="124107"/>
                  <a:pt x="779116" y="110206"/>
                </a:cubicBezTo>
                <a:cubicBezTo>
                  <a:pt x="779116" y="86506"/>
                  <a:pt x="766133" y="58938"/>
                  <a:pt x="731288" y="58938"/>
                </a:cubicBezTo>
                <a:cubicBezTo>
                  <a:pt x="716258" y="58938"/>
                  <a:pt x="703959" y="65089"/>
                  <a:pt x="695532" y="74885"/>
                </a:cubicBezTo>
                <a:cubicBezTo>
                  <a:pt x="687334" y="84685"/>
                  <a:pt x="683004" y="97901"/>
                  <a:pt x="683004" y="112257"/>
                </a:cubicBezTo>
                <a:moveTo>
                  <a:pt x="727872" y="66910"/>
                </a:moveTo>
                <a:cubicBezTo>
                  <a:pt x="747457" y="66910"/>
                  <a:pt x="759530" y="84685"/>
                  <a:pt x="759530" y="117501"/>
                </a:cubicBezTo>
                <a:cubicBezTo>
                  <a:pt x="759530" y="146212"/>
                  <a:pt x="744726" y="153277"/>
                  <a:pt x="734023" y="153277"/>
                </a:cubicBezTo>
                <a:cubicBezTo>
                  <a:pt x="710336" y="153277"/>
                  <a:pt x="702594" y="124562"/>
                  <a:pt x="702594" y="107016"/>
                </a:cubicBezTo>
                <a:cubicBezTo>
                  <a:pt x="702594" y="87191"/>
                  <a:pt x="707375" y="66910"/>
                  <a:pt x="727872" y="66910"/>
                </a:cubicBezTo>
                <a:close/>
                <a:moveTo>
                  <a:pt x="828535" y="77391"/>
                </a:moveTo>
                <a:cubicBezTo>
                  <a:pt x="828080" y="68276"/>
                  <a:pt x="827851" y="62357"/>
                  <a:pt x="826714" y="60078"/>
                </a:cubicBezTo>
                <a:cubicBezTo>
                  <a:pt x="826256" y="58938"/>
                  <a:pt x="825801" y="58257"/>
                  <a:pt x="823980" y="58257"/>
                </a:cubicBezTo>
                <a:cubicBezTo>
                  <a:pt x="817603" y="60762"/>
                  <a:pt x="811681" y="62813"/>
                  <a:pt x="795967" y="64860"/>
                </a:cubicBezTo>
                <a:cubicBezTo>
                  <a:pt x="795511" y="66229"/>
                  <a:pt x="795967" y="69871"/>
                  <a:pt x="796422" y="71236"/>
                </a:cubicBezTo>
                <a:cubicBezTo>
                  <a:pt x="808720" y="72376"/>
                  <a:pt x="811226" y="73516"/>
                  <a:pt x="811226" y="86739"/>
                </a:cubicBezTo>
                <a:lnTo>
                  <a:pt x="811226" y="131203"/>
                </a:lnTo>
                <a:cubicBezTo>
                  <a:pt x="811226" y="150128"/>
                  <a:pt x="808494" y="151039"/>
                  <a:pt x="794372" y="151953"/>
                </a:cubicBezTo>
                <a:cubicBezTo>
                  <a:pt x="793006" y="153319"/>
                  <a:pt x="793006" y="158100"/>
                  <a:pt x="794372" y="159466"/>
                </a:cubicBezTo>
                <a:cubicBezTo>
                  <a:pt x="802344" y="159240"/>
                  <a:pt x="811226" y="159011"/>
                  <a:pt x="820338" y="159011"/>
                </a:cubicBezTo>
                <a:cubicBezTo>
                  <a:pt x="829446" y="159011"/>
                  <a:pt x="839923" y="159240"/>
                  <a:pt x="847892" y="159466"/>
                </a:cubicBezTo>
                <a:cubicBezTo>
                  <a:pt x="849261" y="158100"/>
                  <a:pt x="849261" y="153319"/>
                  <a:pt x="847892" y="151953"/>
                </a:cubicBezTo>
                <a:cubicBezTo>
                  <a:pt x="831951" y="150813"/>
                  <a:pt x="829217" y="150128"/>
                  <a:pt x="829217" y="131203"/>
                </a:cubicBezTo>
                <a:lnTo>
                  <a:pt x="829217" y="99510"/>
                </a:lnTo>
                <a:cubicBezTo>
                  <a:pt x="829217" y="93581"/>
                  <a:pt x="831951" y="88337"/>
                  <a:pt x="834683" y="84233"/>
                </a:cubicBezTo>
                <a:cubicBezTo>
                  <a:pt x="837188" y="80584"/>
                  <a:pt x="842429" y="73061"/>
                  <a:pt x="845160" y="73061"/>
                </a:cubicBezTo>
                <a:cubicBezTo>
                  <a:pt x="847211" y="73061"/>
                  <a:pt x="849261" y="73516"/>
                  <a:pt x="851082" y="76025"/>
                </a:cubicBezTo>
                <a:cubicBezTo>
                  <a:pt x="852677" y="78305"/>
                  <a:pt x="855409" y="81269"/>
                  <a:pt x="859280" y="81269"/>
                </a:cubicBezTo>
                <a:cubicBezTo>
                  <a:pt x="864746" y="81269"/>
                  <a:pt x="869983" y="75566"/>
                  <a:pt x="869983" y="69871"/>
                </a:cubicBezTo>
                <a:cubicBezTo>
                  <a:pt x="869983" y="65544"/>
                  <a:pt x="865886" y="58938"/>
                  <a:pt x="856319" y="58938"/>
                </a:cubicBezTo>
                <a:cubicBezTo>
                  <a:pt x="845616" y="58938"/>
                  <a:pt x="836278" y="68960"/>
                  <a:pt x="831041" y="77846"/>
                </a:cubicBezTo>
                <a:cubicBezTo>
                  <a:pt x="829675" y="80355"/>
                  <a:pt x="828535" y="78531"/>
                  <a:pt x="828535" y="77391"/>
                </a:cubicBezTo>
                <a:close/>
                <a:moveTo>
                  <a:pt x="913256" y="77391"/>
                </a:moveTo>
                <a:cubicBezTo>
                  <a:pt x="912801" y="68276"/>
                  <a:pt x="912571" y="62357"/>
                  <a:pt x="911435" y="60078"/>
                </a:cubicBezTo>
                <a:cubicBezTo>
                  <a:pt x="910976" y="58938"/>
                  <a:pt x="910521" y="58257"/>
                  <a:pt x="908700" y="58257"/>
                </a:cubicBezTo>
                <a:cubicBezTo>
                  <a:pt x="902323" y="60762"/>
                  <a:pt x="896402" y="62813"/>
                  <a:pt x="880687" y="64860"/>
                </a:cubicBezTo>
                <a:cubicBezTo>
                  <a:pt x="880232" y="66229"/>
                  <a:pt x="880687" y="69871"/>
                  <a:pt x="881143" y="71236"/>
                </a:cubicBezTo>
                <a:cubicBezTo>
                  <a:pt x="893441" y="72376"/>
                  <a:pt x="895946" y="73516"/>
                  <a:pt x="895946" y="86739"/>
                </a:cubicBezTo>
                <a:lnTo>
                  <a:pt x="895946" y="131203"/>
                </a:lnTo>
                <a:cubicBezTo>
                  <a:pt x="895946" y="150128"/>
                  <a:pt x="893215" y="151039"/>
                  <a:pt x="879092" y="151953"/>
                </a:cubicBezTo>
                <a:cubicBezTo>
                  <a:pt x="877726" y="153319"/>
                  <a:pt x="877726" y="158100"/>
                  <a:pt x="879092" y="159466"/>
                </a:cubicBezTo>
                <a:cubicBezTo>
                  <a:pt x="887064" y="159240"/>
                  <a:pt x="895946" y="159011"/>
                  <a:pt x="905058" y="159011"/>
                </a:cubicBezTo>
                <a:cubicBezTo>
                  <a:pt x="914167" y="159011"/>
                  <a:pt x="924644" y="159240"/>
                  <a:pt x="932612" y="159466"/>
                </a:cubicBezTo>
                <a:cubicBezTo>
                  <a:pt x="933982" y="158100"/>
                  <a:pt x="933982" y="153319"/>
                  <a:pt x="932612" y="151953"/>
                </a:cubicBezTo>
                <a:cubicBezTo>
                  <a:pt x="916672" y="150813"/>
                  <a:pt x="913937" y="150128"/>
                  <a:pt x="913937" y="131203"/>
                </a:cubicBezTo>
                <a:lnTo>
                  <a:pt x="913937" y="99510"/>
                </a:lnTo>
                <a:cubicBezTo>
                  <a:pt x="913937" y="93581"/>
                  <a:pt x="916672" y="88337"/>
                  <a:pt x="919404" y="84233"/>
                </a:cubicBezTo>
                <a:cubicBezTo>
                  <a:pt x="921909" y="80584"/>
                  <a:pt x="927150" y="73061"/>
                  <a:pt x="929881" y="73061"/>
                </a:cubicBezTo>
                <a:cubicBezTo>
                  <a:pt x="931931" y="73061"/>
                  <a:pt x="933982" y="73516"/>
                  <a:pt x="935803" y="76025"/>
                </a:cubicBezTo>
                <a:cubicBezTo>
                  <a:pt x="937398" y="78305"/>
                  <a:pt x="940129" y="81269"/>
                  <a:pt x="944000" y="81269"/>
                </a:cubicBezTo>
                <a:cubicBezTo>
                  <a:pt x="949467" y="81269"/>
                  <a:pt x="954704" y="75566"/>
                  <a:pt x="954704" y="69871"/>
                </a:cubicBezTo>
                <a:cubicBezTo>
                  <a:pt x="954704" y="65544"/>
                  <a:pt x="950607" y="58938"/>
                  <a:pt x="941040" y="58938"/>
                </a:cubicBezTo>
                <a:cubicBezTo>
                  <a:pt x="930336" y="58938"/>
                  <a:pt x="920999" y="68960"/>
                  <a:pt x="915762" y="77846"/>
                </a:cubicBezTo>
                <a:cubicBezTo>
                  <a:pt x="914396" y="80355"/>
                  <a:pt x="913256" y="78531"/>
                  <a:pt x="913256" y="77391"/>
                </a:cubicBezTo>
                <a:close/>
                <a:moveTo>
                  <a:pt x="984314" y="94787"/>
                </a:moveTo>
                <a:cubicBezTo>
                  <a:pt x="988641" y="69162"/>
                  <a:pt x="1004584" y="67122"/>
                  <a:pt x="1010051" y="67122"/>
                </a:cubicBezTo>
                <a:cubicBezTo>
                  <a:pt x="1018704" y="67122"/>
                  <a:pt x="1028952" y="71886"/>
                  <a:pt x="1028952" y="90933"/>
                </a:cubicBezTo>
                <a:cubicBezTo>
                  <a:pt x="1028952" y="92973"/>
                  <a:pt x="1028041" y="94110"/>
                  <a:pt x="1025536" y="94110"/>
                </a:cubicBezTo>
                <a:lnTo>
                  <a:pt x="984314" y="94787"/>
                </a:lnTo>
                <a:moveTo>
                  <a:pt x="1043982" y="137799"/>
                </a:moveTo>
                <a:cubicBezTo>
                  <a:pt x="1035558" y="146448"/>
                  <a:pt x="1028952" y="150087"/>
                  <a:pt x="1015743" y="150087"/>
                </a:cubicBezTo>
                <a:cubicBezTo>
                  <a:pt x="1007545" y="150087"/>
                  <a:pt x="997978" y="145308"/>
                  <a:pt x="990920" y="133705"/>
                </a:cubicBezTo>
                <a:cubicBezTo>
                  <a:pt x="986364" y="126195"/>
                  <a:pt x="983629" y="115728"/>
                  <a:pt x="983629" y="102530"/>
                </a:cubicBezTo>
                <a:lnTo>
                  <a:pt x="1044211" y="102985"/>
                </a:lnTo>
                <a:cubicBezTo>
                  <a:pt x="1046943" y="102985"/>
                  <a:pt x="1048538" y="101619"/>
                  <a:pt x="1048538" y="99114"/>
                </a:cubicBezTo>
                <a:cubicBezTo>
                  <a:pt x="1048538" y="80049"/>
                  <a:pt x="1041706" y="59605"/>
                  <a:pt x="1010051" y="59605"/>
                </a:cubicBezTo>
                <a:cubicBezTo>
                  <a:pt x="990236" y="59605"/>
                  <a:pt x="964499" y="78461"/>
                  <a:pt x="964499" y="112997"/>
                </a:cubicBezTo>
                <a:cubicBezTo>
                  <a:pt x="964499" y="125740"/>
                  <a:pt x="967689" y="138028"/>
                  <a:pt x="975206" y="146674"/>
                </a:cubicBezTo>
                <a:cubicBezTo>
                  <a:pt x="982948" y="155782"/>
                  <a:pt x="993652" y="161245"/>
                  <a:pt x="1010051" y="161245"/>
                </a:cubicBezTo>
                <a:cubicBezTo>
                  <a:pt x="1027357" y="161245"/>
                  <a:pt x="1039655" y="153277"/>
                  <a:pt x="1048767" y="141441"/>
                </a:cubicBezTo>
                <a:cubicBezTo>
                  <a:pt x="1048082" y="139164"/>
                  <a:pt x="1046717" y="138028"/>
                  <a:pt x="1043982" y="137799"/>
                </a:cubicBezTo>
                <a:close/>
                <a:moveTo>
                  <a:pt x="1150110" y="138237"/>
                </a:moveTo>
                <a:cubicBezTo>
                  <a:pt x="1149200" y="136186"/>
                  <a:pt x="1147375" y="135276"/>
                  <a:pt x="1145328" y="135046"/>
                </a:cubicBezTo>
                <a:cubicBezTo>
                  <a:pt x="1137582" y="145076"/>
                  <a:pt x="1127790" y="150087"/>
                  <a:pt x="1117997" y="150087"/>
                </a:cubicBezTo>
                <a:cubicBezTo>
                  <a:pt x="1101372" y="150087"/>
                  <a:pt x="1087478" y="133225"/>
                  <a:pt x="1087478" y="106561"/>
                </a:cubicBezTo>
                <a:cubicBezTo>
                  <a:pt x="1087478" y="81495"/>
                  <a:pt x="1098411" y="66455"/>
                  <a:pt x="1113444" y="66455"/>
                </a:cubicBezTo>
                <a:cubicBezTo>
                  <a:pt x="1126879" y="66455"/>
                  <a:pt x="1128700" y="74430"/>
                  <a:pt x="1129614" y="82405"/>
                </a:cubicBezTo>
                <a:cubicBezTo>
                  <a:pt x="1130295" y="88560"/>
                  <a:pt x="1133485" y="90610"/>
                  <a:pt x="1138267" y="90610"/>
                </a:cubicBezTo>
                <a:cubicBezTo>
                  <a:pt x="1143049" y="90610"/>
                  <a:pt x="1149426" y="87649"/>
                  <a:pt x="1149426" y="80584"/>
                </a:cubicBezTo>
                <a:cubicBezTo>
                  <a:pt x="1149426" y="68050"/>
                  <a:pt x="1136446" y="58938"/>
                  <a:pt x="1114581" y="58938"/>
                </a:cubicBezTo>
                <a:cubicBezTo>
                  <a:pt x="1092034" y="58938"/>
                  <a:pt x="1067892" y="79215"/>
                  <a:pt x="1067892" y="111575"/>
                </a:cubicBezTo>
                <a:cubicBezTo>
                  <a:pt x="1067892" y="140971"/>
                  <a:pt x="1084292" y="161245"/>
                  <a:pt x="1112986" y="161245"/>
                </a:cubicBezTo>
                <a:cubicBezTo>
                  <a:pt x="1126653" y="161245"/>
                  <a:pt x="1138722" y="156919"/>
                  <a:pt x="1150110" y="138237"/>
                </a:cubicBezTo>
                <a:close/>
                <a:moveTo>
                  <a:pt x="1166737" y="61384"/>
                </a:moveTo>
                <a:cubicBezTo>
                  <a:pt x="1163547" y="61384"/>
                  <a:pt x="1162636" y="64119"/>
                  <a:pt x="1162636" y="65940"/>
                </a:cubicBezTo>
                <a:lnTo>
                  <a:pt x="1162636" y="68901"/>
                </a:lnTo>
                <a:cubicBezTo>
                  <a:pt x="1162636" y="70041"/>
                  <a:pt x="1162862" y="70267"/>
                  <a:pt x="1163776" y="70267"/>
                </a:cubicBezTo>
                <a:lnTo>
                  <a:pt x="1177211" y="70267"/>
                </a:lnTo>
                <a:lnTo>
                  <a:pt x="1177211" y="138716"/>
                </a:lnTo>
                <a:cubicBezTo>
                  <a:pt x="1177211" y="154868"/>
                  <a:pt x="1184272" y="161245"/>
                  <a:pt x="1194746" y="161245"/>
                </a:cubicBezTo>
                <a:cubicBezTo>
                  <a:pt x="1205224" y="161245"/>
                  <a:pt x="1216612" y="156238"/>
                  <a:pt x="1225494" y="146219"/>
                </a:cubicBezTo>
                <a:cubicBezTo>
                  <a:pt x="1225039" y="143946"/>
                  <a:pt x="1223673" y="142580"/>
                  <a:pt x="1221393" y="142355"/>
                </a:cubicBezTo>
                <a:cubicBezTo>
                  <a:pt x="1215472" y="146903"/>
                  <a:pt x="1208640" y="148721"/>
                  <a:pt x="1202718" y="148721"/>
                </a:cubicBezTo>
                <a:cubicBezTo>
                  <a:pt x="1196571" y="148721"/>
                  <a:pt x="1195205" y="141899"/>
                  <a:pt x="1195205" y="127801"/>
                </a:cubicBezTo>
                <a:lnTo>
                  <a:pt x="1195205" y="70267"/>
                </a:lnTo>
                <a:lnTo>
                  <a:pt x="1218888" y="70267"/>
                </a:lnTo>
                <a:cubicBezTo>
                  <a:pt x="1221167" y="70267"/>
                  <a:pt x="1224354" y="69356"/>
                  <a:pt x="1224354" y="67306"/>
                </a:cubicBezTo>
                <a:lnTo>
                  <a:pt x="1224354" y="62754"/>
                </a:lnTo>
                <a:cubicBezTo>
                  <a:pt x="1224354" y="61843"/>
                  <a:pt x="1223673" y="61384"/>
                  <a:pt x="1222533" y="61384"/>
                </a:cubicBezTo>
                <a:lnTo>
                  <a:pt x="1195205" y="61384"/>
                </a:lnTo>
                <a:lnTo>
                  <a:pt x="1195205" y="52505"/>
                </a:lnTo>
                <a:cubicBezTo>
                  <a:pt x="1195205" y="37702"/>
                  <a:pt x="1196115" y="28590"/>
                  <a:pt x="1196115" y="28590"/>
                </a:cubicBezTo>
                <a:cubicBezTo>
                  <a:pt x="1196115" y="27224"/>
                  <a:pt x="1195431" y="26539"/>
                  <a:pt x="1194291" y="26539"/>
                </a:cubicBezTo>
                <a:cubicBezTo>
                  <a:pt x="1193380" y="26539"/>
                  <a:pt x="1191330" y="27453"/>
                  <a:pt x="1189283" y="28590"/>
                </a:cubicBezTo>
                <a:cubicBezTo>
                  <a:pt x="1186778" y="29959"/>
                  <a:pt x="1184498" y="31095"/>
                  <a:pt x="1181537" y="31780"/>
                </a:cubicBezTo>
                <a:cubicBezTo>
                  <a:pt x="1178806" y="32690"/>
                  <a:pt x="1176530" y="33375"/>
                  <a:pt x="1176530" y="34967"/>
                </a:cubicBezTo>
                <a:cubicBezTo>
                  <a:pt x="1176530" y="37702"/>
                  <a:pt x="1177211" y="36106"/>
                  <a:pt x="1177211" y="61384"/>
                </a:cubicBezTo>
                <a:lnTo>
                  <a:pt x="1166737" y="61384"/>
                </a:lnTo>
                <a:close/>
                <a:moveTo>
                  <a:pt x="1325701" y="83545"/>
                </a:moveTo>
                <a:cubicBezTo>
                  <a:pt x="1331623" y="76251"/>
                  <a:pt x="1342100" y="69415"/>
                  <a:pt x="1348703" y="69415"/>
                </a:cubicBezTo>
                <a:cubicBezTo>
                  <a:pt x="1363281" y="69415"/>
                  <a:pt x="1375805" y="85821"/>
                  <a:pt x="1375805" y="111572"/>
                </a:cubicBezTo>
                <a:cubicBezTo>
                  <a:pt x="1375805" y="130261"/>
                  <a:pt x="1369203" y="153503"/>
                  <a:pt x="1343695" y="153503"/>
                </a:cubicBezTo>
                <a:cubicBezTo>
                  <a:pt x="1339595" y="153503"/>
                  <a:pt x="1331623" y="152363"/>
                  <a:pt x="1327526" y="148717"/>
                </a:cubicBezTo>
                <a:cubicBezTo>
                  <a:pt x="1322970" y="144617"/>
                  <a:pt x="1322059" y="143248"/>
                  <a:pt x="1322059" y="135046"/>
                </a:cubicBezTo>
                <a:lnTo>
                  <a:pt x="1322059" y="93571"/>
                </a:lnTo>
                <a:cubicBezTo>
                  <a:pt x="1322059" y="88786"/>
                  <a:pt x="1322970" y="86735"/>
                  <a:pt x="1325701" y="83545"/>
                </a:cubicBezTo>
                <a:moveTo>
                  <a:pt x="1321375" y="75111"/>
                </a:moveTo>
                <a:cubicBezTo>
                  <a:pt x="1321149" y="68276"/>
                  <a:pt x="1320693" y="62357"/>
                  <a:pt x="1319554" y="60078"/>
                </a:cubicBezTo>
                <a:cubicBezTo>
                  <a:pt x="1319098" y="58938"/>
                  <a:pt x="1318643" y="58257"/>
                  <a:pt x="1316819" y="58257"/>
                </a:cubicBezTo>
                <a:cubicBezTo>
                  <a:pt x="1310442" y="60762"/>
                  <a:pt x="1304520" y="62813"/>
                  <a:pt x="1288806" y="64860"/>
                </a:cubicBezTo>
                <a:cubicBezTo>
                  <a:pt x="1288351" y="66229"/>
                  <a:pt x="1288806" y="69871"/>
                  <a:pt x="1289265" y="71240"/>
                </a:cubicBezTo>
                <a:cubicBezTo>
                  <a:pt x="1301560" y="72380"/>
                  <a:pt x="1304065" y="73516"/>
                  <a:pt x="1304065" y="86735"/>
                </a:cubicBezTo>
                <a:lnTo>
                  <a:pt x="1304065" y="184094"/>
                </a:lnTo>
                <a:cubicBezTo>
                  <a:pt x="1304065" y="203058"/>
                  <a:pt x="1301560" y="204201"/>
                  <a:pt x="1287669" y="204886"/>
                </a:cubicBezTo>
                <a:cubicBezTo>
                  <a:pt x="1286304" y="206251"/>
                  <a:pt x="1286304" y="211033"/>
                  <a:pt x="1287669" y="212399"/>
                </a:cubicBezTo>
                <a:cubicBezTo>
                  <a:pt x="1295641" y="212173"/>
                  <a:pt x="1304065" y="211944"/>
                  <a:pt x="1313177" y="211944"/>
                </a:cubicBezTo>
                <a:cubicBezTo>
                  <a:pt x="1322285" y="211944"/>
                  <a:pt x="1333218" y="212173"/>
                  <a:pt x="1340734" y="212399"/>
                </a:cubicBezTo>
                <a:cubicBezTo>
                  <a:pt x="1342100" y="211033"/>
                  <a:pt x="1342100" y="206251"/>
                  <a:pt x="1340734" y="204886"/>
                </a:cubicBezTo>
                <a:cubicBezTo>
                  <a:pt x="1324565" y="203972"/>
                  <a:pt x="1322059" y="203058"/>
                  <a:pt x="1322059" y="184094"/>
                </a:cubicBezTo>
                <a:lnTo>
                  <a:pt x="1322059" y="159424"/>
                </a:lnTo>
                <a:cubicBezTo>
                  <a:pt x="1322059" y="156464"/>
                  <a:pt x="1322970" y="156693"/>
                  <a:pt x="1325246" y="157829"/>
                </a:cubicBezTo>
                <a:cubicBezTo>
                  <a:pt x="1330942" y="159880"/>
                  <a:pt x="1337774" y="161245"/>
                  <a:pt x="1345061" y="161245"/>
                </a:cubicBezTo>
                <a:cubicBezTo>
                  <a:pt x="1357815" y="161245"/>
                  <a:pt x="1369203" y="157374"/>
                  <a:pt x="1378540" y="148492"/>
                </a:cubicBezTo>
                <a:cubicBezTo>
                  <a:pt x="1389244" y="138007"/>
                  <a:pt x="1395391" y="123877"/>
                  <a:pt x="1395391" y="105421"/>
                </a:cubicBezTo>
                <a:cubicBezTo>
                  <a:pt x="1395391" y="81266"/>
                  <a:pt x="1378311" y="58938"/>
                  <a:pt x="1355080" y="58938"/>
                </a:cubicBezTo>
                <a:cubicBezTo>
                  <a:pt x="1344606" y="58938"/>
                  <a:pt x="1332988" y="65999"/>
                  <a:pt x="1323880" y="76025"/>
                </a:cubicBezTo>
                <a:cubicBezTo>
                  <a:pt x="1322514" y="77391"/>
                  <a:pt x="1321604" y="77391"/>
                  <a:pt x="1321375" y="75111"/>
                </a:cubicBezTo>
                <a:close/>
                <a:moveTo>
                  <a:pt x="1444130" y="77391"/>
                </a:moveTo>
                <a:cubicBezTo>
                  <a:pt x="1443675" y="68276"/>
                  <a:pt x="1443446" y="62357"/>
                  <a:pt x="1442309" y="60078"/>
                </a:cubicBezTo>
                <a:cubicBezTo>
                  <a:pt x="1441850" y="58938"/>
                  <a:pt x="1441395" y="58257"/>
                  <a:pt x="1439574" y="58257"/>
                </a:cubicBezTo>
                <a:cubicBezTo>
                  <a:pt x="1433197" y="60762"/>
                  <a:pt x="1427276" y="62813"/>
                  <a:pt x="1411561" y="64860"/>
                </a:cubicBezTo>
                <a:cubicBezTo>
                  <a:pt x="1411106" y="66229"/>
                  <a:pt x="1411561" y="69871"/>
                  <a:pt x="1412017" y="71236"/>
                </a:cubicBezTo>
                <a:cubicBezTo>
                  <a:pt x="1424315" y="72376"/>
                  <a:pt x="1426821" y="73516"/>
                  <a:pt x="1426821" y="86739"/>
                </a:cubicBezTo>
                <a:lnTo>
                  <a:pt x="1426821" y="131203"/>
                </a:lnTo>
                <a:cubicBezTo>
                  <a:pt x="1426821" y="150128"/>
                  <a:pt x="1424089" y="151039"/>
                  <a:pt x="1409966" y="151953"/>
                </a:cubicBezTo>
                <a:cubicBezTo>
                  <a:pt x="1408601" y="153319"/>
                  <a:pt x="1408601" y="158100"/>
                  <a:pt x="1409966" y="159466"/>
                </a:cubicBezTo>
                <a:cubicBezTo>
                  <a:pt x="1417938" y="159240"/>
                  <a:pt x="1426821" y="159011"/>
                  <a:pt x="1435932" y="159011"/>
                </a:cubicBezTo>
                <a:cubicBezTo>
                  <a:pt x="1445041" y="159011"/>
                  <a:pt x="1455518" y="159240"/>
                  <a:pt x="1463486" y="159466"/>
                </a:cubicBezTo>
                <a:cubicBezTo>
                  <a:pt x="1464856" y="158100"/>
                  <a:pt x="1464856" y="153319"/>
                  <a:pt x="1463486" y="151953"/>
                </a:cubicBezTo>
                <a:cubicBezTo>
                  <a:pt x="1447546" y="150813"/>
                  <a:pt x="1444811" y="150128"/>
                  <a:pt x="1444811" y="131203"/>
                </a:cubicBezTo>
                <a:lnTo>
                  <a:pt x="1444811" y="99510"/>
                </a:lnTo>
                <a:cubicBezTo>
                  <a:pt x="1444811" y="93581"/>
                  <a:pt x="1447546" y="88337"/>
                  <a:pt x="1450278" y="84233"/>
                </a:cubicBezTo>
                <a:cubicBezTo>
                  <a:pt x="1452783" y="80584"/>
                  <a:pt x="1458024" y="73061"/>
                  <a:pt x="1460755" y="73061"/>
                </a:cubicBezTo>
                <a:cubicBezTo>
                  <a:pt x="1462805" y="73061"/>
                  <a:pt x="1464856" y="73516"/>
                  <a:pt x="1466677" y="76025"/>
                </a:cubicBezTo>
                <a:cubicBezTo>
                  <a:pt x="1468272" y="78305"/>
                  <a:pt x="1471003" y="81269"/>
                  <a:pt x="1474874" y="81269"/>
                </a:cubicBezTo>
                <a:cubicBezTo>
                  <a:pt x="1480341" y="81269"/>
                  <a:pt x="1485578" y="75566"/>
                  <a:pt x="1485578" y="69871"/>
                </a:cubicBezTo>
                <a:cubicBezTo>
                  <a:pt x="1485578" y="65544"/>
                  <a:pt x="1481481" y="58938"/>
                  <a:pt x="1471914" y="58938"/>
                </a:cubicBezTo>
                <a:cubicBezTo>
                  <a:pt x="1461210" y="58938"/>
                  <a:pt x="1451873" y="68960"/>
                  <a:pt x="1446636" y="77846"/>
                </a:cubicBezTo>
                <a:cubicBezTo>
                  <a:pt x="1445270" y="80355"/>
                  <a:pt x="1444130" y="78531"/>
                  <a:pt x="1444130" y="77391"/>
                </a:cubicBezTo>
                <a:close/>
                <a:moveTo>
                  <a:pt x="1496279" y="112257"/>
                </a:moveTo>
                <a:cubicBezTo>
                  <a:pt x="1496279" y="135502"/>
                  <a:pt x="1511768" y="161245"/>
                  <a:pt x="1544107" y="161245"/>
                </a:cubicBezTo>
                <a:cubicBezTo>
                  <a:pt x="1558682" y="161245"/>
                  <a:pt x="1569844" y="156008"/>
                  <a:pt x="1577586" y="148492"/>
                </a:cubicBezTo>
                <a:cubicBezTo>
                  <a:pt x="1587835" y="138462"/>
                  <a:pt x="1592390" y="124107"/>
                  <a:pt x="1592390" y="110206"/>
                </a:cubicBezTo>
                <a:cubicBezTo>
                  <a:pt x="1592390" y="86506"/>
                  <a:pt x="1579407" y="58938"/>
                  <a:pt x="1544562" y="58938"/>
                </a:cubicBezTo>
                <a:cubicBezTo>
                  <a:pt x="1529533" y="58938"/>
                  <a:pt x="1517234" y="65089"/>
                  <a:pt x="1508807" y="74885"/>
                </a:cubicBezTo>
                <a:cubicBezTo>
                  <a:pt x="1500609" y="84685"/>
                  <a:pt x="1496279" y="97901"/>
                  <a:pt x="1496279" y="112257"/>
                </a:cubicBezTo>
                <a:moveTo>
                  <a:pt x="1541146" y="66910"/>
                </a:moveTo>
                <a:cubicBezTo>
                  <a:pt x="1560732" y="66910"/>
                  <a:pt x="1572805" y="84685"/>
                  <a:pt x="1572805" y="117501"/>
                </a:cubicBezTo>
                <a:cubicBezTo>
                  <a:pt x="1572805" y="146212"/>
                  <a:pt x="1558001" y="153277"/>
                  <a:pt x="1547297" y="153277"/>
                </a:cubicBezTo>
                <a:cubicBezTo>
                  <a:pt x="1523611" y="153277"/>
                  <a:pt x="1515868" y="124562"/>
                  <a:pt x="1515868" y="107016"/>
                </a:cubicBezTo>
                <a:cubicBezTo>
                  <a:pt x="1515868" y="87191"/>
                  <a:pt x="1520650" y="66910"/>
                  <a:pt x="1541146" y="66910"/>
                </a:cubicBezTo>
                <a:close/>
                <a:moveTo>
                  <a:pt x="1612655" y="112257"/>
                </a:moveTo>
                <a:cubicBezTo>
                  <a:pt x="1612655" y="135502"/>
                  <a:pt x="1628143" y="161245"/>
                  <a:pt x="1660483" y="161245"/>
                </a:cubicBezTo>
                <a:cubicBezTo>
                  <a:pt x="1675057" y="161245"/>
                  <a:pt x="1686219" y="156008"/>
                  <a:pt x="1693962" y="148492"/>
                </a:cubicBezTo>
                <a:cubicBezTo>
                  <a:pt x="1704210" y="138462"/>
                  <a:pt x="1708766" y="124107"/>
                  <a:pt x="1708766" y="110206"/>
                </a:cubicBezTo>
                <a:cubicBezTo>
                  <a:pt x="1708766" y="86506"/>
                  <a:pt x="1695783" y="58938"/>
                  <a:pt x="1660938" y="58938"/>
                </a:cubicBezTo>
                <a:cubicBezTo>
                  <a:pt x="1645908" y="58938"/>
                  <a:pt x="1633610" y="65089"/>
                  <a:pt x="1625182" y="74885"/>
                </a:cubicBezTo>
                <a:cubicBezTo>
                  <a:pt x="1616985" y="84685"/>
                  <a:pt x="1612655" y="97901"/>
                  <a:pt x="1612655" y="112257"/>
                </a:cubicBezTo>
                <a:moveTo>
                  <a:pt x="1657522" y="66910"/>
                </a:moveTo>
                <a:cubicBezTo>
                  <a:pt x="1677108" y="66910"/>
                  <a:pt x="1689180" y="84685"/>
                  <a:pt x="1689180" y="117501"/>
                </a:cubicBezTo>
                <a:cubicBezTo>
                  <a:pt x="1689180" y="146212"/>
                  <a:pt x="1674376" y="153277"/>
                  <a:pt x="1663673" y="153277"/>
                </a:cubicBezTo>
                <a:cubicBezTo>
                  <a:pt x="1639986" y="153277"/>
                  <a:pt x="1632244" y="124562"/>
                  <a:pt x="1632244" y="107016"/>
                </a:cubicBezTo>
                <a:cubicBezTo>
                  <a:pt x="1632244" y="87191"/>
                  <a:pt x="1637026" y="66910"/>
                  <a:pt x="1657522" y="66910"/>
                </a:cubicBezTo>
                <a:close/>
                <a:moveTo>
                  <a:pt x="1757956" y="131248"/>
                </a:moveTo>
                <a:lnTo>
                  <a:pt x="1757956" y="70267"/>
                </a:lnTo>
                <a:lnTo>
                  <a:pt x="1779137" y="70267"/>
                </a:lnTo>
                <a:cubicBezTo>
                  <a:pt x="1781187" y="70267"/>
                  <a:pt x="1784378" y="69356"/>
                  <a:pt x="1784378" y="67306"/>
                </a:cubicBezTo>
                <a:lnTo>
                  <a:pt x="1784378" y="62754"/>
                </a:lnTo>
                <a:cubicBezTo>
                  <a:pt x="1784378" y="61843"/>
                  <a:pt x="1783693" y="61384"/>
                  <a:pt x="1782553" y="61384"/>
                </a:cubicBezTo>
                <a:lnTo>
                  <a:pt x="1757956" y="61384"/>
                </a:lnTo>
                <a:lnTo>
                  <a:pt x="1757956" y="48374"/>
                </a:lnTo>
                <a:cubicBezTo>
                  <a:pt x="1757956" y="13223"/>
                  <a:pt x="1768434" y="7746"/>
                  <a:pt x="1775950" y="7746"/>
                </a:cubicBezTo>
                <a:cubicBezTo>
                  <a:pt x="1782782" y="7746"/>
                  <a:pt x="1786424" y="10484"/>
                  <a:pt x="1789615" y="18474"/>
                </a:cubicBezTo>
                <a:cubicBezTo>
                  <a:pt x="1791436" y="22581"/>
                  <a:pt x="1793941" y="25778"/>
                  <a:pt x="1798723" y="25778"/>
                </a:cubicBezTo>
                <a:cubicBezTo>
                  <a:pt x="1802594" y="25778"/>
                  <a:pt x="1808060" y="20983"/>
                  <a:pt x="1808060" y="16420"/>
                </a:cubicBezTo>
                <a:cubicBezTo>
                  <a:pt x="1808060" y="12538"/>
                  <a:pt x="1805555" y="8431"/>
                  <a:pt x="1800773" y="4785"/>
                </a:cubicBezTo>
                <a:cubicBezTo>
                  <a:pt x="1794852" y="685"/>
                  <a:pt x="1788930" y="0"/>
                  <a:pt x="1780277" y="0"/>
                </a:cubicBezTo>
                <a:cubicBezTo>
                  <a:pt x="1761146" y="0"/>
                  <a:pt x="1739966" y="16646"/>
                  <a:pt x="1739966" y="52255"/>
                </a:cubicBezTo>
                <a:lnTo>
                  <a:pt x="1739966" y="61384"/>
                </a:lnTo>
                <a:lnTo>
                  <a:pt x="1728352" y="61384"/>
                </a:lnTo>
                <a:cubicBezTo>
                  <a:pt x="1724251" y="61384"/>
                  <a:pt x="1723111" y="64119"/>
                  <a:pt x="1723111" y="65940"/>
                </a:cubicBezTo>
                <a:lnTo>
                  <a:pt x="1723111" y="68901"/>
                </a:lnTo>
                <a:cubicBezTo>
                  <a:pt x="1723111" y="70041"/>
                  <a:pt x="1723341" y="70267"/>
                  <a:pt x="1724251" y="70267"/>
                </a:cubicBezTo>
                <a:lnTo>
                  <a:pt x="1739966" y="70267"/>
                </a:lnTo>
                <a:lnTo>
                  <a:pt x="1739966" y="131248"/>
                </a:lnTo>
                <a:cubicBezTo>
                  <a:pt x="1739966" y="150132"/>
                  <a:pt x="1736320" y="151042"/>
                  <a:pt x="1724022" y="151953"/>
                </a:cubicBezTo>
                <a:cubicBezTo>
                  <a:pt x="1722656" y="153319"/>
                  <a:pt x="1722656" y="158100"/>
                  <a:pt x="1724022" y="159466"/>
                </a:cubicBezTo>
                <a:cubicBezTo>
                  <a:pt x="1731994" y="159240"/>
                  <a:pt x="1739966" y="159011"/>
                  <a:pt x="1749074" y="159011"/>
                </a:cubicBezTo>
                <a:cubicBezTo>
                  <a:pt x="1758186" y="159011"/>
                  <a:pt x="1769118" y="159240"/>
                  <a:pt x="1777087" y="159466"/>
                </a:cubicBezTo>
                <a:cubicBezTo>
                  <a:pt x="1778456" y="158100"/>
                  <a:pt x="1778456" y="153319"/>
                  <a:pt x="1777087" y="151953"/>
                </a:cubicBezTo>
                <a:cubicBezTo>
                  <a:pt x="1759325" y="151042"/>
                  <a:pt x="1757956" y="150132"/>
                  <a:pt x="1757956" y="131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C">
            <a:extLst xmlns:a="http://schemas.openxmlformats.org/drawingml/2006/main">
              <a:ext uri="{FF2B5EF4-FFF2-40B4-BE49-F238E27FC236}">
                <a16:creationId xmlns:a16="http://schemas.microsoft.com/office/drawing/2014/main" id="{2F4F3DF0-3E03-4BE0-ABEB-2DC3F8C8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496" y="1802750"/>
            <a:ext cx="152127" cy="130727"/>
          </a:xfrm>
          <a:custGeom xmlns:a="http://schemas.openxmlformats.org/drawingml/2006/main">
            <a:pathLst>
              <a:path w="152127" h="130727">
                <a:moveTo>
                  <a:pt x="152127" y="57847"/>
                </a:moveTo>
                <a:cubicBezTo>
                  <a:pt x="152127" y="35755"/>
                  <a:pt x="141653" y="15485"/>
                  <a:pt x="121382" y="0"/>
                </a:cubicBezTo>
                <a:cubicBezTo>
                  <a:pt x="119335" y="1140"/>
                  <a:pt x="117970" y="2731"/>
                  <a:pt x="117970" y="5237"/>
                </a:cubicBezTo>
                <a:cubicBezTo>
                  <a:pt x="135731" y="21407"/>
                  <a:pt x="142792" y="36895"/>
                  <a:pt x="142792" y="58076"/>
                </a:cubicBezTo>
                <a:cubicBezTo>
                  <a:pt x="142792" y="88820"/>
                  <a:pt x="108177" y="110001"/>
                  <a:pt x="74927" y="110001"/>
                </a:cubicBezTo>
                <a:cubicBezTo>
                  <a:pt x="55341" y="110001"/>
                  <a:pt x="38946" y="104764"/>
                  <a:pt x="28697" y="96563"/>
                </a:cubicBezTo>
                <a:cubicBezTo>
                  <a:pt x="14804" y="85175"/>
                  <a:pt x="8427" y="71966"/>
                  <a:pt x="8427" y="60123"/>
                </a:cubicBezTo>
                <a:cubicBezTo>
                  <a:pt x="8427" y="28694"/>
                  <a:pt x="27102" y="16170"/>
                  <a:pt x="46688" y="10248"/>
                </a:cubicBezTo>
                <a:cubicBezTo>
                  <a:pt x="47599" y="7517"/>
                  <a:pt x="46914" y="5237"/>
                  <a:pt x="45548" y="2731"/>
                </a:cubicBezTo>
                <a:cubicBezTo>
                  <a:pt x="33709" y="3871"/>
                  <a:pt x="22776" y="5466"/>
                  <a:pt x="10252" y="7743"/>
                </a:cubicBezTo>
                <a:cubicBezTo>
                  <a:pt x="9112" y="19356"/>
                  <a:pt x="0" y="29608"/>
                  <a:pt x="0" y="57621"/>
                </a:cubicBezTo>
                <a:cubicBezTo>
                  <a:pt x="0" y="76977"/>
                  <a:pt x="7061" y="93147"/>
                  <a:pt x="19360" y="106585"/>
                </a:cubicBezTo>
                <a:cubicBezTo>
                  <a:pt x="33253" y="121615"/>
                  <a:pt x="55571" y="130727"/>
                  <a:pt x="79253" y="130727"/>
                </a:cubicBezTo>
                <a:cubicBezTo>
                  <a:pt x="118880" y="130727"/>
                  <a:pt x="152127" y="106811"/>
                  <a:pt x="152127" y="578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P">
            <a:extLst xmlns:a="http://schemas.openxmlformats.org/drawingml/2006/main">
              <a:ext uri="{FF2B5EF4-FFF2-40B4-BE49-F238E27FC236}">
                <a16:creationId xmlns:a16="http://schemas.microsoft.com/office/drawing/2014/main" id="{DBD93F69-BEC1-4D03-9E6D-A831E716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831" y="1679312"/>
            <a:ext cx="149013" cy="112962"/>
          </a:xfrm>
          <a:custGeom xmlns:a="http://schemas.openxmlformats.org/drawingml/2006/main">
            <a:pathLst>
              <a:path w="149013" h="112962">
                <a:moveTo>
                  <a:pt x="22328" y="72421"/>
                </a:moveTo>
                <a:cubicBezTo>
                  <a:pt x="15718" y="72421"/>
                  <a:pt x="7746" y="69005"/>
                  <a:pt x="7746" y="52610"/>
                </a:cubicBezTo>
                <a:cubicBezTo>
                  <a:pt x="7746" y="36895"/>
                  <a:pt x="12986" y="21181"/>
                  <a:pt x="41920" y="21181"/>
                </a:cubicBezTo>
                <a:cubicBezTo>
                  <a:pt x="66528" y="21181"/>
                  <a:pt x="76550" y="33021"/>
                  <a:pt x="76550" y="55112"/>
                </a:cubicBezTo>
                <a:cubicBezTo>
                  <a:pt x="76550" y="60808"/>
                  <a:pt x="76095" y="69916"/>
                  <a:pt x="75410" y="72421"/>
                </a:cubicBezTo>
                <a:lnTo>
                  <a:pt x="22328" y="72421"/>
                </a:lnTo>
                <a:moveTo>
                  <a:pt x="29389" y="91781"/>
                </a:moveTo>
                <a:lnTo>
                  <a:pt x="120760" y="91781"/>
                </a:lnTo>
                <a:cubicBezTo>
                  <a:pt x="139675" y="91781"/>
                  <a:pt x="140815" y="95652"/>
                  <a:pt x="141500" y="111593"/>
                </a:cubicBezTo>
                <a:cubicBezTo>
                  <a:pt x="142865" y="112962"/>
                  <a:pt x="147647" y="112962"/>
                  <a:pt x="149013" y="111593"/>
                </a:cubicBezTo>
                <a:cubicBezTo>
                  <a:pt x="148787" y="101345"/>
                  <a:pt x="148558" y="90186"/>
                  <a:pt x="148558" y="81988"/>
                </a:cubicBezTo>
                <a:cubicBezTo>
                  <a:pt x="148558" y="74016"/>
                  <a:pt x="148787" y="60578"/>
                  <a:pt x="149013" y="49190"/>
                </a:cubicBezTo>
                <a:cubicBezTo>
                  <a:pt x="147647" y="47825"/>
                  <a:pt x="142865" y="47825"/>
                  <a:pt x="141500" y="49190"/>
                </a:cubicBezTo>
                <a:cubicBezTo>
                  <a:pt x="140586" y="66955"/>
                  <a:pt x="139675" y="72421"/>
                  <a:pt x="120760" y="72421"/>
                </a:cubicBezTo>
                <a:lnTo>
                  <a:pt x="82016" y="72421"/>
                </a:lnTo>
                <a:cubicBezTo>
                  <a:pt x="83611" y="67410"/>
                  <a:pt x="84292" y="61947"/>
                  <a:pt x="84292" y="53975"/>
                </a:cubicBezTo>
                <a:cubicBezTo>
                  <a:pt x="84292" y="12524"/>
                  <a:pt x="57186" y="0"/>
                  <a:pt x="37820" y="0"/>
                </a:cubicBezTo>
                <a:cubicBezTo>
                  <a:pt x="24378" y="0"/>
                  <a:pt x="0" y="8882"/>
                  <a:pt x="0" y="51015"/>
                </a:cubicBezTo>
                <a:cubicBezTo>
                  <a:pt x="0" y="59668"/>
                  <a:pt x="1595" y="73106"/>
                  <a:pt x="1595" y="82214"/>
                </a:cubicBezTo>
                <a:cubicBezTo>
                  <a:pt x="1595" y="90641"/>
                  <a:pt x="1369" y="102485"/>
                  <a:pt x="1140" y="111593"/>
                </a:cubicBezTo>
                <a:cubicBezTo>
                  <a:pt x="2506" y="112962"/>
                  <a:pt x="7291" y="112962"/>
                  <a:pt x="8657" y="111593"/>
                </a:cubicBezTo>
                <a:cubicBezTo>
                  <a:pt x="9341" y="95652"/>
                  <a:pt x="10477" y="91781"/>
                  <a:pt x="29389" y="917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U">
            <a:extLst xmlns:a="http://schemas.openxmlformats.org/drawingml/2006/main">
              <a:ext uri="{FF2B5EF4-FFF2-40B4-BE49-F238E27FC236}">
                <a16:creationId xmlns:a16="http://schemas.microsoft.com/office/drawing/2014/main" id="{02862C22-64E2-4C66-ABAA-25594B22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43" y="1510548"/>
            <a:ext cx="149680" cy="148943"/>
          </a:xfrm>
          <a:custGeom xmlns:a="http://schemas.openxmlformats.org/drawingml/2006/main">
            <a:pathLst>
              <a:path w="149680" h="148943">
                <a:moveTo>
                  <a:pt x="28249" y="110682"/>
                </a:moveTo>
                <a:cubicBezTo>
                  <a:pt x="9341" y="110682"/>
                  <a:pt x="8201" y="107266"/>
                  <a:pt x="7517" y="89731"/>
                </a:cubicBezTo>
                <a:cubicBezTo>
                  <a:pt x="6151" y="88365"/>
                  <a:pt x="1369" y="88365"/>
                  <a:pt x="0" y="89731"/>
                </a:cubicBezTo>
                <a:cubicBezTo>
                  <a:pt x="229" y="100434"/>
                  <a:pt x="459" y="111593"/>
                  <a:pt x="459" y="120475"/>
                </a:cubicBezTo>
                <a:cubicBezTo>
                  <a:pt x="459" y="129358"/>
                  <a:pt x="229" y="138695"/>
                  <a:pt x="0" y="147578"/>
                </a:cubicBezTo>
                <a:cubicBezTo>
                  <a:pt x="1369" y="148943"/>
                  <a:pt x="6151" y="148943"/>
                  <a:pt x="7517" y="147578"/>
                </a:cubicBezTo>
                <a:cubicBezTo>
                  <a:pt x="8201" y="133913"/>
                  <a:pt x="9341" y="130042"/>
                  <a:pt x="28249" y="130042"/>
                </a:cubicBezTo>
                <a:lnTo>
                  <a:pt x="94322" y="130042"/>
                </a:lnTo>
                <a:cubicBezTo>
                  <a:pt x="140801" y="130042"/>
                  <a:pt x="149680" y="99979"/>
                  <a:pt x="149680" y="76748"/>
                </a:cubicBezTo>
                <a:cubicBezTo>
                  <a:pt x="149680" y="30060"/>
                  <a:pt x="120750" y="18901"/>
                  <a:pt x="80195" y="18901"/>
                </a:cubicBezTo>
                <a:lnTo>
                  <a:pt x="28249" y="18901"/>
                </a:lnTo>
                <a:cubicBezTo>
                  <a:pt x="10022" y="18901"/>
                  <a:pt x="9112" y="15030"/>
                  <a:pt x="7517" y="1366"/>
                </a:cubicBezTo>
                <a:cubicBezTo>
                  <a:pt x="6151" y="0"/>
                  <a:pt x="1369" y="0"/>
                  <a:pt x="0" y="1366"/>
                </a:cubicBezTo>
                <a:cubicBezTo>
                  <a:pt x="229" y="10019"/>
                  <a:pt x="459" y="19356"/>
                  <a:pt x="459" y="24597"/>
                </a:cubicBezTo>
                <a:cubicBezTo>
                  <a:pt x="459" y="29379"/>
                  <a:pt x="229" y="40537"/>
                  <a:pt x="0" y="51015"/>
                </a:cubicBezTo>
                <a:cubicBezTo>
                  <a:pt x="1369" y="52380"/>
                  <a:pt x="6151" y="52380"/>
                  <a:pt x="7517" y="51015"/>
                </a:cubicBezTo>
                <a:cubicBezTo>
                  <a:pt x="9112" y="33934"/>
                  <a:pt x="9796" y="30060"/>
                  <a:pt x="28249" y="30060"/>
                </a:cubicBezTo>
                <a:lnTo>
                  <a:pt x="84296" y="30060"/>
                </a:lnTo>
                <a:cubicBezTo>
                  <a:pt x="109814" y="30060"/>
                  <a:pt x="140346" y="33479"/>
                  <a:pt x="140346" y="71966"/>
                </a:cubicBezTo>
                <a:cubicBezTo>
                  <a:pt x="140346" y="82899"/>
                  <a:pt x="136242" y="92236"/>
                  <a:pt x="129636" y="99069"/>
                </a:cubicBezTo>
                <a:cubicBezTo>
                  <a:pt x="118929" y="110227"/>
                  <a:pt x="101612" y="110682"/>
                  <a:pt x="86805" y="110682"/>
                </a:cubicBezTo>
                <a:lnTo>
                  <a:pt x="28249" y="1106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t">
            <a:extLst xmlns:a="http://schemas.openxmlformats.org/drawingml/2006/main">
              <a:ext uri="{FF2B5EF4-FFF2-40B4-BE49-F238E27FC236}">
                <a16:creationId xmlns:a16="http://schemas.microsoft.com/office/drawing/2014/main" id="{9814CB7C-632A-487A-8B3D-7796D896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917" y="1384370"/>
            <a:ext cx="134706" cy="62858"/>
          </a:xfrm>
          <a:custGeom xmlns:a="http://schemas.openxmlformats.org/drawingml/2006/main">
            <a:pathLst>
              <a:path w="134706" h="62858">
                <a:moveTo>
                  <a:pt x="34845" y="58757"/>
                </a:moveTo>
                <a:cubicBezTo>
                  <a:pt x="34845" y="61947"/>
                  <a:pt x="37580" y="62858"/>
                  <a:pt x="39401" y="62858"/>
                </a:cubicBezTo>
                <a:lnTo>
                  <a:pt x="42362" y="62858"/>
                </a:lnTo>
                <a:cubicBezTo>
                  <a:pt x="43501" y="62858"/>
                  <a:pt x="43727" y="62632"/>
                  <a:pt x="43727" y="61718"/>
                </a:cubicBezTo>
                <a:lnTo>
                  <a:pt x="43727" y="48283"/>
                </a:lnTo>
                <a:lnTo>
                  <a:pt x="112177" y="48283"/>
                </a:lnTo>
                <a:cubicBezTo>
                  <a:pt x="128329" y="48283"/>
                  <a:pt x="134706" y="41222"/>
                  <a:pt x="134706" y="30748"/>
                </a:cubicBezTo>
                <a:cubicBezTo>
                  <a:pt x="134706" y="20270"/>
                  <a:pt x="129698" y="8882"/>
                  <a:pt x="119679" y="0"/>
                </a:cubicBezTo>
                <a:cubicBezTo>
                  <a:pt x="117407" y="455"/>
                  <a:pt x="116041" y="1821"/>
                  <a:pt x="115815" y="4101"/>
                </a:cubicBezTo>
                <a:cubicBezTo>
                  <a:pt x="120364" y="10022"/>
                  <a:pt x="122182" y="16854"/>
                  <a:pt x="122182" y="22776"/>
                </a:cubicBezTo>
                <a:cubicBezTo>
                  <a:pt x="122182" y="28923"/>
                  <a:pt x="115360" y="30289"/>
                  <a:pt x="101261" y="30289"/>
                </a:cubicBezTo>
                <a:lnTo>
                  <a:pt x="43727" y="30289"/>
                </a:lnTo>
                <a:lnTo>
                  <a:pt x="43727" y="6606"/>
                </a:lnTo>
                <a:cubicBezTo>
                  <a:pt x="43727" y="4327"/>
                  <a:pt x="42817" y="1140"/>
                  <a:pt x="40767" y="1140"/>
                </a:cubicBezTo>
                <a:lnTo>
                  <a:pt x="36214" y="1140"/>
                </a:lnTo>
                <a:cubicBezTo>
                  <a:pt x="35304" y="1140"/>
                  <a:pt x="34845" y="1821"/>
                  <a:pt x="34845" y="2961"/>
                </a:cubicBezTo>
                <a:lnTo>
                  <a:pt x="34845" y="30289"/>
                </a:lnTo>
                <a:lnTo>
                  <a:pt x="25966" y="30289"/>
                </a:lnTo>
                <a:cubicBezTo>
                  <a:pt x="11162" y="30289"/>
                  <a:pt x="2050" y="29379"/>
                  <a:pt x="2050" y="29379"/>
                </a:cubicBezTo>
                <a:cubicBezTo>
                  <a:pt x="685" y="29379"/>
                  <a:pt x="0" y="30063"/>
                  <a:pt x="0" y="31203"/>
                </a:cubicBezTo>
                <a:cubicBezTo>
                  <a:pt x="0" y="32114"/>
                  <a:pt x="914" y="34164"/>
                  <a:pt x="2050" y="36211"/>
                </a:cubicBezTo>
                <a:cubicBezTo>
                  <a:pt x="3420" y="38716"/>
                  <a:pt x="4556" y="40996"/>
                  <a:pt x="5240" y="43957"/>
                </a:cubicBezTo>
                <a:cubicBezTo>
                  <a:pt x="6151" y="46688"/>
                  <a:pt x="6836" y="48964"/>
                  <a:pt x="8427" y="48964"/>
                </a:cubicBezTo>
                <a:cubicBezTo>
                  <a:pt x="11162" y="48964"/>
                  <a:pt x="9567" y="48283"/>
                  <a:pt x="34845" y="48283"/>
                </a:cubicBezTo>
                <a:lnTo>
                  <a:pt x="34845" y="587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i">
            <a:extLst xmlns:a="http://schemas.openxmlformats.org/drawingml/2006/main">
              <a:ext uri="{FF2B5EF4-FFF2-40B4-BE49-F238E27FC236}">
                <a16:creationId xmlns:a16="http://schemas.microsoft.com/office/drawing/2014/main" id="{E8C44100-D77F-4320-8233-EAAF43BB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43" y="1321969"/>
            <a:ext cx="147901" cy="53520"/>
          </a:xfrm>
          <a:custGeom xmlns:a="http://schemas.openxmlformats.org/drawingml/2006/main">
            <a:pathLst>
              <a:path w="147901" h="53520">
                <a:moveTo>
                  <a:pt x="10933" y="38487"/>
                </a:moveTo>
                <a:cubicBezTo>
                  <a:pt x="16854" y="38487"/>
                  <a:pt x="22776" y="33021"/>
                  <a:pt x="22776" y="27558"/>
                </a:cubicBezTo>
                <a:cubicBezTo>
                  <a:pt x="22776" y="21181"/>
                  <a:pt x="16628" y="15714"/>
                  <a:pt x="11843" y="15714"/>
                </a:cubicBezTo>
                <a:cubicBezTo>
                  <a:pt x="6380" y="15714"/>
                  <a:pt x="0" y="20496"/>
                  <a:pt x="0" y="26644"/>
                </a:cubicBezTo>
                <a:cubicBezTo>
                  <a:pt x="0" y="32110"/>
                  <a:pt x="5466" y="38487"/>
                  <a:pt x="10933" y="38487"/>
                </a:cubicBezTo>
                <a:moveTo>
                  <a:pt x="119659" y="17761"/>
                </a:moveTo>
                <a:lnTo>
                  <a:pt x="74333" y="17761"/>
                </a:lnTo>
                <a:cubicBezTo>
                  <a:pt x="62945" y="17761"/>
                  <a:pt x="48318" y="16851"/>
                  <a:pt x="48318" y="16851"/>
                </a:cubicBezTo>
                <a:cubicBezTo>
                  <a:pt x="47397" y="16851"/>
                  <a:pt x="46706" y="17991"/>
                  <a:pt x="46706" y="19812"/>
                </a:cubicBezTo>
                <a:cubicBezTo>
                  <a:pt x="49239" y="26188"/>
                  <a:pt x="51310" y="35300"/>
                  <a:pt x="53378" y="51015"/>
                </a:cubicBezTo>
                <a:cubicBezTo>
                  <a:pt x="54747" y="51470"/>
                  <a:pt x="58389" y="51015"/>
                  <a:pt x="59758" y="50559"/>
                </a:cubicBezTo>
                <a:cubicBezTo>
                  <a:pt x="60894" y="38032"/>
                  <a:pt x="62264" y="35755"/>
                  <a:pt x="75247" y="35755"/>
                </a:cubicBezTo>
                <a:lnTo>
                  <a:pt x="119659" y="35755"/>
                </a:lnTo>
                <a:cubicBezTo>
                  <a:pt x="138563" y="35755"/>
                  <a:pt x="139248" y="38261"/>
                  <a:pt x="140388" y="52151"/>
                </a:cubicBezTo>
                <a:cubicBezTo>
                  <a:pt x="141753" y="53520"/>
                  <a:pt x="146535" y="53520"/>
                  <a:pt x="147901" y="52151"/>
                </a:cubicBezTo>
                <a:cubicBezTo>
                  <a:pt x="147675" y="44638"/>
                  <a:pt x="147446" y="35755"/>
                  <a:pt x="147446" y="26644"/>
                </a:cubicBezTo>
                <a:cubicBezTo>
                  <a:pt x="147446" y="17535"/>
                  <a:pt x="147675" y="8882"/>
                  <a:pt x="147901" y="1366"/>
                </a:cubicBezTo>
                <a:cubicBezTo>
                  <a:pt x="146535" y="0"/>
                  <a:pt x="141753" y="0"/>
                  <a:pt x="140388" y="1366"/>
                </a:cubicBezTo>
                <a:cubicBezTo>
                  <a:pt x="139477" y="15259"/>
                  <a:pt x="138563" y="17761"/>
                  <a:pt x="119659" y="17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m">
            <a:extLst xmlns:a="http://schemas.openxmlformats.org/drawingml/2006/main">
              <a:ext uri="{FF2B5EF4-FFF2-40B4-BE49-F238E27FC236}">
                <a16:creationId xmlns:a16="http://schemas.microsoft.com/office/drawing/2014/main" id="{FD07AD2E-59D8-4A48-A4C1-88305402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634" y="1141138"/>
            <a:ext cx="101209" cy="173544"/>
          </a:xfrm>
          <a:custGeom xmlns:a="http://schemas.openxmlformats.org/drawingml/2006/main">
            <a:pathLst>
              <a:path w="101209" h="173544">
                <a:moveTo>
                  <a:pt x="19137" y="139380"/>
                </a:moveTo>
                <a:cubicBezTo>
                  <a:pt x="12298" y="139609"/>
                  <a:pt x="4101" y="140064"/>
                  <a:pt x="1821" y="141204"/>
                </a:cubicBezTo>
                <a:cubicBezTo>
                  <a:pt x="681" y="141660"/>
                  <a:pt x="0" y="142115"/>
                  <a:pt x="0" y="143936"/>
                </a:cubicBezTo>
                <a:cubicBezTo>
                  <a:pt x="2506" y="150313"/>
                  <a:pt x="4556" y="156234"/>
                  <a:pt x="6603" y="171949"/>
                </a:cubicBezTo>
                <a:cubicBezTo>
                  <a:pt x="7972" y="172404"/>
                  <a:pt x="11614" y="171949"/>
                  <a:pt x="12983" y="171493"/>
                </a:cubicBezTo>
                <a:cubicBezTo>
                  <a:pt x="14123" y="159195"/>
                  <a:pt x="15263" y="156689"/>
                  <a:pt x="28486" y="156689"/>
                </a:cubicBezTo>
                <a:lnTo>
                  <a:pt x="72946" y="156689"/>
                </a:lnTo>
                <a:cubicBezTo>
                  <a:pt x="91642" y="156689"/>
                  <a:pt x="92782" y="159650"/>
                  <a:pt x="93696" y="172178"/>
                </a:cubicBezTo>
                <a:cubicBezTo>
                  <a:pt x="95062" y="173544"/>
                  <a:pt x="99843" y="173544"/>
                  <a:pt x="101209" y="172178"/>
                </a:cubicBezTo>
                <a:cubicBezTo>
                  <a:pt x="100983" y="165342"/>
                  <a:pt x="100754" y="156689"/>
                  <a:pt x="100754" y="147581"/>
                </a:cubicBezTo>
                <a:cubicBezTo>
                  <a:pt x="100754" y="138469"/>
                  <a:pt x="100983" y="131411"/>
                  <a:pt x="101209" y="124579"/>
                </a:cubicBezTo>
                <a:cubicBezTo>
                  <a:pt x="99843" y="123210"/>
                  <a:pt x="95062" y="123210"/>
                  <a:pt x="93696" y="124579"/>
                </a:cubicBezTo>
                <a:cubicBezTo>
                  <a:pt x="92556" y="136193"/>
                  <a:pt x="91642" y="138699"/>
                  <a:pt x="72946" y="138699"/>
                </a:cubicBezTo>
                <a:lnTo>
                  <a:pt x="35554" y="138699"/>
                </a:lnTo>
                <a:cubicBezTo>
                  <a:pt x="30765" y="138699"/>
                  <a:pt x="28030" y="136648"/>
                  <a:pt x="25980" y="134827"/>
                </a:cubicBezTo>
                <a:cubicBezTo>
                  <a:pt x="17087" y="125716"/>
                  <a:pt x="12524" y="117289"/>
                  <a:pt x="12524" y="110231"/>
                </a:cubicBezTo>
                <a:cubicBezTo>
                  <a:pt x="12524" y="101574"/>
                  <a:pt x="17998" y="95197"/>
                  <a:pt x="33274" y="95197"/>
                </a:cubicBezTo>
                <a:lnTo>
                  <a:pt x="72946" y="95197"/>
                </a:lnTo>
                <a:cubicBezTo>
                  <a:pt x="91642" y="95197"/>
                  <a:pt x="92782" y="97022"/>
                  <a:pt x="93696" y="109320"/>
                </a:cubicBezTo>
                <a:cubicBezTo>
                  <a:pt x="95062" y="110456"/>
                  <a:pt x="99843" y="110456"/>
                  <a:pt x="101209" y="109320"/>
                </a:cubicBezTo>
                <a:cubicBezTo>
                  <a:pt x="100983" y="103624"/>
                  <a:pt x="100754" y="95197"/>
                  <a:pt x="100754" y="86089"/>
                </a:cubicBezTo>
                <a:cubicBezTo>
                  <a:pt x="100754" y="76977"/>
                  <a:pt x="100983" y="69464"/>
                  <a:pt x="101209" y="63768"/>
                </a:cubicBezTo>
                <a:cubicBezTo>
                  <a:pt x="99843" y="62632"/>
                  <a:pt x="95062" y="62632"/>
                  <a:pt x="93696" y="63768"/>
                </a:cubicBezTo>
                <a:cubicBezTo>
                  <a:pt x="92782" y="75156"/>
                  <a:pt x="91642" y="77207"/>
                  <a:pt x="72946" y="77207"/>
                </a:cubicBezTo>
                <a:lnTo>
                  <a:pt x="36694" y="77207"/>
                </a:lnTo>
                <a:cubicBezTo>
                  <a:pt x="33504" y="77207"/>
                  <a:pt x="30310" y="77207"/>
                  <a:pt x="27575" y="77436"/>
                </a:cubicBezTo>
                <a:cubicBezTo>
                  <a:pt x="15489" y="66503"/>
                  <a:pt x="12524" y="56255"/>
                  <a:pt x="12524" y="47373"/>
                </a:cubicBezTo>
                <a:cubicBezTo>
                  <a:pt x="12524" y="38716"/>
                  <a:pt x="17542" y="33709"/>
                  <a:pt x="32819" y="33709"/>
                </a:cubicBezTo>
                <a:lnTo>
                  <a:pt x="72946" y="33709"/>
                </a:lnTo>
                <a:cubicBezTo>
                  <a:pt x="91642" y="33709"/>
                  <a:pt x="92782" y="35985"/>
                  <a:pt x="93696" y="47828"/>
                </a:cubicBezTo>
                <a:cubicBezTo>
                  <a:pt x="95062" y="48968"/>
                  <a:pt x="99843" y="48968"/>
                  <a:pt x="101209" y="47828"/>
                </a:cubicBezTo>
                <a:cubicBezTo>
                  <a:pt x="100983" y="42132"/>
                  <a:pt x="100754" y="33709"/>
                  <a:pt x="100754" y="24597"/>
                </a:cubicBezTo>
                <a:cubicBezTo>
                  <a:pt x="100754" y="15489"/>
                  <a:pt x="100983" y="7517"/>
                  <a:pt x="101209" y="1140"/>
                </a:cubicBezTo>
                <a:cubicBezTo>
                  <a:pt x="99843" y="0"/>
                  <a:pt x="95062" y="0"/>
                  <a:pt x="93696" y="1140"/>
                </a:cubicBezTo>
                <a:cubicBezTo>
                  <a:pt x="92782" y="13664"/>
                  <a:pt x="91642" y="15714"/>
                  <a:pt x="72946" y="15714"/>
                </a:cubicBezTo>
                <a:lnTo>
                  <a:pt x="36923" y="15714"/>
                </a:lnTo>
                <a:cubicBezTo>
                  <a:pt x="16632" y="15714"/>
                  <a:pt x="681" y="19130"/>
                  <a:pt x="681" y="39171"/>
                </a:cubicBezTo>
                <a:cubicBezTo>
                  <a:pt x="681" y="50789"/>
                  <a:pt x="5011" y="64908"/>
                  <a:pt x="17542" y="76751"/>
                </a:cubicBezTo>
                <a:cubicBezTo>
                  <a:pt x="18227" y="77436"/>
                  <a:pt x="19367" y="78802"/>
                  <a:pt x="17313" y="79257"/>
                </a:cubicBezTo>
                <a:cubicBezTo>
                  <a:pt x="7972" y="81307"/>
                  <a:pt x="681" y="90190"/>
                  <a:pt x="681" y="102029"/>
                </a:cubicBezTo>
                <a:cubicBezTo>
                  <a:pt x="681" y="115242"/>
                  <a:pt x="8427" y="127081"/>
                  <a:pt x="19137" y="136648"/>
                </a:cubicBezTo>
                <a:cubicBezTo>
                  <a:pt x="20277" y="137788"/>
                  <a:pt x="21876" y="139154"/>
                  <a:pt x="19137" y="1393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e">
            <a:extLst xmlns:a="http://schemas.openxmlformats.org/drawingml/2006/main">
              <a:ext uri="{FF2B5EF4-FFF2-40B4-BE49-F238E27FC236}">
                <a16:creationId xmlns:a16="http://schemas.microsoft.com/office/drawing/2014/main" id="{A2D8ED70-C3A2-4EC5-A609-8DEB211D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983" y="1046624"/>
            <a:ext cx="101640" cy="84268"/>
          </a:xfrm>
          <a:custGeom xmlns:a="http://schemas.openxmlformats.org/drawingml/2006/main">
            <a:pathLst>
              <a:path w="101640" h="84268">
                <a:moveTo>
                  <a:pt x="35182" y="64453"/>
                </a:moveTo>
                <a:cubicBezTo>
                  <a:pt x="9557" y="60126"/>
                  <a:pt x="7517" y="44183"/>
                  <a:pt x="7517" y="38716"/>
                </a:cubicBezTo>
                <a:cubicBezTo>
                  <a:pt x="7517" y="30063"/>
                  <a:pt x="12281" y="19815"/>
                  <a:pt x="31328" y="19815"/>
                </a:cubicBezTo>
                <a:cubicBezTo>
                  <a:pt x="33368" y="19815"/>
                  <a:pt x="34504" y="20726"/>
                  <a:pt x="34504" y="23231"/>
                </a:cubicBezTo>
                <a:lnTo>
                  <a:pt x="35182" y="64453"/>
                </a:lnTo>
                <a:moveTo>
                  <a:pt x="78194" y="4785"/>
                </a:moveTo>
                <a:cubicBezTo>
                  <a:pt x="86843" y="13209"/>
                  <a:pt x="90482" y="19815"/>
                  <a:pt x="90482" y="33024"/>
                </a:cubicBezTo>
                <a:cubicBezTo>
                  <a:pt x="90482" y="41222"/>
                  <a:pt x="85703" y="50789"/>
                  <a:pt x="74100" y="57847"/>
                </a:cubicBezTo>
                <a:cubicBezTo>
                  <a:pt x="66590" y="62403"/>
                  <a:pt x="56123" y="65138"/>
                  <a:pt x="42925" y="65138"/>
                </a:cubicBezTo>
                <a:lnTo>
                  <a:pt x="43380" y="4556"/>
                </a:lnTo>
                <a:cubicBezTo>
                  <a:pt x="43380" y="1824"/>
                  <a:pt x="42014" y="229"/>
                  <a:pt x="39509" y="229"/>
                </a:cubicBezTo>
                <a:cubicBezTo>
                  <a:pt x="20444" y="229"/>
                  <a:pt x="0" y="7061"/>
                  <a:pt x="0" y="38716"/>
                </a:cubicBezTo>
                <a:cubicBezTo>
                  <a:pt x="0" y="58531"/>
                  <a:pt x="18856" y="84268"/>
                  <a:pt x="53392" y="84268"/>
                </a:cubicBezTo>
                <a:cubicBezTo>
                  <a:pt x="66135" y="84268"/>
                  <a:pt x="78423" y="81078"/>
                  <a:pt x="87069" y="73561"/>
                </a:cubicBezTo>
                <a:cubicBezTo>
                  <a:pt x="96177" y="65819"/>
                  <a:pt x="101640" y="55115"/>
                  <a:pt x="101640" y="38716"/>
                </a:cubicBezTo>
                <a:cubicBezTo>
                  <a:pt x="101640" y="21410"/>
                  <a:pt x="93672" y="9112"/>
                  <a:pt x="81835" y="0"/>
                </a:cubicBezTo>
                <a:cubicBezTo>
                  <a:pt x="79559" y="685"/>
                  <a:pt x="78423" y="2050"/>
                  <a:pt x="78194" y="47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(">
            <a:extLst xmlns:a="http://schemas.openxmlformats.org/drawingml/2006/main">
              <a:ext uri="{FF2B5EF4-FFF2-40B4-BE49-F238E27FC236}">
                <a16:creationId xmlns:a16="http://schemas.microsoft.com/office/drawing/2014/main" id="{21930EF1-59BE-473B-9DE2-58052A9C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383" y="917488"/>
            <a:ext cx="207478" cy="53065"/>
          </a:xfrm>
          <a:custGeom xmlns:a="http://schemas.openxmlformats.org/drawingml/2006/main">
            <a:pathLst>
              <a:path w="207478" h="53065">
                <a:moveTo>
                  <a:pt x="103624" y="53065"/>
                </a:moveTo>
                <a:cubicBezTo>
                  <a:pt x="113876" y="53065"/>
                  <a:pt x="166482" y="52155"/>
                  <a:pt x="207478" y="4782"/>
                </a:cubicBezTo>
                <a:cubicBezTo>
                  <a:pt x="207023" y="2506"/>
                  <a:pt x="205428" y="685"/>
                  <a:pt x="203607" y="0"/>
                </a:cubicBezTo>
                <a:cubicBezTo>
                  <a:pt x="194950" y="7517"/>
                  <a:pt x="163521" y="34160"/>
                  <a:pt x="103624" y="34160"/>
                </a:cubicBezTo>
                <a:cubicBezTo>
                  <a:pt x="43727" y="34160"/>
                  <a:pt x="12298" y="7287"/>
                  <a:pt x="4101" y="0"/>
                </a:cubicBezTo>
                <a:cubicBezTo>
                  <a:pt x="1824" y="685"/>
                  <a:pt x="229" y="2276"/>
                  <a:pt x="0" y="4782"/>
                </a:cubicBezTo>
                <a:cubicBezTo>
                  <a:pt x="23231" y="31884"/>
                  <a:pt x="61266" y="53065"/>
                  <a:pt x="103624" y="530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s">
            <a:extLst xmlns:a="http://schemas.openxmlformats.org/drawingml/2006/main">
              <a:ext uri="{FF2B5EF4-FFF2-40B4-BE49-F238E27FC236}">
                <a16:creationId xmlns:a16="http://schemas.microsoft.com/office/drawing/2014/main" id="{660E70BA-C005-45C4-AA71-AE7FF946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315" y="833012"/>
            <a:ext cx="102307" cy="68779"/>
          </a:xfrm>
          <a:custGeom xmlns:a="http://schemas.openxmlformats.org/drawingml/2006/main">
            <a:pathLst>
              <a:path w="102307" h="68779">
                <a:moveTo>
                  <a:pt x="68588" y="68779"/>
                </a:moveTo>
                <a:cubicBezTo>
                  <a:pt x="79754" y="67869"/>
                  <a:pt x="90464" y="67184"/>
                  <a:pt x="100031" y="67184"/>
                </a:cubicBezTo>
                <a:cubicBezTo>
                  <a:pt x="99576" y="64908"/>
                  <a:pt x="99350" y="62628"/>
                  <a:pt x="99350" y="61492"/>
                </a:cubicBezTo>
                <a:cubicBezTo>
                  <a:pt x="99350" y="59897"/>
                  <a:pt x="99350" y="58531"/>
                  <a:pt x="99805" y="56936"/>
                </a:cubicBezTo>
                <a:cubicBezTo>
                  <a:pt x="101397" y="50785"/>
                  <a:pt x="102307" y="44638"/>
                  <a:pt x="102307" y="36211"/>
                </a:cubicBezTo>
                <a:cubicBezTo>
                  <a:pt x="102307" y="23457"/>
                  <a:pt x="96160" y="0"/>
                  <a:pt x="73599" y="0"/>
                </a:cubicBezTo>
                <a:cubicBezTo>
                  <a:pt x="58107" y="0"/>
                  <a:pt x="48992" y="11159"/>
                  <a:pt x="43293" y="26647"/>
                </a:cubicBezTo>
                <a:cubicBezTo>
                  <a:pt x="38052" y="40311"/>
                  <a:pt x="34633" y="49420"/>
                  <a:pt x="22102" y="49420"/>
                </a:cubicBezTo>
                <a:cubicBezTo>
                  <a:pt x="12757" y="49420"/>
                  <a:pt x="7517" y="41222"/>
                  <a:pt x="7517" y="33479"/>
                </a:cubicBezTo>
                <a:cubicBezTo>
                  <a:pt x="7517" y="28468"/>
                  <a:pt x="9341" y="15259"/>
                  <a:pt x="28711" y="12298"/>
                </a:cubicBezTo>
                <a:cubicBezTo>
                  <a:pt x="30077" y="10933"/>
                  <a:pt x="29848" y="6377"/>
                  <a:pt x="28482" y="5011"/>
                </a:cubicBezTo>
                <a:cubicBezTo>
                  <a:pt x="20277" y="4327"/>
                  <a:pt x="11847" y="3871"/>
                  <a:pt x="4330" y="3642"/>
                </a:cubicBezTo>
                <a:cubicBezTo>
                  <a:pt x="3190" y="10703"/>
                  <a:pt x="0" y="21636"/>
                  <a:pt x="0" y="33479"/>
                </a:cubicBezTo>
                <a:cubicBezTo>
                  <a:pt x="0" y="50330"/>
                  <a:pt x="10936" y="65589"/>
                  <a:pt x="25521" y="65589"/>
                </a:cubicBezTo>
                <a:cubicBezTo>
                  <a:pt x="42153" y="65589"/>
                  <a:pt x="49218" y="58076"/>
                  <a:pt x="56512" y="40537"/>
                </a:cubicBezTo>
                <a:cubicBezTo>
                  <a:pt x="64258" y="21636"/>
                  <a:pt x="69044" y="17310"/>
                  <a:pt x="78843" y="17310"/>
                </a:cubicBezTo>
                <a:cubicBezTo>
                  <a:pt x="90009" y="17310"/>
                  <a:pt x="94794" y="28239"/>
                  <a:pt x="94794" y="36666"/>
                </a:cubicBezTo>
                <a:cubicBezTo>
                  <a:pt x="94794" y="45548"/>
                  <a:pt x="91830" y="50559"/>
                  <a:pt x="89324" y="52836"/>
                </a:cubicBezTo>
                <a:cubicBezTo>
                  <a:pt x="84084" y="57847"/>
                  <a:pt x="74058" y="60352"/>
                  <a:pt x="68359" y="61718"/>
                </a:cubicBezTo>
                <a:cubicBezTo>
                  <a:pt x="66993" y="63084"/>
                  <a:pt x="67219" y="67414"/>
                  <a:pt x="68588" y="687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)">
            <a:extLst xmlns:a="http://schemas.openxmlformats.org/drawingml/2006/main">
              <a:ext uri="{FF2B5EF4-FFF2-40B4-BE49-F238E27FC236}">
                <a16:creationId xmlns:a16="http://schemas.microsoft.com/office/drawing/2014/main" id="{8C9B99D1-3359-493E-99B8-0AF6C384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157" y="766079"/>
            <a:ext cx="207475" cy="53065"/>
          </a:xfrm>
          <a:custGeom xmlns:a="http://schemas.openxmlformats.org/drawingml/2006/main">
            <a:pathLst>
              <a:path w="207475" h="53065">
                <a:moveTo>
                  <a:pt x="103850" y="0"/>
                </a:moveTo>
                <a:cubicBezTo>
                  <a:pt x="93602" y="0"/>
                  <a:pt x="40992" y="910"/>
                  <a:pt x="0" y="48283"/>
                </a:cubicBezTo>
                <a:cubicBezTo>
                  <a:pt x="455" y="50559"/>
                  <a:pt x="2050" y="52384"/>
                  <a:pt x="3871" y="53065"/>
                </a:cubicBezTo>
                <a:cubicBezTo>
                  <a:pt x="12524" y="45552"/>
                  <a:pt x="43953" y="18905"/>
                  <a:pt x="103850" y="18905"/>
                </a:cubicBezTo>
                <a:cubicBezTo>
                  <a:pt x="163747" y="18905"/>
                  <a:pt x="195176" y="45778"/>
                  <a:pt x="203378" y="53065"/>
                </a:cubicBezTo>
                <a:cubicBezTo>
                  <a:pt x="205654" y="52384"/>
                  <a:pt x="207249" y="50789"/>
                  <a:pt x="207475" y="48283"/>
                </a:cubicBezTo>
                <a:cubicBezTo>
                  <a:pt x="184247" y="21181"/>
                  <a:pt x="146212" y="0"/>
                  <a:pt x="10385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3C930-8FF6-457D-8EEE-29A0354A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234" y="166875"/>
            <a:ext cx="1047820" cy="825449"/>
          </a:xfrm>
          <a:custGeom xmlns:a="http://schemas.openxmlformats.org/drawingml/2006/main">
            <a:pathLst>
              <a:path w="1047820" h="825449" fill="none">
                <a:moveTo>
                  <a:pt x="0" y="825449"/>
                </a:moveTo>
                <a:lnTo>
                  <a:pt x="1047820" y="825449"/>
                </a:lnTo>
                <a:lnTo>
                  <a:pt x="1047820" y="0"/>
                </a:lnTo>
                <a:lnTo>
                  <a:pt x="0" y="0"/>
                </a:lnTo>
                <a:lnTo>
                  <a:pt x="0" y="8254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110" cap="flat">
            <a:solidFill>
              <a:srgbClr val="000000"/>
            </a:solidFill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46AE9-2C41-4E81-9C80-0E36BC5B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672" y="334842"/>
            <a:ext cx="388820" cy="10"/>
          </a:xfrm>
          <a:custGeom xmlns:a="http://schemas.openxmlformats.org/drawingml/2006/main">
            <a:pathLst>
              <a:path w="388820" h="1" fill="none">
                <a:moveTo>
                  <a:pt x="0" y="0"/>
                </a:moveTo>
                <a:lnTo>
                  <a:pt x="3888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6F5D4-74AE-4B5E-8049-DEB1B3D2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548" y="289265"/>
            <a:ext cx="91097" cy="91126"/>
          </a:xfrm>
          <a:custGeom xmlns:a="http://schemas.openxmlformats.org/drawingml/2006/main">
            <a:pathLst>
              <a:path w="91097" h="91126">
                <a:moveTo>
                  <a:pt x="91097" y="45577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374" y="0"/>
                  <a:pt x="0" y="20403"/>
                  <a:pt x="0" y="45577"/>
                </a:cubicBezTo>
                <a:cubicBezTo>
                  <a:pt x="0" y="70723"/>
                  <a:pt x="20374" y="91126"/>
                  <a:pt x="45549" y="91126"/>
                </a:cubicBezTo>
                <a:cubicBezTo>
                  <a:pt x="70695" y="91126"/>
                  <a:pt x="91097" y="70723"/>
                  <a:pt x="91097" y="45577"/>
                </a:cubicBezTo>
                <a:close/>
                <a:moveTo>
                  <a:pt x="45549" y="45577"/>
                </a:moveTo>
              </a:path>
            </a:pathLst>
          </a:custGeom>
          <a:solidFill xmlns:a="http://schemas.openxmlformats.org/drawingml/2006/main">
            <a:srgbClr val="CC6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54DA2-C4D0-46D6-8B21-D10899FC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548" y="289265"/>
            <a:ext cx="91097" cy="91126"/>
          </a:xfrm>
          <a:custGeom xmlns:a="http://schemas.openxmlformats.org/drawingml/2006/main">
            <a:pathLst>
              <a:path w="91097" h="91126" fill="none">
                <a:moveTo>
                  <a:pt x="91097" y="45577"/>
                </a:moveTo>
                <a:cubicBezTo>
                  <a:pt x="91097" y="20403"/>
                  <a:pt x="70695" y="0"/>
                  <a:pt x="45549" y="0"/>
                </a:cubicBezTo>
                <a:cubicBezTo>
                  <a:pt x="20374" y="0"/>
                  <a:pt x="0" y="20403"/>
                  <a:pt x="0" y="45577"/>
                </a:cubicBezTo>
                <a:cubicBezTo>
                  <a:pt x="0" y="70723"/>
                  <a:pt x="20374" y="91126"/>
                  <a:pt x="45549" y="91126"/>
                </a:cubicBezTo>
                <a:cubicBezTo>
                  <a:pt x="70695" y="91126"/>
                  <a:pt x="91097" y="70723"/>
                  <a:pt x="91097" y="45577"/>
                </a:cubicBezTo>
                <a:close/>
                <a:moveTo>
                  <a:pt x="45549" y="45577"/>
                </a:move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8000"/>
            </a:solidFill>
            <a:miter/>
          </a:ln>
        </p:spPr>
      </p:sp>
      <p:sp>
        <p:nvSpPr>
          <p:cNvPr id="167" name="Text IMC">
            <a:extLst xmlns:a="http://schemas.openxmlformats.org/drawingml/2006/main">
              <a:ext uri="{FF2B5EF4-FFF2-40B4-BE49-F238E27FC236}">
                <a16:creationId xmlns:a16="http://schemas.microsoft.com/office/drawing/2014/main" id="{C302056A-DB92-42BB-8A51-42E33BCE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522" y="257582"/>
            <a:ext cx="315930" cy="121702"/>
          </a:xfrm>
          <a:custGeom xmlns:a="http://schemas.openxmlformats.org/drawingml/2006/main">
            <a:pathLst>
              <a:path w="315930" h="121702">
                <a:moveTo>
                  <a:pt x="32433" y="97676"/>
                </a:moveTo>
                <a:lnTo>
                  <a:pt x="32433" y="24562"/>
                </a:lnTo>
                <a:cubicBezTo>
                  <a:pt x="32433" y="9430"/>
                  <a:pt x="35530" y="8518"/>
                  <a:pt x="48285" y="7971"/>
                </a:cubicBezTo>
                <a:cubicBezTo>
                  <a:pt x="49377" y="6878"/>
                  <a:pt x="49377" y="3053"/>
                  <a:pt x="48285" y="1957"/>
                </a:cubicBezTo>
                <a:cubicBezTo>
                  <a:pt x="40267" y="2141"/>
                  <a:pt x="31704" y="2324"/>
                  <a:pt x="24598" y="2324"/>
                </a:cubicBezTo>
                <a:cubicBezTo>
                  <a:pt x="18585" y="2324"/>
                  <a:pt x="9658" y="2141"/>
                  <a:pt x="1095" y="1957"/>
                </a:cubicBezTo>
                <a:cubicBezTo>
                  <a:pt x="0" y="3053"/>
                  <a:pt x="0" y="6878"/>
                  <a:pt x="1095" y="7971"/>
                </a:cubicBezTo>
                <a:cubicBezTo>
                  <a:pt x="13848" y="8518"/>
                  <a:pt x="16945" y="9430"/>
                  <a:pt x="16945" y="24562"/>
                </a:cubicBezTo>
                <a:lnTo>
                  <a:pt x="16945" y="97676"/>
                </a:lnTo>
                <a:cubicBezTo>
                  <a:pt x="16945" y="112808"/>
                  <a:pt x="13848" y="113720"/>
                  <a:pt x="1095" y="114268"/>
                </a:cubicBezTo>
                <a:cubicBezTo>
                  <a:pt x="0" y="115360"/>
                  <a:pt x="0" y="119186"/>
                  <a:pt x="1095" y="120278"/>
                </a:cubicBezTo>
                <a:cubicBezTo>
                  <a:pt x="9294" y="120097"/>
                  <a:pt x="18221" y="119914"/>
                  <a:pt x="24779" y="119914"/>
                </a:cubicBezTo>
                <a:cubicBezTo>
                  <a:pt x="31340" y="119914"/>
                  <a:pt x="40083" y="120097"/>
                  <a:pt x="48285" y="120278"/>
                </a:cubicBezTo>
                <a:cubicBezTo>
                  <a:pt x="49377" y="119186"/>
                  <a:pt x="49377" y="115360"/>
                  <a:pt x="48285" y="114268"/>
                </a:cubicBezTo>
                <a:cubicBezTo>
                  <a:pt x="35530" y="113720"/>
                  <a:pt x="32433" y="112808"/>
                  <a:pt x="32433" y="97676"/>
                </a:cubicBezTo>
                <a:close/>
                <a:moveTo>
                  <a:pt x="172542" y="98769"/>
                </a:moveTo>
                <a:cubicBezTo>
                  <a:pt x="173454" y="113536"/>
                  <a:pt x="172723" y="113720"/>
                  <a:pt x="160882" y="114268"/>
                </a:cubicBezTo>
                <a:cubicBezTo>
                  <a:pt x="159787" y="115360"/>
                  <a:pt x="159787" y="119186"/>
                  <a:pt x="160882" y="120278"/>
                </a:cubicBezTo>
                <a:cubicBezTo>
                  <a:pt x="167621" y="120097"/>
                  <a:pt x="174911" y="119914"/>
                  <a:pt x="180376" y="119914"/>
                </a:cubicBezTo>
                <a:cubicBezTo>
                  <a:pt x="185842" y="119914"/>
                  <a:pt x="194224" y="120097"/>
                  <a:pt x="200235" y="120278"/>
                </a:cubicBezTo>
                <a:cubicBezTo>
                  <a:pt x="201330" y="119186"/>
                  <a:pt x="201330" y="115360"/>
                  <a:pt x="200235" y="114268"/>
                </a:cubicBezTo>
                <a:cubicBezTo>
                  <a:pt x="187847" y="113720"/>
                  <a:pt x="187299" y="112992"/>
                  <a:pt x="186206" y="97857"/>
                </a:cubicBezTo>
                <a:lnTo>
                  <a:pt x="180741" y="21098"/>
                </a:lnTo>
                <a:cubicBezTo>
                  <a:pt x="180012" y="11251"/>
                  <a:pt x="180924" y="8699"/>
                  <a:pt x="193312" y="7971"/>
                </a:cubicBezTo>
                <a:cubicBezTo>
                  <a:pt x="194405" y="6878"/>
                  <a:pt x="194405" y="3053"/>
                  <a:pt x="193312" y="1957"/>
                </a:cubicBezTo>
                <a:lnTo>
                  <a:pt x="169445" y="2324"/>
                </a:lnTo>
                <a:lnTo>
                  <a:pt x="130818" y="94757"/>
                </a:lnTo>
                <a:cubicBezTo>
                  <a:pt x="130090" y="96581"/>
                  <a:pt x="129542" y="97312"/>
                  <a:pt x="129178" y="97312"/>
                </a:cubicBezTo>
                <a:cubicBezTo>
                  <a:pt x="128814" y="97312"/>
                  <a:pt x="128269" y="96400"/>
                  <a:pt x="127721" y="94940"/>
                </a:cubicBezTo>
                <a:lnTo>
                  <a:pt x="90371" y="2324"/>
                </a:lnTo>
                <a:lnTo>
                  <a:pt x="63952" y="1957"/>
                </a:lnTo>
                <a:cubicBezTo>
                  <a:pt x="62859" y="3053"/>
                  <a:pt x="62859" y="6878"/>
                  <a:pt x="63952" y="7971"/>
                </a:cubicBezTo>
                <a:cubicBezTo>
                  <a:pt x="76523" y="8699"/>
                  <a:pt x="77618" y="9063"/>
                  <a:pt x="76342" y="22738"/>
                </a:cubicBezTo>
                <a:lnTo>
                  <a:pt x="69053" y="97857"/>
                </a:lnTo>
                <a:cubicBezTo>
                  <a:pt x="67960" y="108796"/>
                  <a:pt x="65775" y="113356"/>
                  <a:pt x="55389" y="114268"/>
                </a:cubicBezTo>
                <a:cubicBezTo>
                  <a:pt x="54296" y="115360"/>
                  <a:pt x="54296" y="119186"/>
                  <a:pt x="55389" y="120278"/>
                </a:cubicBezTo>
                <a:cubicBezTo>
                  <a:pt x="60855" y="120097"/>
                  <a:pt x="66684" y="119914"/>
                  <a:pt x="71057" y="119914"/>
                </a:cubicBezTo>
                <a:cubicBezTo>
                  <a:pt x="75431" y="119914"/>
                  <a:pt x="82720" y="120097"/>
                  <a:pt x="88186" y="120278"/>
                </a:cubicBezTo>
                <a:cubicBezTo>
                  <a:pt x="89278" y="119186"/>
                  <a:pt x="89278" y="115360"/>
                  <a:pt x="88186" y="114268"/>
                </a:cubicBezTo>
                <a:cubicBezTo>
                  <a:pt x="76159" y="113356"/>
                  <a:pt x="75250" y="107704"/>
                  <a:pt x="76159" y="97492"/>
                </a:cubicBezTo>
                <a:lnTo>
                  <a:pt x="83084" y="24379"/>
                </a:lnTo>
                <a:lnTo>
                  <a:pt x="83448" y="24379"/>
                </a:lnTo>
                <a:lnTo>
                  <a:pt x="121163" y="119005"/>
                </a:lnTo>
                <a:cubicBezTo>
                  <a:pt x="121708" y="120245"/>
                  <a:pt x="122803" y="121702"/>
                  <a:pt x="123896" y="121702"/>
                </a:cubicBezTo>
                <a:cubicBezTo>
                  <a:pt x="124989" y="121702"/>
                  <a:pt x="125717" y="120428"/>
                  <a:pt x="126445" y="118969"/>
                </a:cubicBezTo>
                <a:lnTo>
                  <a:pt x="167441" y="22552"/>
                </a:lnTo>
                <a:lnTo>
                  <a:pt x="167805" y="22552"/>
                </a:lnTo>
                <a:lnTo>
                  <a:pt x="172542" y="98769"/>
                </a:lnTo>
                <a:close/>
                <a:moveTo>
                  <a:pt x="269653" y="121702"/>
                </a:moveTo>
                <a:cubicBezTo>
                  <a:pt x="287326" y="121702"/>
                  <a:pt x="303542" y="113322"/>
                  <a:pt x="315930" y="97106"/>
                </a:cubicBezTo>
                <a:cubicBezTo>
                  <a:pt x="315018" y="95469"/>
                  <a:pt x="313745" y="94376"/>
                  <a:pt x="311741" y="94376"/>
                </a:cubicBezTo>
                <a:cubicBezTo>
                  <a:pt x="298805" y="108585"/>
                  <a:pt x="286414" y="114234"/>
                  <a:pt x="269469" y="114234"/>
                </a:cubicBezTo>
                <a:cubicBezTo>
                  <a:pt x="244874" y="114234"/>
                  <a:pt x="227929" y="86542"/>
                  <a:pt x="227929" y="59942"/>
                </a:cubicBezTo>
                <a:cubicBezTo>
                  <a:pt x="227929" y="44273"/>
                  <a:pt x="232119" y="31157"/>
                  <a:pt x="238680" y="22958"/>
                </a:cubicBezTo>
                <a:cubicBezTo>
                  <a:pt x="247790" y="11843"/>
                  <a:pt x="258357" y="6742"/>
                  <a:pt x="267832" y="6742"/>
                </a:cubicBezTo>
                <a:cubicBezTo>
                  <a:pt x="292975" y="6742"/>
                  <a:pt x="302994" y="21682"/>
                  <a:pt x="307732" y="37351"/>
                </a:cubicBezTo>
                <a:cubicBezTo>
                  <a:pt x="309917" y="38079"/>
                  <a:pt x="311741" y="37531"/>
                  <a:pt x="313745" y="36439"/>
                </a:cubicBezTo>
                <a:cubicBezTo>
                  <a:pt x="312833" y="26967"/>
                  <a:pt x="311557" y="18221"/>
                  <a:pt x="309736" y="8201"/>
                </a:cubicBezTo>
                <a:cubicBezTo>
                  <a:pt x="300445" y="7289"/>
                  <a:pt x="292244" y="0"/>
                  <a:pt x="269833" y="0"/>
                </a:cubicBezTo>
                <a:cubicBezTo>
                  <a:pt x="254348" y="0"/>
                  <a:pt x="241412" y="5649"/>
                  <a:pt x="230662" y="15488"/>
                </a:cubicBezTo>
                <a:cubicBezTo>
                  <a:pt x="218638" y="26603"/>
                  <a:pt x="211348" y="44457"/>
                  <a:pt x="211348" y="63403"/>
                </a:cubicBezTo>
                <a:cubicBezTo>
                  <a:pt x="211348" y="95104"/>
                  <a:pt x="230481" y="121702"/>
                  <a:pt x="269653" y="1217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BFA02-9048-4B8F-AB3D-239AFF4E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672" y="579615"/>
            <a:ext cx="388820" cy="10"/>
          </a:xfrm>
          <a:custGeom xmlns:a="http://schemas.openxmlformats.org/drawingml/2006/main">
            <a:pathLst>
              <a:path w="388820" h="1" fill="none">
                <a:moveTo>
                  <a:pt x="0" y="0"/>
                </a:moveTo>
                <a:lnTo>
                  <a:pt x="3888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custDash>
              <a:ds d="375005" sp="250003"/>
            </a:custDash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4E7A1-4730-4E5D-8405-4028B8ED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548" y="534058"/>
            <a:ext cx="91083" cy="91106"/>
          </a:xfrm>
          <a:custGeom xmlns:a="http://schemas.openxmlformats.org/drawingml/2006/main">
            <a:pathLst>
              <a:path w="91083" h="91106">
                <a:moveTo>
                  <a:pt x="0" y="91106"/>
                </a:moveTo>
                <a:lnTo>
                  <a:pt x="91083" y="91106"/>
                </a:lnTo>
                <a:lnTo>
                  <a:pt x="91083" y="0"/>
                </a:lnTo>
                <a:lnTo>
                  <a:pt x="0" y="0"/>
                </a:lnTo>
                <a:lnTo>
                  <a:pt x="0" y="91106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3A055-55F1-4A2D-9805-8F1336E4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548" y="534058"/>
            <a:ext cx="91083" cy="91106"/>
          </a:xfrm>
          <a:custGeom xmlns:a="http://schemas.openxmlformats.org/drawingml/2006/main">
            <a:pathLst>
              <a:path w="91083" h="91106" fill="none">
                <a:moveTo>
                  <a:pt x="0" y="91106"/>
                </a:moveTo>
                <a:lnTo>
                  <a:pt x="91083" y="91106"/>
                </a:lnTo>
                <a:lnTo>
                  <a:pt x="91083" y="0"/>
                </a:lnTo>
                <a:lnTo>
                  <a:pt x="0" y="0"/>
                </a:lnTo>
                <a:lnTo>
                  <a:pt x="0" y="911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FF0000"/>
            </a:solidFill>
            <a:miter/>
          </a:ln>
        </p:spPr>
      </p:sp>
      <p:sp>
        <p:nvSpPr>
          <p:cNvPr id="171" name="Text ISMC">
            <a:extLst xmlns:a="http://schemas.openxmlformats.org/drawingml/2006/main">
              <a:ext uri="{FF2B5EF4-FFF2-40B4-BE49-F238E27FC236}">
                <a16:creationId xmlns:a16="http://schemas.microsoft.com/office/drawing/2014/main" id="{D7B63552-24E6-428B-B3B8-E4CF500D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522" y="502355"/>
            <a:ext cx="404295" cy="121702"/>
          </a:xfrm>
          <a:custGeom xmlns:a="http://schemas.openxmlformats.org/drawingml/2006/main">
            <a:pathLst>
              <a:path w="404295" h="121702">
                <a:moveTo>
                  <a:pt x="32433" y="97676"/>
                </a:moveTo>
                <a:lnTo>
                  <a:pt x="32433" y="24562"/>
                </a:lnTo>
                <a:cubicBezTo>
                  <a:pt x="32433" y="9430"/>
                  <a:pt x="35530" y="8518"/>
                  <a:pt x="48285" y="7971"/>
                </a:cubicBezTo>
                <a:cubicBezTo>
                  <a:pt x="49377" y="6878"/>
                  <a:pt x="49377" y="3053"/>
                  <a:pt x="48285" y="1957"/>
                </a:cubicBezTo>
                <a:cubicBezTo>
                  <a:pt x="40267" y="2141"/>
                  <a:pt x="31704" y="2324"/>
                  <a:pt x="24598" y="2324"/>
                </a:cubicBezTo>
                <a:cubicBezTo>
                  <a:pt x="18585" y="2324"/>
                  <a:pt x="9658" y="2141"/>
                  <a:pt x="1095" y="1957"/>
                </a:cubicBezTo>
                <a:cubicBezTo>
                  <a:pt x="0" y="3053"/>
                  <a:pt x="0" y="6878"/>
                  <a:pt x="1095" y="7971"/>
                </a:cubicBezTo>
                <a:cubicBezTo>
                  <a:pt x="13848" y="8518"/>
                  <a:pt x="16945" y="9430"/>
                  <a:pt x="16945" y="24562"/>
                </a:cubicBezTo>
                <a:lnTo>
                  <a:pt x="16945" y="97676"/>
                </a:lnTo>
                <a:cubicBezTo>
                  <a:pt x="16945" y="112808"/>
                  <a:pt x="13848" y="113720"/>
                  <a:pt x="1095" y="114268"/>
                </a:cubicBezTo>
                <a:cubicBezTo>
                  <a:pt x="0" y="115360"/>
                  <a:pt x="0" y="119186"/>
                  <a:pt x="1095" y="120278"/>
                </a:cubicBezTo>
                <a:cubicBezTo>
                  <a:pt x="9294" y="120097"/>
                  <a:pt x="18221" y="119914"/>
                  <a:pt x="24779" y="119914"/>
                </a:cubicBezTo>
                <a:cubicBezTo>
                  <a:pt x="31340" y="119914"/>
                  <a:pt x="40083" y="120097"/>
                  <a:pt x="48285" y="120278"/>
                </a:cubicBezTo>
                <a:cubicBezTo>
                  <a:pt x="49377" y="119186"/>
                  <a:pt x="49377" y="115360"/>
                  <a:pt x="48285" y="114268"/>
                </a:cubicBezTo>
                <a:cubicBezTo>
                  <a:pt x="35530" y="113720"/>
                  <a:pt x="32433" y="112808"/>
                  <a:pt x="32433" y="97676"/>
                </a:cubicBezTo>
                <a:close/>
                <a:moveTo>
                  <a:pt x="123713" y="4921"/>
                </a:moveTo>
                <a:cubicBezTo>
                  <a:pt x="113145" y="3464"/>
                  <a:pt x="113510" y="0"/>
                  <a:pt x="95656" y="0"/>
                </a:cubicBezTo>
                <a:cubicBezTo>
                  <a:pt x="77254" y="0"/>
                  <a:pt x="61038" y="12207"/>
                  <a:pt x="61038" y="31521"/>
                </a:cubicBezTo>
                <a:cubicBezTo>
                  <a:pt x="61038" y="50651"/>
                  <a:pt x="76887" y="59394"/>
                  <a:pt x="92923" y="65588"/>
                </a:cubicBezTo>
                <a:cubicBezTo>
                  <a:pt x="103854" y="69780"/>
                  <a:pt x="117338" y="74882"/>
                  <a:pt x="117338" y="92736"/>
                </a:cubicBezTo>
                <a:cubicBezTo>
                  <a:pt x="117338" y="107492"/>
                  <a:pt x="109136" y="115143"/>
                  <a:pt x="94560" y="115143"/>
                </a:cubicBezTo>
                <a:cubicBezTo>
                  <a:pt x="77618" y="115143"/>
                  <a:pt x="66684" y="107309"/>
                  <a:pt x="62678" y="89274"/>
                </a:cubicBezTo>
                <a:cubicBezTo>
                  <a:pt x="60310" y="88543"/>
                  <a:pt x="58486" y="88910"/>
                  <a:pt x="56665" y="89819"/>
                </a:cubicBezTo>
                <a:cubicBezTo>
                  <a:pt x="57393" y="103848"/>
                  <a:pt x="58122" y="108585"/>
                  <a:pt x="60310" y="117512"/>
                </a:cubicBezTo>
                <a:cubicBezTo>
                  <a:pt x="71786" y="117512"/>
                  <a:pt x="76887" y="121702"/>
                  <a:pt x="93104" y="121702"/>
                </a:cubicBezTo>
                <a:cubicBezTo>
                  <a:pt x="101302" y="121702"/>
                  <a:pt x="109136" y="119700"/>
                  <a:pt x="115514" y="115691"/>
                </a:cubicBezTo>
                <a:cubicBezTo>
                  <a:pt x="126081" y="109133"/>
                  <a:pt x="132642" y="98018"/>
                  <a:pt x="132642" y="86358"/>
                </a:cubicBezTo>
                <a:cubicBezTo>
                  <a:pt x="132642" y="67048"/>
                  <a:pt x="118066" y="58485"/>
                  <a:pt x="103126" y="52836"/>
                </a:cubicBezTo>
                <a:cubicBezTo>
                  <a:pt x="92195" y="48827"/>
                  <a:pt x="73974" y="41904"/>
                  <a:pt x="73974" y="26603"/>
                </a:cubicBezTo>
                <a:cubicBezTo>
                  <a:pt x="73974" y="16400"/>
                  <a:pt x="83265" y="6197"/>
                  <a:pt x="94016" y="6197"/>
                </a:cubicBezTo>
                <a:cubicBezTo>
                  <a:pt x="111689" y="6197"/>
                  <a:pt x="117338" y="17492"/>
                  <a:pt x="120980" y="29516"/>
                </a:cubicBezTo>
                <a:cubicBezTo>
                  <a:pt x="122984" y="29880"/>
                  <a:pt x="125353" y="29700"/>
                  <a:pt x="126993" y="28424"/>
                </a:cubicBezTo>
                <a:cubicBezTo>
                  <a:pt x="126265" y="19678"/>
                  <a:pt x="125536" y="14576"/>
                  <a:pt x="123713" y="4921"/>
                </a:cubicBezTo>
                <a:close/>
                <a:moveTo>
                  <a:pt x="260908" y="98769"/>
                </a:moveTo>
                <a:cubicBezTo>
                  <a:pt x="261820" y="113536"/>
                  <a:pt x="261088" y="113720"/>
                  <a:pt x="249248" y="114268"/>
                </a:cubicBezTo>
                <a:cubicBezTo>
                  <a:pt x="248153" y="115360"/>
                  <a:pt x="248153" y="119186"/>
                  <a:pt x="249248" y="120278"/>
                </a:cubicBezTo>
                <a:cubicBezTo>
                  <a:pt x="255987" y="120097"/>
                  <a:pt x="263276" y="119914"/>
                  <a:pt x="268742" y="119914"/>
                </a:cubicBezTo>
                <a:cubicBezTo>
                  <a:pt x="274208" y="119914"/>
                  <a:pt x="282590" y="120097"/>
                  <a:pt x="288600" y="120278"/>
                </a:cubicBezTo>
                <a:cubicBezTo>
                  <a:pt x="289696" y="119186"/>
                  <a:pt x="289696" y="115360"/>
                  <a:pt x="288600" y="114268"/>
                </a:cubicBezTo>
                <a:cubicBezTo>
                  <a:pt x="276212" y="113720"/>
                  <a:pt x="275665" y="112992"/>
                  <a:pt x="274572" y="97857"/>
                </a:cubicBezTo>
                <a:lnTo>
                  <a:pt x="269106" y="21098"/>
                </a:lnTo>
                <a:cubicBezTo>
                  <a:pt x="268378" y="11251"/>
                  <a:pt x="269290" y="8699"/>
                  <a:pt x="281678" y="7971"/>
                </a:cubicBezTo>
                <a:cubicBezTo>
                  <a:pt x="282770" y="6878"/>
                  <a:pt x="282770" y="3053"/>
                  <a:pt x="281678" y="1957"/>
                </a:cubicBezTo>
                <a:lnTo>
                  <a:pt x="257811" y="2324"/>
                </a:lnTo>
                <a:lnTo>
                  <a:pt x="219184" y="94757"/>
                </a:lnTo>
                <a:cubicBezTo>
                  <a:pt x="218456" y="96581"/>
                  <a:pt x="217908" y="97312"/>
                  <a:pt x="217544" y="97312"/>
                </a:cubicBezTo>
                <a:cubicBezTo>
                  <a:pt x="217180" y="97312"/>
                  <a:pt x="216635" y="96400"/>
                  <a:pt x="216087" y="94940"/>
                </a:cubicBezTo>
                <a:lnTo>
                  <a:pt x="178736" y="2324"/>
                </a:lnTo>
                <a:lnTo>
                  <a:pt x="152317" y="1957"/>
                </a:lnTo>
                <a:cubicBezTo>
                  <a:pt x="151225" y="3053"/>
                  <a:pt x="151225" y="6878"/>
                  <a:pt x="152317" y="7971"/>
                </a:cubicBezTo>
                <a:cubicBezTo>
                  <a:pt x="164889" y="8699"/>
                  <a:pt x="165984" y="9063"/>
                  <a:pt x="164708" y="22738"/>
                </a:cubicBezTo>
                <a:lnTo>
                  <a:pt x="157419" y="97857"/>
                </a:lnTo>
                <a:cubicBezTo>
                  <a:pt x="156326" y="108796"/>
                  <a:pt x="154141" y="113356"/>
                  <a:pt x="143754" y="114268"/>
                </a:cubicBezTo>
                <a:cubicBezTo>
                  <a:pt x="142662" y="115360"/>
                  <a:pt x="142662" y="119186"/>
                  <a:pt x="143754" y="120278"/>
                </a:cubicBezTo>
                <a:cubicBezTo>
                  <a:pt x="149220" y="120097"/>
                  <a:pt x="155050" y="119914"/>
                  <a:pt x="159423" y="119914"/>
                </a:cubicBezTo>
                <a:cubicBezTo>
                  <a:pt x="163796" y="119914"/>
                  <a:pt x="171086" y="120097"/>
                  <a:pt x="176551" y="120278"/>
                </a:cubicBezTo>
                <a:cubicBezTo>
                  <a:pt x="177644" y="119186"/>
                  <a:pt x="177644" y="115360"/>
                  <a:pt x="176551" y="114268"/>
                </a:cubicBezTo>
                <a:cubicBezTo>
                  <a:pt x="164525" y="113356"/>
                  <a:pt x="163615" y="107704"/>
                  <a:pt x="164525" y="97492"/>
                </a:cubicBezTo>
                <a:lnTo>
                  <a:pt x="171450" y="24379"/>
                </a:lnTo>
                <a:lnTo>
                  <a:pt x="171814" y="24379"/>
                </a:lnTo>
                <a:lnTo>
                  <a:pt x="209529" y="119005"/>
                </a:lnTo>
                <a:cubicBezTo>
                  <a:pt x="210074" y="120245"/>
                  <a:pt x="211169" y="121702"/>
                  <a:pt x="212262" y="121702"/>
                </a:cubicBezTo>
                <a:cubicBezTo>
                  <a:pt x="213354" y="121702"/>
                  <a:pt x="214083" y="120428"/>
                  <a:pt x="214811" y="118969"/>
                </a:cubicBezTo>
                <a:lnTo>
                  <a:pt x="255806" y="22552"/>
                </a:lnTo>
                <a:lnTo>
                  <a:pt x="256170" y="22552"/>
                </a:lnTo>
                <a:lnTo>
                  <a:pt x="260908" y="98769"/>
                </a:lnTo>
                <a:close/>
                <a:moveTo>
                  <a:pt x="358018" y="121702"/>
                </a:moveTo>
                <a:cubicBezTo>
                  <a:pt x="375691" y="121702"/>
                  <a:pt x="391907" y="113322"/>
                  <a:pt x="404295" y="97106"/>
                </a:cubicBezTo>
                <a:cubicBezTo>
                  <a:pt x="403384" y="95469"/>
                  <a:pt x="402110" y="94376"/>
                  <a:pt x="400106" y="94376"/>
                </a:cubicBezTo>
                <a:cubicBezTo>
                  <a:pt x="387170" y="108585"/>
                  <a:pt x="374779" y="114234"/>
                  <a:pt x="357834" y="114234"/>
                </a:cubicBezTo>
                <a:cubicBezTo>
                  <a:pt x="333239" y="114234"/>
                  <a:pt x="316294" y="86542"/>
                  <a:pt x="316294" y="59942"/>
                </a:cubicBezTo>
                <a:cubicBezTo>
                  <a:pt x="316294" y="44273"/>
                  <a:pt x="320484" y="31157"/>
                  <a:pt x="327045" y="22958"/>
                </a:cubicBezTo>
                <a:cubicBezTo>
                  <a:pt x="336155" y="11843"/>
                  <a:pt x="346722" y="6742"/>
                  <a:pt x="356197" y="6742"/>
                </a:cubicBezTo>
                <a:cubicBezTo>
                  <a:pt x="381340" y="6742"/>
                  <a:pt x="391360" y="21682"/>
                  <a:pt x="396097" y="37351"/>
                </a:cubicBezTo>
                <a:cubicBezTo>
                  <a:pt x="398282" y="38079"/>
                  <a:pt x="400106" y="37531"/>
                  <a:pt x="402110" y="36439"/>
                </a:cubicBezTo>
                <a:cubicBezTo>
                  <a:pt x="401198" y="26967"/>
                  <a:pt x="399922" y="18221"/>
                  <a:pt x="398101" y="8201"/>
                </a:cubicBezTo>
                <a:cubicBezTo>
                  <a:pt x="388810" y="7289"/>
                  <a:pt x="380609" y="0"/>
                  <a:pt x="358199" y="0"/>
                </a:cubicBezTo>
                <a:cubicBezTo>
                  <a:pt x="342713" y="0"/>
                  <a:pt x="329778" y="5649"/>
                  <a:pt x="319027" y="15488"/>
                </a:cubicBezTo>
                <a:cubicBezTo>
                  <a:pt x="307003" y="26603"/>
                  <a:pt x="299714" y="44457"/>
                  <a:pt x="299714" y="63403"/>
                </a:cubicBezTo>
                <a:cubicBezTo>
                  <a:pt x="299714" y="95104"/>
                  <a:pt x="318846" y="121702"/>
                  <a:pt x="358018" y="1217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FC84C-C42E-4650-9465-B291B997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672" y="824389"/>
            <a:ext cx="388820" cy="10"/>
          </a:xfrm>
          <a:custGeom xmlns:a="http://schemas.openxmlformats.org/drawingml/2006/main">
            <a:pathLst>
              <a:path w="388820" h="1" fill="none">
                <a:moveTo>
                  <a:pt x="0" y="0"/>
                </a:moveTo>
                <a:lnTo>
                  <a:pt x="3888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custDash>
              <a:ds d="375005" sp="125002"/>
              <a:ds d="100000" sp="125002"/>
              <a:ds d="100000" sp="125002"/>
            </a:custDash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86418-9551-485B-B849-BE2137BD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634" y="778840"/>
            <a:ext cx="78896" cy="68323"/>
          </a:xfrm>
          <a:custGeom xmlns:a="http://schemas.openxmlformats.org/drawingml/2006/main">
            <a:pathLst>
              <a:path w="78896" h="68323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solidFill xmlns:a="http://schemas.openxmlformats.org/drawingml/2006/main">
            <a:srgbClr val="0000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D8358-D16B-41DD-A6EA-899BD04A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634" y="778840"/>
            <a:ext cx="78896" cy="68323"/>
          </a:xfrm>
          <a:custGeom xmlns:a="http://schemas.openxmlformats.org/drawingml/2006/main">
            <a:pathLst>
              <a:path w="78896" h="68323" fill="none">
                <a:moveTo>
                  <a:pt x="39462" y="0"/>
                </a:moveTo>
                <a:lnTo>
                  <a:pt x="78896" y="68323"/>
                </a:lnTo>
                <a:lnTo>
                  <a:pt x="0" y="68323"/>
                </a:lnTo>
                <a:lnTo>
                  <a:pt x="394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220" cap="flat">
            <a:solidFill>
              <a:srgbClr val="0000FF"/>
            </a:solidFill>
            <a:miter/>
          </a:ln>
        </p:spPr>
      </p:sp>
      <p:sp>
        <p:nvSpPr>
          <p:cNvPr id="175" name="Text DAR">
            <a:extLst xmlns:a="http://schemas.openxmlformats.org/drawingml/2006/main">
              <a:ext uri="{FF2B5EF4-FFF2-40B4-BE49-F238E27FC236}">
                <a16:creationId xmlns:a16="http://schemas.microsoft.com/office/drawing/2014/main" id="{72B3B8F7-994C-41A2-AA14-75D81B61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522" y="747157"/>
            <a:ext cx="354374" cy="121702"/>
          </a:xfrm>
          <a:custGeom xmlns:a="http://schemas.openxmlformats.org/drawingml/2006/main">
            <a:pathLst>
              <a:path w="354374" h="121702">
                <a:moveTo>
                  <a:pt x="32433" y="104604"/>
                </a:moveTo>
                <a:lnTo>
                  <a:pt x="32433" y="17086"/>
                </a:lnTo>
                <a:cubicBezTo>
                  <a:pt x="32433" y="10706"/>
                  <a:pt x="38810" y="8154"/>
                  <a:pt x="47737" y="8154"/>
                </a:cubicBezTo>
                <a:cubicBezTo>
                  <a:pt x="87092" y="8154"/>
                  <a:pt x="100028" y="40061"/>
                  <a:pt x="100028" y="68137"/>
                </a:cubicBezTo>
                <a:cubicBezTo>
                  <a:pt x="100028" y="104968"/>
                  <a:pt x="77982" y="114084"/>
                  <a:pt x="52291" y="114084"/>
                </a:cubicBezTo>
                <a:cubicBezTo>
                  <a:pt x="34437" y="114084"/>
                  <a:pt x="32433" y="110439"/>
                  <a:pt x="32433" y="104604"/>
                </a:cubicBezTo>
                <a:moveTo>
                  <a:pt x="1095" y="1957"/>
                </a:moveTo>
                <a:cubicBezTo>
                  <a:pt x="0" y="3053"/>
                  <a:pt x="0" y="6878"/>
                  <a:pt x="1095" y="7971"/>
                </a:cubicBezTo>
                <a:cubicBezTo>
                  <a:pt x="13848" y="8518"/>
                  <a:pt x="16945" y="9430"/>
                  <a:pt x="16945" y="24562"/>
                </a:cubicBezTo>
                <a:lnTo>
                  <a:pt x="16945" y="97676"/>
                </a:lnTo>
                <a:cubicBezTo>
                  <a:pt x="16945" y="112808"/>
                  <a:pt x="13848" y="113720"/>
                  <a:pt x="1095" y="114268"/>
                </a:cubicBezTo>
                <a:cubicBezTo>
                  <a:pt x="0" y="115360"/>
                  <a:pt x="0" y="119186"/>
                  <a:pt x="1095" y="120278"/>
                </a:cubicBezTo>
                <a:cubicBezTo>
                  <a:pt x="8201" y="120097"/>
                  <a:pt x="17857" y="119914"/>
                  <a:pt x="24779" y="119914"/>
                </a:cubicBezTo>
                <a:cubicBezTo>
                  <a:pt x="31521" y="119914"/>
                  <a:pt x="39174" y="120278"/>
                  <a:pt x="57940" y="120278"/>
                </a:cubicBezTo>
                <a:cubicBezTo>
                  <a:pt x="83631" y="120278"/>
                  <a:pt x="117518" y="108616"/>
                  <a:pt x="117518" y="63762"/>
                </a:cubicBezTo>
                <a:cubicBezTo>
                  <a:pt x="117518" y="29850"/>
                  <a:pt x="89641" y="1957"/>
                  <a:pt x="54660" y="1957"/>
                </a:cubicBezTo>
                <a:cubicBezTo>
                  <a:pt x="41724" y="1957"/>
                  <a:pt x="31704" y="2324"/>
                  <a:pt x="24598" y="2324"/>
                </a:cubicBezTo>
                <a:cubicBezTo>
                  <a:pt x="18040" y="2324"/>
                  <a:pt x="8382" y="2141"/>
                  <a:pt x="1095" y="1957"/>
                </a:cubicBezTo>
                <a:close/>
                <a:moveTo>
                  <a:pt x="167989" y="68324"/>
                </a:moveTo>
                <a:cubicBezTo>
                  <a:pt x="163980" y="68324"/>
                  <a:pt x="162704" y="67779"/>
                  <a:pt x="163432" y="65958"/>
                </a:cubicBezTo>
                <a:lnTo>
                  <a:pt x="182017" y="18768"/>
                </a:lnTo>
                <a:lnTo>
                  <a:pt x="183110" y="18768"/>
                </a:lnTo>
                <a:lnTo>
                  <a:pt x="200235" y="68324"/>
                </a:lnTo>
                <a:lnTo>
                  <a:pt x="167989" y="68324"/>
                </a:lnTo>
                <a:moveTo>
                  <a:pt x="148311" y="105516"/>
                </a:moveTo>
                <a:lnTo>
                  <a:pt x="158331" y="79077"/>
                </a:lnTo>
                <a:cubicBezTo>
                  <a:pt x="159243" y="76706"/>
                  <a:pt x="160335" y="75977"/>
                  <a:pt x="164708" y="75977"/>
                </a:cubicBezTo>
                <a:lnTo>
                  <a:pt x="203152" y="75977"/>
                </a:lnTo>
                <a:lnTo>
                  <a:pt x="213719" y="106792"/>
                </a:lnTo>
                <a:cubicBezTo>
                  <a:pt x="215907" y="112992"/>
                  <a:pt x="208981" y="113720"/>
                  <a:pt x="200235" y="114268"/>
                </a:cubicBezTo>
                <a:cubicBezTo>
                  <a:pt x="199143" y="115360"/>
                  <a:pt x="199143" y="119186"/>
                  <a:pt x="200235" y="120278"/>
                </a:cubicBezTo>
                <a:cubicBezTo>
                  <a:pt x="206977" y="120097"/>
                  <a:pt x="216999" y="119914"/>
                  <a:pt x="224105" y="119914"/>
                </a:cubicBezTo>
                <a:cubicBezTo>
                  <a:pt x="231575" y="119914"/>
                  <a:pt x="238498" y="120097"/>
                  <a:pt x="244875" y="120278"/>
                </a:cubicBezTo>
                <a:cubicBezTo>
                  <a:pt x="245968" y="119186"/>
                  <a:pt x="245968" y="115360"/>
                  <a:pt x="244875" y="114268"/>
                </a:cubicBezTo>
                <a:cubicBezTo>
                  <a:pt x="237769" y="113536"/>
                  <a:pt x="231575" y="112992"/>
                  <a:pt x="228476" y="104240"/>
                </a:cubicBezTo>
                <a:lnTo>
                  <a:pt x="190944" y="0"/>
                </a:lnTo>
                <a:cubicBezTo>
                  <a:pt x="188211" y="1640"/>
                  <a:pt x="183293" y="3645"/>
                  <a:pt x="180925" y="3645"/>
                </a:cubicBezTo>
                <a:lnTo>
                  <a:pt x="139565" y="101321"/>
                </a:lnTo>
                <a:cubicBezTo>
                  <a:pt x="134828" y="112627"/>
                  <a:pt x="129362" y="113720"/>
                  <a:pt x="121344" y="114268"/>
                </a:cubicBezTo>
                <a:cubicBezTo>
                  <a:pt x="120252" y="115360"/>
                  <a:pt x="120252" y="119186"/>
                  <a:pt x="121344" y="120278"/>
                </a:cubicBezTo>
                <a:cubicBezTo>
                  <a:pt x="126082" y="120097"/>
                  <a:pt x="132095" y="119914"/>
                  <a:pt x="137561" y="119914"/>
                </a:cubicBezTo>
                <a:cubicBezTo>
                  <a:pt x="145031" y="119914"/>
                  <a:pt x="154141" y="120097"/>
                  <a:pt x="160883" y="120278"/>
                </a:cubicBezTo>
                <a:cubicBezTo>
                  <a:pt x="161976" y="119186"/>
                  <a:pt x="161976" y="115360"/>
                  <a:pt x="160883" y="114268"/>
                </a:cubicBezTo>
                <a:cubicBezTo>
                  <a:pt x="153958" y="113720"/>
                  <a:pt x="145395" y="112992"/>
                  <a:pt x="148311" y="105516"/>
                </a:cubicBezTo>
                <a:close/>
                <a:moveTo>
                  <a:pt x="296253" y="7264"/>
                </a:moveTo>
                <a:cubicBezTo>
                  <a:pt x="307368" y="7264"/>
                  <a:pt x="320487" y="11273"/>
                  <a:pt x="320487" y="32783"/>
                </a:cubicBezTo>
                <a:cubicBezTo>
                  <a:pt x="320487" y="55571"/>
                  <a:pt x="307551" y="60673"/>
                  <a:pt x="289878" y="60673"/>
                </a:cubicBezTo>
                <a:lnTo>
                  <a:pt x="281132" y="60673"/>
                </a:lnTo>
                <a:lnTo>
                  <a:pt x="281132" y="18930"/>
                </a:lnTo>
                <a:cubicBezTo>
                  <a:pt x="281132" y="13645"/>
                  <a:pt x="283317" y="7264"/>
                  <a:pt x="296253" y="7264"/>
                </a:cubicBezTo>
                <a:moveTo>
                  <a:pt x="281132" y="97659"/>
                </a:moveTo>
                <a:lnTo>
                  <a:pt x="281132" y="66870"/>
                </a:lnTo>
                <a:cubicBezTo>
                  <a:pt x="296436" y="66870"/>
                  <a:pt x="299898" y="69603"/>
                  <a:pt x="302450" y="73792"/>
                </a:cubicBezTo>
                <a:lnTo>
                  <a:pt x="321944" y="105494"/>
                </a:lnTo>
                <a:cubicBezTo>
                  <a:pt x="327226" y="114051"/>
                  <a:pt x="335063" y="121702"/>
                  <a:pt x="345994" y="121702"/>
                </a:cubicBezTo>
                <a:cubicBezTo>
                  <a:pt x="348727" y="121702"/>
                  <a:pt x="351824" y="121337"/>
                  <a:pt x="353645" y="120428"/>
                </a:cubicBezTo>
                <a:cubicBezTo>
                  <a:pt x="354374" y="119152"/>
                  <a:pt x="354193" y="117512"/>
                  <a:pt x="353464" y="116055"/>
                </a:cubicBezTo>
                <a:cubicBezTo>
                  <a:pt x="345266" y="116055"/>
                  <a:pt x="340709" y="109861"/>
                  <a:pt x="335972" y="102027"/>
                </a:cubicBezTo>
                <a:lnTo>
                  <a:pt x="313017" y="63773"/>
                </a:lnTo>
                <a:cubicBezTo>
                  <a:pt x="320851" y="61221"/>
                  <a:pt x="337248" y="51743"/>
                  <a:pt x="337248" y="32602"/>
                </a:cubicBezTo>
                <a:cubicBezTo>
                  <a:pt x="337248" y="23486"/>
                  <a:pt x="334151" y="16013"/>
                  <a:pt x="327593" y="9817"/>
                </a:cubicBezTo>
                <a:cubicBezTo>
                  <a:pt x="318847" y="1615"/>
                  <a:pt x="307551" y="1068"/>
                  <a:pt x="296072" y="1068"/>
                </a:cubicBezTo>
                <a:cubicBezTo>
                  <a:pt x="287509" y="1068"/>
                  <a:pt x="279856" y="2344"/>
                  <a:pt x="273298" y="2344"/>
                </a:cubicBezTo>
                <a:cubicBezTo>
                  <a:pt x="266920" y="2344"/>
                  <a:pt x="258357" y="2163"/>
                  <a:pt x="249795" y="1979"/>
                </a:cubicBezTo>
                <a:cubicBezTo>
                  <a:pt x="248699" y="3072"/>
                  <a:pt x="248699" y="6900"/>
                  <a:pt x="249795" y="7993"/>
                </a:cubicBezTo>
                <a:cubicBezTo>
                  <a:pt x="262547" y="8540"/>
                  <a:pt x="265644" y="9452"/>
                  <a:pt x="265644" y="24582"/>
                </a:cubicBezTo>
                <a:lnTo>
                  <a:pt x="265644" y="97656"/>
                </a:lnTo>
                <a:cubicBezTo>
                  <a:pt x="265644" y="112808"/>
                  <a:pt x="262547" y="113720"/>
                  <a:pt x="249795" y="114268"/>
                </a:cubicBezTo>
                <a:cubicBezTo>
                  <a:pt x="248699" y="115360"/>
                  <a:pt x="248699" y="119186"/>
                  <a:pt x="249795" y="120278"/>
                </a:cubicBezTo>
                <a:cubicBezTo>
                  <a:pt x="257993" y="120097"/>
                  <a:pt x="266556" y="119914"/>
                  <a:pt x="273478" y="119914"/>
                </a:cubicBezTo>
                <a:cubicBezTo>
                  <a:pt x="280403" y="119914"/>
                  <a:pt x="288966" y="120097"/>
                  <a:pt x="296981" y="120278"/>
                </a:cubicBezTo>
                <a:cubicBezTo>
                  <a:pt x="298077" y="119186"/>
                  <a:pt x="298077" y="115360"/>
                  <a:pt x="296981" y="114268"/>
                </a:cubicBezTo>
                <a:cubicBezTo>
                  <a:pt x="284229" y="113720"/>
                  <a:pt x="281132" y="112808"/>
                  <a:pt x="281132" y="97679"/>
                </a:cubicBezTo>
                <a:lnTo>
                  <a:pt x="281132" y="976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(b)">
            <a:extLst xmlns:a="http://schemas.openxmlformats.org/drawingml/2006/main">
              <a:ext uri="{FF2B5EF4-FFF2-40B4-BE49-F238E27FC236}">
                <a16:creationId xmlns:a16="http://schemas.microsoft.com/office/drawing/2014/main" id="{D4AA4DF4-9E3B-4AFD-B1EF-A0819CF1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102" y="3451202"/>
            <a:ext cx="253253" cy="213154"/>
          </a:xfrm>
          <a:custGeom xmlns:a="http://schemas.openxmlformats.org/drawingml/2006/main">
            <a:pathLst>
              <a:path w="253253" h="213154">
                <a:moveTo>
                  <a:pt x="0" y="106360"/>
                </a:moveTo>
                <a:cubicBezTo>
                  <a:pt x="0" y="116608"/>
                  <a:pt x="1136" y="167848"/>
                  <a:pt x="52836" y="212486"/>
                </a:cubicBezTo>
                <a:lnTo>
                  <a:pt x="59668" y="205199"/>
                </a:lnTo>
                <a:cubicBezTo>
                  <a:pt x="52381" y="197001"/>
                  <a:pt x="26189" y="166483"/>
                  <a:pt x="26189" y="106360"/>
                </a:cubicBezTo>
                <a:cubicBezTo>
                  <a:pt x="26189" y="46233"/>
                  <a:pt x="52836" y="15715"/>
                  <a:pt x="59668" y="7746"/>
                </a:cubicBezTo>
                <a:lnTo>
                  <a:pt x="53291" y="0"/>
                </a:lnTo>
                <a:cubicBezTo>
                  <a:pt x="23457" y="25737"/>
                  <a:pt x="0" y="64908"/>
                  <a:pt x="0" y="106360"/>
                </a:cubicBezTo>
                <a:close/>
                <a:moveTo>
                  <a:pt x="83127" y="135019"/>
                </a:moveTo>
                <a:cubicBezTo>
                  <a:pt x="83127" y="153927"/>
                  <a:pt x="82672" y="156662"/>
                  <a:pt x="81761" y="165315"/>
                </a:cubicBezTo>
                <a:cubicBezTo>
                  <a:pt x="84493" y="166226"/>
                  <a:pt x="86998" y="166910"/>
                  <a:pt x="89504" y="166910"/>
                </a:cubicBezTo>
                <a:cubicBezTo>
                  <a:pt x="92465" y="164405"/>
                  <a:pt x="94744" y="161218"/>
                  <a:pt x="96791" y="157117"/>
                </a:cubicBezTo>
                <a:cubicBezTo>
                  <a:pt x="105674" y="163949"/>
                  <a:pt x="119567" y="166226"/>
                  <a:pt x="130045" y="166226"/>
                </a:cubicBezTo>
                <a:cubicBezTo>
                  <a:pt x="155323" y="166226"/>
                  <a:pt x="181970" y="141170"/>
                  <a:pt x="181970" y="108594"/>
                </a:cubicBezTo>
                <a:cubicBezTo>
                  <a:pt x="181970" y="95608"/>
                  <a:pt x="176959" y="82850"/>
                  <a:pt x="169671" y="74423"/>
                </a:cubicBezTo>
                <a:cubicBezTo>
                  <a:pt x="161474" y="65086"/>
                  <a:pt x="150541" y="62806"/>
                  <a:pt x="138468" y="62806"/>
                </a:cubicBezTo>
                <a:cubicBezTo>
                  <a:pt x="131410" y="62806"/>
                  <a:pt x="119338" y="70778"/>
                  <a:pt x="112735" y="75563"/>
                </a:cubicBezTo>
                <a:lnTo>
                  <a:pt x="112735" y="31106"/>
                </a:lnTo>
                <a:cubicBezTo>
                  <a:pt x="112735" y="16281"/>
                  <a:pt x="113416" y="7899"/>
                  <a:pt x="113416" y="7899"/>
                </a:cubicBezTo>
                <a:cubicBezTo>
                  <a:pt x="113416" y="5880"/>
                  <a:pt x="111824" y="4980"/>
                  <a:pt x="109774" y="4980"/>
                </a:cubicBezTo>
                <a:cubicBezTo>
                  <a:pt x="101347" y="7673"/>
                  <a:pt x="83127" y="10144"/>
                  <a:pt x="66957" y="10815"/>
                </a:cubicBezTo>
                <a:cubicBezTo>
                  <a:pt x="66276" y="13550"/>
                  <a:pt x="66502" y="16055"/>
                  <a:pt x="67642" y="18102"/>
                </a:cubicBezTo>
                <a:cubicBezTo>
                  <a:pt x="81987" y="19245"/>
                  <a:pt x="83127" y="19471"/>
                  <a:pt x="83127" y="35210"/>
                </a:cubicBezTo>
                <a:lnTo>
                  <a:pt x="83127" y="135019"/>
                </a:lnTo>
                <a:moveTo>
                  <a:pt x="112735" y="84671"/>
                </a:moveTo>
                <a:cubicBezTo>
                  <a:pt x="120252" y="79660"/>
                  <a:pt x="125259" y="78979"/>
                  <a:pt x="130500" y="78979"/>
                </a:cubicBezTo>
                <a:cubicBezTo>
                  <a:pt x="141658" y="78979"/>
                  <a:pt x="150086" y="89231"/>
                  <a:pt x="150086" y="111555"/>
                </a:cubicBezTo>
                <a:cubicBezTo>
                  <a:pt x="150086" y="130237"/>
                  <a:pt x="146895" y="156662"/>
                  <a:pt x="128905" y="156662"/>
                </a:cubicBezTo>
                <a:cubicBezTo>
                  <a:pt x="122299" y="156662"/>
                  <a:pt x="117062" y="153927"/>
                  <a:pt x="112735" y="148690"/>
                </a:cubicBezTo>
                <a:lnTo>
                  <a:pt x="112735" y="84671"/>
                </a:lnTo>
                <a:close/>
                <a:moveTo>
                  <a:pt x="253253" y="106797"/>
                </a:moveTo>
                <a:cubicBezTo>
                  <a:pt x="253253" y="96549"/>
                  <a:pt x="252114" y="45305"/>
                  <a:pt x="200418" y="667"/>
                </a:cubicBezTo>
                <a:lnTo>
                  <a:pt x="193586" y="7955"/>
                </a:lnTo>
                <a:cubicBezTo>
                  <a:pt x="200873" y="16156"/>
                  <a:pt x="227061" y="46674"/>
                  <a:pt x="227061" y="106797"/>
                </a:cubicBezTo>
                <a:cubicBezTo>
                  <a:pt x="227061" y="166924"/>
                  <a:pt x="200418" y="197443"/>
                  <a:pt x="193586" y="205411"/>
                </a:cubicBezTo>
                <a:lnTo>
                  <a:pt x="199962" y="213154"/>
                </a:lnTo>
                <a:cubicBezTo>
                  <a:pt x="229796" y="187420"/>
                  <a:pt x="253253" y="148249"/>
                  <a:pt x="253253" y="1067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Proofs">
            <a:extLst xmlns:a="http://schemas.openxmlformats.org/drawingml/2006/main">
              <a:ext uri="{FF2B5EF4-FFF2-40B4-BE49-F238E27FC236}">
                <a16:creationId xmlns:a16="http://schemas.microsoft.com/office/drawing/2014/main" id="{16847039-92FA-4113-B94E-7871CFB4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68" y="3436307"/>
            <a:ext cx="637205" cy="181398"/>
          </a:xfrm>
          <a:custGeom xmlns:a="http://schemas.openxmlformats.org/drawingml/2006/main">
            <a:pathLst>
              <a:path w="637205" h="181398">
                <a:moveTo>
                  <a:pt x="24595" y="34048"/>
                </a:moveTo>
                <a:cubicBezTo>
                  <a:pt x="24595" y="26620"/>
                  <a:pt x="29208" y="22777"/>
                  <a:pt x="47657" y="22777"/>
                </a:cubicBezTo>
                <a:cubicBezTo>
                  <a:pt x="65336" y="22777"/>
                  <a:pt x="84039" y="27644"/>
                  <a:pt x="84039" y="58135"/>
                </a:cubicBezTo>
                <a:cubicBezTo>
                  <a:pt x="84039" y="87601"/>
                  <a:pt x="69691" y="97077"/>
                  <a:pt x="44838" y="97077"/>
                </a:cubicBezTo>
                <a:cubicBezTo>
                  <a:pt x="38431" y="97077"/>
                  <a:pt x="27926" y="96311"/>
                  <a:pt x="24595" y="94517"/>
                </a:cubicBezTo>
                <a:lnTo>
                  <a:pt x="24595" y="34048"/>
                </a:lnTo>
                <a:moveTo>
                  <a:pt x="2561" y="64797"/>
                </a:moveTo>
                <a:lnTo>
                  <a:pt x="2561" y="127587"/>
                </a:lnTo>
                <a:cubicBezTo>
                  <a:pt x="2561" y="146822"/>
                  <a:pt x="2049" y="165029"/>
                  <a:pt x="0" y="178880"/>
                </a:cubicBezTo>
                <a:lnTo>
                  <a:pt x="512" y="179647"/>
                </a:lnTo>
                <a:cubicBezTo>
                  <a:pt x="3585" y="179135"/>
                  <a:pt x="10505" y="178880"/>
                  <a:pt x="13578" y="178880"/>
                </a:cubicBezTo>
                <a:cubicBezTo>
                  <a:pt x="16655" y="178880"/>
                  <a:pt x="23571" y="179135"/>
                  <a:pt x="26647" y="179647"/>
                </a:cubicBezTo>
                <a:lnTo>
                  <a:pt x="27159" y="178880"/>
                </a:lnTo>
                <a:cubicBezTo>
                  <a:pt x="25107" y="164263"/>
                  <a:pt x="24595" y="146822"/>
                  <a:pt x="24595" y="127587"/>
                </a:cubicBezTo>
                <a:lnTo>
                  <a:pt x="24595" y="105534"/>
                </a:lnTo>
                <a:cubicBezTo>
                  <a:pt x="30232" y="107328"/>
                  <a:pt x="37152" y="108098"/>
                  <a:pt x="46117" y="108098"/>
                </a:cubicBezTo>
                <a:cubicBezTo>
                  <a:pt x="92750" y="108098"/>
                  <a:pt x="108892" y="78632"/>
                  <a:pt x="108892" y="56852"/>
                </a:cubicBezTo>
                <a:cubicBezTo>
                  <a:pt x="108892" y="37891"/>
                  <a:pt x="96851" y="11756"/>
                  <a:pt x="49448" y="11756"/>
                </a:cubicBezTo>
                <a:cubicBezTo>
                  <a:pt x="42786" y="11756"/>
                  <a:pt x="21264" y="13550"/>
                  <a:pt x="13578" y="13550"/>
                </a:cubicBezTo>
                <a:cubicBezTo>
                  <a:pt x="10505" y="13550"/>
                  <a:pt x="3585" y="13296"/>
                  <a:pt x="512" y="12784"/>
                </a:cubicBezTo>
                <a:lnTo>
                  <a:pt x="0" y="13550"/>
                </a:lnTo>
                <a:cubicBezTo>
                  <a:pt x="2049" y="28156"/>
                  <a:pt x="2561" y="45577"/>
                  <a:pt x="2561" y="64797"/>
                </a:cubicBezTo>
                <a:close/>
                <a:moveTo>
                  <a:pt x="161927" y="93215"/>
                </a:moveTo>
                <a:lnTo>
                  <a:pt x="161927" y="69891"/>
                </a:lnTo>
                <a:cubicBezTo>
                  <a:pt x="161927" y="67893"/>
                  <a:pt x="161618" y="67330"/>
                  <a:pt x="160390" y="67330"/>
                </a:cubicBezTo>
                <a:cubicBezTo>
                  <a:pt x="154651" y="68456"/>
                  <a:pt x="145479" y="68659"/>
                  <a:pt x="139639" y="68096"/>
                </a:cubicBezTo>
                <a:lnTo>
                  <a:pt x="139126" y="68866"/>
                </a:lnTo>
                <a:cubicBezTo>
                  <a:pt x="140921" y="79934"/>
                  <a:pt x="141433" y="99368"/>
                  <a:pt x="141433" y="118607"/>
                </a:cubicBezTo>
                <a:lnTo>
                  <a:pt x="141433" y="132713"/>
                </a:lnTo>
                <a:cubicBezTo>
                  <a:pt x="141433" y="151948"/>
                  <a:pt x="141124" y="165080"/>
                  <a:pt x="139126" y="178877"/>
                </a:cubicBezTo>
                <a:lnTo>
                  <a:pt x="139639" y="179647"/>
                </a:lnTo>
                <a:cubicBezTo>
                  <a:pt x="142715" y="179135"/>
                  <a:pt x="148607" y="178877"/>
                  <a:pt x="151684" y="178877"/>
                </a:cubicBezTo>
                <a:cubicBezTo>
                  <a:pt x="154757" y="178877"/>
                  <a:pt x="160648" y="179135"/>
                  <a:pt x="163725" y="179647"/>
                </a:cubicBezTo>
                <a:lnTo>
                  <a:pt x="164237" y="178877"/>
                </a:lnTo>
                <a:cubicBezTo>
                  <a:pt x="162341" y="164259"/>
                  <a:pt x="161931" y="152202"/>
                  <a:pt x="161931" y="132713"/>
                </a:cubicBezTo>
                <a:lnTo>
                  <a:pt x="161931" y="119374"/>
                </a:lnTo>
                <a:cubicBezTo>
                  <a:pt x="161931" y="108603"/>
                  <a:pt x="165160" y="102445"/>
                  <a:pt x="170641" y="93981"/>
                </a:cubicBezTo>
                <a:cubicBezTo>
                  <a:pt x="174383" y="88289"/>
                  <a:pt x="180122" y="85005"/>
                  <a:pt x="184989" y="85005"/>
                </a:cubicBezTo>
                <a:cubicBezTo>
                  <a:pt x="190115" y="85005"/>
                  <a:pt x="194982" y="85521"/>
                  <a:pt x="198313" y="88598"/>
                </a:cubicBezTo>
                <a:lnTo>
                  <a:pt x="200361" y="88086"/>
                </a:lnTo>
                <a:lnTo>
                  <a:pt x="205487" y="69120"/>
                </a:lnTo>
                <a:lnTo>
                  <a:pt x="204462" y="68096"/>
                </a:lnTo>
                <a:cubicBezTo>
                  <a:pt x="200107" y="66814"/>
                  <a:pt x="199849" y="66302"/>
                  <a:pt x="195236" y="66302"/>
                </a:cubicBezTo>
                <a:cubicBezTo>
                  <a:pt x="181404" y="66302"/>
                  <a:pt x="173972" y="74246"/>
                  <a:pt x="162697" y="93727"/>
                </a:cubicBezTo>
                <a:lnTo>
                  <a:pt x="161927" y="93215"/>
                </a:lnTo>
                <a:close/>
                <a:moveTo>
                  <a:pt x="217779" y="126286"/>
                </a:moveTo>
                <a:cubicBezTo>
                  <a:pt x="217779" y="157050"/>
                  <a:pt x="238019" y="181398"/>
                  <a:pt x="272098" y="181398"/>
                </a:cubicBezTo>
                <a:cubicBezTo>
                  <a:pt x="305916" y="181398"/>
                  <a:pt x="326413" y="157566"/>
                  <a:pt x="326413" y="123979"/>
                </a:cubicBezTo>
                <a:cubicBezTo>
                  <a:pt x="326413" y="89114"/>
                  <a:pt x="307710" y="66302"/>
                  <a:pt x="273123" y="66302"/>
                </a:cubicBezTo>
                <a:cubicBezTo>
                  <a:pt x="239555" y="66302"/>
                  <a:pt x="217779" y="89884"/>
                  <a:pt x="217779" y="126286"/>
                </a:cubicBezTo>
                <a:moveTo>
                  <a:pt x="271328" y="76552"/>
                </a:moveTo>
                <a:cubicBezTo>
                  <a:pt x="298488" y="76552"/>
                  <a:pt x="303867" y="97574"/>
                  <a:pt x="303867" y="128596"/>
                </a:cubicBezTo>
                <a:cubicBezTo>
                  <a:pt x="303867" y="152949"/>
                  <a:pt x="291568" y="171151"/>
                  <a:pt x="274401" y="171151"/>
                </a:cubicBezTo>
                <a:cubicBezTo>
                  <a:pt x="247245" y="171151"/>
                  <a:pt x="240326" y="141670"/>
                  <a:pt x="240326" y="121930"/>
                </a:cubicBezTo>
                <a:cubicBezTo>
                  <a:pt x="240326" y="99627"/>
                  <a:pt x="247245" y="76552"/>
                  <a:pt x="271328" y="76552"/>
                </a:cubicBezTo>
                <a:close/>
                <a:moveTo>
                  <a:pt x="347683" y="126286"/>
                </a:moveTo>
                <a:cubicBezTo>
                  <a:pt x="347683" y="157050"/>
                  <a:pt x="367923" y="181398"/>
                  <a:pt x="402002" y="181398"/>
                </a:cubicBezTo>
                <a:cubicBezTo>
                  <a:pt x="435819" y="181398"/>
                  <a:pt x="456317" y="157566"/>
                  <a:pt x="456317" y="123979"/>
                </a:cubicBezTo>
                <a:cubicBezTo>
                  <a:pt x="456317" y="89114"/>
                  <a:pt x="437614" y="66302"/>
                  <a:pt x="403026" y="66302"/>
                </a:cubicBezTo>
                <a:cubicBezTo>
                  <a:pt x="369459" y="66302"/>
                  <a:pt x="347683" y="89884"/>
                  <a:pt x="347683" y="126286"/>
                </a:cubicBezTo>
                <a:moveTo>
                  <a:pt x="401232" y="76552"/>
                </a:moveTo>
                <a:cubicBezTo>
                  <a:pt x="428391" y="76552"/>
                  <a:pt x="433771" y="97574"/>
                  <a:pt x="433771" y="128596"/>
                </a:cubicBezTo>
                <a:cubicBezTo>
                  <a:pt x="433771" y="152949"/>
                  <a:pt x="421471" y="171151"/>
                  <a:pt x="404305" y="171151"/>
                </a:cubicBezTo>
                <a:cubicBezTo>
                  <a:pt x="377149" y="171151"/>
                  <a:pt x="370229" y="141670"/>
                  <a:pt x="370229" y="121930"/>
                </a:cubicBezTo>
                <a:cubicBezTo>
                  <a:pt x="370229" y="99627"/>
                  <a:pt x="377149" y="76552"/>
                  <a:pt x="401232" y="76552"/>
                </a:cubicBezTo>
                <a:close/>
                <a:moveTo>
                  <a:pt x="491421" y="69054"/>
                </a:moveTo>
                <a:cubicBezTo>
                  <a:pt x="485834" y="69054"/>
                  <a:pt x="479942" y="69003"/>
                  <a:pt x="476561" y="68542"/>
                </a:cubicBezTo>
                <a:cubicBezTo>
                  <a:pt x="474817" y="72694"/>
                  <a:pt x="473437" y="75204"/>
                  <a:pt x="470923" y="79047"/>
                </a:cubicBezTo>
                <a:lnTo>
                  <a:pt x="472205" y="80841"/>
                </a:lnTo>
                <a:cubicBezTo>
                  <a:pt x="476819" y="80532"/>
                  <a:pt x="485271" y="80329"/>
                  <a:pt x="491167" y="80329"/>
                </a:cubicBezTo>
                <a:lnTo>
                  <a:pt x="491421" y="80329"/>
                </a:lnTo>
                <a:lnTo>
                  <a:pt x="491421" y="127943"/>
                </a:lnTo>
                <a:cubicBezTo>
                  <a:pt x="491421" y="147139"/>
                  <a:pt x="491065" y="165162"/>
                  <a:pt x="488860" y="178880"/>
                </a:cubicBezTo>
                <a:lnTo>
                  <a:pt x="489372" y="179647"/>
                </a:lnTo>
                <a:cubicBezTo>
                  <a:pt x="492449" y="179139"/>
                  <a:pt x="498599" y="178880"/>
                  <a:pt x="501672" y="178880"/>
                </a:cubicBezTo>
                <a:cubicBezTo>
                  <a:pt x="504744" y="178880"/>
                  <a:pt x="510894" y="179139"/>
                  <a:pt x="513971" y="179647"/>
                </a:cubicBezTo>
                <a:lnTo>
                  <a:pt x="514483" y="178880"/>
                </a:lnTo>
                <a:cubicBezTo>
                  <a:pt x="512329" y="164290"/>
                  <a:pt x="511922" y="147139"/>
                  <a:pt x="511922" y="127939"/>
                </a:cubicBezTo>
                <a:lnTo>
                  <a:pt x="511922" y="80329"/>
                </a:lnTo>
                <a:lnTo>
                  <a:pt x="520633" y="80329"/>
                </a:lnTo>
                <a:cubicBezTo>
                  <a:pt x="526782" y="80329"/>
                  <a:pt x="535696" y="80532"/>
                  <a:pt x="539078" y="80841"/>
                </a:cubicBezTo>
                <a:cubicBezTo>
                  <a:pt x="539848" y="76740"/>
                  <a:pt x="540618" y="74129"/>
                  <a:pt x="542155" y="70336"/>
                </a:cubicBezTo>
                <a:lnTo>
                  <a:pt x="540872" y="68542"/>
                </a:lnTo>
                <a:cubicBezTo>
                  <a:pt x="536568" y="68745"/>
                  <a:pt x="528831" y="69054"/>
                  <a:pt x="522939" y="69054"/>
                </a:cubicBezTo>
                <a:lnTo>
                  <a:pt x="511922" y="69054"/>
                </a:lnTo>
                <a:lnTo>
                  <a:pt x="511922" y="66740"/>
                </a:lnTo>
                <a:cubicBezTo>
                  <a:pt x="511922" y="57470"/>
                  <a:pt x="510640" y="44084"/>
                  <a:pt x="510640" y="39451"/>
                </a:cubicBezTo>
                <a:cubicBezTo>
                  <a:pt x="510640" y="25240"/>
                  <a:pt x="519812" y="15626"/>
                  <a:pt x="534469" y="15626"/>
                </a:cubicBezTo>
                <a:cubicBezTo>
                  <a:pt x="541076" y="15626"/>
                  <a:pt x="546510" y="19438"/>
                  <a:pt x="549329" y="24517"/>
                </a:cubicBezTo>
                <a:lnTo>
                  <a:pt x="552144" y="24266"/>
                </a:lnTo>
                <a:cubicBezTo>
                  <a:pt x="553938" y="17405"/>
                  <a:pt x="556706" y="8761"/>
                  <a:pt x="559318" y="3331"/>
                </a:cubicBezTo>
                <a:lnTo>
                  <a:pt x="559063" y="2561"/>
                </a:lnTo>
                <a:cubicBezTo>
                  <a:pt x="557011" y="1278"/>
                  <a:pt x="552402" y="0"/>
                  <a:pt x="547534" y="0"/>
                </a:cubicBezTo>
                <a:cubicBezTo>
                  <a:pt x="531392" y="0"/>
                  <a:pt x="515198" y="7479"/>
                  <a:pt x="505515" y="19692"/>
                </a:cubicBezTo>
                <a:cubicBezTo>
                  <a:pt x="495776" y="31984"/>
                  <a:pt x="491421" y="44084"/>
                  <a:pt x="491421" y="59014"/>
                </a:cubicBezTo>
                <a:lnTo>
                  <a:pt x="491421" y="69054"/>
                </a:lnTo>
                <a:close/>
                <a:moveTo>
                  <a:pt x="559315" y="152949"/>
                </a:moveTo>
                <a:lnTo>
                  <a:pt x="554960" y="174482"/>
                </a:lnTo>
                <a:cubicBezTo>
                  <a:pt x="569566" y="179608"/>
                  <a:pt x="583914" y="181398"/>
                  <a:pt x="593649" y="181398"/>
                </a:cubicBezTo>
                <a:cubicBezTo>
                  <a:pt x="629007" y="181398"/>
                  <a:pt x="637205" y="160385"/>
                  <a:pt x="637205" y="146283"/>
                </a:cubicBezTo>
                <a:cubicBezTo>
                  <a:pt x="637205" y="125261"/>
                  <a:pt x="620550" y="117059"/>
                  <a:pt x="602359" y="112700"/>
                </a:cubicBezTo>
                <a:cubicBezTo>
                  <a:pt x="592675" y="110393"/>
                  <a:pt x="578535" y="105522"/>
                  <a:pt x="578535" y="92703"/>
                </a:cubicBezTo>
                <a:cubicBezTo>
                  <a:pt x="578535" y="82190"/>
                  <a:pt x="586987" y="76552"/>
                  <a:pt x="598008" y="76552"/>
                </a:cubicBezTo>
                <a:cubicBezTo>
                  <a:pt x="611328" y="76552"/>
                  <a:pt x="619530" y="87061"/>
                  <a:pt x="625422" y="93985"/>
                </a:cubicBezTo>
                <a:lnTo>
                  <a:pt x="629007" y="93727"/>
                </a:lnTo>
                <a:lnTo>
                  <a:pt x="634132" y="74758"/>
                </a:lnTo>
                <a:lnTo>
                  <a:pt x="633620" y="73992"/>
                </a:lnTo>
                <a:cubicBezTo>
                  <a:pt x="626188" y="70149"/>
                  <a:pt x="612098" y="66302"/>
                  <a:pt x="599032" y="66302"/>
                </a:cubicBezTo>
                <a:cubicBezTo>
                  <a:pt x="580071" y="66302"/>
                  <a:pt x="560344" y="76294"/>
                  <a:pt x="560344" y="97574"/>
                </a:cubicBezTo>
                <a:cubicBezTo>
                  <a:pt x="560344" y="118083"/>
                  <a:pt x="575665" y="124851"/>
                  <a:pt x="591088" y="129104"/>
                </a:cubicBezTo>
                <a:cubicBezTo>
                  <a:pt x="605948" y="133209"/>
                  <a:pt x="616965" y="137310"/>
                  <a:pt x="616965" y="149872"/>
                </a:cubicBezTo>
                <a:cubicBezTo>
                  <a:pt x="616965" y="163461"/>
                  <a:pt x="606973" y="171151"/>
                  <a:pt x="593395" y="171151"/>
                </a:cubicBezTo>
                <a:cubicBezTo>
                  <a:pt x="581095" y="171151"/>
                  <a:pt x="570332" y="162691"/>
                  <a:pt x="563158" y="152691"/>
                </a:cubicBezTo>
                <a:lnTo>
                  <a:pt x="559315" y="1529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070871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2026-09-05T18:15:45.8220000Z</dcterms:created>
  <dcterms:modified xsi:type="dcterms:W3CDTF">2026-09-05T18:15:45.8220000Z</dcterms:modified>
</coreProperties>
</file>