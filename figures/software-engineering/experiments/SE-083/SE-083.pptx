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455ff328b34f0a" /><Relationship Type="http://schemas.openxmlformats.org/officeDocument/2006/relationships/extended-properties" Target="/docProps/app.xml" Id="R5a34ca085aec4074" /><Relationship Type="http://schemas.openxmlformats.org/officeDocument/2006/relationships/officeDocument" Target="/ppt/presentation.xml" Id="R378b95fb2448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471cbe33347e5"/>
  </p:sldMasterIdLst>
  <p:notesMasterIdLst>
    <p:notesMasterId xmlns:r="http://schemas.openxmlformats.org/officeDocument/2006/relationships" r:id="Re68a900965524b9c"/>
  </p:notesMasterIdLst>
  <p:sldIdLst>
    <p:sldId xmlns:r="http://schemas.openxmlformats.org/officeDocument/2006/relationships" id="256" r:id="R3d8c2ff9f691464b"/>
  </p:sldIdLst>
  <p:sldSz cx="14458950" cy="4057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b8a54821a4f47" /><Relationship Type="http://schemas.openxmlformats.org/officeDocument/2006/relationships/slideMaster" Target="/ppt/slideMasters/slideMaster1.xml" Id="R823471cbe33347e5" /><Relationship Type="http://schemas.openxmlformats.org/officeDocument/2006/relationships/notesMaster" Target="/ppt/notesMasters/notesMaster1.xml" Id="Re68a900965524b9c" /><Relationship Type="http://schemas.openxmlformats.org/officeDocument/2006/relationships/presProps" Target="/ppt/presProps.xml" Id="R5a7432e32cd246b5" /><Relationship Type="http://schemas.openxmlformats.org/officeDocument/2006/relationships/tableStyles" Target="/ppt/tableStyles.xml" Id="R764a91c6f2f24504" /><Relationship Type="http://schemas.openxmlformats.org/officeDocument/2006/relationships/slide" Target="/ppt/slides/slide1.xml" Id="R3d8c2ff9f691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c77bedff84f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29cbfbfa24654" /><Relationship Type="http://schemas.openxmlformats.org/officeDocument/2006/relationships/notesMaster" Target="/ppt/notesMasters/notesMaster1.xml" Id="R75b1f93b4841403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素材ID：SE-083</ns1:t>
            </ns1:r>
          </ns1:p>
          <ns1:p>
            <ns1:r>
              <ns1:t>论文：Large Language Models for Equivalent Mutant Detection: How Far Are We?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2，PDF第8页</ns1:t>
            </ns1:r>
          </ns1:p>
          <ns1:p>
            <ns1:r>
              <ns1:t>类型：实验图表</ns1:t>
            </ns1:r>
          </ns1:p>
          <ns1:p>
            <ns1:r>
              <ns1:t>借鉴点：四个面板分别展示类别和LLM策略的正确/错误独有发现，透明椭圆和一致颜色表达四集合、五集合的所有交集，并标出最佳方法。</ns1:t>
            </ns1:r>
          </ns1:p>
          <ns1:p>
            <ns1:r>
              <ns1:t>论文URL：https://posl.ait.kyushu-u.ac.jp/~kamei/publications/Tian_ISSTA2024.pdf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8330080e5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af7f82d8174b85" /><Relationship Type="http://schemas.openxmlformats.org/officeDocument/2006/relationships/slideLayout" Target="/ppt/slideLayouts/slideLayout1.xml" Id="R7cb6833c3bff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6833c3bff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b394961dc43d3" /><Relationship Type="http://schemas.openxmlformats.org/officeDocument/2006/relationships/notesSlide" Target="/ppt/notesSlides/notesSlide1.xml" Id="Rec7fcb28b816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92D5F-3A89-4EA6-86F9-4702DC6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2" y="0"/>
            <a:ext cx="14394297" cy="3830193"/>
          </a:xfrm>
          <a:custGeom xmlns:a="http://schemas.openxmlformats.org/drawingml/2006/main">
            <a:pathLst>
              <a:path w="14394297" h="3830193">
                <a:moveTo>
                  <a:pt x="0" y="3830193"/>
                </a:moveTo>
                <a:lnTo>
                  <a:pt x="14394297" y="3830193"/>
                </a:lnTo>
                <a:lnTo>
                  <a:pt x="14394297" y="0"/>
                </a:lnTo>
                <a:lnTo>
                  <a:pt x="0" y="0"/>
                </a:lnTo>
                <a:lnTo>
                  <a:pt x="0" y="3830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DDE70-D5CF-4F2B-915D-E771063B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75" y="1110010"/>
            <a:ext cx="2064794" cy="2062857"/>
          </a:xfrm>
          <a:custGeom xmlns:a="http://schemas.openxmlformats.org/drawingml/2006/main">
            <a:pathLst>
              <a:path w="2064794" h="2062857">
                <a:moveTo>
                  <a:pt x="410924" y="43262"/>
                </a:moveTo>
                <a:lnTo>
                  <a:pt x="389354" y="52957"/>
                </a:lnTo>
                <a:lnTo>
                  <a:pt x="369358" y="62773"/>
                </a:lnTo>
                <a:lnTo>
                  <a:pt x="350575" y="72830"/>
                </a:lnTo>
                <a:lnTo>
                  <a:pt x="333125" y="83010"/>
                </a:lnTo>
                <a:lnTo>
                  <a:pt x="316644" y="93431"/>
                </a:lnTo>
                <a:lnTo>
                  <a:pt x="301133" y="103973"/>
                </a:lnTo>
                <a:lnTo>
                  <a:pt x="286350" y="114881"/>
                </a:lnTo>
                <a:lnTo>
                  <a:pt x="272414" y="125907"/>
                </a:lnTo>
                <a:lnTo>
                  <a:pt x="258841" y="137298"/>
                </a:lnTo>
                <a:lnTo>
                  <a:pt x="245876" y="148811"/>
                </a:lnTo>
                <a:lnTo>
                  <a:pt x="220428" y="172805"/>
                </a:lnTo>
                <a:lnTo>
                  <a:pt x="168925" y="224549"/>
                </a:lnTo>
                <a:lnTo>
                  <a:pt x="148447" y="245755"/>
                </a:lnTo>
                <a:lnTo>
                  <a:pt x="129300" y="267688"/>
                </a:lnTo>
                <a:lnTo>
                  <a:pt x="111365" y="290350"/>
                </a:lnTo>
                <a:lnTo>
                  <a:pt x="94885" y="313616"/>
                </a:lnTo>
                <a:lnTo>
                  <a:pt x="79738" y="337610"/>
                </a:lnTo>
                <a:lnTo>
                  <a:pt x="65801" y="362088"/>
                </a:lnTo>
                <a:lnTo>
                  <a:pt x="53321" y="387051"/>
                </a:lnTo>
                <a:lnTo>
                  <a:pt x="42051" y="412499"/>
                </a:lnTo>
                <a:lnTo>
                  <a:pt x="32235" y="438431"/>
                </a:lnTo>
                <a:lnTo>
                  <a:pt x="23630" y="464607"/>
                </a:lnTo>
                <a:lnTo>
                  <a:pt x="16360" y="491144"/>
                </a:lnTo>
                <a:lnTo>
                  <a:pt x="10421" y="517925"/>
                </a:lnTo>
                <a:lnTo>
                  <a:pt x="5818" y="544950"/>
                </a:lnTo>
                <a:lnTo>
                  <a:pt x="2546" y="572095"/>
                </a:lnTo>
                <a:lnTo>
                  <a:pt x="608" y="599361"/>
                </a:lnTo>
                <a:lnTo>
                  <a:pt x="0" y="626747"/>
                </a:lnTo>
                <a:lnTo>
                  <a:pt x="728" y="654013"/>
                </a:lnTo>
                <a:lnTo>
                  <a:pt x="2787" y="681278"/>
                </a:lnTo>
                <a:lnTo>
                  <a:pt x="6059" y="708544"/>
                </a:lnTo>
                <a:lnTo>
                  <a:pt x="10785" y="735566"/>
                </a:lnTo>
                <a:lnTo>
                  <a:pt x="16845" y="762347"/>
                </a:lnTo>
                <a:lnTo>
                  <a:pt x="24237" y="789008"/>
                </a:lnTo>
                <a:lnTo>
                  <a:pt x="32840" y="815304"/>
                </a:lnTo>
                <a:lnTo>
                  <a:pt x="42897" y="841237"/>
                </a:lnTo>
                <a:lnTo>
                  <a:pt x="54167" y="866805"/>
                </a:lnTo>
                <a:lnTo>
                  <a:pt x="66891" y="891888"/>
                </a:lnTo>
                <a:lnTo>
                  <a:pt x="80828" y="916490"/>
                </a:lnTo>
                <a:lnTo>
                  <a:pt x="96218" y="940604"/>
                </a:lnTo>
                <a:lnTo>
                  <a:pt x="112819" y="964113"/>
                </a:lnTo>
                <a:lnTo>
                  <a:pt x="130874" y="986894"/>
                </a:lnTo>
                <a:lnTo>
                  <a:pt x="150142" y="1008949"/>
                </a:lnTo>
                <a:lnTo>
                  <a:pt x="170864" y="1030399"/>
                </a:lnTo>
                <a:lnTo>
                  <a:pt x="1034156" y="1893688"/>
                </a:lnTo>
                <a:lnTo>
                  <a:pt x="1055603" y="1914046"/>
                </a:lnTo>
                <a:lnTo>
                  <a:pt x="1077779" y="1933193"/>
                </a:lnTo>
                <a:lnTo>
                  <a:pt x="1100683" y="1951007"/>
                </a:lnTo>
                <a:lnTo>
                  <a:pt x="1124192" y="1967488"/>
                </a:lnTo>
                <a:lnTo>
                  <a:pt x="1148186" y="1982755"/>
                </a:lnTo>
                <a:lnTo>
                  <a:pt x="1172907" y="1996571"/>
                </a:lnTo>
                <a:lnTo>
                  <a:pt x="1197991" y="2009172"/>
                </a:lnTo>
                <a:lnTo>
                  <a:pt x="1223559" y="2020442"/>
                </a:lnTo>
                <a:lnTo>
                  <a:pt x="1249492" y="2030381"/>
                </a:lnTo>
                <a:lnTo>
                  <a:pt x="1275788" y="2038984"/>
                </a:lnTo>
                <a:lnTo>
                  <a:pt x="1302449" y="2046254"/>
                </a:lnTo>
                <a:lnTo>
                  <a:pt x="1329230" y="2052193"/>
                </a:lnTo>
                <a:lnTo>
                  <a:pt x="1356375" y="2056919"/>
                </a:lnTo>
                <a:lnTo>
                  <a:pt x="1383517" y="2060191"/>
                </a:lnTo>
                <a:lnTo>
                  <a:pt x="1410783" y="2062250"/>
                </a:lnTo>
                <a:lnTo>
                  <a:pt x="1438169" y="2062857"/>
                </a:lnTo>
                <a:lnTo>
                  <a:pt x="1465558" y="2062250"/>
                </a:lnTo>
                <a:lnTo>
                  <a:pt x="1492944" y="2060432"/>
                </a:lnTo>
                <a:lnTo>
                  <a:pt x="1520210" y="2057160"/>
                </a:lnTo>
                <a:lnTo>
                  <a:pt x="1547355" y="2052677"/>
                </a:lnTo>
                <a:lnTo>
                  <a:pt x="1574377" y="2046862"/>
                </a:lnTo>
                <a:lnTo>
                  <a:pt x="1601158" y="2039710"/>
                </a:lnTo>
                <a:lnTo>
                  <a:pt x="1627575" y="2031350"/>
                </a:lnTo>
                <a:lnTo>
                  <a:pt x="1653628" y="2021534"/>
                </a:lnTo>
                <a:lnTo>
                  <a:pt x="1679319" y="2010385"/>
                </a:lnTo>
                <a:lnTo>
                  <a:pt x="1704526" y="1997902"/>
                </a:lnTo>
                <a:lnTo>
                  <a:pt x="1729125" y="1984089"/>
                </a:lnTo>
                <a:lnTo>
                  <a:pt x="1753239" y="1968942"/>
                </a:lnTo>
                <a:lnTo>
                  <a:pt x="1776628" y="1952461"/>
                </a:lnTo>
                <a:lnTo>
                  <a:pt x="1799409" y="1934527"/>
                </a:lnTo>
                <a:lnTo>
                  <a:pt x="1821343" y="1915259"/>
                </a:lnTo>
                <a:lnTo>
                  <a:pt x="1842550" y="1894658"/>
                </a:lnTo>
                <a:lnTo>
                  <a:pt x="1870059" y="1867271"/>
                </a:lnTo>
                <a:lnTo>
                  <a:pt x="1897445" y="1839762"/>
                </a:lnTo>
                <a:lnTo>
                  <a:pt x="1914531" y="1822071"/>
                </a:lnTo>
                <a:lnTo>
                  <a:pt x="1930647" y="1803773"/>
                </a:lnTo>
                <a:lnTo>
                  <a:pt x="1945797" y="1784990"/>
                </a:lnTo>
                <a:lnTo>
                  <a:pt x="1960095" y="1765722"/>
                </a:lnTo>
                <a:lnTo>
                  <a:pt x="1973424" y="1745969"/>
                </a:lnTo>
                <a:lnTo>
                  <a:pt x="1985786" y="1725853"/>
                </a:lnTo>
                <a:lnTo>
                  <a:pt x="1997297" y="1705375"/>
                </a:lnTo>
                <a:lnTo>
                  <a:pt x="2007962" y="1684409"/>
                </a:lnTo>
                <a:lnTo>
                  <a:pt x="2017655" y="1663324"/>
                </a:lnTo>
                <a:lnTo>
                  <a:pt x="2026381" y="1641753"/>
                </a:lnTo>
                <a:lnTo>
                  <a:pt x="2034258" y="1620062"/>
                </a:lnTo>
                <a:lnTo>
                  <a:pt x="2041284" y="1598130"/>
                </a:lnTo>
                <a:lnTo>
                  <a:pt x="2047344" y="1575954"/>
                </a:lnTo>
                <a:lnTo>
                  <a:pt x="2052434" y="1553535"/>
                </a:lnTo>
                <a:lnTo>
                  <a:pt x="2056675" y="1531116"/>
                </a:lnTo>
                <a:lnTo>
                  <a:pt x="2060068" y="1508576"/>
                </a:lnTo>
                <a:lnTo>
                  <a:pt x="2063340" y="1476707"/>
                </a:lnTo>
                <a:lnTo>
                  <a:pt x="2064794" y="1444716"/>
                </a:lnTo>
                <a:lnTo>
                  <a:pt x="2064432" y="1412724"/>
                </a:lnTo>
                <a:lnTo>
                  <a:pt x="2062250" y="1380853"/>
                </a:lnTo>
                <a:lnTo>
                  <a:pt x="2058373" y="1348982"/>
                </a:lnTo>
                <a:lnTo>
                  <a:pt x="2052554" y="1317475"/>
                </a:lnTo>
                <a:lnTo>
                  <a:pt x="2045041" y="1286089"/>
                </a:lnTo>
                <a:lnTo>
                  <a:pt x="2035833" y="1255189"/>
                </a:lnTo>
                <a:lnTo>
                  <a:pt x="2024683" y="1224772"/>
                </a:lnTo>
                <a:lnTo>
                  <a:pt x="2011839" y="1194840"/>
                </a:lnTo>
                <a:lnTo>
                  <a:pt x="1997177" y="1165515"/>
                </a:lnTo>
                <a:lnTo>
                  <a:pt x="1980696" y="1136916"/>
                </a:lnTo>
                <a:lnTo>
                  <a:pt x="1962398" y="1109045"/>
                </a:lnTo>
                <a:lnTo>
                  <a:pt x="1952582" y="1095472"/>
                </a:lnTo>
                <a:lnTo>
                  <a:pt x="1942281" y="1082143"/>
                </a:lnTo>
                <a:lnTo>
                  <a:pt x="1931616" y="1068935"/>
                </a:lnTo>
                <a:lnTo>
                  <a:pt x="1920470" y="1056088"/>
                </a:lnTo>
                <a:lnTo>
                  <a:pt x="1908836" y="1043364"/>
                </a:lnTo>
                <a:lnTo>
                  <a:pt x="1896837" y="1031004"/>
                </a:lnTo>
                <a:lnTo>
                  <a:pt x="1844852" y="979140"/>
                </a:lnTo>
                <a:lnTo>
                  <a:pt x="1438169" y="572457"/>
                </a:lnTo>
                <a:lnTo>
                  <a:pt x="1236406" y="370329"/>
                </a:lnTo>
                <a:lnTo>
                  <a:pt x="1033548" y="167715"/>
                </a:lnTo>
                <a:lnTo>
                  <a:pt x="1020099" y="154748"/>
                </a:lnTo>
                <a:lnTo>
                  <a:pt x="1006282" y="142267"/>
                </a:lnTo>
                <a:lnTo>
                  <a:pt x="992348" y="130269"/>
                </a:lnTo>
                <a:lnTo>
                  <a:pt x="977927" y="118758"/>
                </a:lnTo>
                <a:lnTo>
                  <a:pt x="962416" y="107124"/>
                </a:lnTo>
                <a:lnTo>
                  <a:pt x="946540" y="96098"/>
                </a:lnTo>
                <a:lnTo>
                  <a:pt x="930424" y="85677"/>
                </a:lnTo>
                <a:lnTo>
                  <a:pt x="914064" y="75861"/>
                </a:lnTo>
                <a:lnTo>
                  <a:pt x="897343" y="66650"/>
                </a:lnTo>
                <a:lnTo>
                  <a:pt x="880498" y="58047"/>
                </a:lnTo>
                <a:lnTo>
                  <a:pt x="863412" y="50049"/>
                </a:lnTo>
                <a:lnTo>
                  <a:pt x="846083" y="42536"/>
                </a:lnTo>
                <a:lnTo>
                  <a:pt x="828510" y="35748"/>
                </a:lnTo>
                <a:lnTo>
                  <a:pt x="810820" y="29568"/>
                </a:lnTo>
                <a:lnTo>
                  <a:pt x="793006" y="23873"/>
                </a:lnTo>
                <a:lnTo>
                  <a:pt x="775071" y="18906"/>
                </a:lnTo>
                <a:lnTo>
                  <a:pt x="757014" y="14421"/>
                </a:lnTo>
                <a:lnTo>
                  <a:pt x="738838" y="10544"/>
                </a:lnTo>
                <a:lnTo>
                  <a:pt x="720540" y="7272"/>
                </a:lnTo>
                <a:lnTo>
                  <a:pt x="702121" y="4726"/>
                </a:lnTo>
                <a:lnTo>
                  <a:pt x="683702" y="2667"/>
                </a:lnTo>
                <a:lnTo>
                  <a:pt x="665280" y="1213"/>
                </a:lnTo>
                <a:lnTo>
                  <a:pt x="646741" y="364"/>
                </a:lnTo>
                <a:lnTo>
                  <a:pt x="628201" y="0"/>
                </a:lnTo>
                <a:lnTo>
                  <a:pt x="609780" y="364"/>
                </a:lnTo>
                <a:lnTo>
                  <a:pt x="591240" y="1333"/>
                </a:lnTo>
                <a:lnTo>
                  <a:pt x="572821" y="2787"/>
                </a:lnTo>
                <a:lnTo>
                  <a:pt x="554402" y="4969"/>
                </a:lnTo>
                <a:lnTo>
                  <a:pt x="536103" y="7636"/>
                </a:lnTo>
                <a:lnTo>
                  <a:pt x="517805" y="10908"/>
                </a:lnTo>
                <a:lnTo>
                  <a:pt x="499627" y="14906"/>
                </a:lnTo>
                <a:lnTo>
                  <a:pt x="481572" y="19391"/>
                </a:lnTo>
                <a:lnTo>
                  <a:pt x="463758" y="24478"/>
                </a:lnTo>
                <a:lnTo>
                  <a:pt x="445944" y="30053"/>
                </a:lnTo>
                <a:lnTo>
                  <a:pt x="428374" y="36356"/>
                </a:lnTo>
                <a:lnTo>
                  <a:pt x="410924" y="43262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F41B3-0952-495C-B370-1478795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15" y="599841"/>
            <a:ext cx="2062493" cy="2062855"/>
          </a:xfrm>
          <a:custGeom xmlns:a="http://schemas.openxmlformats.org/drawingml/2006/main">
            <a:pathLst>
              <a:path w="2062493" h="2062855">
                <a:moveTo>
                  <a:pt x="1031730" y="168320"/>
                </a:moveTo>
                <a:lnTo>
                  <a:pt x="1010403" y="147960"/>
                </a:lnTo>
                <a:lnTo>
                  <a:pt x="988227" y="128936"/>
                </a:lnTo>
                <a:lnTo>
                  <a:pt x="965447" y="111243"/>
                </a:lnTo>
                <a:lnTo>
                  <a:pt x="941937" y="94885"/>
                </a:lnTo>
                <a:lnTo>
                  <a:pt x="917821" y="79736"/>
                </a:lnTo>
                <a:lnTo>
                  <a:pt x="893222" y="65922"/>
                </a:lnTo>
                <a:lnTo>
                  <a:pt x="868015" y="53442"/>
                </a:lnTo>
                <a:lnTo>
                  <a:pt x="842447" y="42292"/>
                </a:lnTo>
                <a:lnTo>
                  <a:pt x="816394" y="32476"/>
                </a:lnTo>
                <a:lnTo>
                  <a:pt x="789977" y="23873"/>
                </a:lnTo>
                <a:lnTo>
                  <a:pt x="763317" y="16601"/>
                </a:lnTo>
                <a:lnTo>
                  <a:pt x="736415" y="10665"/>
                </a:lnTo>
                <a:lnTo>
                  <a:pt x="709270" y="6059"/>
                </a:lnTo>
                <a:lnTo>
                  <a:pt x="682004" y="2787"/>
                </a:lnTo>
                <a:lnTo>
                  <a:pt x="654618" y="726"/>
                </a:lnTo>
                <a:lnTo>
                  <a:pt x="627232" y="0"/>
                </a:lnTo>
                <a:lnTo>
                  <a:pt x="599843" y="605"/>
                </a:lnTo>
                <a:lnTo>
                  <a:pt x="572457" y="2544"/>
                </a:lnTo>
                <a:lnTo>
                  <a:pt x="545071" y="5816"/>
                </a:lnTo>
                <a:lnTo>
                  <a:pt x="518046" y="10301"/>
                </a:lnTo>
                <a:lnTo>
                  <a:pt x="491024" y="16237"/>
                </a:lnTo>
                <a:lnTo>
                  <a:pt x="464363" y="23389"/>
                </a:lnTo>
                <a:lnTo>
                  <a:pt x="438067" y="31871"/>
                </a:lnTo>
                <a:lnTo>
                  <a:pt x="412014" y="41687"/>
                </a:lnTo>
                <a:lnTo>
                  <a:pt x="386446" y="52713"/>
                </a:lnTo>
                <a:lnTo>
                  <a:pt x="361239" y="65196"/>
                </a:lnTo>
                <a:lnTo>
                  <a:pt x="336640" y="78889"/>
                </a:lnTo>
                <a:lnTo>
                  <a:pt x="312526" y="93916"/>
                </a:lnTo>
                <a:lnTo>
                  <a:pt x="289017" y="110273"/>
                </a:lnTo>
                <a:lnTo>
                  <a:pt x="266113" y="127967"/>
                </a:lnTo>
                <a:lnTo>
                  <a:pt x="244058" y="146991"/>
                </a:lnTo>
                <a:lnTo>
                  <a:pt x="222731" y="167351"/>
                </a:lnTo>
                <a:lnTo>
                  <a:pt x="199099" y="189891"/>
                </a:lnTo>
                <a:lnTo>
                  <a:pt x="177167" y="212066"/>
                </a:lnTo>
                <a:lnTo>
                  <a:pt x="156566" y="233998"/>
                </a:lnTo>
                <a:lnTo>
                  <a:pt x="137541" y="255690"/>
                </a:lnTo>
                <a:lnTo>
                  <a:pt x="119848" y="277383"/>
                </a:lnTo>
                <a:lnTo>
                  <a:pt x="103488" y="299195"/>
                </a:lnTo>
                <a:lnTo>
                  <a:pt x="88462" y="321250"/>
                </a:lnTo>
                <a:lnTo>
                  <a:pt x="74648" y="343666"/>
                </a:lnTo>
                <a:lnTo>
                  <a:pt x="62045" y="366691"/>
                </a:lnTo>
                <a:lnTo>
                  <a:pt x="50654" y="390323"/>
                </a:lnTo>
                <a:lnTo>
                  <a:pt x="40354" y="414801"/>
                </a:lnTo>
                <a:lnTo>
                  <a:pt x="31266" y="440128"/>
                </a:lnTo>
                <a:lnTo>
                  <a:pt x="23024" y="466545"/>
                </a:lnTo>
                <a:lnTo>
                  <a:pt x="15996" y="494052"/>
                </a:lnTo>
                <a:lnTo>
                  <a:pt x="9695" y="523015"/>
                </a:lnTo>
                <a:lnTo>
                  <a:pt x="4485" y="553430"/>
                </a:lnTo>
                <a:lnTo>
                  <a:pt x="1333" y="585301"/>
                </a:lnTo>
                <a:lnTo>
                  <a:pt x="0" y="617413"/>
                </a:lnTo>
                <a:lnTo>
                  <a:pt x="364" y="649405"/>
                </a:lnTo>
                <a:lnTo>
                  <a:pt x="2667" y="681520"/>
                </a:lnTo>
                <a:lnTo>
                  <a:pt x="6665" y="713388"/>
                </a:lnTo>
                <a:lnTo>
                  <a:pt x="12483" y="745018"/>
                </a:lnTo>
                <a:lnTo>
                  <a:pt x="19996" y="776402"/>
                </a:lnTo>
                <a:lnTo>
                  <a:pt x="29327" y="807425"/>
                </a:lnTo>
                <a:lnTo>
                  <a:pt x="40474" y="837962"/>
                </a:lnTo>
                <a:lnTo>
                  <a:pt x="53442" y="867895"/>
                </a:lnTo>
                <a:lnTo>
                  <a:pt x="68225" y="897340"/>
                </a:lnTo>
                <a:lnTo>
                  <a:pt x="84705" y="925939"/>
                </a:lnTo>
                <a:lnTo>
                  <a:pt x="103004" y="953813"/>
                </a:lnTo>
                <a:lnTo>
                  <a:pt x="112699" y="967506"/>
                </a:lnTo>
                <a:lnTo>
                  <a:pt x="122999" y="980835"/>
                </a:lnTo>
                <a:lnTo>
                  <a:pt x="133662" y="994043"/>
                </a:lnTo>
                <a:lnTo>
                  <a:pt x="144811" y="1006888"/>
                </a:lnTo>
                <a:lnTo>
                  <a:pt x="156445" y="1019611"/>
                </a:lnTo>
                <a:lnTo>
                  <a:pt x="168441" y="1031974"/>
                </a:lnTo>
                <a:lnTo>
                  <a:pt x="625414" y="1488944"/>
                </a:lnTo>
                <a:lnTo>
                  <a:pt x="1031730" y="1895627"/>
                </a:lnTo>
                <a:lnTo>
                  <a:pt x="1047849" y="1911015"/>
                </a:lnTo>
                <a:lnTo>
                  <a:pt x="1064329" y="1925801"/>
                </a:lnTo>
                <a:lnTo>
                  <a:pt x="1081174" y="1939735"/>
                </a:lnTo>
                <a:lnTo>
                  <a:pt x="1098501" y="1952943"/>
                </a:lnTo>
                <a:lnTo>
                  <a:pt x="1116194" y="1965426"/>
                </a:lnTo>
                <a:lnTo>
                  <a:pt x="1134128" y="1977060"/>
                </a:lnTo>
                <a:lnTo>
                  <a:pt x="1152427" y="1988086"/>
                </a:lnTo>
                <a:lnTo>
                  <a:pt x="1171089" y="1998266"/>
                </a:lnTo>
                <a:lnTo>
                  <a:pt x="1189993" y="2007718"/>
                </a:lnTo>
                <a:lnTo>
                  <a:pt x="1209140" y="2016442"/>
                </a:lnTo>
                <a:lnTo>
                  <a:pt x="1228649" y="2024319"/>
                </a:lnTo>
                <a:lnTo>
                  <a:pt x="1248281" y="2031591"/>
                </a:lnTo>
                <a:lnTo>
                  <a:pt x="1268034" y="2038012"/>
                </a:lnTo>
                <a:lnTo>
                  <a:pt x="1288027" y="2043708"/>
                </a:lnTo>
                <a:lnTo>
                  <a:pt x="1308264" y="2048677"/>
                </a:lnTo>
                <a:lnTo>
                  <a:pt x="1328501" y="2052918"/>
                </a:lnTo>
                <a:lnTo>
                  <a:pt x="1348861" y="2056432"/>
                </a:lnTo>
                <a:lnTo>
                  <a:pt x="1369460" y="2059098"/>
                </a:lnTo>
                <a:lnTo>
                  <a:pt x="1389941" y="2061157"/>
                </a:lnTo>
                <a:lnTo>
                  <a:pt x="1410542" y="2062370"/>
                </a:lnTo>
                <a:lnTo>
                  <a:pt x="1431141" y="2062855"/>
                </a:lnTo>
                <a:lnTo>
                  <a:pt x="1451865" y="2062491"/>
                </a:lnTo>
                <a:lnTo>
                  <a:pt x="1472464" y="2061522"/>
                </a:lnTo>
                <a:lnTo>
                  <a:pt x="1493065" y="2059704"/>
                </a:lnTo>
                <a:lnTo>
                  <a:pt x="1513546" y="2057280"/>
                </a:lnTo>
                <a:lnTo>
                  <a:pt x="1534024" y="2054008"/>
                </a:lnTo>
                <a:lnTo>
                  <a:pt x="1554261" y="2050011"/>
                </a:lnTo>
                <a:lnTo>
                  <a:pt x="1574498" y="2045162"/>
                </a:lnTo>
                <a:lnTo>
                  <a:pt x="1594614" y="2039710"/>
                </a:lnTo>
                <a:lnTo>
                  <a:pt x="1614487" y="2033530"/>
                </a:lnTo>
                <a:lnTo>
                  <a:pt x="1634240" y="2026501"/>
                </a:lnTo>
                <a:lnTo>
                  <a:pt x="1653628" y="2018745"/>
                </a:lnTo>
                <a:lnTo>
                  <a:pt x="1678591" y="2007598"/>
                </a:lnTo>
                <a:lnTo>
                  <a:pt x="1703072" y="1995115"/>
                </a:lnTo>
                <a:lnTo>
                  <a:pt x="1727066" y="1981422"/>
                </a:lnTo>
                <a:lnTo>
                  <a:pt x="1750452" y="1966516"/>
                </a:lnTo>
                <a:lnTo>
                  <a:pt x="1773356" y="1950400"/>
                </a:lnTo>
                <a:lnTo>
                  <a:pt x="1795652" y="1932950"/>
                </a:lnTo>
                <a:lnTo>
                  <a:pt x="1817343" y="1914287"/>
                </a:lnTo>
                <a:lnTo>
                  <a:pt x="1838188" y="1894294"/>
                </a:lnTo>
                <a:lnTo>
                  <a:pt x="1894050" y="1838793"/>
                </a:lnTo>
                <a:lnTo>
                  <a:pt x="1914410" y="1817343"/>
                </a:lnTo>
                <a:lnTo>
                  <a:pt x="1933434" y="1795167"/>
                </a:lnTo>
                <a:lnTo>
                  <a:pt x="1951128" y="1772386"/>
                </a:lnTo>
                <a:lnTo>
                  <a:pt x="1967608" y="1748877"/>
                </a:lnTo>
                <a:lnTo>
                  <a:pt x="1982635" y="1724884"/>
                </a:lnTo>
                <a:lnTo>
                  <a:pt x="1996448" y="1700282"/>
                </a:lnTo>
                <a:lnTo>
                  <a:pt x="2008931" y="1675199"/>
                </a:lnTo>
                <a:lnTo>
                  <a:pt x="2020201" y="1649631"/>
                </a:lnTo>
                <a:lnTo>
                  <a:pt x="2030017" y="1623698"/>
                </a:lnTo>
                <a:lnTo>
                  <a:pt x="2038620" y="1597402"/>
                </a:lnTo>
                <a:lnTo>
                  <a:pt x="2045890" y="1570862"/>
                </a:lnTo>
                <a:lnTo>
                  <a:pt x="2051829" y="1543960"/>
                </a:lnTo>
                <a:lnTo>
                  <a:pt x="2056434" y="1516938"/>
                </a:lnTo>
                <a:lnTo>
                  <a:pt x="2059826" y="1489793"/>
                </a:lnTo>
                <a:lnTo>
                  <a:pt x="2061886" y="1462527"/>
                </a:lnTo>
                <a:lnTo>
                  <a:pt x="2062493" y="1435262"/>
                </a:lnTo>
                <a:lnTo>
                  <a:pt x="2062009" y="1407875"/>
                </a:lnTo>
                <a:lnTo>
                  <a:pt x="2060068" y="1380610"/>
                </a:lnTo>
                <a:lnTo>
                  <a:pt x="2056796" y="1353464"/>
                </a:lnTo>
                <a:lnTo>
                  <a:pt x="2052313" y="1326442"/>
                </a:lnTo>
                <a:lnTo>
                  <a:pt x="2046497" y="1299661"/>
                </a:lnTo>
                <a:lnTo>
                  <a:pt x="2039346" y="1273121"/>
                </a:lnTo>
                <a:lnTo>
                  <a:pt x="2030863" y="1246825"/>
                </a:lnTo>
                <a:lnTo>
                  <a:pt x="2021047" y="1220893"/>
                </a:lnTo>
                <a:lnTo>
                  <a:pt x="2009900" y="1195324"/>
                </a:lnTo>
                <a:lnTo>
                  <a:pt x="1997538" y="1170241"/>
                </a:lnTo>
                <a:lnTo>
                  <a:pt x="1983845" y="1145762"/>
                </a:lnTo>
                <a:lnTo>
                  <a:pt x="1968698" y="1121646"/>
                </a:lnTo>
                <a:lnTo>
                  <a:pt x="1952338" y="1098260"/>
                </a:lnTo>
                <a:lnTo>
                  <a:pt x="1934768" y="1075476"/>
                </a:lnTo>
                <a:lnTo>
                  <a:pt x="1915744" y="1053301"/>
                </a:lnTo>
                <a:lnTo>
                  <a:pt x="1895384" y="1031974"/>
                </a:lnTo>
                <a:lnTo>
                  <a:pt x="1491975" y="628563"/>
                </a:lnTo>
                <a:lnTo>
                  <a:pt x="1031730" y="168320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4E293-6C3D-45E9-A129-D4A7C4C3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0" y="600326"/>
            <a:ext cx="2062493" cy="2063098"/>
          </a:xfrm>
          <a:custGeom xmlns:a="http://schemas.openxmlformats.org/drawingml/2006/main">
            <a:pathLst>
              <a:path w="2062493" h="2063098">
                <a:moveTo>
                  <a:pt x="2057767" y="553553"/>
                </a:moveTo>
                <a:lnTo>
                  <a:pt x="2052434" y="524349"/>
                </a:lnTo>
                <a:lnTo>
                  <a:pt x="2046497" y="496598"/>
                </a:lnTo>
                <a:lnTo>
                  <a:pt x="2039710" y="470059"/>
                </a:lnTo>
                <a:lnTo>
                  <a:pt x="2032076" y="444731"/>
                </a:lnTo>
                <a:lnTo>
                  <a:pt x="2023594" y="420132"/>
                </a:lnTo>
                <a:lnTo>
                  <a:pt x="2014021" y="396503"/>
                </a:lnTo>
                <a:lnTo>
                  <a:pt x="2003236" y="373358"/>
                </a:lnTo>
                <a:lnTo>
                  <a:pt x="1991238" y="350818"/>
                </a:lnTo>
                <a:lnTo>
                  <a:pt x="1977909" y="328519"/>
                </a:lnTo>
                <a:lnTo>
                  <a:pt x="1963246" y="306344"/>
                </a:lnTo>
                <a:lnTo>
                  <a:pt x="1946886" y="284168"/>
                </a:lnTo>
                <a:lnTo>
                  <a:pt x="1929073" y="261872"/>
                </a:lnTo>
                <a:lnTo>
                  <a:pt x="1909443" y="239209"/>
                </a:lnTo>
                <a:lnTo>
                  <a:pt x="1887993" y="216064"/>
                </a:lnTo>
                <a:lnTo>
                  <a:pt x="1864605" y="192434"/>
                </a:lnTo>
                <a:lnTo>
                  <a:pt x="1839278" y="167835"/>
                </a:lnTo>
                <a:lnTo>
                  <a:pt x="1817830" y="147475"/>
                </a:lnTo>
                <a:lnTo>
                  <a:pt x="1795775" y="128451"/>
                </a:lnTo>
                <a:lnTo>
                  <a:pt x="1772871" y="110758"/>
                </a:lnTo>
                <a:lnTo>
                  <a:pt x="1749362" y="94400"/>
                </a:lnTo>
                <a:lnTo>
                  <a:pt x="1725248" y="79374"/>
                </a:lnTo>
                <a:lnTo>
                  <a:pt x="1700649" y="65558"/>
                </a:lnTo>
                <a:lnTo>
                  <a:pt x="1675563" y="53077"/>
                </a:lnTo>
                <a:lnTo>
                  <a:pt x="1649874" y="41928"/>
                </a:lnTo>
                <a:lnTo>
                  <a:pt x="1623942" y="32112"/>
                </a:lnTo>
                <a:lnTo>
                  <a:pt x="1597645" y="23630"/>
                </a:lnTo>
                <a:lnTo>
                  <a:pt x="1570985" y="16360"/>
                </a:lnTo>
                <a:lnTo>
                  <a:pt x="1544083" y="10542"/>
                </a:lnTo>
                <a:lnTo>
                  <a:pt x="1517059" y="5939"/>
                </a:lnTo>
                <a:lnTo>
                  <a:pt x="1489793" y="2667"/>
                </a:lnTo>
                <a:lnTo>
                  <a:pt x="1462407" y="728"/>
                </a:lnTo>
                <a:lnTo>
                  <a:pt x="1435141" y="0"/>
                </a:lnTo>
                <a:lnTo>
                  <a:pt x="1407755" y="728"/>
                </a:lnTo>
                <a:lnTo>
                  <a:pt x="1380368" y="2667"/>
                </a:lnTo>
                <a:lnTo>
                  <a:pt x="1353103" y="5939"/>
                </a:lnTo>
                <a:lnTo>
                  <a:pt x="1326078" y="10542"/>
                </a:lnTo>
                <a:lnTo>
                  <a:pt x="1299177" y="16360"/>
                </a:lnTo>
                <a:lnTo>
                  <a:pt x="1272639" y="23630"/>
                </a:lnTo>
                <a:lnTo>
                  <a:pt x="1246222" y="32112"/>
                </a:lnTo>
                <a:lnTo>
                  <a:pt x="1220290" y="41928"/>
                </a:lnTo>
                <a:lnTo>
                  <a:pt x="1194719" y="53077"/>
                </a:lnTo>
                <a:lnTo>
                  <a:pt x="1169636" y="65558"/>
                </a:lnTo>
                <a:lnTo>
                  <a:pt x="1145037" y="79374"/>
                </a:lnTo>
                <a:lnTo>
                  <a:pt x="1120920" y="94400"/>
                </a:lnTo>
                <a:lnTo>
                  <a:pt x="1097411" y="110758"/>
                </a:lnTo>
                <a:lnTo>
                  <a:pt x="1074630" y="128451"/>
                </a:lnTo>
                <a:lnTo>
                  <a:pt x="1052575" y="147475"/>
                </a:lnTo>
                <a:lnTo>
                  <a:pt x="1031125" y="167835"/>
                </a:lnTo>
                <a:lnTo>
                  <a:pt x="570882" y="628442"/>
                </a:lnTo>
                <a:lnTo>
                  <a:pt x="167835" y="1031489"/>
                </a:lnTo>
                <a:lnTo>
                  <a:pt x="147478" y="1052816"/>
                </a:lnTo>
                <a:lnTo>
                  <a:pt x="128454" y="1074992"/>
                </a:lnTo>
                <a:lnTo>
                  <a:pt x="110760" y="1097775"/>
                </a:lnTo>
                <a:lnTo>
                  <a:pt x="94400" y="1121284"/>
                </a:lnTo>
                <a:lnTo>
                  <a:pt x="79374" y="1145278"/>
                </a:lnTo>
                <a:lnTo>
                  <a:pt x="65560" y="1169877"/>
                </a:lnTo>
                <a:lnTo>
                  <a:pt x="53077" y="1195081"/>
                </a:lnTo>
                <a:lnTo>
                  <a:pt x="41931" y="1220651"/>
                </a:lnTo>
                <a:lnTo>
                  <a:pt x="32115" y="1246584"/>
                </a:lnTo>
                <a:lnTo>
                  <a:pt x="23632" y="1272880"/>
                </a:lnTo>
                <a:lnTo>
                  <a:pt x="16360" y="1299538"/>
                </a:lnTo>
                <a:lnTo>
                  <a:pt x="10544" y="1326442"/>
                </a:lnTo>
                <a:lnTo>
                  <a:pt x="5939" y="1353464"/>
                </a:lnTo>
                <a:lnTo>
                  <a:pt x="2667" y="1380730"/>
                </a:lnTo>
                <a:lnTo>
                  <a:pt x="728" y="1407996"/>
                </a:lnTo>
                <a:lnTo>
                  <a:pt x="0" y="1435382"/>
                </a:lnTo>
                <a:lnTo>
                  <a:pt x="728" y="1462768"/>
                </a:lnTo>
                <a:lnTo>
                  <a:pt x="2667" y="1490034"/>
                </a:lnTo>
                <a:lnTo>
                  <a:pt x="5939" y="1517300"/>
                </a:lnTo>
                <a:lnTo>
                  <a:pt x="10544" y="1544324"/>
                </a:lnTo>
                <a:lnTo>
                  <a:pt x="16360" y="1571226"/>
                </a:lnTo>
                <a:lnTo>
                  <a:pt x="23632" y="1597763"/>
                </a:lnTo>
                <a:lnTo>
                  <a:pt x="32115" y="1624183"/>
                </a:lnTo>
                <a:lnTo>
                  <a:pt x="41931" y="1650115"/>
                </a:lnTo>
                <a:lnTo>
                  <a:pt x="53077" y="1675683"/>
                </a:lnTo>
                <a:lnTo>
                  <a:pt x="65560" y="1700767"/>
                </a:lnTo>
                <a:lnTo>
                  <a:pt x="79374" y="1725368"/>
                </a:lnTo>
                <a:lnTo>
                  <a:pt x="94400" y="1749483"/>
                </a:lnTo>
                <a:lnTo>
                  <a:pt x="110760" y="1772992"/>
                </a:lnTo>
                <a:lnTo>
                  <a:pt x="128454" y="1795773"/>
                </a:lnTo>
                <a:lnTo>
                  <a:pt x="147478" y="1817828"/>
                </a:lnTo>
                <a:lnTo>
                  <a:pt x="167835" y="1839278"/>
                </a:lnTo>
                <a:lnTo>
                  <a:pt x="198737" y="1870179"/>
                </a:lnTo>
                <a:lnTo>
                  <a:pt x="226003" y="1897081"/>
                </a:lnTo>
                <a:lnTo>
                  <a:pt x="251330" y="1920952"/>
                </a:lnTo>
                <a:lnTo>
                  <a:pt x="263810" y="1931860"/>
                </a:lnTo>
                <a:lnTo>
                  <a:pt x="276534" y="1942281"/>
                </a:lnTo>
                <a:lnTo>
                  <a:pt x="289502" y="1952338"/>
                </a:lnTo>
                <a:lnTo>
                  <a:pt x="303195" y="1962034"/>
                </a:lnTo>
                <a:lnTo>
                  <a:pt x="317616" y="1971485"/>
                </a:lnTo>
                <a:lnTo>
                  <a:pt x="333004" y="1980937"/>
                </a:lnTo>
                <a:lnTo>
                  <a:pt x="349608" y="1990389"/>
                </a:lnTo>
                <a:lnTo>
                  <a:pt x="367663" y="1999841"/>
                </a:lnTo>
                <a:lnTo>
                  <a:pt x="387415" y="2009536"/>
                </a:lnTo>
                <a:lnTo>
                  <a:pt x="408865" y="2019593"/>
                </a:lnTo>
                <a:lnTo>
                  <a:pt x="428374" y="2027227"/>
                </a:lnTo>
                <a:lnTo>
                  <a:pt x="448126" y="2034135"/>
                </a:lnTo>
                <a:lnTo>
                  <a:pt x="468122" y="2040315"/>
                </a:lnTo>
                <a:lnTo>
                  <a:pt x="488116" y="2045769"/>
                </a:lnTo>
                <a:lnTo>
                  <a:pt x="508353" y="2050495"/>
                </a:lnTo>
                <a:lnTo>
                  <a:pt x="528711" y="2054493"/>
                </a:lnTo>
                <a:lnTo>
                  <a:pt x="549191" y="2057644"/>
                </a:lnTo>
                <a:lnTo>
                  <a:pt x="569792" y="2060188"/>
                </a:lnTo>
                <a:lnTo>
                  <a:pt x="590394" y="2061886"/>
                </a:lnTo>
                <a:lnTo>
                  <a:pt x="610992" y="2062855"/>
                </a:lnTo>
                <a:lnTo>
                  <a:pt x="631594" y="2063098"/>
                </a:lnTo>
                <a:lnTo>
                  <a:pt x="652315" y="2062491"/>
                </a:lnTo>
                <a:lnTo>
                  <a:pt x="672917" y="2061280"/>
                </a:lnTo>
                <a:lnTo>
                  <a:pt x="693395" y="2059219"/>
                </a:lnTo>
                <a:lnTo>
                  <a:pt x="713996" y="2056555"/>
                </a:lnTo>
                <a:lnTo>
                  <a:pt x="734356" y="2053039"/>
                </a:lnTo>
                <a:lnTo>
                  <a:pt x="754714" y="2048798"/>
                </a:lnTo>
                <a:lnTo>
                  <a:pt x="774830" y="2043708"/>
                </a:lnTo>
                <a:lnTo>
                  <a:pt x="794824" y="2038012"/>
                </a:lnTo>
                <a:lnTo>
                  <a:pt x="814697" y="2031469"/>
                </a:lnTo>
                <a:lnTo>
                  <a:pt x="834329" y="2024199"/>
                </a:lnTo>
                <a:lnTo>
                  <a:pt x="853717" y="2016201"/>
                </a:lnTo>
                <a:lnTo>
                  <a:pt x="872864" y="2007475"/>
                </a:lnTo>
                <a:lnTo>
                  <a:pt x="891768" y="1998023"/>
                </a:lnTo>
                <a:lnTo>
                  <a:pt x="910430" y="1987722"/>
                </a:lnTo>
                <a:lnTo>
                  <a:pt x="928729" y="1976817"/>
                </a:lnTo>
                <a:lnTo>
                  <a:pt x="946784" y="1965062"/>
                </a:lnTo>
                <a:lnTo>
                  <a:pt x="964477" y="1952582"/>
                </a:lnTo>
                <a:lnTo>
                  <a:pt x="981683" y="1939373"/>
                </a:lnTo>
                <a:lnTo>
                  <a:pt x="998649" y="1925316"/>
                </a:lnTo>
                <a:lnTo>
                  <a:pt x="1015129" y="1910531"/>
                </a:lnTo>
                <a:lnTo>
                  <a:pt x="1031125" y="1895142"/>
                </a:lnTo>
                <a:lnTo>
                  <a:pt x="1437808" y="1488824"/>
                </a:lnTo>
                <a:lnTo>
                  <a:pt x="1894778" y="1031489"/>
                </a:lnTo>
                <a:lnTo>
                  <a:pt x="1906776" y="1019006"/>
                </a:lnTo>
                <a:lnTo>
                  <a:pt x="1918410" y="1006403"/>
                </a:lnTo>
                <a:lnTo>
                  <a:pt x="1929557" y="993438"/>
                </a:lnTo>
                <a:lnTo>
                  <a:pt x="1940222" y="980230"/>
                </a:lnTo>
                <a:lnTo>
                  <a:pt x="1950402" y="966898"/>
                </a:lnTo>
                <a:lnTo>
                  <a:pt x="1960216" y="953205"/>
                </a:lnTo>
                <a:lnTo>
                  <a:pt x="1978514" y="925334"/>
                </a:lnTo>
                <a:lnTo>
                  <a:pt x="1994994" y="896735"/>
                </a:lnTo>
                <a:lnTo>
                  <a:pt x="2009659" y="867410"/>
                </a:lnTo>
                <a:lnTo>
                  <a:pt x="2022504" y="837478"/>
                </a:lnTo>
                <a:lnTo>
                  <a:pt x="2033653" y="806940"/>
                </a:lnTo>
                <a:lnTo>
                  <a:pt x="2042861" y="776041"/>
                </a:lnTo>
                <a:lnTo>
                  <a:pt x="2050375" y="744775"/>
                </a:lnTo>
                <a:lnTo>
                  <a:pt x="2056190" y="713147"/>
                </a:lnTo>
                <a:lnTo>
                  <a:pt x="2060070" y="681397"/>
                </a:lnTo>
                <a:lnTo>
                  <a:pt x="2062129" y="649405"/>
                </a:lnTo>
                <a:lnTo>
                  <a:pt x="2062493" y="617413"/>
                </a:lnTo>
                <a:lnTo>
                  <a:pt x="2061039" y="585422"/>
                </a:lnTo>
                <a:lnTo>
                  <a:pt x="2057767" y="553553"/>
                </a:lnTo>
                <a:close/>
              </a:path>
            </a:pathLst>
          </a:custGeom>
          <a:solidFill xmlns:a="http://schemas.openxmlformats.org/drawingml/2006/main">
            <a:srgbClr val="00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C381E-C624-499A-8178-917E78B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59" y="1110133"/>
            <a:ext cx="2062491" cy="2062734"/>
          </a:xfrm>
          <a:custGeom xmlns:a="http://schemas.openxmlformats.org/drawingml/2006/main">
            <a:pathLst>
              <a:path w="2062491" h="2062734">
                <a:moveTo>
                  <a:pt x="626986" y="2062734"/>
                </a:moveTo>
                <a:lnTo>
                  <a:pt x="654374" y="2062127"/>
                </a:lnTo>
                <a:lnTo>
                  <a:pt x="681761" y="2060188"/>
                </a:lnTo>
                <a:lnTo>
                  <a:pt x="708906" y="2056916"/>
                </a:lnTo>
                <a:lnTo>
                  <a:pt x="736049" y="2052434"/>
                </a:lnTo>
                <a:lnTo>
                  <a:pt x="762950" y="2046495"/>
                </a:lnTo>
                <a:lnTo>
                  <a:pt x="789611" y="2039346"/>
                </a:lnTo>
                <a:lnTo>
                  <a:pt x="815907" y="2030743"/>
                </a:lnTo>
                <a:lnTo>
                  <a:pt x="841960" y="2020927"/>
                </a:lnTo>
                <a:lnTo>
                  <a:pt x="867531" y="2009777"/>
                </a:lnTo>
                <a:lnTo>
                  <a:pt x="892735" y="1997174"/>
                </a:lnTo>
                <a:lnTo>
                  <a:pt x="917336" y="1983361"/>
                </a:lnTo>
                <a:lnTo>
                  <a:pt x="941450" y="1968213"/>
                </a:lnTo>
                <a:lnTo>
                  <a:pt x="964959" y="1951854"/>
                </a:lnTo>
                <a:lnTo>
                  <a:pt x="987863" y="1934040"/>
                </a:lnTo>
                <a:lnTo>
                  <a:pt x="1010039" y="1914892"/>
                </a:lnTo>
                <a:lnTo>
                  <a:pt x="1031366" y="1894535"/>
                </a:lnTo>
                <a:lnTo>
                  <a:pt x="1894655" y="1031487"/>
                </a:lnTo>
                <a:lnTo>
                  <a:pt x="1915013" y="1010160"/>
                </a:lnTo>
                <a:lnTo>
                  <a:pt x="1934040" y="988104"/>
                </a:lnTo>
                <a:lnTo>
                  <a:pt x="1951731" y="965201"/>
                </a:lnTo>
                <a:lnTo>
                  <a:pt x="1968090" y="941814"/>
                </a:lnTo>
                <a:lnTo>
                  <a:pt x="1983238" y="917698"/>
                </a:lnTo>
                <a:lnTo>
                  <a:pt x="1996933" y="893099"/>
                </a:lnTo>
                <a:lnTo>
                  <a:pt x="2009413" y="868015"/>
                </a:lnTo>
                <a:lnTo>
                  <a:pt x="2020563" y="842447"/>
                </a:lnTo>
                <a:lnTo>
                  <a:pt x="2030379" y="816392"/>
                </a:lnTo>
                <a:lnTo>
                  <a:pt x="2038861" y="790095"/>
                </a:lnTo>
                <a:lnTo>
                  <a:pt x="2046131" y="763558"/>
                </a:lnTo>
                <a:lnTo>
                  <a:pt x="2052070" y="736656"/>
                </a:lnTo>
                <a:lnTo>
                  <a:pt x="2056675" y="709511"/>
                </a:lnTo>
                <a:lnTo>
                  <a:pt x="2059947" y="682366"/>
                </a:lnTo>
                <a:lnTo>
                  <a:pt x="2061886" y="654980"/>
                </a:lnTo>
                <a:lnTo>
                  <a:pt x="2062491" y="627714"/>
                </a:lnTo>
                <a:lnTo>
                  <a:pt x="2061886" y="600328"/>
                </a:lnTo>
                <a:lnTo>
                  <a:pt x="2059947" y="572941"/>
                </a:lnTo>
                <a:lnTo>
                  <a:pt x="2056675" y="545796"/>
                </a:lnTo>
                <a:lnTo>
                  <a:pt x="2052070" y="518651"/>
                </a:lnTo>
                <a:lnTo>
                  <a:pt x="2046131" y="491870"/>
                </a:lnTo>
                <a:lnTo>
                  <a:pt x="2038861" y="465212"/>
                </a:lnTo>
                <a:lnTo>
                  <a:pt x="2030379" y="438916"/>
                </a:lnTo>
                <a:lnTo>
                  <a:pt x="2020563" y="412860"/>
                </a:lnTo>
                <a:lnTo>
                  <a:pt x="2009413" y="387292"/>
                </a:lnTo>
                <a:lnTo>
                  <a:pt x="1996933" y="362209"/>
                </a:lnTo>
                <a:lnTo>
                  <a:pt x="1983238" y="337607"/>
                </a:lnTo>
                <a:lnTo>
                  <a:pt x="1968090" y="313493"/>
                </a:lnTo>
                <a:lnTo>
                  <a:pt x="1951731" y="290104"/>
                </a:lnTo>
                <a:lnTo>
                  <a:pt x="1934040" y="267203"/>
                </a:lnTo>
                <a:lnTo>
                  <a:pt x="1915013" y="245148"/>
                </a:lnTo>
                <a:lnTo>
                  <a:pt x="1894655" y="223818"/>
                </a:lnTo>
                <a:lnTo>
                  <a:pt x="1856243" y="185285"/>
                </a:lnTo>
                <a:lnTo>
                  <a:pt x="1823643" y="154019"/>
                </a:lnTo>
                <a:lnTo>
                  <a:pt x="1795044" y="128692"/>
                </a:lnTo>
                <a:lnTo>
                  <a:pt x="1781836" y="117786"/>
                </a:lnTo>
                <a:lnTo>
                  <a:pt x="1768871" y="107971"/>
                </a:lnTo>
                <a:lnTo>
                  <a:pt x="1756147" y="98883"/>
                </a:lnTo>
                <a:lnTo>
                  <a:pt x="1743423" y="90400"/>
                </a:lnTo>
                <a:lnTo>
                  <a:pt x="1730335" y="82523"/>
                </a:lnTo>
                <a:lnTo>
                  <a:pt x="1716763" y="74769"/>
                </a:lnTo>
                <a:lnTo>
                  <a:pt x="1687438" y="59742"/>
                </a:lnTo>
                <a:lnTo>
                  <a:pt x="1653628" y="43746"/>
                </a:lnTo>
                <a:lnTo>
                  <a:pt x="1636179" y="36838"/>
                </a:lnTo>
                <a:lnTo>
                  <a:pt x="1618606" y="30538"/>
                </a:lnTo>
                <a:lnTo>
                  <a:pt x="1600792" y="24840"/>
                </a:lnTo>
                <a:lnTo>
                  <a:pt x="1582858" y="19629"/>
                </a:lnTo>
                <a:lnTo>
                  <a:pt x="1564803" y="15147"/>
                </a:lnTo>
                <a:lnTo>
                  <a:pt x="1546748" y="11147"/>
                </a:lnTo>
                <a:lnTo>
                  <a:pt x="1528449" y="7875"/>
                </a:lnTo>
                <a:lnTo>
                  <a:pt x="1510151" y="5090"/>
                </a:lnTo>
                <a:lnTo>
                  <a:pt x="1491732" y="2908"/>
                </a:lnTo>
                <a:lnTo>
                  <a:pt x="1473310" y="1333"/>
                </a:lnTo>
                <a:lnTo>
                  <a:pt x="1454891" y="362"/>
                </a:lnTo>
                <a:lnTo>
                  <a:pt x="1436472" y="0"/>
                </a:lnTo>
                <a:lnTo>
                  <a:pt x="1417932" y="241"/>
                </a:lnTo>
                <a:lnTo>
                  <a:pt x="1399513" y="1090"/>
                </a:lnTo>
                <a:lnTo>
                  <a:pt x="1381092" y="2544"/>
                </a:lnTo>
                <a:lnTo>
                  <a:pt x="1362673" y="4603"/>
                </a:lnTo>
                <a:lnTo>
                  <a:pt x="1344374" y="7270"/>
                </a:lnTo>
                <a:lnTo>
                  <a:pt x="1326199" y="10421"/>
                </a:lnTo>
                <a:lnTo>
                  <a:pt x="1308021" y="14298"/>
                </a:lnTo>
                <a:lnTo>
                  <a:pt x="1289966" y="18660"/>
                </a:lnTo>
                <a:lnTo>
                  <a:pt x="1272031" y="23750"/>
                </a:lnTo>
                <a:lnTo>
                  <a:pt x="1254218" y="29325"/>
                </a:lnTo>
                <a:lnTo>
                  <a:pt x="1236645" y="35505"/>
                </a:lnTo>
                <a:lnTo>
                  <a:pt x="1219195" y="42292"/>
                </a:lnTo>
                <a:lnTo>
                  <a:pt x="1201866" y="49683"/>
                </a:lnTo>
                <a:lnTo>
                  <a:pt x="1184780" y="57680"/>
                </a:lnTo>
                <a:lnTo>
                  <a:pt x="1167936" y="66286"/>
                </a:lnTo>
                <a:lnTo>
                  <a:pt x="1151214" y="75494"/>
                </a:lnTo>
                <a:lnTo>
                  <a:pt x="1134854" y="85310"/>
                </a:lnTo>
                <a:lnTo>
                  <a:pt x="1118738" y="95731"/>
                </a:lnTo>
                <a:lnTo>
                  <a:pt x="1102863" y="106637"/>
                </a:lnTo>
                <a:lnTo>
                  <a:pt x="1087231" y="118271"/>
                </a:lnTo>
                <a:lnTo>
                  <a:pt x="1072689" y="129785"/>
                </a:lnTo>
                <a:lnTo>
                  <a:pt x="1058511" y="142024"/>
                </a:lnTo>
                <a:lnTo>
                  <a:pt x="1044695" y="154748"/>
                </a:lnTo>
                <a:lnTo>
                  <a:pt x="1031125" y="167956"/>
                </a:lnTo>
                <a:lnTo>
                  <a:pt x="626986" y="572334"/>
                </a:lnTo>
                <a:lnTo>
                  <a:pt x="220669" y="978653"/>
                </a:lnTo>
                <a:lnTo>
                  <a:pt x="168077" y="1031245"/>
                </a:lnTo>
                <a:lnTo>
                  <a:pt x="156079" y="1043605"/>
                </a:lnTo>
                <a:lnTo>
                  <a:pt x="144447" y="1056329"/>
                </a:lnTo>
                <a:lnTo>
                  <a:pt x="133298" y="1069296"/>
                </a:lnTo>
                <a:lnTo>
                  <a:pt x="122512" y="1082384"/>
                </a:lnTo>
                <a:lnTo>
                  <a:pt x="112332" y="1095834"/>
                </a:lnTo>
                <a:lnTo>
                  <a:pt x="102519" y="1109406"/>
                </a:lnTo>
                <a:lnTo>
                  <a:pt x="84220" y="1137400"/>
                </a:lnTo>
                <a:lnTo>
                  <a:pt x="67740" y="1165997"/>
                </a:lnTo>
                <a:lnTo>
                  <a:pt x="52954" y="1195445"/>
                </a:lnTo>
                <a:lnTo>
                  <a:pt x="40110" y="1225377"/>
                </a:lnTo>
                <a:lnTo>
                  <a:pt x="28961" y="1255913"/>
                </a:lnTo>
                <a:lnTo>
                  <a:pt x="19629" y="1286935"/>
                </a:lnTo>
                <a:lnTo>
                  <a:pt x="12116" y="1318201"/>
                </a:lnTo>
                <a:lnTo>
                  <a:pt x="6421" y="1349828"/>
                </a:lnTo>
                <a:lnTo>
                  <a:pt x="2544" y="1381699"/>
                </a:lnTo>
                <a:lnTo>
                  <a:pt x="362" y="1413691"/>
                </a:lnTo>
                <a:lnTo>
                  <a:pt x="0" y="1445803"/>
                </a:lnTo>
                <a:lnTo>
                  <a:pt x="1454" y="1477795"/>
                </a:lnTo>
                <a:lnTo>
                  <a:pt x="4726" y="1509786"/>
                </a:lnTo>
                <a:lnTo>
                  <a:pt x="8118" y="1532326"/>
                </a:lnTo>
                <a:lnTo>
                  <a:pt x="12480" y="1554745"/>
                </a:lnTo>
                <a:lnTo>
                  <a:pt x="17691" y="1577042"/>
                </a:lnTo>
                <a:lnTo>
                  <a:pt x="23871" y="1599097"/>
                </a:lnTo>
                <a:lnTo>
                  <a:pt x="30899" y="1621031"/>
                </a:lnTo>
                <a:lnTo>
                  <a:pt x="38897" y="1642722"/>
                </a:lnTo>
                <a:lnTo>
                  <a:pt x="47744" y="1664049"/>
                </a:lnTo>
                <a:lnTo>
                  <a:pt x="57560" y="1685256"/>
                </a:lnTo>
                <a:lnTo>
                  <a:pt x="68345" y="1705978"/>
                </a:lnTo>
                <a:lnTo>
                  <a:pt x="79979" y="1726335"/>
                </a:lnTo>
                <a:lnTo>
                  <a:pt x="92459" y="1746331"/>
                </a:lnTo>
                <a:lnTo>
                  <a:pt x="105911" y="1765963"/>
                </a:lnTo>
                <a:lnTo>
                  <a:pt x="120210" y="1784987"/>
                </a:lnTo>
                <a:lnTo>
                  <a:pt x="135480" y="1803650"/>
                </a:lnTo>
                <a:lnTo>
                  <a:pt x="151717" y="1821825"/>
                </a:lnTo>
                <a:lnTo>
                  <a:pt x="168682" y="1839278"/>
                </a:lnTo>
                <a:lnTo>
                  <a:pt x="222972" y="1893565"/>
                </a:lnTo>
                <a:lnTo>
                  <a:pt x="244420" y="1913923"/>
                </a:lnTo>
                <a:lnTo>
                  <a:pt x="266595" y="1933070"/>
                </a:lnTo>
                <a:lnTo>
                  <a:pt x="289499" y="1950884"/>
                </a:lnTo>
                <a:lnTo>
                  <a:pt x="313008" y="1967365"/>
                </a:lnTo>
                <a:lnTo>
                  <a:pt x="337002" y="1982632"/>
                </a:lnTo>
                <a:lnTo>
                  <a:pt x="361724" y="1996448"/>
                </a:lnTo>
                <a:lnTo>
                  <a:pt x="386807" y="2009049"/>
                </a:lnTo>
                <a:lnTo>
                  <a:pt x="412376" y="2020319"/>
                </a:lnTo>
                <a:lnTo>
                  <a:pt x="438308" y="2030258"/>
                </a:lnTo>
                <a:lnTo>
                  <a:pt x="464604" y="2038861"/>
                </a:lnTo>
                <a:lnTo>
                  <a:pt x="491265" y="2046131"/>
                </a:lnTo>
                <a:lnTo>
                  <a:pt x="518046" y="2052070"/>
                </a:lnTo>
                <a:lnTo>
                  <a:pt x="545191" y="2056796"/>
                </a:lnTo>
                <a:lnTo>
                  <a:pt x="572334" y="2060068"/>
                </a:lnTo>
                <a:lnTo>
                  <a:pt x="599600" y="2062127"/>
                </a:lnTo>
                <a:lnTo>
                  <a:pt x="626986" y="2062734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5C0C2-982B-4778-947D-B55C81E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77" y="1110011"/>
            <a:ext cx="2064794" cy="2062855"/>
          </a:xfrm>
          <a:custGeom xmlns:a="http://schemas.openxmlformats.org/drawingml/2006/main">
            <a:pathLst>
              <a:path w="2064794" h="2062855" fill="none">
                <a:moveTo>
                  <a:pt x="410923" y="43261"/>
                </a:moveTo>
                <a:lnTo>
                  <a:pt x="389353" y="52956"/>
                </a:lnTo>
                <a:lnTo>
                  <a:pt x="369358" y="62771"/>
                </a:lnTo>
                <a:lnTo>
                  <a:pt x="350575" y="72829"/>
                </a:lnTo>
                <a:lnTo>
                  <a:pt x="333125" y="83009"/>
                </a:lnTo>
                <a:lnTo>
                  <a:pt x="316645" y="93430"/>
                </a:lnTo>
                <a:lnTo>
                  <a:pt x="301133" y="103973"/>
                </a:lnTo>
                <a:lnTo>
                  <a:pt x="286349" y="114879"/>
                </a:lnTo>
                <a:lnTo>
                  <a:pt x="272414" y="125907"/>
                </a:lnTo>
                <a:lnTo>
                  <a:pt x="258842" y="137297"/>
                </a:lnTo>
                <a:lnTo>
                  <a:pt x="245875" y="148810"/>
                </a:lnTo>
                <a:lnTo>
                  <a:pt x="220427" y="172803"/>
                </a:lnTo>
                <a:lnTo>
                  <a:pt x="168926" y="224547"/>
                </a:lnTo>
                <a:lnTo>
                  <a:pt x="148446" y="245754"/>
                </a:lnTo>
                <a:lnTo>
                  <a:pt x="129300" y="267688"/>
                </a:lnTo>
                <a:lnTo>
                  <a:pt x="111365" y="290348"/>
                </a:lnTo>
                <a:lnTo>
                  <a:pt x="94884" y="313615"/>
                </a:lnTo>
                <a:lnTo>
                  <a:pt x="79737" y="337609"/>
                </a:lnTo>
                <a:lnTo>
                  <a:pt x="65801" y="362087"/>
                </a:lnTo>
                <a:lnTo>
                  <a:pt x="53319" y="387050"/>
                </a:lnTo>
                <a:lnTo>
                  <a:pt x="42050" y="412498"/>
                </a:lnTo>
                <a:lnTo>
                  <a:pt x="32234" y="438431"/>
                </a:lnTo>
                <a:lnTo>
                  <a:pt x="23630" y="464606"/>
                </a:lnTo>
                <a:lnTo>
                  <a:pt x="16359" y="491144"/>
                </a:lnTo>
                <a:lnTo>
                  <a:pt x="10422" y="517925"/>
                </a:lnTo>
                <a:lnTo>
                  <a:pt x="5817" y="544949"/>
                </a:lnTo>
                <a:lnTo>
                  <a:pt x="2545" y="572093"/>
                </a:lnTo>
                <a:lnTo>
                  <a:pt x="606" y="599359"/>
                </a:lnTo>
                <a:lnTo>
                  <a:pt x="0" y="626745"/>
                </a:lnTo>
                <a:lnTo>
                  <a:pt x="727" y="654011"/>
                </a:lnTo>
                <a:lnTo>
                  <a:pt x="2787" y="681277"/>
                </a:lnTo>
                <a:lnTo>
                  <a:pt x="6059" y="708542"/>
                </a:lnTo>
                <a:lnTo>
                  <a:pt x="10785" y="735566"/>
                </a:lnTo>
                <a:lnTo>
                  <a:pt x="16844" y="762346"/>
                </a:lnTo>
                <a:lnTo>
                  <a:pt x="24236" y="789006"/>
                </a:lnTo>
                <a:lnTo>
                  <a:pt x="32840" y="815302"/>
                </a:lnTo>
                <a:lnTo>
                  <a:pt x="42898" y="841235"/>
                </a:lnTo>
                <a:lnTo>
                  <a:pt x="54168" y="866804"/>
                </a:lnTo>
                <a:lnTo>
                  <a:pt x="66892" y="891888"/>
                </a:lnTo>
                <a:lnTo>
                  <a:pt x="80827" y="916488"/>
                </a:lnTo>
                <a:lnTo>
                  <a:pt x="96217" y="940603"/>
                </a:lnTo>
                <a:lnTo>
                  <a:pt x="112819" y="964112"/>
                </a:lnTo>
                <a:lnTo>
                  <a:pt x="130875" y="986894"/>
                </a:lnTo>
                <a:lnTo>
                  <a:pt x="150143" y="1008949"/>
                </a:lnTo>
                <a:lnTo>
                  <a:pt x="170864" y="1030398"/>
                </a:lnTo>
                <a:lnTo>
                  <a:pt x="1034154" y="1893687"/>
                </a:lnTo>
                <a:lnTo>
                  <a:pt x="1055603" y="1914046"/>
                </a:lnTo>
                <a:lnTo>
                  <a:pt x="1077779" y="1933192"/>
                </a:lnTo>
                <a:lnTo>
                  <a:pt x="1100682" y="1951006"/>
                </a:lnTo>
                <a:lnTo>
                  <a:pt x="1124191" y="1967486"/>
                </a:lnTo>
                <a:lnTo>
                  <a:pt x="1148185" y="1982755"/>
                </a:lnTo>
                <a:lnTo>
                  <a:pt x="1172906" y="1996570"/>
                </a:lnTo>
                <a:lnTo>
                  <a:pt x="1197990" y="2009172"/>
                </a:lnTo>
                <a:lnTo>
                  <a:pt x="1223559" y="2020442"/>
                </a:lnTo>
                <a:lnTo>
                  <a:pt x="1249492" y="2030379"/>
                </a:lnTo>
                <a:lnTo>
                  <a:pt x="1275788" y="2038983"/>
                </a:lnTo>
                <a:lnTo>
                  <a:pt x="1302448" y="2046254"/>
                </a:lnTo>
                <a:lnTo>
                  <a:pt x="1329229" y="2052191"/>
                </a:lnTo>
                <a:lnTo>
                  <a:pt x="1356373" y="2056918"/>
                </a:lnTo>
                <a:lnTo>
                  <a:pt x="1383518" y="2060189"/>
                </a:lnTo>
                <a:lnTo>
                  <a:pt x="1410783" y="2062249"/>
                </a:lnTo>
                <a:lnTo>
                  <a:pt x="1438170" y="2062855"/>
                </a:lnTo>
                <a:lnTo>
                  <a:pt x="1465557" y="2062249"/>
                </a:lnTo>
                <a:lnTo>
                  <a:pt x="1492944" y="2060432"/>
                </a:lnTo>
                <a:lnTo>
                  <a:pt x="1520209" y="2057160"/>
                </a:lnTo>
                <a:lnTo>
                  <a:pt x="1547354" y="2052676"/>
                </a:lnTo>
                <a:lnTo>
                  <a:pt x="1574377" y="2046860"/>
                </a:lnTo>
                <a:lnTo>
                  <a:pt x="1601158" y="2039710"/>
                </a:lnTo>
                <a:lnTo>
                  <a:pt x="1627575" y="2031348"/>
                </a:lnTo>
                <a:lnTo>
                  <a:pt x="1653629" y="2021533"/>
                </a:lnTo>
                <a:lnTo>
                  <a:pt x="1679319" y="2010384"/>
                </a:lnTo>
                <a:lnTo>
                  <a:pt x="1704525" y="1997903"/>
                </a:lnTo>
                <a:lnTo>
                  <a:pt x="1729124" y="1984088"/>
                </a:lnTo>
                <a:lnTo>
                  <a:pt x="1753239" y="1968940"/>
                </a:lnTo>
                <a:lnTo>
                  <a:pt x="1776627" y="1952460"/>
                </a:lnTo>
                <a:lnTo>
                  <a:pt x="1799409" y="1934525"/>
                </a:lnTo>
                <a:lnTo>
                  <a:pt x="1821343" y="1915258"/>
                </a:lnTo>
                <a:lnTo>
                  <a:pt x="1842549" y="1894657"/>
                </a:lnTo>
                <a:lnTo>
                  <a:pt x="1870057" y="1867270"/>
                </a:lnTo>
                <a:lnTo>
                  <a:pt x="1897444" y="1839762"/>
                </a:lnTo>
                <a:lnTo>
                  <a:pt x="1914530" y="1822070"/>
                </a:lnTo>
                <a:lnTo>
                  <a:pt x="1930647" y="1803771"/>
                </a:lnTo>
                <a:lnTo>
                  <a:pt x="1945795" y="1784989"/>
                </a:lnTo>
                <a:lnTo>
                  <a:pt x="1960094" y="1765721"/>
                </a:lnTo>
                <a:lnTo>
                  <a:pt x="1973424" y="1745968"/>
                </a:lnTo>
                <a:lnTo>
                  <a:pt x="1985785" y="1725852"/>
                </a:lnTo>
                <a:lnTo>
                  <a:pt x="1997297" y="1705373"/>
                </a:lnTo>
                <a:lnTo>
                  <a:pt x="2007961" y="1684409"/>
                </a:lnTo>
                <a:lnTo>
                  <a:pt x="2017655" y="1663323"/>
                </a:lnTo>
                <a:lnTo>
                  <a:pt x="2026380" y="1641753"/>
                </a:lnTo>
                <a:lnTo>
                  <a:pt x="2034257" y="1620062"/>
                </a:lnTo>
                <a:lnTo>
                  <a:pt x="2041285" y="1598128"/>
                </a:lnTo>
                <a:lnTo>
                  <a:pt x="2047344" y="1575952"/>
                </a:lnTo>
                <a:lnTo>
                  <a:pt x="2052434" y="1553534"/>
                </a:lnTo>
                <a:lnTo>
                  <a:pt x="2056675" y="1531115"/>
                </a:lnTo>
                <a:lnTo>
                  <a:pt x="2060068" y="1508576"/>
                </a:lnTo>
                <a:lnTo>
                  <a:pt x="2063340" y="1476705"/>
                </a:lnTo>
                <a:lnTo>
                  <a:pt x="2064794" y="1444714"/>
                </a:lnTo>
                <a:lnTo>
                  <a:pt x="2064431" y="1412722"/>
                </a:lnTo>
                <a:lnTo>
                  <a:pt x="2062249" y="1380852"/>
                </a:lnTo>
                <a:lnTo>
                  <a:pt x="2058372" y="1348981"/>
                </a:lnTo>
                <a:lnTo>
                  <a:pt x="2052555" y="1317474"/>
                </a:lnTo>
                <a:lnTo>
                  <a:pt x="2045042" y="1286088"/>
                </a:lnTo>
                <a:lnTo>
                  <a:pt x="2035832" y="1255187"/>
                </a:lnTo>
                <a:lnTo>
                  <a:pt x="2024684" y="1224771"/>
                </a:lnTo>
                <a:lnTo>
                  <a:pt x="2011838" y="1194840"/>
                </a:lnTo>
                <a:lnTo>
                  <a:pt x="1997176" y="1165514"/>
                </a:lnTo>
                <a:lnTo>
                  <a:pt x="1980695" y="1136915"/>
                </a:lnTo>
                <a:lnTo>
                  <a:pt x="1962397" y="1109044"/>
                </a:lnTo>
                <a:lnTo>
                  <a:pt x="1952581" y="1095472"/>
                </a:lnTo>
                <a:lnTo>
                  <a:pt x="1942281" y="1082142"/>
                </a:lnTo>
                <a:lnTo>
                  <a:pt x="1931617" y="1068933"/>
                </a:lnTo>
                <a:lnTo>
                  <a:pt x="1920468" y="1056088"/>
                </a:lnTo>
                <a:lnTo>
                  <a:pt x="1908835" y="1043364"/>
                </a:lnTo>
                <a:lnTo>
                  <a:pt x="1896838" y="1031004"/>
                </a:lnTo>
                <a:lnTo>
                  <a:pt x="1844852" y="979138"/>
                </a:lnTo>
                <a:lnTo>
                  <a:pt x="1438170" y="572457"/>
                </a:lnTo>
                <a:lnTo>
                  <a:pt x="1236404" y="370328"/>
                </a:lnTo>
                <a:lnTo>
                  <a:pt x="1033548" y="167714"/>
                </a:lnTo>
                <a:lnTo>
                  <a:pt x="1020097" y="154747"/>
                </a:lnTo>
                <a:lnTo>
                  <a:pt x="1006283" y="142266"/>
                </a:lnTo>
                <a:lnTo>
                  <a:pt x="992347" y="130269"/>
                </a:lnTo>
                <a:lnTo>
                  <a:pt x="977926" y="118757"/>
                </a:lnTo>
                <a:lnTo>
                  <a:pt x="962415" y="107124"/>
                </a:lnTo>
                <a:lnTo>
                  <a:pt x="946541" y="96096"/>
                </a:lnTo>
                <a:lnTo>
                  <a:pt x="930424" y="85675"/>
                </a:lnTo>
                <a:lnTo>
                  <a:pt x="914064" y="75859"/>
                </a:lnTo>
                <a:lnTo>
                  <a:pt x="897341" y="66649"/>
                </a:lnTo>
                <a:lnTo>
                  <a:pt x="880497" y="58045"/>
                </a:lnTo>
                <a:lnTo>
                  <a:pt x="863411" y="50048"/>
                </a:lnTo>
                <a:lnTo>
                  <a:pt x="846082" y="42534"/>
                </a:lnTo>
                <a:lnTo>
                  <a:pt x="828511" y="35748"/>
                </a:lnTo>
                <a:lnTo>
                  <a:pt x="810819" y="29568"/>
                </a:lnTo>
                <a:lnTo>
                  <a:pt x="793005" y="23873"/>
                </a:lnTo>
                <a:lnTo>
                  <a:pt x="775070" y="18904"/>
                </a:lnTo>
                <a:lnTo>
                  <a:pt x="757014" y="14420"/>
                </a:lnTo>
                <a:lnTo>
                  <a:pt x="738837" y="10543"/>
                </a:lnTo>
                <a:lnTo>
                  <a:pt x="720539" y="7271"/>
                </a:lnTo>
                <a:lnTo>
                  <a:pt x="702120" y="4726"/>
                </a:lnTo>
                <a:lnTo>
                  <a:pt x="683700" y="2666"/>
                </a:lnTo>
                <a:lnTo>
                  <a:pt x="665281" y="1212"/>
                </a:lnTo>
                <a:lnTo>
                  <a:pt x="646740" y="364"/>
                </a:lnTo>
                <a:lnTo>
                  <a:pt x="628200" y="0"/>
                </a:lnTo>
                <a:lnTo>
                  <a:pt x="609780" y="364"/>
                </a:lnTo>
                <a:lnTo>
                  <a:pt x="591240" y="1333"/>
                </a:lnTo>
                <a:lnTo>
                  <a:pt x="572820" y="2787"/>
                </a:lnTo>
                <a:lnTo>
                  <a:pt x="554401" y="4968"/>
                </a:lnTo>
                <a:lnTo>
                  <a:pt x="536102" y="7634"/>
                </a:lnTo>
                <a:lnTo>
                  <a:pt x="517804" y="10906"/>
                </a:lnTo>
                <a:lnTo>
                  <a:pt x="499627" y="14905"/>
                </a:lnTo>
                <a:lnTo>
                  <a:pt x="481571" y="19389"/>
                </a:lnTo>
                <a:lnTo>
                  <a:pt x="463758" y="24478"/>
                </a:lnTo>
                <a:lnTo>
                  <a:pt x="445944" y="30053"/>
                </a:lnTo>
                <a:lnTo>
                  <a:pt x="428373" y="36354"/>
                </a:lnTo>
                <a:lnTo>
                  <a:pt x="410923" y="43261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0000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6E37E-572F-4781-B834-7EDBCA64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16" y="599841"/>
            <a:ext cx="2062492" cy="2062855"/>
          </a:xfrm>
          <a:custGeom xmlns:a="http://schemas.openxmlformats.org/drawingml/2006/main">
            <a:pathLst>
              <a:path w="2062492" h="2062855" fill="none">
                <a:moveTo>
                  <a:pt x="1031731" y="168320"/>
                </a:moveTo>
                <a:lnTo>
                  <a:pt x="1010403" y="147961"/>
                </a:lnTo>
                <a:lnTo>
                  <a:pt x="988227" y="128936"/>
                </a:lnTo>
                <a:lnTo>
                  <a:pt x="965445" y="111244"/>
                </a:lnTo>
                <a:lnTo>
                  <a:pt x="941936" y="94884"/>
                </a:lnTo>
                <a:lnTo>
                  <a:pt x="917821" y="79737"/>
                </a:lnTo>
                <a:lnTo>
                  <a:pt x="893221" y="65922"/>
                </a:lnTo>
                <a:lnTo>
                  <a:pt x="868016" y="53441"/>
                </a:lnTo>
                <a:lnTo>
                  <a:pt x="842447" y="42292"/>
                </a:lnTo>
                <a:lnTo>
                  <a:pt x="816393" y="32476"/>
                </a:lnTo>
                <a:lnTo>
                  <a:pt x="789976" y="23873"/>
                </a:lnTo>
                <a:lnTo>
                  <a:pt x="763316" y="16602"/>
                </a:lnTo>
                <a:lnTo>
                  <a:pt x="736414" y="10664"/>
                </a:lnTo>
                <a:lnTo>
                  <a:pt x="709269" y="6059"/>
                </a:lnTo>
                <a:lnTo>
                  <a:pt x="682004" y="2787"/>
                </a:lnTo>
                <a:lnTo>
                  <a:pt x="654617" y="727"/>
                </a:lnTo>
                <a:lnTo>
                  <a:pt x="627230" y="0"/>
                </a:lnTo>
                <a:lnTo>
                  <a:pt x="599843" y="606"/>
                </a:lnTo>
                <a:lnTo>
                  <a:pt x="572457" y="2545"/>
                </a:lnTo>
                <a:lnTo>
                  <a:pt x="545070" y="5817"/>
                </a:lnTo>
                <a:lnTo>
                  <a:pt x="518047" y="10300"/>
                </a:lnTo>
                <a:lnTo>
                  <a:pt x="491023" y="16238"/>
                </a:lnTo>
                <a:lnTo>
                  <a:pt x="464364" y="23388"/>
                </a:lnTo>
                <a:lnTo>
                  <a:pt x="438067" y="31870"/>
                </a:lnTo>
                <a:lnTo>
                  <a:pt x="412014" y="41686"/>
                </a:lnTo>
                <a:lnTo>
                  <a:pt x="386445" y="52714"/>
                </a:lnTo>
                <a:lnTo>
                  <a:pt x="361239" y="65195"/>
                </a:lnTo>
                <a:lnTo>
                  <a:pt x="336639" y="78888"/>
                </a:lnTo>
                <a:lnTo>
                  <a:pt x="312524" y="93915"/>
                </a:lnTo>
                <a:lnTo>
                  <a:pt x="289015" y="110274"/>
                </a:lnTo>
                <a:lnTo>
                  <a:pt x="266112" y="127967"/>
                </a:lnTo>
                <a:lnTo>
                  <a:pt x="244057" y="146992"/>
                </a:lnTo>
                <a:lnTo>
                  <a:pt x="222730" y="167350"/>
                </a:lnTo>
                <a:lnTo>
                  <a:pt x="199100" y="189890"/>
                </a:lnTo>
                <a:lnTo>
                  <a:pt x="177166" y="212066"/>
                </a:lnTo>
                <a:lnTo>
                  <a:pt x="156565" y="234000"/>
                </a:lnTo>
                <a:lnTo>
                  <a:pt x="137540" y="255691"/>
                </a:lnTo>
                <a:lnTo>
                  <a:pt x="119847" y="277382"/>
                </a:lnTo>
                <a:lnTo>
                  <a:pt x="103488" y="299195"/>
                </a:lnTo>
                <a:lnTo>
                  <a:pt x="88462" y="321249"/>
                </a:lnTo>
                <a:lnTo>
                  <a:pt x="74647" y="343668"/>
                </a:lnTo>
                <a:lnTo>
                  <a:pt x="62044" y="366692"/>
                </a:lnTo>
                <a:lnTo>
                  <a:pt x="50653" y="390322"/>
                </a:lnTo>
                <a:lnTo>
                  <a:pt x="40353" y="414801"/>
                </a:lnTo>
                <a:lnTo>
                  <a:pt x="31265" y="440128"/>
                </a:lnTo>
                <a:lnTo>
                  <a:pt x="23024" y="466545"/>
                </a:lnTo>
                <a:lnTo>
                  <a:pt x="15996" y="494053"/>
                </a:lnTo>
                <a:lnTo>
                  <a:pt x="9694" y="523015"/>
                </a:lnTo>
                <a:lnTo>
                  <a:pt x="4484" y="553431"/>
                </a:lnTo>
                <a:lnTo>
                  <a:pt x="1333" y="585302"/>
                </a:lnTo>
                <a:lnTo>
                  <a:pt x="0" y="617415"/>
                </a:lnTo>
                <a:lnTo>
                  <a:pt x="364" y="649406"/>
                </a:lnTo>
                <a:lnTo>
                  <a:pt x="2666" y="681519"/>
                </a:lnTo>
                <a:lnTo>
                  <a:pt x="6665" y="713390"/>
                </a:lnTo>
                <a:lnTo>
                  <a:pt x="12482" y="745018"/>
                </a:lnTo>
                <a:lnTo>
                  <a:pt x="19995" y="776403"/>
                </a:lnTo>
                <a:lnTo>
                  <a:pt x="29326" y="807426"/>
                </a:lnTo>
                <a:lnTo>
                  <a:pt x="40474" y="837963"/>
                </a:lnTo>
                <a:lnTo>
                  <a:pt x="53441" y="867895"/>
                </a:lnTo>
                <a:lnTo>
                  <a:pt x="68225" y="897341"/>
                </a:lnTo>
                <a:lnTo>
                  <a:pt x="84705" y="925940"/>
                </a:lnTo>
                <a:lnTo>
                  <a:pt x="103003" y="953812"/>
                </a:lnTo>
                <a:lnTo>
                  <a:pt x="112698" y="967505"/>
                </a:lnTo>
                <a:lnTo>
                  <a:pt x="122998" y="980835"/>
                </a:lnTo>
                <a:lnTo>
                  <a:pt x="133662" y="994044"/>
                </a:lnTo>
                <a:lnTo>
                  <a:pt x="144811" y="1006889"/>
                </a:lnTo>
                <a:lnTo>
                  <a:pt x="156444" y="1019613"/>
                </a:lnTo>
                <a:lnTo>
                  <a:pt x="168441" y="1031973"/>
                </a:lnTo>
                <a:lnTo>
                  <a:pt x="625412" y="1488945"/>
                </a:lnTo>
                <a:lnTo>
                  <a:pt x="1031731" y="1895626"/>
                </a:lnTo>
                <a:lnTo>
                  <a:pt x="1047848" y="1911016"/>
                </a:lnTo>
                <a:lnTo>
                  <a:pt x="1064328" y="1925800"/>
                </a:lnTo>
                <a:lnTo>
                  <a:pt x="1081172" y="1939736"/>
                </a:lnTo>
                <a:lnTo>
                  <a:pt x="1098501" y="1952945"/>
                </a:lnTo>
                <a:lnTo>
                  <a:pt x="1116193" y="1965426"/>
                </a:lnTo>
                <a:lnTo>
                  <a:pt x="1134128" y="1977060"/>
                </a:lnTo>
                <a:lnTo>
                  <a:pt x="1152426" y="1988087"/>
                </a:lnTo>
                <a:lnTo>
                  <a:pt x="1171088" y="1998266"/>
                </a:lnTo>
                <a:lnTo>
                  <a:pt x="1189992" y="2007718"/>
                </a:lnTo>
                <a:lnTo>
                  <a:pt x="1209139" y="2016443"/>
                </a:lnTo>
                <a:lnTo>
                  <a:pt x="1228649" y="2024320"/>
                </a:lnTo>
                <a:lnTo>
                  <a:pt x="1248280" y="2031591"/>
                </a:lnTo>
                <a:lnTo>
                  <a:pt x="1268033" y="2038013"/>
                </a:lnTo>
                <a:lnTo>
                  <a:pt x="1288027" y="2043709"/>
                </a:lnTo>
                <a:lnTo>
                  <a:pt x="1308264" y="2048677"/>
                </a:lnTo>
                <a:lnTo>
                  <a:pt x="1328502" y="2052919"/>
                </a:lnTo>
                <a:lnTo>
                  <a:pt x="1348860" y="2056433"/>
                </a:lnTo>
                <a:lnTo>
                  <a:pt x="1369461" y="2059099"/>
                </a:lnTo>
                <a:lnTo>
                  <a:pt x="1389940" y="2061159"/>
                </a:lnTo>
                <a:lnTo>
                  <a:pt x="1410541" y="2062371"/>
                </a:lnTo>
                <a:lnTo>
                  <a:pt x="1431142" y="2062855"/>
                </a:lnTo>
                <a:lnTo>
                  <a:pt x="1451863" y="2062492"/>
                </a:lnTo>
                <a:lnTo>
                  <a:pt x="1472464" y="2061522"/>
                </a:lnTo>
                <a:lnTo>
                  <a:pt x="1493065" y="2059705"/>
                </a:lnTo>
                <a:lnTo>
                  <a:pt x="1513544" y="2057281"/>
                </a:lnTo>
                <a:lnTo>
                  <a:pt x="1534024" y="2054009"/>
                </a:lnTo>
                <a:lnTo>
                  <a:pt x="1554261" y="2050010"/>
                </a:lnTo>
                <a:lnTo>
                  <a:pt x="1574498" y="2045163"/>
                </a:lnTo>
                <a:lnTo>
                  <a:pt x="1594614" y="2039710"/>
                </a:lnTo>
                <a:lnTo>
                  <a:pt x="1614488" y="2033530"/>
                </a:lnTo>
                <a:lnTo>
                  <a:pt x="1634240" y="2026501"/>
                </a:lnTo>
                <a:lnTo>
                  <a:pt x="1653629" y="2018746"/>
                </a:lnTo>
                <a:lnTo>
                  <a:pt x="1678592" y="2007597"/>
                </a:lnTo>
                <a:lnTo>
                  <a:pt x="1703071" y="1995115"/>
                </a:lnTo>
                <a:lnTo>
                  <a:pt x="1727064" y="1981422"/>
                </a:lnTo>
                <a:lnTo>
                  <a:pt x="1750452" y="1966517"/>
                </a:lnTo>
                <a:lnTo>
                  <a:pt x="1773355" y="1950400"/>
                </a:lnTo>
                <a:lnTo>
                  <a:pt x="1795652" y="1932950"/>
                </a:lnTo>
                <a:lnTo>
                  <a:pt x="1817344" y="1914288"/>
                </a:lnTo>
                <a:lnTo>
                  <a:pt x="1838187" y="1894293"/>
                </a:lnTo>
                <a:lnTo>
                  <a:pt x="1894051" y="1838793"/>
                </a:lnTo>
                <a:lnTo>
                  <a:pt x="1914409" y="1817344"/>
                </a:lnTo>
                <a:lnTo>
                  <a:pt x="1933435" y="1795168"/>
                </a:lnTo>
                <a:lnTo>
                  <a:pt x="1951127" y="1772386"/>
                </a:lnTo>
                <a:lnTo>
                  <a:pt x="1967607" y="1748877"/>
                </a:lnTo>
                <a:lnTo>
                  <a:pt x="1982634" y="1724883"/>
                </a:lnTo>
                <a:lnTo>
                  <a:pt x="1996448" y="1700283"/>
                </a:lnTo>
                <a:lnTo>
                  <a:pt x="2008930" y="1675199"/>
                </a:lnTo>
                <a:lnTo>
                  <a:pt x="2020200" y="1649630"/>
                </a:lnTo>
                <a:lnTo>
                  <a:pt x="2030015" y="1623697"/>
                </a:lnTo>
                <a:lnTo>
                  <a:pt x="2038619" y="1597401"/>
                </a:lnTo>
                <a:lnTo>
                  <a:pt x="2045890" y="1570863"/>
                </a:lnTo>
                <a:lnTo>
                  <a:pt x="2051828" y="1543961"/>
                </a:lnTo>
                <a:lnTo>
                  <a:pt x="2056433" y="1516937"/>
                </a:lnTo>
                <a:lnTo>
                  <a:pt x="2059826" y="1489793"/>
                </a:lnTo>
                <a:lnTo>
                  <a:pt x="2061886" y="1462527"/>
                </a:lnTo>
                <a:lnTo>
                  <a:pt x="2062492" y="1435262"/>
                </a:lnTo>
                <a:lnTo>
                  <a:pt x="2062007" y="1407875"/>
                </a:lnTo>
                <a:lnTo>
                  <a:pt x="2060068" y="1380609"/>
                </a:lnTo>
                <a:lnTo>
                  <a:pt x="2056796" y="1353465"/>
                </a:lnTo>
                <a:lnTo>
                  <a:pt x="2052313" y="1326442"/>
                </a:lnTo>
                <a:lnTo>
                  <a:pt x="2046496" y="1299661"/>
                </a:lnTo>
                <a:lnTo>
                  <a:pt x="2039346" y="1273122"/>
                </a:lnTo>
                <a:lnTo>
                  <a:pt x="2030864" y="1246826"/>
                </a:lnTo>
                <a:lnTo>
                  <a:pt x="2021048" y="1220893"/>
                </a:lnTo>
                <a:lnTo>
                  <a:pt x="2009899" y="1195324"/>
                </a:lnTo>
                <a:lnTo>
                  <a:pt x="1997539" y="1170240"/>
                </a:lnTo>
                <a:lnTo>
                  <a:pt x="1983846" y="1145761"/>
                </a:lnTo>
                <a:lnTo>
                  <a:pt x="1968698" y="1121647"/>
                </a:lnTo>
                <a:lnTo>
                  <a:pt x="1952339" y="1098259"/>
                </a:lnTo>
                <a:lnTo>
                  <a:pt x="1934768" y="1075477"/>
                </a:lnTo>
                <a:lnTo>
                  <a:pt x="1915742" y="1053301"/>
                </a:lnTo>
                <a:lnTo>
                  <a:pt x="1895384" y="1031973"/>
                </a:lnTo>
                <a:lnTo>
                  <a:pt x="1491974" y="628563"/>
                </a:lnTo>
                <a:lnTo>
                  <a:pt x="1031731" y="168320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B6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03653-8F63-495C-B662-C43C530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2" y="600326"/>
            <a:ext cx="2062492" cy="2063098"/>
          </a:xfrm>
          <a:custGeom xmlns:a="http://schemas.openxmlformats.org/drawingml/2006/main">
            <a:pathLst>
              <a:path w="2062492" h="2063098" fill="none">
                <a:moveTo>
                  <a:pt x="2057766" y="553552"/>
                </a:moveTo>
                <a:lnTo>
                  <a:pt x="2052434" y="524348"/>
                </a:lnTo>
                <a:lnTo>
                  <a:pt x="2046496" y="496598"/>
                </a:lnTo>
                <a:lnTo>
                  <a:pt x="2039710" y="470059"/>
                </a:lnTo>
                <a:lnTo>
                  <a:pt x="2032076" y="444732"/>
                </a:lnTo>
                <a:lnTo>
                  <a:pt x="2023593" y="420133"/>
                </a:lnTo>
                <a:lnTo>
                  <a:pt x="2014020" y="396503"/>
                </a:lnTo>
                <a:lnTo>
                  <a:pt x="2003235" y="373357"/>
                </a:lnTo>
                <a:lnTo>
                  <a:pt x="1991238" y="350817"/>
                </a:lnTo>
                <a:lnTo>
                  <a:pt x="1977908" y="328520"/>
                </a:lnTo>
                <a:lnTo>
                  <a:pt x="1963245" y="306344"/>
                </a:lnTo>
                <a:lnTo>
                  <a:pt x="1946886" y="284168"/>
                </a:lnTo>
                <a:lnTo>
                  <a:pt x="1929072" y="261871"/>
                </a:lnTo>
                <a:lnTo>
                  <a:pt x="1909441" y="239210"/>
                </a:lnTo>
                <a:lnTo>
                  <a:pt x="1887992" y="216065"/>
                </a:lnTo>
                <a:lnTo>
                  <a:pt x="1864604" y="192435"/>
                </a:lnTo>
                <a:lnTo>
                  <a:pt x="1839277" y="167835"/>
                </a:lnTo>
                <a:lnTo>
                  <a:pt x="1817828" y="147477"/>
                </a:lnTo>
                <a:lnTo>
                  <a:pt x="1795774" y="128451"/>
                </a:lnTo>
                <a:lnTo>
                  <a:pt x="1772870" y="110759"/>
                </a:lnTo>
                <a:lnTo>
                  <a:pt x="1749361" y="94400"/>
                </a:lnTo>
                <a:lnTo>
                  <a:pt x="1725247" y="79373"/>
                </a:lnTo>
                <a:lnTo>
                  <a:pt x="1700647" y="65559"/>
                </a:lnTo>
                <a:lnTo>
                  <a:pt x="1675563" y="53077"/>
                </a:lnTo>
                <a:lnTo>
                  <a:pt x="1649872" y="41928"/>
                </a:lnTo>
                <a:lnTo>
                  <a:pt x="1623940" y="32113"/>
                </a:lnTo>
                <a:lnTo>
                  <a:pt x="1597643" y="23630"/>
                </a:lnTo>
                <a:lnTo>
                  <a:pt x="1570984" y="16359"/>
                </a:lnTo>
                <a:lnTo>
                  <a:pt x="1544082" y="10543"/>
                </a:lnTo>
                <a:lnTo>
                  <a:pt x="1517058" y="5938"/>
                </a:lnTo>
                <a:lnTo>
                  <a:pt x="1489793" y="2666"/>
                </a:lnTo>
                <a:lnTo>
                  <a:pt x="1462406" y="727"/>
                </a:lnTo>
                <a:lnTo>
                  <a:pt x="1435140" y="0"/>
                </a:lnTo>
                <a:lnTo>
                  <a:pt x="1407754" y="727"/>
                </a:lnTo>
                <a:lnTo>
                  <a:pt x="1380367" y="2666"/>
                </a:lnTo>
                <a:lnTo>
                  <a:pt x="1353101" y="5938"/>
                </a:lnTo>
                <a:lnTo>
                  <a:pt x="1326078" y="10543"/>
                </a:lnTo>
                <a:lnTo>
                  <a:pt x="1299176" y="16359"/>
                </a:lnTo>
                <a:lnTo>
                  <a:pt x="1272637" y="23630"/>
                </a:lnTo>
                <a:lnTo>
                  <a:pt x="1246220" y="32113"/>
                </a:lnTo>
                <a:lnTo>
                  <a:pt x="1220287" y="41928"/>
                </a:lnTo>
                <a:lnTo>
                  <a:pt x="1194718" y="53077"/>
                </a:lnTo>
                <a:lnTo>
                  <a:pt x="1169634" y="65559"/>
                </a:lnTo>
                <a:lnTo>
                  <a:pt x="1145034" y="79373"/>
                </a:lnTo>
                <a:lnTo>
                  <a:pt x="1120919" y="94400"/>
                </a:lnTo>
                <a:lnTo>
                  <a:pt x="1097410" y="110759"/>
                </a:lnTo>
                <a:lnTo>
                  <a:pt x="1074629" y="128451"/>
                </a:lnTo>
                <a:lnTo>
                  <a:pt x="1052574" y="147477"/>
                </a:lnTo>
                <a:lnTo>
                  <a:pt x="1031125" y="167835"/>
                </a:lnTo>
                <a:lnTo>
                  <a:pt x="570881" y="628442"/>
                </a:lnTo>
                <a:lnTo>
                  <a:pt x="167835" y="1031488"/>
                </a:lnTo>
                <a:lnTo>
                  <a:pt x="147477" y="1052816"/>
                </a:lnTo>
                <a:lnTo>
                  <a:pt x="128451" y="1074992"/>
                </a:lnTo>
                <a:lnTo>
                  <a:pt x="110759" y="1097774"/>
                </a:lnTo>
                <a:lnTo>
                  <a:pt x="94400" y="1121283"/>
                </a:lnTo>
                <a:lnTo>
                  <a:pt x="79373" y="1145277"/>
                </a:lnTo>
                <a:lnTo>
                  <a:pt x="65559" y="1169876"/>
                </a:lnTo>
                <a:lnTo>
                  <a:pt x="53077" y="1195082"/>
                </a:lnTo>
                <a:lnTo>
                  <a:pt x="41928" y="1220651"/>
                </a:lnTo>
                <a:lnTo>
                  <a:pt x="32113" y="1246584"/>
                </a:lnTo>
                <a:lnTo>
                  <a:pt x="23630" y="1272880"/>
                </a:lnTo>
                <a:lnTo>
                  <a:pt x="16359" y="1299539"/>
                </a:lnTo>
                <a:lnTo>
                  <a:pt x="10543" y="1326442"/>
                </a:lnTo>
                <a:lnTo>
                  <a:pt x="5938" y="1353465"/>
                </a:lnTo>
                <a:lnTo>
                  <a:pt x="2666" y="1380730"/>
                </a:lnTo>
                <a:lnTo>
                  <a:pt x="727" y="1407996"/>
                </a:lnTo>
                <a:lnTo>
                  <a:pt x="0" y="1435383"/>
                </a:lnTo>
                <a:lnTo>
                  <a:pt x="727" y="1462770"/>
                </a:lnTo>
                <a:lnTo>
                  <a:pt x="2666" y="1490035"/>
                </a:lnTo>
                <a:lnTo>
                  <a:pt x="5938" y="1517301"/>
                </a:lnTo>
                <a:lnTo>
                  <a:pt x="10543" y="1544324"/>
                </a:lnTo>
                <a:lnTo>
                  <a:pt x="16359" y="1571226"/>
                </a:lnTo>
                <a:lnTo>
                  <a:pt x="23630" y="1597765"/>
                </a:lnTo>
                <a:lnTo>
                  <a:pt x="32113" y="1624182"/>
                </a:lnTo>
                <a:lnTo>
                  <a:pt x="41928" y="1650115"/>
                </a:lnTo>
                <a:lnTo>
                  <a:pt x="53077" y="1675684"/>
                </a:lnTo>
                <a:lnTo>
                  <a:pt x="65559" y="1700768"/>
                </a:lnTo>
                <a:lnTo>
                  <a:pt x="79373" y="1725368"/>
                </a:lnTo>
                <a:lnTo>
                  <a:pt x="94400" y="1749483"/>
                </a:lnTo>
                <a:lnTo>
                  <a:pt x="110759" y="1772992"/>
                </a:lnTo>
                <a:lnTo>
                  <a:pt x="128451" y="1795774"/>
                </a:lnTo>
                <a:lnTo>
                  <a:pt x="147477" y="1817828"/>
                </a:lnTo>
                <a:lnTo>
                  <a:pt x="167835" y="1839277"/>
                </a:lnTo>
                <a:lnTo>
                  <a:pt x="198736" y="1870178"/>
                </a:lnTo>
                <a:lnTo>
                  <a:pt x="226002" y="1897080"/>
                </a:lnTo>
                <a:lnTo>
                  <a:pt x="251328" y="1920953"/>
                </a:lnTo>
                <a:lnTo>
                  <a:pt x="263810" y="1931859"/>
                </a:lnTo>
                <a:lnTo>
                  <a:pt x="276534" y="1942281"/>
                </a:lnTo>
                <a:lnTo>
                  <a:pt x="289500" y="1952339"/>
                </a:lnTo>
                <a:lnTo>
                  <a:pt x="303194" y="1962033"/>
                </a:lnTo>
                <a:lnTo>
                  <a:pt x="317614" y="1971485"/>
                </a:lnTo>
                <a:lnTo>
                  <a:pt x="333004" y="1980937"/>
                </a:lnTo>
                <a:lnTo>
                  <a:pt x="349606" y="1990389"/>
                </a:lnTo>
                <a:lnTo>
                  <a:pt x="367662" y="1999842"/>
                </a:lnTo>
                <a:lnTo>
                  <a:pt x="387414" y="2009536"/>
                </a:lnTo>
                <a:lnTo>
                  <a:pt x="408863" y="2019594"/>
                </a:lnTo>
                <a:lnTo>
                  <a:pt x="428373" y="2027228"/>
                </a:lnTo>
                <a:lnTo>
                  <a:pt x="448125" y="2034136"/>
                </a:lnTo>
                <a:lnTo>
                  <a:pt x="468120" y="2040316"/>
                </a:lnTo>
                <a:lnTo>
                  <a:pt x="488115" y="2045769"/>
                </a:lnTo>
                <a:lnTo>
                  <a:pt x="508352" y="2050495"/>
                </a:lnTo>
                <a:lnTo>
                  <a:pt x="528710" y="2054494"/>
                </a:lnTo>
                <a:lnTo>
                  <a:pt x="549190" y="2057645"/>
                </a:lnTo>
                <a:lnTo>
                  <a:pt x="569791" y="2060189"/>
                </a:lnTo>
                <a:lnTo>
                  <a:pt x="590391" y="2061886"/>
                </a:lnTo>
                <a:lnTo>
                  <a:pt x="610992" y="2062855"/>
                </a:lnTo>
                <a:lnTo>
                  <a:pt x="631593" y="2063098"/>
                </a:lnTo>
                <a:lnTo>
                  <a:pt x="652315" y="2062492"/>
                </a:lnTo>
                <a:lnTo>
                  <a:pt x="672915" y="2061280"/>
                </a:lnTo>
                <a:lnTo>
                  <a:pt x="693395" y="2059220"/>
                </a:lnTo>
                <a:lnTo>
                  <a:pt x="713995" y="2056554"/>
                </a:lnTo>
                <a:lnTo>
                  <a:pt x="734354" y="2053040"/>
                </a:lnTo>
                <a:lnTo>
                  <a:pt x="754712" y="2048798"/>
                </a:lnTo>
                <a:lnTo>
                  <a:pt x="774828" y="2043709"/>
                </a:lnTo>
                <a:lnTo>
                  <a:pt x="794823" y="2038013"/>
                </a:lnTo>
                <a:lnTo>
                  <a:pt x="814696" y="2031470"/>
                </a:lnTo>
                <a:lnTo>
                  <a:pt x="834328" y="2024199"/>
                </a:lnTo>
                <a:lnTo>
                  <a:pt x="853717" y="2016201"/>
                </a:lnTo>
                <a:lnTo>
                  <a:pt x="872863" y="2007476"/>
                </a:lnTo>
                <a:lnTo>
                  <a:pt x="891767" y="1998024"/>
                </a:lnTo>
                <a:lnTo>
                  <a:pt x="910429" y="1987723"/>
                </a:lnTo>
                <a:lnTo>
                  <a:pt x="928727" y="1976817"/>
                </a:lnTo>
                <a:lnTo>
                  <a:pt x="946783" y="1965063"/>
                </a:lnTo>
                <a:lnTo>
                  <a:pt x="964475" y="1952581"/>
                </a:lnTo>
                <a:lnTo>
                  <a:pt x="981683" y="1939372"/>
                </a:lnTo>
                <a:lnTo>
                  <a:pt x="998648" y="1925316"/>
                </a:lnTo>
                <a:lnTo>
                  <a:pt x="1015129" y="1910531"/>
                </a:lnTo>
                <a:lnTo>
                  <a:pt x="1031125" y="1895142"/>
                </a:lnTo>
                <a:lnTo>
                  <a:pt x="1437806" y="1488823"/>
                </a:lnTo>
                <a:lnTo>
                  <a:pt x="1894778" y="1031488"/>
                </a:lnTo>
                <a:lnTo>
                  <a:pt x="1906775" y="1019007"/>
                </a:lnTo>
                <a:lnTo>
                  <a:pt x="1918408" y="1006404"/>
                </a:lnTo>
                <a:lnTo>
                  <a:pt x="1929557" y="993438"/>
                </a:lnTo>
                <a:lnTo>
                  <a:pt x="1940221" y="980229"/>
                </a:lnTo>
                <a:lnTo>
                  <a:pt x="1950400" y="966899"/>
                </a:lnTo>
                <a:lnTo>
                  <a:pt x="1960215" y="953206"/>
                </a:lnTo>
                <a:lnTo>
                  <a:pt x="1978514" y="925334"/>
                </a:lnTo>
                <a:lnTo>
                  <a:pt x="1994994" y="896736"/>
                </a:lnTo>
                <a:lnTo>
                  <a:pt x="2009657" y="867410"/>
                </a:lnTo>
                <a:lnTo>
                  <a:pt x="2022502" y="837478"/>
                </a:lnTo>
                <a:lnTo>
                  <a:pt x="2033651" y="806941"/>
                </a:lnTo>
                <a:lnTo>
                  <a:pt x="2042861" y="776040"/>
                </a:lnTo>
                <a:lnTo>
                  <a:pt x="2050374" y="744775"/>
                </a:lnTo>
                <a:lnTo>
                  <a:pt x="2056190" y="713147"/>
                </a:lnTo>
                <a:lnTo>
                  <a:pt x="2060068" y="681398"/>
                </a:lnTo>
                <a:lnTo>
                  <a:pt x="2062128" y="649406"/>
                </a:lnTo>
                <a:lnTo>
                  <a:pt x="2062492" y="617415"/>
                </a:lnTo>
                <a:lnTo>
                  <a:pt x="2061038" y="585423"/>
                </a:lnTo>
                <a:lnTo>
                  <a:pt x="2057766" y="553552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B6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84771-6012-4B3F-ACF4-8410681F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59" y="1110132"/>
            <a:ext cx="2062492" cy="2062734"/>
          </a:xfrm>
          <a:custGeom xmlns:a="http://schemas.openxmlformats.org/drawingml/2006/main">
            <a:pathLst>
              <a:path w="2062492" h="2062734" fill="none">
                <a:moveTo>
                  <a:pt x="626988" y="2062734"/>
                </a:moveTo>
                <a:lnTo>
                  <a:pt x="654375" y="2062128"/>
                </a:lnTo>
                <a:lnTo>
                  <a:pt x="681761" y="2060189"/>
                </a:lnTo>
                <a:lnTo>
                  <a:pt x="708906" y="2056918"/>
                </a:lnTo>
                <a:lnTo>
                  <a:pt x="736050" y="2052434"/>
                </a:lnTo>
                <a:lnTo>
                  <a:pt x="762952" y="2046496"/>
                </a:lnTo>
                <a:lnTo>
                  <a:pt x="789612" y="2039346"/>
                </a:lnTo>
                <a:lnTo>
                  <a:pt x="815908" y="2030743"/>
                </a:lnTo>
                <a:lnTo>
                  <a:pt x="841962" y="2020927"/>
                </a:lnTo>
                <a:lnTo>
                  <a:pt x="867531" y="2009778"/>
                </a:lnTo>
                <a:lnTo>
                  <a:pt x="892737" y="1997176"/>
                </a:lnTo>
                <a:lnTo>
                  <a:pt x="917336" y="1983361"/>
                </a:lnTo>
                <a:lnTo>
                  <a:pt x="941451" y="1968213"/>
                </a:lnTo>
                <a:lnTo>
                  <a:pt x="964960" y="1951854"/>
                </a:lnTo>
                <a:lnTo>
                  <a:pt x="987863" y="1934041"/>
                </a:lnTo>
                <a:lnTo>
                  <a:pt x="1010039" y="1914894"/>
                </a:lnTo>
                <a:lnTo>
                  <a:pt x="1031367" y="1894536"/>
                </a:lnTo>
                <a:lnTo>
                  <a:pt x="1894657" y="1031488"/>
                </a:lnTo>
                <a:lnTo>
                  <a:pt x="1915015" y="1010161"/>
                </a:lnTo>
                <a:lnTo>
                  <a:pt x="1934041" y="988106"/>
                </a:lnTo>
                <a:lnTo>
                  <a:pt x="1951733" y="965203"/>
                </a:lnTo>
                <a:lnTo>
                  <a:pt x="1968092" y="941815"/>
                </a:lnTo>
                <a:lnTo>
                  <a:pt x="1983240" y="917700"/>
                </a:lnTo>
                <a:lnTo>
                  <a:pt x="1996933" y="893100"/>
                </a:lnTo>
                <a:lnTo>
                  <a:pt x="2009415" y="868016"/>
                </a:lnTo>
                <a:lnTo>
                  <a:pt x="2020563" y="842447"/>
                </a:lnTo>
                <a:lnTo>
                  <a:pt x="2030379" y="816393"/>
                </a:lnTo>
                <a:lnTo>
                  <a:pt x="2038862" y="790097"/>
                </a:lnTo>
                <a:lnTo>
                  <a:pt x="2046132" y="763558"/>
                </a:lnTo>
                <a:lnTo>
                  <a:pt x="2052070" y="736656"/>
                </a:lnTo>
                <a:lnTo>
                  <a:pt x="2056675" y="709512"/>
                </a:lnTo>
                <a:lnTo>
                  <a:pt x="2059947" y="682367"/>
                </a:lnTo>
                <a:lnTo>
                  <a:pt x="2061886" y="654981"/>
                </a:lnTo>
                <a:lnTo>
                  <a:pt x="2062492" y="627715"/>
                </a:lnTo>
                <a:lnTo>
                  <a:pt x="2061886" y="600328"/>
                </a:lnTo>
                <a:lnTo>
                  <a:pt x="2059947" y="572941"/>
                </a:lnTo>
                <a:lnTo>
                  <a:pt x="2056675" y="545797"/>
                </a:lnTo>
                <a:lnTo>
                  <a:pt x="2052070" y="518652"/>
                </a:lnTo>
                <a:lnTo>
                  <a:pt x="2046132" y="491872"/>
                </a:lnTo>
                <a:lnTo>
                  <a:pt x="2038862" y="465212"/>
                </a:lnTo>
                <a:lnTo>
                  <a:pt x="2030379" y="438916"/>
                </a:lnTo>
                <a:lnTo>
                  <a:pt x="2020563" y="412862"/>
                </a:lnTo>
                <a:lnTo>
                  <a:pt x="2009415" y="387293"/>
                </a:lnTo>
                <a:lnTo>
                  <a:pt x="1996933" y="362208"/>
                </a:lnTo>
                <a:lnTo>
                  <a:pt x="1983240" y="337609"/>
                </a:lnTo>
                <a:lnTo>
                  <a:pt x="1968092" y="313494"/>
                </a:lnTo>
                <a:lnTo>
                  <a:pt x="1951733" y="290106"/>
                </a:lnTo>
                <a:lnTo>
                  <a:pt x="1934041" y="267203"/>
                </a:lnTo>
                <a:lnTo>
                  <a:pt x="1915015" y="245148"/>
                </a:lnTo>
                <a:lnTo>
                  <a:pt x="1894657" y="223820"/>
                </a:lnTo>
                <a:lnTo>
                  <a:pt x="1856243" y="185285"/>
                </a:lnTo>
                <a:lnTo>
                  <a:pt x="1823645" y="154020"/>
                </a:lnTo>
                <a:lnTo>
                  <a:pt x="1795046" y="128694"/>
                </a:lnTo>
                <a:lnTo>
                  <a:pt x="1781838" y="117787"/>
                </a:lnTo>
                <a:lnTo>
                  <a:pt x="1768872" y="107972"/>
                </a:lnTo>
                <a:lnTo>
                  <a:pt x="1756148" y="98883"/>
                </a:lnTo>
                <a:lnTo>
                  <a:pt x="1743424" y="90401"/>
                </a:lnTo>
                <a:lnTo>
                  <a:pt x="1730336" y="82524"/>
                </a:lnTo>
                <a:lnTo>
                  <a:pt x="1716764" y="74768"/>
                </a:lnTo>
                <a:lnTo>
                  <a:pt x="1687438" y="59742"/>
                </a:lnTo>
                <a:lnTo>
                  <a:pt x="1653629" y="43746"/>
                </a:lnTo>
                <a:lnTo>
                  <a:pt x="1636179" y="36839"/>
                </a:lnTo>
                <a:lnTo>
                  <a:pt x="1618608" y="30537"/>
                </a:lnTo>
                <a:lnTo>
                  <a:pt x="1600794" y="24842"/>
                </a:lnTo>
                <a:lnTo>
                  <a:pt x="1582859" y="19631"/>
                </a:lnTo>
                <a:lnTo>
                  <a:pt x="1564804" y="15148"/>
                </a:lnTo>
                <a:lnTo>
                  <a:pt x="1546748" y="11149"/>
                </a:lnTo>
                <a:lnTo>
                  <a:pt x="1528449" y="7877"/>
                </a:lnTo>
                <a:lnTo>
                  <a:pt x="1510151" y="5090"/>
                </a:lnTo>
                <a:lnTo>
                  <a:pt x="1491732" y="2908"/>
                </a:lnTo>
                <a:lnTo>
                  <a:pt x="1473312" y="1333"/>
                </a:lnTo>
                <a:lnTo>
                  <a:pt x="1454893" y="364"/>
                </a:lnTo>
                <a:lnTo>
                  <a:pt x="1436473" y="0"/>
                </a:lnTo>
                <a:lnTo>
                  <a:pt x="1417933" y="242"/>
                </a:lnTo>
                <a:lnTo>
                  <a:pt x="1399513" y="1091"/>
                </a:lnTo>
                <a:lnTo>
                  <a:pt x="1381094" y="2545"/>
                </a:lnTo>
                <a:lnTo>
                  <a:pt x="1362675" y="4605"/>
                </a:lnTo>
                <a:lnTo>
                  <a:pt x="1344376" y="7271"/>
                </a:lnTo>
                <a:lnTo>
                  <a:pt x="1326199" y="10422"/>
                </a:lnTo>
                <a:lnTo>
                  <a:pt x="1308022" y="14299"/>
                </a:lnTo>
                <a:lnTo>
                  <a:pt x="1289966" y="18662"/>
                </a:lnTo>
                <a:lnTo>
                  <a:pt x="1272032" y="23751"/>
                </a:lnTo>
                <a:lnTo>
                  <a:pt x="1254218" y="29326"/>
                </a:lnTo>
                <a:lnTo>
                  <a:pt x="1236647" y="35506"/>
                </a:lnTo>
                <a:lnTo>
                  <a:pt x="1219197" y="42292"/>
                </a:lnTo>
                <a:lnTo>
                  <a:pt x="1201868" y="49684"/>
                </a:lnTo>
                <a:lnTo>
                  <a:pt x="1184782" y="57682"/>
                </a:lnTo>
                <a:lnTo>
                  <a:pt x="1167937" y="66286"/>
                </a:lnTo>
                <a:lnTo>
                  <a:pt x="1151215" y="75495"/>
                </a:lnTo>
                <a:lnTo>
                  <a:pt x="1134855" y="85311"/>
                </a:lnTo>
                <a:lnTo>
                  <a:pt x="1118738" y="95733"/>
                </a:lnTo>
                <a:lnTo>
                  <a:pt x="1102864" y="106639"/>
                </a:lnTo>
                <a:lnTo>
                  <a:pt x="1087231" y="118272"/>
                </a:lnTo>
                <a:lnTo>
                  <a:pt x="1072690" y="129784"/>
                </a:lnTo>
                <a:lnTo>
                  <a:pt x="1058512" y="142024"/>
                </a:lnTo>
                <a:lnTo>
                  <a:pt x="1044697" y="154747"/>
                </a:lnTo>
                <a:lnTo>
                  <a:pt x="1031125" y="167956"/>
                </a:lnTo>
                <a:lnTo>
                  <a:pt x="626988" y="572335"/>
                </a:lnTo>
                <a:lnTo>
                  <a:pt x="220670" y="978654"/>
                </a:lnTo>
                <a:lnTo>
                  <a:pt x="168077" y="1031246"/>
                </a:lnTo>
                <a:lnTo>
                  <a:pt x="156080" y="1043606"/>
                </a:lnTo>
                <a:lnTo>
                  <a:pt x="144447" y="1056330"/>
                </a:lnTo>
                <a:lnTo>
                  <a:pt x="133299" y="1069297"/>
                </a:lnTo>
                <a:lnTo>
                  <a:pt x="122513" y="1082384"/>
                </a:lnTo>
                <a:lnTo>
                  <a:pt x="112334" y="1095835"/>
                </a:lnTo>
                <a:lnTo>
                  <a:pt x="102519" y="1109407"/>
                </a:lnTo>
                <a:lnTo>
                  <a:pt x="84220" y="1137400"/>
                </a:lnTo>
                <a:lnTo>
                  <a:pt x="67740" y="1165999"/>
                </a:lnTo>
                <a:lnTo>
                  <a:pt x="52956" y="1195445"/>
                </a:lnTo>
                <a:lnTo>
                  <a:pt x="40111" y="1225377"/>
                </a:lnTo>
                <a:lnTo>
                  <a:pt x="28962" y="1255915"/>
                </a:lnTo>
                <a:lnTo>
                  <a:pt x="19631" y="1286937"/>
                </a:lnTo>
                <a:lnTo>
                  <a:pt x="12118" y="1318201"/>
                </a:lnTo>
                <a:lnTo>
                  <a:pt x="6423" y="1349829"/>
                </a:lnTo>
                <a:lnTo>
                  <a:pt x="2545" y="1381700"/>
                </a:lnTo>
                <a:lnTo>
                  <a:pt x="364" y="1413692"/>
                </a:lnTo>
                <a:lnTo>
                  <a:pt x="0" y="1445804"/>
                </a:lnTo>
                <a:lnTo>
                  <a:pt x="1454" y="1477796"/>
                </a:lnTo>
                <a:lnTo>
                  <a:pt x="4726" y="1509788"/>
                </a:lnTo>
                <a:lnTo>
                  <a:pt x="8119" y="1532327"/>
                </a:lnTo>
                <a:lnTo>
                  <a:pt x="12482" y="1554746"/>
                </a:lnTo>
                <a:lnTo>
                  <a:pt x="17692" y="1577043"/>
                </a:lnTo>
                <a:lnTo>
                  <a:pt x="23873" y="1599098"/>
                </a:lnTo>
                <a:lnTo>
                  <a:pt x="30901" y="1621031"/>
                </a:lnTo>
                <a:lnTo>
                  <a:pt x="38899" y="1642723"/>
                </a:lnTo>
                <a:lnTo>
                  <a:pt x="47745" y="1664050"/>
                </a:lnTo>
                <a:lnTo>
                  <a:pt x="57561" y="1685257"/>
                </a:lnTo>
                <a:lnTo>
                  <a:pt x="68346" y="1705979"/>
                </a:lnTo>
                <a:lnTo>
                  <a:pt x="79979" y="1726337"/>
                </a:lnTo>
                <a:lnTo>
                  <a:pt x="92461" y="1746332"/>
                </a:lnTo>
                <a:lnTo>
                  <a:pt x="105912" y="1765963"/>
                </a:lnTo>
                <a:lnTo>
                  <a:pt x="120211" y="1784989"/>
                </a:lnTo>
                <a:lnTo>
                  <a:pt x="135480" y="1803650"/>
                </a:lnTo>
                <a:lnTo>
                  <a:pt x="151718" y="1821827"/>
                </a:lnTo>
                <a:lnTo>
                  <a:pt x="168683" y="1839277"/>
                </a:lnTo>
                <a:lnTo>
                  <a:pt x="222972" y="1893566"/>
                </a:lnTo>
                <a:lnTo>
                  <a:pt x="244421" y="1913925"/>
                </a:lnTo>
                <a:lnTo>
                  <a:pt x="266597" y="1933071"/>
                </a:lnTo>
                <a:lnTo>
                  <a:pt x="289500" y="1950885"/>
                </a:lnTo>
                <a:lnTo>
                  <a:pt x="313009" y="1967365"/>
                </a:lnTo>
                <a:lnTo>
                  <a:pt x="337003" y="1982634"/>
                </a:lnTo>
                <a:lnTo>
                  <a:pt x="361724" y="1996448"/>
                </a:lnTo>
                <a:lnTo>
                  <a:pt x="386808" y="2009051"/>
                </a:lnTo>
                <a:lnTo>
                  <a:pt x="412377" y="2020321"/>
                </a:lnTo>
                <a:lnTo>
                  <a:pt x="438310" y="2030258"/>
                </a:lnTo>
                <a:lnTo>
                  <a:pt x="464606" y="2038862"/>
                </a:lnTo>
                <a:lnTo>
                  <a:pt x="491266" y="2046132"/>
                </a:lnTo>
                <a:lnTo>
                  <a:pt x="518047" y="2052070"/>
                </a:lnTo>
                <a:lnTo>
                  <a:pt x="545191" y="2056796"/>
                </a:lnTo>
                <a:lnTo>
                  <a:pt x="572335" y="2060068"/>
                </a:lnTo>
                <a:lnTo>
                  <a:pt x="599601" y="2062128"/>
                </a:lnTo>
                <a:lnTo>
                  <a:pt x="626988" y="2062734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00B6"/>
            </a:solidFill>
            <a:round/>
          </a:ln>
        </p:spPr>
      </p:sp>
      <p:sp>
        <p:nvSpPr>
          <p:cNvPr id="10" name="Text 12">
            <a:extLst xmlns:a="http://schemas.openxmlformats.org/drawingml/2006/main">
              <a:ext uri="{FF2B5EF4-FFF2-40B4-BE49-F238E27FC236}">
                <a16:creationId xmlns:a16="http://schemas.microsoft.com/office/drawing/2014/main" id="{3472F5DF-7B0F-4621-8207-955F2C00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093" y="1647240"/>
            <a:ext cx="142729" cy="114648"/>
          </a:xfrm>
          <a:custGeom xmlns:a="http://schemas.openxmlformats.org/drawingml/2006/main">
            <a:pathLst>
              <a:path w="142729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142729" y="92779"/>
                </a:moveTo>
                <a:lnTo>
                  <a:pt x="134859" y="114648"/>
                </a:lnTo>
                <a:lnTo>
                  <a:pt x="68589" y="114648"/>
                </a:lnTo>
                <a:lnTo>
                  <a:pt x="68589" y="111521"/>
                </a:lnTo>
                <a:cubicBezTo>
                  <a:pt x="88083" y="93757"/>
                  <a:pt x="101807" y="79249"/>
                  <a:pt x="109759" y="67995"/>
                </a:cubicBezTo>
                <a:cubicBezTo>
                  <a:pt x="117712" y="56739"/>
                  <a:pt x="121688" y="46445"/>
                  <a:pt x="121688" y="37112"/>
                </a:cubicBezTo>
                <a:cubicBezTo>
                  <a:pt x="121688" y="30012"/>
                  <a:pt x="119506" y="24178"/>
                  <a:pt x="115144" y="19609"/>
                </a:cubicBezTo>
                <a:cubicBezTo>
                  <a:pt x="110781" y="15041"/>
                  <a:pt x="105562" y="12757"/>
                  <a:pt x="99487" y="12757"/>
                </a:cubicBezTo>
                <a:cubicBezTo>
                  <a:pt x="93965" y="12757"/>
                  <a:pt x="89008" y="14359"/>
                  <a:pt x="84618" y="17562"/>
                </a:cubicBezTo>
                <a:cubicBezTo>
                  <a:pt x="80227" y="20763"/>
                  <a:pt x="76983" y="25457"/>
                  <a:pt x="74884" y="31644"/>
                </a:cubicBezTo>
                <a:lnTo>
                  <a:pt x="71819" y="31644"/>
                </a:lnTo>
                <a:cubicBezTo>
                  <a:pt x="73200" y="21453"/>
                  <a:pt x="76748" y="13632"/>
                  <a:pt x="82464" y="8180"/>
                </a:cubicBezTo>
                <a:cubicBezTo>
                  <a:pt x="88180" y="2727"/>
                  <a:pt x="95318" y="0"/>
                  <a:pt x="103878" y="0"/>
                </a:cubicBezTo>
                <a:cubicBezTo>
                  <a:pt x="112990" y="0"/>
                  <a:pt x="120597" y="2927"/>
                  <a:pt x="126700" y="8781"/>
                </a:cubicBezTo>
                <a:cubicBezTo>
                  <a:pt x="132802" y="14635"/>
                  <a:pt x="135853" y="21538"/>
                  <a:pt x="135853" y="29490"/>
                </a:cubicBezTo>
                <a:cubicBezTo>
                  <a:pt x="135853" y="35179"/>
                  <a:pt x="134528" y="40867"/>
                  <a:pt x="131877" y="46555"/>
                </a:cubicBezTo>
                <a:cubicBezTo>
                  <a:pt x="127790" y="55502"/>
                  <a:pt x="121163" y="64973"/>
                  <a:pt x="111996" y="74969"/>
                </a:cubicBezTo>
                <a:cubicBezTo>
                  <a:pt x="98245" y="89959"/>
                  <a:pt x="89657" y="98933"/>
                  <a:pt x="86233" y="101891"/>
                </a:cubicBezTo>
                <a:lnTo>
                  <a:pt x="115558" y="101891"/>
                </a:lnTo>
                <a:cubicBezTo>
                  <a:pt x="121522" y="101891"/>
                  <a:pt x="125706" y="101670"/>
                  <a:pt x="128108" y="101228"/>
                </a:cubicBezTo>
                <a:cubicBezTo>
                  <a:pt x="130510" y="100786"/>
                  <a:pt x="132678" y="99889"/>
                  <a:pt x="134611" y="98536"/>
                </a:cubicBezTo>
                <a:cubicBezTo>
                  <a:pt x="136544" y="97183"/>
                  <a:pt x="138228" y="95264"/>
                  <a:pt x="139664" y="92779"/>
                </a:cubicBezTo>
                <a:lnTo>
                  <a:pt x="142729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7021A8EE-69B1-4849-AA2A-9CC4243C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618" y="815941"/>
            <a:ext cx="143723" cy="116636"/>
          </a:xfrm>
          <a:custGeom xmlns:a="http://schemas.openxmlformats.org/drawingml/2006/main">
            <a:pathLst>
              <a:path w="143723" h="116636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71074" y="59146"/>
                </a:moveTo>
                <a:cubicBezTo>
                  <a:pt x="71074" y="46334"/>
                  <a:pt x="73007" y="35303"/>
                  <a:pt x="76873" y="26053"/>
                </a:cubicBezTo>
                <a:cubicBezTo>
                  <a:pt x="80738" y="16802"/>
                  <a:pt x="85874" y="9913"/>
                  <a:pt x="92280" y="5384"/>
                </a:cubicBezTo>
                <a:cubicBezTo>
                  <a:pt x="97251" y="1795"/>
                  <a:pt x="102387" y="0"/>
                  <a:pt x="107688" y="0"/>
                </a:cubicBezTo>
                <a:cubicBezTo>
                  <a:pt x="116303" y="0"/>
                  <a:pt x="124035" y="4390"/>
                  <a:pt x="130883" y="13171"/>
                </a:cubicBezTo>
                <a:cubicBezTo>
                  <a:pt x="139443" y="24051"/>
                  <a:pt x="143723" y="38796"/>
                  <a:pt x="143723" y="57407"/>
                </a:cubicBezTo>
                <a:cubicBezTo>
                  <a:pt x="143723" y="70440"/>
                  <a:pt x="141845" y="81513"/>
                  <a:pt x="138090" y="90625"/>
                </a:cubicBezTo>
                <a:cubicBezTo>
                  <a:pt x="134335" y="99737"/>
                  <a:pt x="129544" y="106350"/>
                  <a:pt x="123717" y="110465"/>
                </a:cubicBezTo>
                <a:cubicBezTo>
                  <a:pt x="117891" y="114579"/>
                  <a:pt x="112272" y="116636"/>
                  <a:pt x="106860" y="116636"/>
                </a:cubicBezTo>
                <a:cubicBezTo>
                  <a:pt x="96146" y="116636"/>
                  <a:pt x="87227" y="110313"/>
                  <a:pt x="80103" y="97666"/>
                </a:cubicBezTo>
                <a:cubicBezTo>
                  <a:pt x="74084" y="87008"/>
                  <a:pt x="71074" y="74168"/>
                  <a:pt x="71074" y="59146"/>
                </a:cubicBezTo>
                <a:moveTo>
                  <a:pt x="87310" y="61173"/>
                </a:moveTo>
                <a:cubicBezTo>
                  <a:pt x="87310" y="76624"/>
                  <a:pt x="89215" y="89234"/>
                  <a:pt x="93026" y="99002"/>
                </a:cubicBezTo>
                <a:cubicBezTo>
                  <a:pt x="96174" y="107224"/>
                  <a:pt x="100868" y="111335"/>
                  <a:pt x="107108" y="111335"/>
                </a:cubicBezTo>
                <a:cubicBezTo>
                  <a:pt x="110091" y="111335"/>
                  <a:pt x="113183" y="109996"/>
                  <a:pt x="116386" y="107319"/>
                </a:cubicBezTo>
                <a:cubicBezTo>
                  <a:pt x="119589" y="104643"/>
                  <a:pt x="122019" y="100159"/>
                  <a:pt x="123676" y="93869"/>
                </a:cubicBezTo>
                <a:cubicBezTo>
                  <a:pt x="126216" y="84378"/>
                  <a:pt x="127487" y="70997"/>
                  <a:pt x="127487" y="53723"/>
                </a:cubicBezTo>
                <a:cubicBezTo>
                  <a:pt x="127487" y="40921"/>
                  <a:pt x="126161" y="30244"/>
                  <a:pt x="123510" y="21691"/>
                </a:cubicBezTo>
                <a:cubicBezTo>
                  <a:pt x="121522" y="15345"/>
                  <a:pt x="118954" y="10847"/>
                  <a:pt x="115806" y="8198"/>
                </a:cubicBezTo>
                <a:cubicBezTo>
                  <a:pt x="113542" y="6378"/>
                  <a:pt x="110809" y="5467"/>
                  <a:pt x="107605" y="5467"/>
                </a:cubicBezTo>
                <a:cubicBezTo>
                  <a:pt x="103850" y="5467"/>
                  <a:pt x="100509" y="7150"/>
                  <a:pt x="97582" y="10515"/>
                </a:cubicBezTo>
                <a:cubicBezTo>
                  <a:pt x="93606" y="15096"/>
                  <a:pt x="90900" y="22297"/>
                  <a:pt x="89464" y="32120"/>
                </a:cubicBezTo>
                <a:cubicBezTo>
                  <a:pt x="88028" y="41942"/>
                  <a:pt x="87310" y="51626"/>
                  <a:pt x="87310" y="61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4">
            <a:extLst xmlns:a="http://schemas.openxmlformats.org/drawingml/2006/main">
              <a:ext uri="{FF2B5EF4-FFF2-40B4-BE49-F238E27FC236}">
                <a16:creationId xmlns:a16="http://schemas.microsoft.com/office/drawing/2014/main" id="{359764A2-FC21-4001-8774-7304C768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060" y="1255220"/>
            <a:ext cx="76294" cy="114648"/>
          </a:xfrm>
          <a:custGeom xmlns:a="http://schemas.openxmlformats.org/drawingml/2006/main">
            <a:pathLst>
              <a:path w="76294" h="114648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5">
            <a:extLst xmlns:a="http://schemas.openxmlformats.org/drawingml/2006/main">
              <a:ext uri="{FF2B5EF4-FFF2-40B4-BE49-F238E27FC236}">
                <a16:creationId xmlns:a16="http://schemas.microsoft.com/office/drawing/2014/main" id="{29C53AD9-88B4-4FED-B63C-70E02EB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189" y="833286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2">
            <a:extLst xmlns:a="http://schemas.openxmlformats.org/drawingml/2006/main">
              <a:ext uri="{FF2B5EF4-FFF2-40B4-BE49-F238E27FC236}">
                <a16:creationId xmlns:a16="http://schemas.microsoft.com/office/drawing/2014/main" id="{776F1E1A-46CA-4A26-8447-3FEC8F0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815" y="2068581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1">
            <a:extLst xmlns:a="http://schemas.openxmlformats.org/drawingml/2006/main">
              <a:ext uri="{FF2B5EF4-FFF2-40B4-BE49-F238E27FC236}">
                <a16:creationId xmlns:a16="http://schemas.microsoft.com/office/drawing/2014/main" id="{6435B002-FA3B-4F6C-AC19-98511F64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292" y="1167120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5">
            <a:extLst xmlns:a="http://schemas.openxmlformats.org/drawingml/2006/main">
              <a:ext uri="{FF2B5EF4-FFF2-40B4-BE49-F238E27FC236}">
                <a16:creationId xmlns:a16="http://schemas.microsoft.com/office/drawing/2014/main" id="{A4549233-CD59-4F73-9017-A11E5FD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682" y="1597693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41">
            <a:extLst xmlns:a="http://schemas.openxmlformats.org/drawingml/2006/main">
              <a:ext uri="{FF2B5EF4-FFF2-40B4-BE49-F238E27FC236}">
                <a16:creationId xmlns:a16="http://schemas.microsoft.com/office/drawing/2014/main" id="{D8D409AE-85F1-4AA6-BB3D-11EA75E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13" y="1650010"/>
            <a:ext cx="156532" cy="122673"/>
          </a:xfrm>
          <a:custGeom xmlns:a="http://schemas.openxmlformats.org/drawingml/2006/main">
            <a:pathLst>
              <a:path w="156532" h="122673">
                <a:moveTo>
                  <a:pt x="81635" y="78355"/>
                </a:moveTo>
                <a:lnTo>
                  <a:pt x="81635" y="90941"/>
                </a:lnTo>
                <a:lnTo>
                  <a:pt x="65503" y="90941"/>
                </a:lnTo>
                <a:lnTo>
                  <a:pt x="65503" y="122673"/>
                </a:lnTo>
                <a:lnTo>
                  <a:pt x="50878" y="122673"/>
                </a:lnTo>
                <a:lnTo>
                  <a:pt x="50878" y="90941"/>
                </a:lnTo>
                <a:lnTo>
                  <a:pt x="0" y="90941"/>
                </a:lnTo>
                <a:lnTo>
                  <a:pt x="0" y="79596"/>
                </a:lnTo>
                <a:lnTo>
                  <a:pt x="55753" y="0"/>
                </a:lnTo>
                <a:lnTo>
                  <a:pt x="65503" y="0"/>
                </a:lnTo>
                <a:lnTo>
                  <a:pt x="65503" y="78355"/>
                </a:lnTo>
                <a:lnTo>
                  <a:pt x="81635" y="78355"/>
                </a:lnTo>
                <a:moveTo>
                  <a:pt x="50878" y="78355"/>
                </a:moveTo>
                <a:lnTo>
                  <a:pt x="50878" y="18736"/>
                </a:lnTo>
                <a:lnTo>
                  <a:pt x="8686" y="78355"/>
                </a:lnTo>
                <a:lnTo>
                  <a:pt x="50878" y="78355"/>
                </a:lnTo>
                <a:close/>
                <a:moveTo>
                  <a:pt x="109200" y="14182"/>
                </a:moveTo>
                <a:lnTo>
                  <a:pt x="138450" y="0"/>
                </a:lnTo>
                <a:lnTo>
                  <a:pt x="141375" y="0"/>
                </a:lnTo>
                <a:lnTo>
                  <a:pt x="141375" y="101401"/>
                </a:lnTo>
                <a:cubicBezTo>
                  <a:pt x="141375" y="108137"/>
                  <a:pt x="141656" y="112332"/>
                  <a:pt x="142217" y="113987"/>
                </a:cubicBezTo>
                <a:cubicBezTo>
                  <a:pt x="142779" y="115642"/>
                  <a:pt x="143946" y="116912"/>
                  <a:pt x="145718" y="117798"/>
                </a:cubicBezTo>
                <a:cubicBezTo>
                  <a:pt x="147491" y="118685"/>
                  <a:pt x="151096" y="119187"/>
                  <a:pt x="156532" y="119305"/>
                </a:cubicBezTo>
                <a:lnTo>
                  <a:pt x="156532" y="122673"/>
                </a:lnTo>
                <a:lnTo>
                  <a:pt x="111327" y="122673"/>
                </a:lnTo>
                <a:lnTo>
                  <a:pt x="111327" y="119305"/>
                </a:lnTo>
                <a:cubicBezTo>
                  <a:pt x="117000" y="119187"/>
                  <a:pt x="120664" y="118700"/>
                  <a:pt x="122318" y="117843"/>
                </a:cubicBezTo>
                <a:cubicBezTo>
                  <a:pt x="123973" y="116986"/>
                  <a:pt x="125125" y="115834"/>
                  <a:pt x="125775" y="114386"/>
                </a:cubicBezTo>
                <a:cubicBezTo>
                  <a:pt x="126425" y="112938"/>
                  <a:pt x="126750" y="108610"/>
                  <a:pt x="126750" y="101401"/>
                </a:cubicBezTo>
                <a:lnTo>
                  <a:pt x="126750" y="36518"/>
                </a:lnTo>
                <a:cubicBezTo>
                  <a:pt x="126750" y="27812"/>
                  <a:pt x="126455" y="22224"/>
                  <a:pt x="125864" y="19755"/>
                </a:cubicBezTo>
                <a:cubicBezTo>
                  <a:pt x="125450" y="17871"/>
                  <a:pt x="124697" y="16486"/>
                  <a:pt x="123604" y="15600"/>
                </a:cubicBezTo>
                <a:cubicBezTo>
                  <a:pt x="122510" y="14714"/>
                  <a:pt x="121196" y="14271"/>
                  <a:pt x="119659" y="14271"/>
                </a:cubicBezTo>
                <a:cubicBezTo>
                  <a:pt x="117473" y="14271"/>
                  <a:pt x="114430" y="15186"/>
                  <a:pt x="110530" y="17018"/>
                </a:cubicBezTo>
                <a:lnTo>
                  <a:pt x="109200" y="14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41">
            <a:extLst xmlns:a="http://schemas.openxmlformats.org/drawingml/2006/main">
              <a:ext uri="{FF2B5EF4-FFF2-40B4-BE49-F238E27FC236}">
                <a16:creationId xmlns:a16="http://schemas.microsoft.com/office/drawing/2014/main" id="{073DBA22-1443-43A6-83C6-776C6F33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13" y="1650010"/>
            <a:ext cx="156532" cy="122673"/>
          </a:xfrm>
          <a:custGeom xmlns:a="http://schemas.openxmlformats.org/drawingml/2006/main">
            <a:pathLst>
              <a:path w="156532" h="122673" fill="none">
                <a:moveTo>
                  <a:pt x="81635" y="78355"/>
                </a:moveTo>
                <a:lnTo>
                  <a:pt x="81635" y="90941"/>
                </a:lnTo>
                <a:lnTo>
                  <a:pt x="65503" y="90941"/>
                </a:lnTo>
                <a:lnTo>
                  <a:pt x="65503" y="122673"/>
                </a:lnTo>
                <a:lnTo>
                  <a:pt x="50878" y="122673"/>
                </a:lnTo>
                <a:lnTo>
                  <a:pt x="50878" y="90941"/>
                </a:lnTo>
                <a:lnTo>
                  <a:pt x="0" y="90941"/>
                </a:lnTo>
                <a:lnTo>
                  <a:pt x="0" y="79596"/>
                </a:lnTo>
                <a:lnTo>
                  <a:pt x="55753" y="0"/>
                </a:lnTo>
                <a:lnTo>
                  <a:pt x="65503" y="0"/>
                </a:lnTo>
                <a:lnTo>
                  <a:pt x="65503" y="78355"/>
                </a:lnTo>
                <a:lnTo>
                  <a:pt x="81635" y="78355"/>
                </a:lnTo>
                <a:moveTo>
                  <a:pt x="50878" y="78355"/>
                </a:moveTo>
                <a:lnTo>
                  <a:pt x="50878" y="18736"/>
                </a:lnTo>
                <a:lnTo>
                  <a:pt x="8686" y="78355"/>
                </a:lnTo>
                <a:lnTo>
                  <a:pt x="50878" y="78355"/>
                </a:lnTo>
                <a:close/>
                <a:moveTo>
                  <a:pt x="109200" y="14182"/>
                </a:moveTo>
                <a:lnTo>
                  <a:pt x="138450" y="0"/>
                </a:lnTo>
                <a:lnTo>
                  <a:pt x="141375" y="0"/>
                </a:lnTo>
                <a:lnTo>
                  <a:pt x="141375" y="101401"/>
                </a:lnTo>
                <a:cubicBezTo>
                  <a:pt x="141375" y="108137"/>
                  <a:pt x="141656" y="112332"/>
                  <a:pt x="142217" y="113987"/>
                </a:cubicBezTo>
                <a:cubicBezTo>
                  <a:pt x="142779" y="115642"/>
                  <a:pt x="143946" y="116912"/>
                  <a:pt x="145718" y="117798"/>
                </a:cubicBezTo>
                <a:cubicBezTo>
                  <a:pt x="147491" y="118685"/>
                  <a:pt x="151096" y="119187"/>
                  <a:pt x="156532" y="119305"/>
                </a:cubicBezTo>
                <a:lnTo>
                  <a:pt x="156532" y="122673"/>
                </a:lnTo>
                <a:lnTo>
                  <a:pt x="111327" y="122673"/>
                </a:lnTo>
                <a:lnTo>
                  <a:pt x="111327" y="119305"/>
                </a:lnTo>
                <a:cubicBezTo>
                  <a:pt x="117000" y="119187"/>
                  <a:pt x="120664" y="118700"/>
                  <a:pt x="122318" y="117843"/>
                </a:cubicBezTo>
                <a:cubicBezTo>
                  <a:pt x="123973" y="116986"/>
                  <a:pt x="125125" y="115834"/>
                  <a:pt x="125775" y="114386"/>
                </a:cubicBezTo>
                <a:cubicBezTo>
                  <a:pt x="126425" y="112938"/>
                  <a:pt x="126750" y="108610"/>
                  <a:pt x="126750" y="101401"/>
                </a:cubicBezTo>
                <a:lnTo>
                  <a:pt x="126750" y="36518"/>
                </a:lnTo>
                <a:cubicBezTo>
                  <a:pt x="126750" y="27812"/>
                  <a:pt x="126455" y="22224"/>
                  <a:pt x="125864" y="19755"/>
                </a:cubicBezTo>
                <a:cubicBezTo>
                  <a:pt x="125450" y="17871"/>
                  <a:pt x="124697" y="16486"/>
                  <a:pt x="123604" y="15600"/>
                </a:cubicBezTo>
                <a:cubicBezTo>
                  <a:pt x="122510" y="14714"/>
                  <a:pt x="121196" y="14271"/>
                  <a:pt x="119659" y="14271"/>
                </a:cubicBezTo>
                <a:cubicBezTo>
                  <a:pt x="117473" y="14271"/>
                  <a:pt x="114430" y="15186"/>
                  <a:pt x="110530" y="17018"/>
                </a:cubicBezTo>
                <a:lnTo>
                  <a:pt x="109200" y="141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9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28854-1CE3-482D-B46C-662D4F74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0" y="1802816"/>
            <a:ext cx="181529" cy="9076"/>
          </a:xfrm>
          <a:custGeom xmlns:a="http://schemas.openxmlformats.org/drawingml/2006/main">
            <a:pathLst>
              <a:path w="181529" h="9076">
                <a:moveTo>
                  <a:pt x="181529" y="9076"/>
                </a:moveTo>
                <a:lnTo>
                  <a:pt x="0" y="9076"/>
                </a:lnTo>
                <a:lnTo>
                  <a:pt x="0" y="0"/>
                </a:lnTo>
                <a:lnTo>
                  <a:pt x="181529" y="0"/>
                </a:lnTo>
                <a:lnTo>
                  <a:pt x="181529" y="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28">
            <a:extLst xmlns:a="http://schemas.openxmlformats.org/drawingml/2006/main">
              <a:ext uri="{FF2B5EF4-FFF2-40B4-BE49-F238E27FC236}">
                <a16:creationId xmlns:a16="http://schemas.microsoft.com/office/drawing/2014/main" id="{17C66C39-EB7F-4380-A47F-E8D3EFB0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364" y="2782338"/>
            <a:ext cx="156232" cy="116636"/>
          </a:xfrm>
          <a:custGeom xmlns:a="http://schemas.openxmlformats.org/drawingml/2006/main">
            <a:pathLst>
              <a:path w="156232" h="116636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  <a:moveTo>
                  <a:pt x="113736" y="58070"/>
                </a:moveTo>
                <a:cubicBezTo>
                  <a:pt x="104844" y="50780"/>
                  <a:pt x="99115" y="44926"/>
                  <a:pt x="96547" y="40508"/>
                </a:cubicBezTo>
                <a:cubicBezTo>
                  <a:pt x="93979" y="36090"/>
                  <a:pt x="92695" y="31506"/>
                  <a:pt x="92695" y="26757"/>
                </a:cubicBezTo>
                <a:cubicBezTo>
                  <a:pt x="92695" y="19467"/>
                  <a:pt x="95511" y="13185"/>
                  <a:pt x="101144" y="7911"/>
                </a:cubicBezTo>
                <a:cubicBezTo>
                  <a:pt x="106777" y="2637"/>
                  <a:pt x="114260" y="0"/>
                  <a:pt x="123593" y="0"/>
                </a:cubicBezTo>
                <a:cubicBezTo>
                  <a:pt x="132650" y="0"/>
                  <a:pt x="139940" y="2458"/>
                  <a:pt x="145463" y="7373"/>
                </a:cubicBezTo>
                <a:cubicBezTo>
                  <a:pt x="150985" y="12288"/>
                  <a:pt x="153746" y="17893"/>
                  <a:pt x="153746" y="24189"/>
                </a:cubicBezTo>
                <a:cubicBezTo>
                  <a:pt x="153746" y="28386"/>
                  <a:pt x="152255" y="32666"/>
                  <a:pt x="149273" y="37029"/>
                </a:cubicBezTo>
                <a:cubicBezTo>
                  <a:pt x="146291" y="41391"/>
                  <a:pt x="140078" y="46527"/>
                  <a:pt x="130635" y="52437"/>
                </a:cubicBezTo>
                <a:cubicBezTo>
                  <a:pt x="140354" y="59947"/>
                  <a:pt x="146788" y="65856"/>
                  <a:pt x="149936" y="70164"/>
                </a:cubicBezTo>
                <a:cubicBezTo>
                  <a:pt x="154133" y="75797"/>
                  <a:pt x="156232" y="81734"/>
                  <a:pt x="156232" y="87974"/>
                </a:cubicBezTo>
                <a:cubicBezTo>
                  <a:pt x="156232" y="95871"/>
                  <a:pt x="153222" y="102623"/>
                  <a:pt x="147202" y="108228"/>
                </a:cubicBezTo>
                <a:cubicBezTo>
                  <a:pt x="141183" y="113833"/>
                  <a:pt x="133285" y="116636"/>
                  <a:pt x="123510" y="116636"/>
                </a:cubicBezTo>
                <a:cubicBezTo>
                  <a:pt x="112852" y="116636"/>
                  <a:pt x="104541" y="113295"/>
                  <a:pt x="98576" y="106613"/>
                </a:cubicBezTo>
                <a:cubicBezTo>
                  <a:pt x="93827" y="101256"/>
                  <a:pt x="91452" y="95402"/>
                  <a:pt x="91452" y="89051"/>
                </a:cubicBezTo>
                <a:cubicBezTo>
                  <a:pt x="91452" y="84081"/>
                  <a:pt x="93123" y="79152"/>
                  <a:pt x="96464" y="74264"/>
                </a:cubicBezTo>
                <a:cubicBezTo>
                  <a:pt x="99805" y="69377"/>
                  <a:pt x="105562" y="63979"/>
                  <a:pt x="113736" y="58070"/>
                </a:cubicBezTo>
                <a:moveTo>
                  <a:pt x="126741" y="49206"/>
                </a:moveTo>
                <a:cubicBezTo>
                  <a:pt x="133368" y="43219"/>
                  <a:pt x="137565" y="38494"/>
                  <a:pt x="139333" y="35030"/>
                </a:cubicBezTo>
                <a:cubicBezTo>
                  <a:pt x="141100" y="31565"/>
                  <a:pt x="141983" y="27643"/>
                  <a:pt x="141983" y="23265"/>
                </a:cubicBezTo>
                <a:cubicBezTo>
                  <a:pt x="141983" y="17443"/>
                  <a:pt x="140354" y="12884"/>
                  <a:pt x="137096" y="9586"/>
                </a:cubicBezTo>
                <a:cubicBezTo>
                  <a:pt x="133838" y="6288"/>
                  <a:pt x="129392" y="4639"/>
                  <a:pt x="123759" y="4639"/>
                </a:cubicBezTo>
                <a:cubicBezTo>
                  <a:pt x="118126" y="4639"/>
                  <a:pt x="113542" y="6274"/>
                  <a:pt x="110008" y="9545"/>
                </a:cubicBezTo>
                <a:cubicBezTo>
                  <a:pt x="106473" y="12815"/>
                  <a:pt x="104706" y="16640"/>
                  <a:pt x="104706" y="21020"/>
                </a:cubicBezTo>
                <a:cubicBezTo>
                  <a:pt x="104706" y="23902"/>
                  <a:pt x="105438" y="26784"/>
                  <a:pt x="106901" y="29666"/>
                </a:cubicBezTo>
                <a:cubicBezTo>
                  <a:pt x="108365" y="32549"/>
                  <a:pt x="110450" y="35293"/>
                  <a:pt x="113156" y="37898"/>
                </a:cubicBezTo>
                <a:lnTo>
                  <a:pt x="126741" y="49206"/>
                </a:lnTo>
                <a:moveTo>
                  <a:pt x="117629" y="61217"/>
                </a:moveTo>
                <a:cubicBezTo>
                  <a:pt x="113045" y="65071"/>
                  <a:pt x="109649" y="69269"/>
                  <a:pt x="107440" y="73811"/>
                </a:cubicBezTo>
                <a:cubicBezTo>
                  <a:pt x="105231" y="78352"/>
                  <a:pt x="104126" y="83264"/>
                  <a:pt x="104126" y="88549"/>
                </a:cubicBezTo>
                <a:cubicBezTo>
                  <a:pt x="104126" y="95649"/>
                  <a:pt x="106073" y="101332"/>
                  <a:pt x="109966" y="105598"/>
                </a:cubicBezTo>
                <a:cubicBezTo>
                  <a:pt x="113860" y="109864"/>
                  <a:pt x="118816" y="111997"/>
                  <a:pt x="124836" y="111997"/>
                </a:cubicBezTo>
                <a:cubicBezTo>
                  <a:pt x="130800" y="111997"/>
                  <a:pt x="135577" y="110319"/>
                  <a:pt x="139167" y="106962"/>
                </a:cubicBezTo>
                <a:cubicBezTo>
                  <a:pt x="142757" y="103604"/>
                  <a:pt x="144551" y="99530"/>
                  <a:pt x="144551" y="94741"/>
                </a:cubicBezTo>
                <a:cubicBezTo>
                  <a:pt x="144551" y="90777"/>
                  <a:pt x="143502" y="87226"/>
                  <a:pt x="141404" y="84089"/>
                </a:cubicBezTo>
                <a:cubicBezTo>
                  <a:pt x="137483" y="78254"/>
                  <a:pt x="129558" y="70630"/>
                  <a:pt x="117629" y="61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72">
            <a:extLst xmlns:a="http://schemas.openxmlformats.org/drawingml/2006/main">
              <a:ext uri="{FF2B5EF4-FFF2-40B4-BE49-F238E27FC236}">
                <a16:creationId xmlns:a16="http://schemas.microsoft.com/office/drawing/2014/main" id="{D8B6ADEA-1D1B-487E-B29B-7CB654D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10" y="2091483"/>
            <a:ext cx="156314" cy="116968"/>
          </a:xfrm>
          <a:custGeom xmlns:a="http://schemas.openxmlformats.org/drawingml/2006/main">
            <a:pathLst>
              <a:path w="156314" h="116968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8"/>
                </a:lnTo>
                <a:lnTo>
                  <a:pt x="24272" y="116968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6314" y="92779"/>
                </a:moveTo>
                <a:lnTo>
                  <a:pt x="148445" y="114648"/>
                </a:lnTo>
                <a:lnTo>
                  <a:pt x="82174" y="114648"/>
                </a:lnTo>
                <a:lnTo>
                  <a:pt x="82174" y="111521"/>
                </a:lnTo>
                <a:cubicBezTo>
                  <a:pt x="101669" y="93757"/>
                  <a:pt x="115392" y="79249"/>
                  <a:pt x="123345" y="67995"/>
                </a:cubicBezTo>
                <a:cubicBezTo>
                  <a:pt x="131297" y="56739"/>
                  <a:pt x="135273" y="46445"/>
                  <a:pt x="135273" y="37112"/>
                </a:cubicBezTo>
                <a:cubicBezTo>
                  <a:pt x="135273" y="30012"/>
                  <a:pt x="133092" y="24178"/>
                  <a:pt x="128729" y="19609"/>
                </a:cubicBezTo>
                <a:cubicBezTo>
                  <a:pt x="124366" y="15041"/>
                  <a:pt x="119148" y="12757"/>
                  <a:pt x="113073" y="12757"/>
                </a:cubicBezTo>
                <a:cubicBezTo>
                  <a:pt x="107550" y="12757"/>
                  <a:pt x="102594" y="14359"/>
                  <a:pt x="98203" y="17562"/>
                </a:cubicBezTo>
                <a:cubicBezTo>
                  <a:pt x="93813" y="20763"/>
                  <a:pt x="90569" y="25457"/>
                  <a:pt x="88470" y="31644"/>
                </a:cubicBezTo>
                <a:lnTo>
                  <a:pt x="85405" y="31644"/>
                </a:lnTo>
                <a:cubicBezTo>
                  <a:pt x="86786" y="21453"/>
                  <a:pt x="90334" y="13632"/>
                  <a:pt x="96050" y="8180"/>
                </a:cubicBezTo>
                <a:cubicBezTo>
                  <a:pt x="101765" y="2727"/>
                  <a:pt x="108903" y="0"/>
                  <a:pt x="117463" y="0"/>
                </a:cubicBezTo>
                <a:cubicBezTo>
                  <a:pt x="126575" y="0"/>
                  <a:pt x="134183" y="2927"/>
                  <a:pt x="140285" y="8781"/>
                </a:cubicBezTo>
                <a:cubicBezTo>
                  <a:pt x="146388" y="14635"/>
                  <a:pt x="149439" y="21538"/>
                  <a:pt x="149439" y="29490"/>
                </a:cubicBezTo>
                <a:cubicBezTo>
                  <a:pt x="149439" y="35179"/>
                  <a:pt x="148113" y="40867"/>
                  <a:pt x="145463" y="46555"/>
                </a:cubicBezTo>
                <a:cubicBezTo>
                  <a:pt x="141376" y="55502"/>
                  <a:pt x="134749" y="64973"/>
                  <a:pt x="125581" y="74969"/>
                </a:cubicBezTo>
                <a:cubicBezTo>
                  <a:pt x="111830" y="89959"/>
                  <a:pt x="103243" y="98933"/>
                  <a:pt x="99819" y="101891"/>
                </a:cubicBezTo>
                <a:lnTo>
                  <a:pt x="129143" y="101891"/>
                </a:lnTo>
                <a:cubicBezTo>
                  <a:pt x="135108" y="101891"/>
                  <a:pt x="139291" y="101670"/>
                  <a:pt x="141693" y="101228"/>
                </a:cubicBezTo>
                <a:cubicBezTo>
                  <a:pt x="144096" y="100786"/>
                  <a:pt x="146263" y="99889"/>
                  <a:pt x="148196" y="98536"/>
                </a:cubicBezTo>
                <a:cubicBezTo>
                  <a:pt x="150129" y="97183"/>
                  <a:pt x="151814" y="95264"/>
                  <a:pt x="153249" y="92779"/>
                </a:cubicBezTo>
                <a:lnTo>
                  <a:pt x="156314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76">
            <a:extLst xmlns:a="http://schemas.openxmlformats.org/drawingml/2006/main">
              <a:ext uri="{FF2B5EF4-FFF2-40B4-BE49-F238E27FC236}">
                <a16:creationId xmlns:a16="http://schemas.microsoft.com/office/drawing/2014/main" id="{38D8DE17-E62A-449A-A8F6-43E2BB3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33" y="2380622"/>
            <a:ext cx="156811" cy="116967"/>
          </a:xfrm>
          <a:custGeom xmlns:a="http://schemas.openxmlformats.org/drawingml/2006/main">
            <a:pathLst>
              <a:path w="156811" h="116967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7"/>
                </a:lnTo>
                <a:lnTo>
                  <a:pt x="24272" y="116967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4575" y="0"/>
                </a:moveTo>
                <a:lnTo>
                  <a:pt x="154575" y="3314"/>
                </a:lnTo>
                <a:cubicBezTo>
                  <a:pt x="147285" y="4026"/>
                  <a:pt x="141334" y="5466"/>
                  <a:pt x="136723" y="7634"/>
                </a:cubicBezTo>
                <a:cubicBezTo>
                  <a:pt x="132112" y="9800"/>
                  <a:pt x="127556" y="13105"/>
                  <a:pt x="123055" y="17549"/>
                </a:cubicBezTo>
                <a:cubicBezTo>
                  <a:pt x="118554" y="21991"/>
                  <a:pt x="114826" y="26941"/>
                  <a:pt x="111872" y="32400"/>
                </a:cubicBezTo>
                <a:cubicBezTo>
                  <a:pt x="108917" y="37857"/>
                  <a:pt x="106446" y="44343"/>
                  <a:pt x="104458" y="51859"/>
                </a:cubicBezTo>
                <a:cubicBezTo>
                  <a:pt x="112410" y="46335"/>
                  <a:pt x="120390" y="43573"/>
                  <a:pt x="128398" y="43573"/>
                </a:cubicBezTo>
                <a:cubicBezTo>
                  <a:pt x="136074" y="43573"/>
                  <a:pt x="142729" y="46672"/>
                  <a:pt x="148362" y="52871"/>
                </a:cubicBezTo>
                <a:cubicBezTo>
                  <a:pt x="153995" y="59071"/>
                  <a:pt x="156811" y="67041"/>
                  <a:pt x="156811" y="76783"/>
                </a:cubicBezTo>
                <a:cubicBezTo>
                  <a:pt x="156811" y="86192"/>
                  <a:pt x="153967" y="94772"/>
                  <a:pt x="148279" y="102523"/>
                </a:cubicBezTo>
                <a:cubicBezTo>
                  <a:pt x="141431" y="111932"/>
                  <a:pt x="132374" y="116636"/>
                  <a:pt x="121108" y="116636"/>
                </a:cubicBezTo>
                <a:cubicBezTo>
                  <a:pt x="113432" y="116636"/>
                  <a:pt x="106915" y="114096"/>
                  <a:pt x="101558" y="109015"/>
                </a:cubicBezTo>
                <a:cubicBezTo>
                  <a:pt x="91065" y="99130"/>
                  <a:pt x="85819" y="86317"/>
                  <a:pt x="85819" y="70578"/>
                </a:cubicBezTo>
                <a:cubicBezTo>
                  <a:pt x="85819" y="60527"/>
                  <a:pt x="87835" y="50973"/>
                  <a:pt x="91866" y="41916"/>
                </a:cubicBezTo>
                <a:cubicBezTo>
                  <a:pt x="95898" y="32859"/>
                  <a:pt x="101655" y="24824"/>
                  <a:pt x="109138" y="17810"/>
                </a:cubicBezTo>
                <a:cubicBezTo>
                  <a:pt x="116621" y="10797"/>
                  <a:pt x="123787" y="6075"/>
                  <a:pt x="130635" y="3645"/>
                </a:cubicBezTo>
                <a:cubicBezTo>
                  <a:pt x="137482" y="1215"/>
                  <a:pt x="143861" y="0"/>
                  <a:pt x="149770" y="0"/>
                </a:cubicBezTo>
                <a:lnTo>
                  <a:pt x="154575" y="0"/>
                </a:lnTo>
                <a:moveTo>
                  <a:pt x="103049" y="57914"/>
                </a:moveTo>
                <a:cubicBezTo>
                  <a:pt x="102055" y="65380"/>
                  <a:pt x="101558" y="71407"/>
                  <a:pt x="101558" y="75996"/>
                </a:cubicBezTo>
                <a:cubicBezTo>
                  <a:pt x="101558" y="81305"/>
                  <a:pt x="102539" y="87070"/>
                  <a:pt x="104499" y="93291"/>
                </a:cubicBezTo>
                <a:cubicBezTo>
                  <a:pt x="106460" y="99513"/>
                  <a:pt x="109373" y="104449"/>
                  <a:pt x="113238" y="108099"/>
                </a:cubicBezTo>
                <a:cubicBezTo>
                  <a:pt x="116055" y="110698"/>
                  <a:pt x="119479" y="111997"/>
                  <a:pt x="123510" y="111997"/>
                </a:cubicBezTo>
                <a:cubicBezTo>
                  <a:pt x="128315" y="111997"/>
                  <a:pt x="132609" y="109730"/>
                  <a:pt x="136392" y="105197"/>
                </a:cubicBezTo>
                <a:cubicBezTo>
                  <a:pt x="140175" y="100661"/>
                  <a:pt x="142066" y="94190"/>
                  <a:pt x="142066" y="85784"/>
                </a:cubicBezTo>
                <a:cubicBezTo>
                  <a:pt x="142066" y="76328"/>
                  <a:pt x="140188" y="68145"/>
                  <a:pt x="136433" y="61233"/>
                </a:cubicBezTo>
                <a:cubicBezTo>
                  <a:pt x="132678" y="54319"/>
                  <a:pt x="127349" y="50863"/>
                  <a:pt x="120445" y="50863"/>
                </a:cubicBezTo>
                <a:cubicBezTo>
                  <a:pt x="118347" y="50863"/>
                  <a:pt x="116096" y="51305"/>
                  <a:pt x="113694" y="52191"/>
                </a:cubicBezTo>
                <a:cubicBezTo>
                  <a:pt x="111292" y="53074"/>
                  <a:pt x="107744" y="54982"/>
                  <a:pt x="103049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6">
            <a:extLst xmlns:a="http://schemas.openxmlformats.org/drawingml/2006/main">
              <a:ext uri="{FF2B5EF4-FFF2-40B4-BE49-F238E27FC236}">
                <a16:creationId xmlns:a16="http://schemas.microsoft.com/office/drawing/2014/main" id="{E8981B08-C99A-4B20-894F-B0C9D2A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24" y="1240555"/>
            <a:ext cx="70992" cy="116636"/>
          </a:xfrm>
          <a:custGeom xmlns:a="http://schemas.openxmlformats.org/drawingml/2006/main">
            <a:pathLst>
              <a:path w="70992" h="116636">
                <a:moveTo>
                  <a:pt x="68756" y="0"/>
                </a:moveTo>
                <a:lnTo>
                  <a:pt x="68756" y="3314"/>
                </a:lnTo>
                <a:cubicBezTo>
                  <a:pt x="61466" y="4026"/>
                  <a:pt x="55515" y="5466"/>
                  <a:pt x="50904" y="7634"/>
                </a:cubicBezTo>
                <a:cubicBezTo>
                  <a:pt x="46293" y="9800"/>
                  <a:pt x="41737" y="13105"/>
                  <a:pt x="37236" y="17549"/>
                </a:cubicBezTo>
                <a:cubicBezTo>
                  <a:pt x="32735" y="21991"/>
                  <a:pt x="29007" y="26941"/>
                  <a:pt x="26053" y="32400"/>
                </a:cubicBezTo>
                <a:cubicBezTo>
                  <a:pt x="23098" y="37857"/>
                  <a:pt x="20627" y="44343"/>
                  <a:pt x="18639" y="51859"/>
                </a:cubicBezTo>
                <a:cubicBezTo>
                  <a:pt x="26591" y="46335"/>
                  <a:pt x="34571" y="43573"/>
                  <a:pt x="42579" y="43573"/>
                </a:cubicBezTo>
                <a:cubicBezTo>
                  <a:pt x="50255" y="43573"/>
                  <a:pt x="56910" y="46672"/>
                  <a:pt x="62543" y="52871"/>
                </a:cubicBezTo>
                <a:cubicBezTo>
                  <a:pt x="68176" y="59071"/>
                  <a:pt x="70992" y="67041"/>
                  <a:pt x="70992" y="76783"/>
                </a:cubicBezTo>
                <a:cubicBezTo>
                  <a:pt x="70992" y="86192"/>
                  <a:pt x="68148" y="94772"/>
                  <a:pt x="62460" y="102523"/>
                </a:cubicBezTo>
                <a:cubicBezTo>
                  <a:pt x="55612" y="111932"/>
                  <a:pt x="46555" y="116636"/>
                  <a:pt x="35289" y="116636"/>
                </a:cubicBezTo>
                <a:cubicBezTo>
                  <a:pt x="27613" y="116636"/>
                  <a:pt x="21096" y="114096"/>
                  <a:pt x="15739" y="109015"/>
                </a:cubicBezTo>
                <a:cubicBezTo>
                  <a:pt x="5246" y="99130"/>
                  <a:pt x="0" y="86317"/>
                  <a:pt x="0" y="70578"/>
                </a:cubicBezTo>
                <a:cubicBezTo>
                  <a:pt x="0" y="60527"/>
                  <a:pt x="2016" y="50973"/>
                  <a:pt x="6047" y="41916"/>
                </a:cubicBezTo>
                <a:cubicBezTo>
                  <a:pt x="10079" y="32859"/>
                  <a:pt x="15836" y="24824"/>
                  <a:pt x="23319" y="17810"/>
                </a:cubicBezTo>
                <a:cubicBezTo>
                  <a:pt x="30802" y="10797"/>
                  <a:pt x="37968" y="6075"/>
                  <a:pt x="44815" y="3645"/>
                </a:cubicBezTo>
                <a:cubicBezTo>
                  <a:pt x="51663" y="1215"/>
                  <a:pt x="58042" y="0"/>
                  <a:pt x="63951" y="0"/>
                </a:cubicBezTo>
                <a:lnTo>
                  <a:pt x="68756" y="0"/>
                </a:lnTo>
                <a:moveTo>
                  <a:pt x="17230" y="57914"/>
                </a:moveTo>
                <a:cubicBezTo>
                  <a:pt x="16236" y="65380"/>
                  <a:pt x="15739" y="71407"/>
                  <a:pt x="15739" y="75996"/>
                </a:cubicBezTo>
                <a:cubicBezTo>
                  <a:pt x="15739" y="81305"/>
                  <a:pt x="16720" y="87070"/>
                  <a:pt x="18680" y="93291"/>
                </a:cubicBezTo>
                <a:cubicBezTo>
                  <a:pt x="20641" y="99513"/>
                  <a:pt x="23554" y="104449"/>
                  <a:pt x="27419" y="108099"/>
                </a:cubicBezTo>
                <a:cubicBezTo>
                  <a:pt x="30236" y="110698"/>
                  <a:pt x="33660" y="111997"/>
                  <a:pt x="37691" y="111997"/>
                </a:cubicBezTo>
                <a:cubicBezTo>
                  <a:pt x="42496" y="111997"/>
                  <a:pt x="46790" y="109730"/>
                  <a:pt x="50573" y="105197"/>
                </a:cubicBezTo>
                <a:cubicBezTo>
                  <a:pt x="54356" y="100661"/>
                  <a:pt x="56247" y="94190"/>
                  <a:pt x="56247" y="85784"/>
                </a:cubicBezTo>
                <a:cubicBezTo>
                  <a:pt x="56247" y="76328"/>
                  <a:pt x="54369" y="68145"/>
                  <a:pt x="50614" y="61233"/>
                </a:cubicBezTo>
                <a:cubicBezTo>
                  <a:pt x="46859" y="54319"/>
                  <a:pt x="41530" y="50863"/>
                  <a:pt x="34626" y="50863"/>
                </a:cubicBezTo>
                <a:cubicBezTo>
                  <a:pt x="32528" y="50863"/>
                  <a:pt x="30277" y="51305"/>
                  <a:pt x="27875" y="52191"/>
                </a:cubicBezTo>
                <a:cubicBezTo>
                  <a:pt x="25473" y="53074"/>
                  <a:pt x="21925" y="54982"/>
                  <a:pt x="17230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47">
            <a:extLst xmlns:a="http://schemas.openxmlformats.org/drawingml/2006/main">
              <a:ext uri="{FF2B5EF4-FFF2-40B4-BE49-F238E27FC236}">
                <a16:creationId xmlns:a16="http://schemas.microsoft.com/office/drawing/2014/main" id="{88E7D09A-0B09-4C61-8833-7F6486B1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308" y="2382197"/>
            <a:ext cx="159462" cy="116967"/>
          </a:xfrm>
          <a:custGeom xmlns:a="http://schemas.openxmlformats.org/drawingml/2006/main">
            <a:pathLst>
              <a:path w="159462" h="116967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  <a:moveTo>
                  <a:pt x="99239" y="2319"/>
                </a:moveTo>
                <a:lnTo>
                  <a:pt x="159462" y="2319"/>
                </a:lnTo>
                <a:lnTo>
                  <a:pt x="159462" y="5441"/>
                </a:lnTo>
                <a:lnTo>
                  <a:pt x="122019" y="116967"/>
                </a:lnTo>
                <a:lnTo>
                  <a:pt x="112742" y="116967"/>
                </a:lnTo>
                <a:lnTo>
                  <a:pt x="146291" y="15905"/>
                </a:lnTo>
                <a:lnTo>
                  <a:pt x="115392" y="15905"/>
                </a:lnTo>
                <a:cubicBezTo>
                  <a:pt x="109152" y="15905"/>
                  <a:pt x="104706" y="16650"/>
                  <a:pt x="102056" y="18142"/>
                </a:cubicBezTo>
                <a:cubicBezTo>
                  <a:pt x="97417" y="20682"/>
                  <a:pt x="93689" y="24603"/>
                  <a:pt x="90872" y="29905"/>
                </a:cubicBezTo>
                <a:lnTo>
                  <a:pt x="88470" y="28993"/>
                </a:lnTo>
                <a:lnTo>
                  <a:pt x="99239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319">
            <a:extLst xmlns:a="http://schemas.openxmlformats.org/drawingml/2006/main">
              <a:ext uri="{FF2B5EF4-FFF2-40B4-BE49-F238E27FC236}">
                <a16:creationId xmlns:a16="http://schemas.microsoft.com/office/drawing/2014/main" id="{C96ACB94-DCB5-4540-B61F-C208870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49" y="1596584"/>
            <a:ext cx="240311" cy="116967"/>
          </a:xfrm>
          <a:custGeom xmlns:a="http://schemas.openxmlformats.org/drawingml/2006/main">
            <a:pathLst>
              <a:path w="240311" h="116967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  <a:moveTo>
                  <a:pt x="97831" y="13254"/>
                </a:moveTo>
                <a:lnTo>
                  <a:pt x="125167" y="0"/>
                </a:lnTo>
                <a:lnTo>
                  <a:pt x="127901" y="0"/>
                </a:lnTo>
                <a:lnTo>
                  <a:pt x="127901" y="94767"/>
                </a:lnTo>
                <a:cubicBezTo>
                  <a:pt x="127901" y="101063"/>
                  <a:pt x="128163" y="104984"/>
                  <a:pt x="128688" y="106530"/>
                </a:cubicBezTo>
                <a:cubicBezTo>
                  <a:pt x="129213" y="108076"/>
                  <a:pt x="130303" y="109264"/>
                  <a:pt x="131960" y="110092"/>
                </a:cubicBezTo>
                <a:cubicBezTo>
                  <a:pt x="133617" y="110920"/>
                  <a:pt x="136986" y="111390"/>
                  <a:pt x="142066" y="111500"/>
                </a:cubicBezTo>
                <a:lnTo>
                  <a:pt x="142066" y="114648"/>
                </a:lnTo>
                <a:lnTo>
                  <a:pt x="99819" y="114648"/>
                </a:lnTo>
                <a:lnTo>
                  <a:pt x="99819" y="111500"/>
                </a:lnTo>
                <a:cubicBezTo>
                  <a:pt x="105120" y="111390"/>
                  <a:pt x="108544" y="110934"/>
                  <a:pt x="110091" y="110133"/>
                </a:cubicBezTo>
                <a:cubicBezTo>
                  <a:pt x="111637" y="109333"/>
                  <a:pt x="112714" y="108256"/>
                  <a:pt x="113321" y="106903"/>
                </a:cubicBezTo>
                <a:cubicBezTo>
                  <a:pt x="113929" y="105550"/>
                  <a:pt x="114233" y="101504"/>
                  <a:pt x="114233" y="94767"/>
                </a:cubicBezTo>
                <a:lnTo>
                  <a:pt x="114233" y="34129"/>
                </a:lnTo>
                <a:cubicBezTo>
                  <a:pt x="114233" y="25992"/>
                  <a:pt x="113957" y="20770"/>
                  <a:pt x="113404" y="18463"/>
                </a:cubicBezTo>
                <a:cubicBezTo>
                  <a:pt x="113018" y="16702"/>
                  <a:pt x="112314" y="15408"/>
                  <a:pt x="111292" y="14580"/>
                </a:cubicBezTo>
                <a:cubicBezTo>
                  <a:pt x="110270" y="13751"/>
                  <a:pt x="109041" y="13337"/>
                  <a:pt x="107606" y="13337"/>
                </a:cubicBezTo>
                <a:cubicBezTo>
                  <a:pt x="105562" y="13337"/>
                  <a:pt x="102718" y="14193"/>
                  <a:pt x="99073" y="15905"/>
                </a:cubicBezTo>
                <a:lnTo>
                  <a:pt x="97831" y="13254"/>
                </a:lnTo>
                <a:close/>
                <a:moveTo>
                  <a:pt x="171721" y="116967"/>
                </a:moveTo>
                <a:lnTo>
                  <a:pt x="171721" y="113820"/>
                </a:lnTo>
                <a:cubicBezTo>
                  <a:pt x="178900" y="113709"/>
                  <a:pt x="185583" y="112043"/>
                  <a:pt x="191768" y="108821"/>
                </a:cubicBezTo>
                <a:cubicBezTo>
                  <a:pt x="197953" y="105597"/>
                  <a:pt x="203931" y="99964"/>
                  <a:pt x="209702" y="91922"/>
                </a:cubicBezTo>
                <a:cubicBezTo>
                  <a:pt x="215473" y="83878"/>
                  <a:pt x="219491" y="74997"/>
                  <a:pt x="221755" y="65279"/>
                </a:cubicBezTo>
                <a:cubicBezTo>
                  <a:pt x="213085" y="70910"/>
                  <a:pt x="205243" y="73726"/>
                  <a:pt x="198229" y="73726"/>
                </a:cubicBezTo>
                <a:cubicBezTo>
                  <a:pt x="190332" y="73726"/>
                  <a:pt x="183567" y="70675"/>
                  <a:pt x="177934" y="64572"/>
                </a:cubicBezTo>
                <a:cubicBezTo>
                  <a:pt x="172301" y="58470"/>
                  <a:pt x="169484" y="50366"/>
                  <a:pt x="169484" y="40259"/>
                </a:cubicBezTo>
                <a:cubicBezTo>
                  <a:pt x="169484" y="30429"/>
                  <a:pt x="172301" y="21676"/>
                  <a:pt x="177934" y="14000"/>
                </a:cubicBezTo>
                <a:cubicBezTo>
                  <a:pt x="184727" y="4667"/>
                  <a:pt x="193590" y="0"/>
                  <a:pt x="204525" y="0"/>
                </a:cubicBezTo>
                <a:cubicBezTo>
                  <a:pt x="213748" y="0"/>
                  <a:pt x="221645" y="3811"/>
                  <a:pt x="228217" y="11432"/>
                </a:cubicBezTo>
                <a:cubicBezTo>
                  <a:pt x="236280" y="20875"/>
                  <a:pt x="240311" y="32528"/>
                  <a:pt x="240311" y="46389"/>
                </a:cubicBezTo>
                <a:cubicBezTo>
                  <a:pt x="240311" y="58870"/>
                  <a:pt x="237246" y="70509"/>
                  <a:pt x="231116" y="81306"/>
                </a:cubicBezTo>
                <a:cubicBezTo>
                  <a:pt x="224986" y="92102"/>
                  <a:pt x="216454" y="101063"/>
                  <a:pt x="205519" y="108187"/>
                </a:cubicBezTo>
                <a:cubicBezTo>
                  <a:pt x="196628" y="114041"/>
                  <a:pt x="186936" y="116967"/>
                  <a:pt x="176443" y="116967"/>
                </a:cubicBezTo>
                <a:lnTo>
                  <a:pt x="171721" y="116967"/>
                </a:lnTo>
                <a:moveTo>
                  <a:pt x="223081" y="59165"/>
                </a:moveTo>
                <a:cubicBezTo>
                  <a:pt x="224075" y="52004"/>
                  <a:pt x="224572" y="46276"/>
                  <a:pt x="224572" y="41981"/>
                </a:cubicBezTo>
                <a:cubicBezTo>
                  <a:pt x="224572" y="36640"/>
                  <a:pt x="223661" y="30871"/>
                  <a:pt x="221838" y="24675"/>
                </a:cubicBezTo>
                <a:cubicBezTo>
                  <a:pt x="220016" y="18478"/>
                  <a:pt x="217434" y="13728"/>
                  <a:pt x="214093" y="10425"/>
                </a:cubicBezTo>
                <a:cubicBezTo>
                  <a:pt x="210752" y="7120"/>
                  <a:pt x="206955" y="5467"/>
                  <a:pt x="202703" y="5467"/>
                </a:cubicBezTo>
                <a:cubicBezTo>
                  <a:pt x="197787" y="5467"/>
                  <a:pt x="193480" y="7670"/>
                  <a:pt x="189780" y="12076"/>
                </a:cubicBezTo>
                <a:cubicBezTo>
                  <a:pt x="186080" y="16482"/>
                  <a:pt x="184230" y="23036"/>
                  <a:pt x="184230" y="31737"/>
                </a:cubicBezTo>
                <a:cubicBezTo>
                  <a:pt x="184230" y="43359"/>
                  <a:pt x="186687" y="52446"/>
                  <a:pt x="191602" y="58999"/>
                </a:cubicBezTo>
                <a:cubicBezTo>
                  <a:pt x="195192" y="63736"/>
                  <a:pt x="199610" y="66105"/>
                  <a:pt x="204856" y="66105"/>
                </a:cubicBezTo>
                <a:cubicBezTo>
                  <a:pt x="207397" y="66105"/>
                  <a:pt x="210406" y="65499"/>
                  <a:pt x="213886" y="64288"/>
                </a:cubicBezTo>
                <a:cubicBezTo>
                  <a:pt x="217365" y="63076"/>
                  <a:pt x="220430" y="61368"/>
                  <a:pt x="223081" y="59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963">
            <a:extLst xmlns:a="http://schemas.openxmlformats.org/drawingml/2006/main">
              <a:ext uri="{FF2B5EF4-FFF2-40B4-BE49-F238E27FC236}">
                <a16:creationId xmlns:a16="http://schemas.microsoft.com/office/drawing/2014/main" id="{E16AE0F7-71EA-487F-8BA5-D585E834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839" y="2031015"/>
            <a:ext cx="233684" cy="116967"/>
          </a:xfrm>
          <a:custGeom xmlns:a="http://schemas.openxmlformats.org/drawingml/2006/main">
            <a:pathLst>
              <a:path w="233684" h="116967">
                <a:moveTo>
                  <a:pt x="2237" y="116967"/>
                </a:moveTo>
                <a:lnTo>
                  <a:pt x="2237" y="113820"/>
                </a:lnTo>
                <a:cubicBezTo>
                  <a:pt x="9416" y="113709"/>
                  <a:pt x="16098" y="112043"/>
                  <a:pt x="22283" y="108821"/>
                </a:cubicBezTo>
                <a:cubicBezTo>
                  <a:pt x="28469" y="105597"/>
                  <a:pt x="34447" y="99964"/>
                  <a:pt x="40218" y="91922"/>
                </a:cubicBezTo>
                <a:cubicBezTo>
                  <a:pt x="45989" y="83878"/>
                  <a:pt x="50007" y="74997"/>
                  <a:pt x="52271" y="65279"/>
                </a:cubicBezTo>
                <a:cubicBezTo>
                  <a:pt x="43600" y="70910"/>
                  <a:pt x="35758" y="73726"/>
                  <a:pt x="28745" y="73726"/>
                </a:cubicBezTo>
                <a:cubicBezTo>
                  <a:pt x="20848" y="73726"/>
                  <a:pt x="14082" y="70675"/>
                  <a:pt x="8449" y="64572"/>
                </a:cubicBezTo>
                <a:cubicBezTo>
                  <a:pt x="2816" y="58470"/>
                  <a:pt x="0" y="50366"/>
                  <a:pt x="0" y="40259"/>
                </a:cubicBezTo>
                <a:cubicBezTo>
                  <a:pt x="0" y="30429"/>
                  <a:pt x="2817" y="21676"/>
                  <a:pt x="8450" y="14000"/>
                </a:cubicBezTo>
                <a:cubicBezTo>
                  <a:pt x="15242" y="4667"/>
                  <a:pt x="24106" y="0"/>
                  <a:pt x="35041" y="0"/>
                </a:cubicBezTo>
                <a:cubicBezTo>
                  <a:pt x="44263" y="0"/>
                  <a:pt x="52160" y="3811"/>
                  <a:pt x="58732" y="11432"/>
                </a:cubicBezTo>
                <a:cubicBezTo>
                  <a:pt x="66795" y="20875"/>
                  <a:pt x="70827" y="32528"/>
                  <a:pt x="70827" y="46389"/>
                </a:cubicBezTo>
                <a:cubicBezTo>
                  <a:pt x="70827" y="58870"/>
                  <a:pt x="67762" y="70509"/>
                  <a:pt x="61632" y="81306"/>
                </a:cubicBezTo>
                <a:cubicBezTo>
                  <a:pt x="55502" y="92102"/>
                  <a:pt x="46969" y="101063"/>
                  <a:pt x="36035" y="108187"/>
                </a:cubicBezTo>
                <a:cubicBezTo>
                  <a:pt x="27143" y="114041"/>
                  <a:pt x="17451" y="116967"/>
                  <a:pt x="6958" y="116967"/>
                </a:cubicBezTo>
                <a:lnTo>
                  <a:pt x="2237" y="116967"/>
                </a:lnTo>
                <a:moveTo>
                  <a:pt x="53596" y="59165"/>
                </a:moveTo>
                <a:cubicBezTo>
                  <a:pt x="54590" y="52004"/>
                  <a:pt x="55087" y="46276"/>
                  <a:pt x="55087" y="41981"/>
                </a:cubicBezTo>
                <a:cubicBezTo>
                  <a:pt x="55087" y="36640"/>
                  <a:pt x="54176" y="30871"/>
                  <a:pt x="52354" y="24675"/>
                </a:cubicBezTo>
                <a:cubicBezTo>
                  <a:pt x="50531" y="18478"/>
                  <a:pt x="47949" y="13728"/>
                  <a:pt x="44608" y="10425"/>
                </a:cubicBezTo>
                <a:cubicBezTo>
                  <a:pt x="41267" y="7120"/>
                  <a:pt x="37470" y="5467"/>
                  <a:pt x="33218" y="5467"/>
                </a:cubicBezTo>
                <a:cubicBezTo>
                  <a:pt x="28303" y="5467"/>
                  <a:pt x="23995" y="7670"/>
                  <a:pt x="20295" y="12076"/>
                </a:cubicBezTo>
                <a:cubicBezTo>
                  <a:pt x="16595" y="16482"/>
                  <a:pt x="14745" y="23036"/>
                  <a:pt x="14745" y="31737"/>
                </a:cubicBezTo>
                <a:cubicBezTo>
                  <a:pt x="14745" y="43359"/>
                  <a:pt x="17203" y="52446"/>
                  <a:pt x="22118" y="58999"/>
                </a:cubicBezTo>
                <a:cubicBezTo>
                  <a:pt x="25707" y="63736"/>
                  <a:pt x="30125" y="66105"/>
                  <a:pt x="35372" y="66105"/>
                </a:cubicBezTo>
                <a:cubicBezTo>
                  <a:pt x="37912" y="66105"/>
                  <a:pt x="40922" y="65499"/>
                  <a:pt x="44401" y="64288"/>
                </a:cubicBezTo>
                <a:cubicBezTo>
                  <a:pt x="47880" y="63076"/>
                  <a:pt x="50945" y="61368"/>
                  <a:pt x="53596" y="59165"/>
                </a:cubicBezTo>
                <a:close/>
                <a:moveTo>
                  <a:pt x="154161" y="0"/>
                </a:moveTo>
                <a:lnTo>
                  <a:pt x="154161" y="3314"/>
                </a:lnTo>
                <a:cubicBezTo>
                  <a:pt x="146871" y="4026"/>
                  <a:pt x="140920" y="5466"/>
                  <a:pt x="136309" y="7634"/>
                </a:cubicBezTo>
                <a:cubicBezTo>
                  <a:pt x="131698" y="9800"/>
                  <a:pt x="127142" y="13105"/>
                  <a:pt x="122641" y="17549"/>
                </a:cubicBezTo>
                <a:cubicBezTo>
                  <a:pt x="118140" y="21991"/>
                  <a:pt x="114412" y="26941"/>
                  <a:pt x="111458" y="32400"/>
                </a:cubicBezTo>
                <a:cubicBezTo>
                  <a:pt x="108503" y="37857"/>
                  <a:pt x="106032" y="44343"/>
                  <a:pt x="104044" y="51859"/>
                </a:cubicBezTo>
                <a:cubicBezTo>
                  <a:pt x="111996" y="46335"/>
                  <a:pt x="119976" y="43573"/>
                  <a:pt x="127984" y="43573"/>
                </a:cubicBezTo>
                <a:cubicBezTo>
                  <a:pt x="135660" y="43573"/>
                  <a:pt x="142315" y="46672"/>
                  <a:pt x="147948" y="52871"/>
                </a:cubicBezTo>
                <a:cubicBezTo>
                  <a:pt x="153581" y="59071"/>
                  <a:pt x="156397" y="67041"/>
                  <a:pt x="156397" y="76783"/>
                </a:cubicBezTo>
                <a:cubicBezTo>
                  <a:pt x="156397" y="86192"/>
                  <a:pt x="153553" y="94772"/>
                  <a:pt x="147865" y="102523"/>
                </a:cubicBezTo>
                <a:cubicBezTo>
                  <a:pt x="141017" y="111932"/>
                  <a:pt x="131960" y="116636"/>
                  <a:pt x="120694" y="116636"/>
                </a:cubicBezTo>
                <a:cubicBezTo>
                  <a:pt x="113018" y="116636"/>
                  <a:pt x="106501" y="114096"/>
                  <a:pt x="101144" y="109015"/>
                </a:cubicBezTo>
                <a:cubicBezTo>
                  <a:pt x="90651" y="99130"/>
                  <a:pt x="85405" y="86317"/>
                  <a:pt x="85405" y="70578"/>
                </a:cubicBezTo>
                <a:cubicBezTo>
                  <a:pt x="85405" y="60527"/>
                  <a:pt x="87421" y="50973"/>
                  <a:pt x="91452" y="41916"/>
                </a:cubicBezTo>
                <a:cubicBezTo>
                  <a:pt x="95484" y="32859"/>
                  <a:pt x="101241" y="24824"/>
                  <a:pt x="108724" y="17810"/>
                </a:cubicBezTo>
                <a:cubicBezTo>
                  <a:pt x="116207" y="10797"/>
                  <a:pt x="123373" y="6075"/>
                  <a:pt x="130220" y="3645"/>
                </a:cubicBezTo>
                <a:cubicBezTo>
                  <a:pt x="137068" y="1215"/>
                  <a:pt x="143447" y="0"/>
                  <a:pt x="149356" y="0"/>
                </a:cubicBezTo>
                <a:lnTo>
                  <a:pt x="154161" y="0"/>
                </a:lnTo>
                <a:moveTo>
                  <a:pt x="102635" y="57914"/>
                </a:moveTo>
                <a:cubicBezTo>
                  <a:pt x="101641" y="65380"/>
                  <a:pt x="101144" y="71407"/>
                  <a:pt x="101144" y="75996"/>
                </a:cubicBezTo>
                <a:cubicBezTo>
                  <a:pt x="101144" y="81305"/>
                  <a:pt x="102125" y="87070"/>
                  <a:pt x="104085" y="93291"/>
                </a:cubicBezTo>
                <a:cubicBezTo>
                  <a:pt x="106046" y="99513"/>
                  <a:pt x="108959" y="104449"/>
                  <a:pt x="112824" y="108099"/>
                </a:cubicBezTo>
                <a:cubicBezTo>
                  <a:pt x="115641" y="110698"/>
                  <a:pt x="119065" y="111997"/>
                  <a:pt x="123096" y="111997"/>
                </a:cubicBezTo>
                <a:cubicBezTo>
                  <a:pt x="127901" y="111997"/>
                  <a:pt x="132195" y="109730"/>
                  <a:pt x="135978" y="105197"/>
                </a:cubicBezTo>
                <a:cubicBezTo>
                  <a:pt x="139761" y="100661"/>
                  <a:pt x="141652" y="94190"/>
                  <a:pt x="141652" y="85784"/>
                </a:cubicBezTo>
                <a:cubicBezTo>
                  <a:pt x="141652" y="76328"/>
                  <a:pt x="139774" y="68145"/>
                  <a:pt x="136019" y="61233"/>
                </a:cubicBezTo>
                <a:cubicBezTo>
                  <a:pt x="132264" y="54319"/>
                  <a:pt x="126935" y="50863"/>
                  <a:pt x="120031" y="50863"/>
                </a:cubicBezTo>
                <a:cubicBezTo>
                  <a:pt x="117933" y="50863"/>
                  <a:pt x="115682" y="51305"/>
                  <a:pt x="113280" y="52191"/>
                </a:cubicBezTo>
                <a:cubicBezTo>
                  <a:pt x="110878" y="53074"/>
                  <a:pt x="107330" y="54982"/>
                  <a:pt x="102635" y="57914"/>
                </a:cubicBezTo>
                <a:close/>
                <a:moveTo>
                  <a:pt x="171555" y="23692"/>
                </a:moveTo>
                <a:cubicBezTo>
                  <a:pt x="174758" y="16126"/>
                  <a:pt x="178804" y="10286"/>
                  <a:pt x="183691" y="6171"/>
                </a:cubicBezTo>
                <a:cubicBezTo>
                  <a:pt x="188579" y="2057"/>
                  <a:pt x="194667" y="0"/>
                  <a:pt x="201957" y="0"/>
                </a:cubicBezTo>
                <a:cubicBezTo>
                  <a:pt x="210959" y="0"/>
                  <a:pt x="217862" y="2927"/>
                  <a:pt x="222666" y="8781"/>
                </a:cubicBezTo>
                <a:cubicBezTo>
                  <a:pt x="226311" y="13144"/>
                  <a:pt x="228134" y="17810"/>
                  <a:pt x="228134" y="22781"/>
                </a:cubicBezTo>
                <a:cubicBezTo>
                  <a:pt x="228134" y="30954"/>
                  <a:pt x="222998" y="39403"/>
                  <a:pt x="212726" y="48129"/>
                </a:cubicBezTo>
                <a:cubicBezTo>
                  <a:pt x="219629" y="50835"/>
                  <a:pt x="224848" y="54701"/>
                  <a:pt x="228382" y="59726"/>
                </a:cubicBezTo>
                <a:cubicBezTo>
                  <a:pt x="231917" y="64752"/>
                  <a:pt x="233684" y="70661"/>
                  <a:pt x="233684" y="77454"/>
                </a:cubicBezTo>
                <a:cubicBezTo>
                  <a:pt x="233684" y="87173"/>
                  <a:pt x="230591" y="95595"/>
                  <a:pt x="224406" y="102719"/>
                </a:cubicBezTo>
                <a:cubicBezTo>
                  <a:pt x="216343" y="111997"/>
                  <a:pt x="204663" y="116636"/>
                  <a:pt x="189366" y="116636"/>
                </a:cubicBezTo>
                <a:cubicBezTo>
                  <a:pt x="181800" y="116636"/>
                  <a:pt x="176650" y="115697"/>
                  <a:pt x="173916" y="113820"/>
                </a:cubicBezTo>
                <a:cubicBezTo>
                  <a:pt x="171183" y="111942"/>
                  <a:pt x="169816" y="109926"/>
                  <a:pt x="169816" y="107772"/>
                </a:cubicBezTo>
                <a:cubicBezTo>
                  <a:pt x="169816" y="106171"/>
                  <a:pt x="170465" y="104763"/>
                  <a:pt x="171762" y="103548"/>
                </a:cubicBezTo>
                <a:cubicBezTo>
                  <a:pt x="173060" y="102333"/>
                  <a:pt x="174620" y="101725"/>
                  <a:pt x="176443" y="101725"/>
                </a:cubicBezTo>
                <a:cubicBezTo>
                  <a:pt x="177823" y="101725"/>
                  <a:pt x="179232" y="101944"/>
                  <a:pt x="180668" y="102380"/>
                </a:cubicBezTo>
                <a:cubicBezTo>
                  <a:pt x="181606" y="102655"/>
                  <a:pt x="183733" y="103652"/>
                  <a:pt x="187046" y="105373"/>
                </a:cubicBezTo>
                <a:cubicBezTo>
                  <a:pt x="190360" y="107093"/>
                  <a:pt x="192651" y="108118"/>
                  <a:pt x="193922" y="108446"/>
                </a:cubicBezTo>
                <a:cubicBezTo>
                  <a:pt x="195965" y="109046"/>
                  <a:pt x="198146" y="109346"/>
                  <a:pt x="200466" y="109346"/>
                </a:cubicBezTo>
                <a:cubicBezTo>
                  <a:pt x="206099" y="109346"/>
                  <a:pt x="211000" y="107165"/>
                  <a:pt x="215170" y="102802"/>
                </a:cubicBezTo>
                <a:cubicBezTo>
                  <a:pt x="219339" y="98439"/>
                  <a:pt x="221424" y="93276"/>
                  <a:pt x="221424" y="87311"/>
                </a:cubicBezTo>
                <a:cubicBezTo>
                  <a:pt x="221424" y="82949"/>
                  <a:pt x="220457" y="78696"/>
                  <a:pt x="218525" y="74554"/>
                </a:cubicBezTo>
                <a:cubicBezTo>
                  <a:pt x="217089" y="71462"/>
                  <a:pt x="215515" y="69115"/>
                  <a:pt x="213803" y="67513"/>
                </a:cubicBezTo>
                <a:cubicBezTo>
                  <a:pt x="211428" y="65304"/>
                  <a:pt x="208170" y="63302"/>
                  <a:pt x="204028" y="61507"/>
                </a:cubicBezTo>
                <a:cubicBezTo>
                  <a:pt x="199886" y="59713"/>
                  <a:pt x="195661" y="58815"/>
                  <a:pt x="191354" y="58815"/>
                </a:cubicBezTo>
                <a:lnTo>
                  <a:pt x="188703" y="58815"/>
                </a:lnTo>
                <a:lnTo>
                  <a:pt x="188703" y="56330"/>
                </a:lnTo>
                <a:cubicBezTo>
                  <a:pt x="193066" y="55779"/>
                  <a:pt x="197442" y="54209"/>
                  <a:pt x="201833" y="51619"/>
                </a:cubicBezTo>
                <a:cubicBezTo>
                  <a:pt x="206223" y="49026"/>
                  <a:pt x="209412" y="45911"/>
                  <a:pt x="211400" y="42273"/>
                </a:cubicBezTo>
                <a:cubicBezTo>
                  <a:pt x="213389" y="38635"/>
                  <a:pt x="214383" y="34638"/>
                  <a:pt x="214383" y="30283"/>
                </a:cubicBezTo>
                <a:cubicBezTo>
                  <a:pt x="214383" y="24606"/>
                  <a:pt x="212602" y="20018"/>
                  <a:pt x="209040" y="16518"/>
                </a:cubicBezTo>
                <a:cubicBezTo>
                  <a:pt x="205478" y="13017"/>
                  <a:pt x="201046" y="11266"/>
                  <a:pt x="195744" y="11266"/>
                </a:cubicBezTo>
                <a:cubicBezTo>
                  <a:pt x="187184" y="11266"/>
                  <a:pt x="180032" y="15850"/>
                  <a:pt x="174289" y="25017"/>
                </a:cubicBezTo>
                <a:lnTo>
                  <a:pt x="171555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(a)Uniquecorre">
            <a:extLst xmlns:a="http://schemas.openxmlformats.org/drawingml/2006/main">
              <a:ext uri="{FF2B5EF4-FFF2-40B4-BE49-F238E27FC236}">
                <a16:creationId xmlns:a16="http://schemas.microsoft.com/office/drawing/2014/main" id="{85D21360-3210-4579-907B-F2405CD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10" y="3393787"/>
            <a:ext cx="1184619" cy="164644"/>
          </a:xfrm>
          <a:custGeom xmlns:a="http://schemas.openxmlformats.org/drawingml/2006/main">
            <a:pathLst>
              <a:path w="1184619" h="164644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04539" y="114283"/>
                </a:moveTo>
                <a:cubicBezTo>
                  <a:pt x="96218" y="120713"/>
                  <a:pt x="90995" y="124429"/>
                  <a:pt x="88871" y="125431"/>
                </a:cubicBezTo>
                <a:cubicBezTo>
                  <a:pt x="85684" y="126906"/>
                  <a:pt x="82291" y="127644"/>
                  <a:pt x="78691" y="127644"/>
                </a:cubicBezTo>
                <a:cubicBezTo>
                  <a:pt x="73085" y="127644"/>
                  <a:pt x="68467" y="125726"/>
                  <a:pt x="64838" y="121890"/>
                </a:cubicBezTo>
                <a:cubicBezTo>
                  <a:pt x="61209" y="118054"/>
                  <a:pt x="59394" y="113009"/>
                  <a:pt x="59394" y="106753"/>
                </a:cubicBezTo>
                <a:cubicBezTo>
                  <a:pt x="59394" y="102800"/>
                  <a:pt x="60279" y="99377"/>
                  <a:pt x="62050" y="96485"/>
                </a:cubicBezTo>
                <a:cubicBezTo>
                  <a:pt x="64469" y="92472"/>
                  <a:pt x="68674" y="88696"/>
                  <a:pt x="74664" y="85155"/>
                </a:cubicBezTo>
                <a:cubicBezTo>
                  <a:pt x="80653" y="81614"/>
                  <a:pt x="90612" y="77306"/>
                  <a:pt x="104539" y="72231"/>
                </a:cubicBezTo>
                <a:lnTo>
                  <a:pt x="104539" y="69056"/>
                </a:lnTo>
                <a:cubicBezTo>
                  <a:pt x="104539" y="61000"/>
                  <a:pt x="103255" y="55473"/>
                  <a:pt x="100688" y="52475"/>
                </a:cubicBezTo>
                <a:cubicBezTo>
                  <a:pt x="98121" y="49476"/>
                  <a:pt x="94388" y="47977"/>
                  <a:pt x="89490" y="47977"/>
                </a:cubicBezTo>
                <a:cubicBezTo>
                  <a:pt x="85773" y="47977"/>
                  <a:pt x="82822" y="48980"/>
                  <a:pt x="80639" y="50987"/>
                </a:cubicBezTo>
                <a:cubicBezTo>
                  <a:pt x="78396" y="52993"/>
                  <a:pt x="77275" y="55295"/>
                  <a:pt x="77275" y="57891"/>
                </a:cubicBezTo>
                <a:lnTo>
                  <a:pt x="77452" y="63025"/>
                </a:lnTo>
                <a:cubicBezTo>
                  <a:pt x="77452" y="65740"/>
                  <a:pt x="76759" y="67835"/>
                  <a:pt x="75372" y="69310"/>
                </a:cubicBezTo>
                <a:cubicBezTo>
                  <a:pt x="73985" y="70785"/>
                  <a:pt x="72170" y="71523"/>
                  <a:pt x="69928" y="71523"/>
                </a:cubicBezTo>
                <a:cubicBezTo>
                  <a:pt x="67744" y="71523"/>
                  <a:pt x="65959" y="70754"/>
                  <a:pt x="64572" y="69216"/>
                </a:cubicBezTo>
                <a:cubicBezTo>
                  <a:pt x="63186" y="67676"/>
                  <a:pt x="62492" y="65575"/>
                  <a:pt x="62492" y="62912"/>
                </a:cubicBezTo>
                <a:cubicBezTo>
                  <a:pt x="62492" y="57820"/>
                  <a:pt x="65089" y="53143"/>
                  <a:pt x="70282" y="48882"/>
                </a:cubicBezTo>
                <a:cubicBezTo>
                  <a:pt x="75475" y="44620"/>
                  <a:pt x="82763" y="42489"/>
                  <a:pt x="92146" y="42489"/>
                </a:cubicBezTo>
                <a:cubicBezTo>
                  <a:pt x="99345" y="42489"/>
                  <a:pt x="105247" y="43697"/>
                  <a:pt x="109850" y="46113"/>
                </a:cubicBezTo>
                <a:cubicBezTo>
                  <a:pt x="113331" y="47940"/>
                  <a:pt x="115898" y="50799"/>
                  <a:pt x="117551" y="54691"/>
                </a:cubicBezTo>
                <a:cubicBezTo>
                  <a:pt x="118613" y="57224"/>
                  <a:pt x="119144" y="62411"/>
                  <a:pt x="119144" y="70251"/>
                </a:cubicBezTo>
                <a:lnTo>
                  <a:pt x="119144" y="97747"/>
                </a:lnTo>
                <a:cubicBezTo>
                  <a:pt x="119144" y="105468"/>
                  <a:pt x="119292" y="110198"/>
                  <a:pt x="119587" y="111937"/>
                </a:cubicBezTo>
                <a:cubicBezTo>
                  <a:pt x="119882" y="113676"/>
                  <a:pt x="120369" y="114841"/>
                  <a:pt x="121047" y="115431"/>
                </a:cubicBezTo>
                <a:cubicBezTo>
                  <a:pt x="121726" y="116019"/>
                  <a:pt x="122508" y="116313"/>
                  <a:pt x="123393" y="116313"/>
                </a:cubicBezTo>
                <a:cubicBezTo>
                  <a:pt x="124337" y="116313"/>
                  <a:pt x="125163" y="116107"/>
                  <a:pt x="125872" y="115694"/>
                </a:cubicBezTo>
                <a:cubicBezTo>
                  <a:pt x="127111" y="114927"/>
                  <a:pt x="129501" y="112773"/>
                  <a:pt x="133042" y="109232"/>
                </a:cubicBezTo>
                <a:lnTo>
                  <a:pt x="133042" y="114189"/>
                </a:lnTo>
                <a:cubicBezTo>
                  <a:pt x="126432" y="123041"/>
                  <a:pt x="120118" y="127467"/>
                  <a:pt x="114099" y="127467"/>
                </a:cubicBezTo>
                <a:cubicBezTo>
                  <a:pt x="111207" y="127467"/>
                  <a:pt x="108905" y="126471"/>
                  <a:pt x="107194" y="124479"/>
                </a:cubicBezTo>
                <a:cubicBezTo>
                  <a:pt x="105483" y="122486"/>
                  <a:pt x="104598" y="119087"/>
                  <a:pt x="104539" y="114283"/>
                </a:cubicBezTo>
                <a:moveTo>
                  <a:pt x="104539" y="108543"/>
                </a:moveTo>
                <a:lnTo>
                  <a:pt x="104539" y="77719"/>
                </a:lnTo>
                <a:cubicBezTo>
                  <a:pt x="95628" y="81253"/>
                  <a:pt x="89874" y="83755"/>
                  <a:pt x="87277" y="85227"/>
                </a:cubicBezTo>
                <a:cubicBezTo>
                  <a:pt x="82615" y="87818"/>
                  <a:pt x="79281" y="90527"/>
                  <a:pt x="77275" y="93354"/>
                </a:cubicBezTo>
                <a:cubicBezTo>
                  <a:pt x="75268" y="96179"/>
                  <a:pt x="74265" y="99270"/>
                  <a:pt x="74265" y="102626"/>
                </a:cubicBezTo>
                <a:cubicBezTo>
                  <a:pt x="74265" y="106866"/>
                  <a:pt x="75534" y="110384"/>
                  <a:pt x="78072" y="113182"/>
                </a:cubicBezTo>
                <a:cubicBezTo>
                  <a:pt x="80609" y="115978"/>
                  <a:pt x="83530" y="117376"/>
                  <a:pt x="86835" y="117376"/>
                </a:cubicBezTo>
                <a:cubicBezTo>
                  <a:pt x="91320" y="117376"/>
                  <a:pt x="97221" y="114431"/>
                  <a:pt x="104539" y="108543"/>
                </a:cubicBezTo>
                <a:close/>
                <a:moveTo>
                  <a:pt x="137316" y="3718"/>
                </a:moveTo>
                <a:lnTo>
                  <a:pt x="137316" y="0"/>
                </a:lnTo>
                <a:cubicBezTo>
                  <a:pt x="146285" y="4426"/>
                  <a:pt x="153750" y="9649"/>
                  <a:pt x="159711" y="15668"/>
                </a:cubicBezTo>
                <a:cubicBezTo>
                  <a:pt x="168149" y="24284"/>
                  <a:pt x="174670" y="34389"/>
                  <a:pt x="179273" y="45985"/>
                </a:cubicBezTo>
                <a:cubicBezTo>
                  <a:pt x="183876" y="57581"/>
                  <a:pt x="186178" y="69664"/>
                  <a:pt x="186178" y="82234"/>
                </a:cubicBezTo>
                <a:cubicBezTo>
                  <a:pt x="186178" y="100528"/>
                  <a:pt x="181678" y="117213"/>
                  <a:pt x="172679" y="132291"/>
                </a:cubicBezTo>
                <a:cubicBezTo>
                  <a:pt x="163679" y="147369"/>
                  <a:pt x="151892" y="158153"/>
                  <a:pt x="137315" y="164644"/>
                </a:cubicBezTo>
                <a:lnTo>
                  <a:pt x="137315" y="161281"/>
                </a:lnTo>
                <a:cubicBezTo>
                  <a:pt x="144574" y="157211"/>
                  <a:pt x="150549" y="151711"/>
                  <a:pt x="155240" y="144780"/>
                </a:cubicBezTo>
                <a:cubicBezTo>
                  <a:pt x="159932" y="137850"/>
                  <a:pt x="163414" y="129033"/>
                  <a:pt x="165686" y="118330"/>
                </a:cubicBezTo>
                <a:cubicBezTo>
                  <a:pt x="167958" y="107625"/>
                  <a:pt x="169094" y="96463"/>
                  <a:pt x="169094" y="84845"/>
                </a:cubicBezTo>
                <a:cubicBezTo>
                  <a:pt x="169094" y="72281"/>
                  <a:pt x="168120" y="60809"/>
                  <a:pt x="166173" y="50431"/>
                </a:cubicBezTo>
                <a:cubicBezTo>
                  <a:pt x="164697" y="42291"/>
                  <a:pt x="162853" y="35773"/>
                  <a:pt x="160640" y="30879"/>
                </a:cubicBezTo>
                <a:cubicBezTo>
                  <a:pt x="158427" y="25983"/>
                  <a:pt x="155491" y="21265"/>
                  <a:pt x="151833" y="16724"/>
                </a:cubicBezTo>
                <a:cubicBezTo>
                  <a:pt x="148174" y="12182"/>
                  <a:pt x="143335" y="7847"/>
                  <a:pt x="137316" y="3718"/>
                </a:cubicBezTo>
                <a:close/>
                <a:moveTo>
                  <a:pt x="325416" y="9206"/>
                </a:moveTo>
                <a:lnTo>
                  <a:pt x="325416" y="5842"/>
                </a:lnTo>
                <a:lnTo>
                  <a:pt x="367905" y="5842"/>
                </a:lnTo>
                <a:lnTo>
                  <a:pt x="367905" y="9206"/>
                </a:lnTo>
                <a:lnTo>
                  <a:pt x="363390" y="9206"/>
                </a:lnTo>
                <a:cubicBezTo>
                  <a:pt x="358669" y="9206"/>
                  <a:pt x="355040" y="11174"/>
                  <a:pt x="352502" y="15109"/>
                </a:cubicBezTo>
                <a:cubicBezTo>
                  <a:pt x="351263" y="16929"/>
                  <a:pt x="350644" y="21158"/>
                  <a:pt x="350644" y="27795"/>
                </a:cubicBezTo>
                <a:lnTo>
                  <a:pt x="350644" y="76394"/>
                </a:lnTo>
                <a:cubicBezTo>
                  <a:pt x="350644" y="88413"/>
                  <a:pt x="349449" y="97736"/>
                  <a:pt x="347059" y="104363"/>
                </a:cubicBezTo>
                <a:cubicBezTo>
                  <a:pt x="344669" y="110989"/>
                  <a:pt x="339977" y="116674"/>
                  <a:pt x="332984" y="121417"/>
                </a:cubicBezTo>
                <a:cubicBezTo>
                  <a:pt x="325991" y="126158"/>
                  <a:pt x="316475" y="128529"/>
                  <a:pt x="304437" y="128529"/>
                </a:cubicBezTo>
                <a:cubicBezTo>
                  <a:pt x="291336" y="128529"/>
                  <a:pt x="281393" y="126262"/>
                  <a:pt x="274606" y="121727"/>
                </a:cubicBezTo>
                <a:cubicBezTo>
                  <a:pt x="267820" y="117190"/>
                  <a:pt x="263010" y="111093"/>
                  <a:pt x="260178" y="103434"/>
                </a:cubicBezTo>
                <a:cubicBezTo>
                  <a:pt x="258289" y="98191"/>
                  <a:pt x="257345" y="88353"/>
                  <a:pt x="257345" y="73918"/>
                </a:cubicBezTo>
                <a:lnTo>
                  <a:pt x="257345" y="27087"/>
                </a:lnTo>
                <a:cubicBezTo>
                  <a:pt x="257345" y="19747"/>
                  <a:pt x="256327" y="14932"/>
                  <a:pt x="254291" y="12642"/>
                </a:cubicBezTo>
                <a:cubicBezTo>
                  <a:pt x="252255" y="10351"/>
                  <a:pt x="248965" y="9206"/>
                  <a:pt x="244421" y="9206"/>
                </a:cubicBezTo>
                <a:lnTo>
                  <a:pt x="239907" y="9206"/>
                </a:lnTo>
                <a:lnTo>
                  <a:pt x="239907" y="5842"/>
                </a:lnTo>
                <a:lnTo>
                  <a:pt x="291779" y="5842"/>
                </a:lnTo>
                <a:lnTo>
                  <a:pt x="291779" y="9206"/>
                </a:lnTo>
                <a:lnTo>
                  <a:pt x="287176" y="9206"/>
                </a:lnTo>
                <a:cubicBezTo>
                  <a:pt x="282219" y="9206"/>
                  <a:pt x="278678" y="10762"/>
                  <a:pt x="276554" y="13875"/>
                </a:cubicBezTo>
                <a:cubicBezTo>
                  <a:pt x="275078" y="15989"/>
                  <a:pt x="274341" y="20392"/>
                  <a:pt x="274341" y="27087"/>
                </a:cubicBezTo>
                <a:lnTo>
                  <a:pt x="274341" y="79302"/>
                </a:lnTo>
                <a:cubicBezTo>
                  <a:pt x="274341" y="83956"/>
                  <a:pt x="274768" y="89288"/>
                  <a:pt x="275624" y="95296"/>
                </a:cubicBezTo>
                <a:cubicBezTo>
                  <a:pt x="276480" y="101302"/>
                  <a:pt x="278029" y="105984"/>
                  <a:pt x="280271" y="109343"/>
                </a:cubicBezTo>
                <a:cubicBezTo>
                  <a:pt x="282514" y="112699"/>
                  <a:pt x="285745" y="115467"/>
                  <a:pt x="289964" y="117647"/>
                </a:cubicBezTo>
                <a:cubicBezTo>
                  <a:pt x="294183" y="119826"/>
                  <a:pt x="299362" y="120916"/>
                  <a:pt x="305499" y="120916"/>
                </a:cubicBezTo>
                <a:cubicBezTo>
                  <a:pt x="313348" y="120916"/>
                  <a:pt x="320370" y="119209"/>
                  <a:pt x="326566" y="115793"/>
                </a:cubicBezTo>
                <a:cubicBezTo>
                  <a:pt x="332763" y="112376"/>
                  <a:pt x="336997" y="108003"/>
                  <a:pt x="339269" y="102673"/>
                </a:cubicBezTo>
                <a:cubicBezTo>
                  <a:pt x="341541" y="97342"/>
                  <a:pt x="342677" y="88315"/>
                  <a:pt x="342677" y="75592"/>
                </a:cubicBezTo>
                <a:lnTo>
                  <a:pt x="342677" y="27087"/>
                </a:lnTo>
                <a:cubicBezTo>
                  <a:pt x="342677" y="19629"/>
                  <a:pt x="341851" y="14961"/>
                  <a:pt x="340198" y="13081"/>
                </a:cubicBezTo>
                <a:cubicBezTo>
                  <a:pt x="337897" y="10498"/>
                  <a:pt x="334474" y="9206"/>
                  <a:pt x="329930" y="9206"/>
                </a:cubicBezTo>
                <a:lnTo>
                  <a:pt x="325416" y="9206"/>
                </a:lnTo>
                <a:close/>
                <a:moveTo>
                  <a:pt x="399122" y="59573"/>
                </a:moveTo>
                <a:cubicBezTo>
                  <a:pt x="408623" y="48184"/>
                  <a:pt x="417682" y="42489"/>
                  <a:pt x="426298" y="42489"/>
                </a:cubicBezTo>
                <a:cubicBezTo>
                  <a:pt x="430724" y="42489"/>
                  <a:pt x="434530" y="43593"/>
                  <a:pt x="437717" y="45800"/>
                </a:cubicBezTo>
                <a:cubicBezTo>
                  <a:pt x="440903" y="48006"/>
                  <a:pt x="443441" y="51640"/>
                  <a:pt x="445329" y="56702"/>
                </a:cubicBezTo>
                <a:cubicBezTo>
                  <a:pt x="446627" y="60233"/>
                  <a:pt x="447276" y="65648"/>
                  <a:pt x="447276" y="72945"/>
                </a:cubicBezTo>
                <a:lnTo>
                  <a:pt x="447276" y="107461"/>
                </a:lnTo>
                <a:cubicBezTo>
                  <a:pt x="447276" y="112625"/>
                  <a:pt x="447690" y="116127"/>
                  <a:pt x="448516" y="117968"/>
                </a:cubicBezTo>
                <a:cubicBezTo>
                  <a:pt x="449165" y="119452"/>
                  <a:pt x="450212" y="120610"/>
                  <a:pt x="451658" y="121442"/>
                </a:cubicBezTo>
                <a:cubicBezTo>
                  <a:pt x="453104" y="122272"/>
                  <a:pt x="455774" y="122687"/>
                  <a:pt x="459669" y="122687"/>
                </a:cubicBezTo>
                <a:lnTo>
                  <a:pt x="459669" y="125873"/>
                </a:lnTo>
                <a:lnTo>
                  <a:pt x="419570" y="125873"/>
                </a:lnTo>
                <a:lnTo>
                  <a:pt x="419570" y="122687"/>
                </a:lnTo>
                <a:lnTo>
                  <a:pt x="421252" y="122687"/>
                </a:lnTo>
                <a:cubicBezTo>
                  <a:pt x="425029" y="122687"/>
                  <a:pt x="427670" y="122109"/>
                  <a:pt x="429174" y="120952"/>
                </a:cubicBezTo>
                <a:cubicBezTo>
                  <a:pt x="430679" y="119794"/>
                  <a:pt x="431727" y="118087"/>
                  <a:pt x="432317" y="115832"/>
                </a:cubicBezTo>
                <a:cubicBezTo>
                  <a:pt x="432553" y="114941"/>
                  <a:pt x="432671" y="112151"/>
                  <a:pt x="432671" y="107461"/>
                </a:cubicBezTo>
                <a:lnTo>
                  <a:pt x="432671" y="74322"/>
                </a:lnTo>
                <a:cubicBezTo>
                  <a:pt x="432671" y="66957"/>
                  <a:pt x="431712" y="61610"/>
                  <a:pt x="429794" y="58281"/>
                </a:cubicBezTo>
                <a:cubicBezTo>
                  <a:pt x="427876" y="54952"/>
                  <a:pt x="424645" y="53288"/>
                  <a:pt x="420101" y="53288"/>
                </a:cubicBezTo>
                <a:cubicBezTo>
                  <a:pt x="413079" y="53288"/>
                  <a:pt x="406086" y="57124"/>
                  <a:pt x="399122" y="64796"/>
                </a:cubicBezTo>
                <a:lnTo>
                  <a:pt x="399122" y="107461"/>
                </a:lnTo>
                <a:cubicBezTo>
                  <a:pt x="399122" y="112981"/>
                  <a:pt x="399447" y="116394"/>
                  <a:pt x="400096" y="117702"/>
                </a:cubicBezTo>
                <a:cubicBezTo>
                  <a:pt x="400922" y="119423"/>
                  <a:pt x="402058" y="120684"/>
                  <a:pt x="403504" y="121486"/>
                </a:cubicBezTo>
                <a:cubicBezTo>
                  <a:pt x="404950" y="122286"/>
                  <a:pt x="407886" y="122687"/>
                  <a:pt x="412312" y="122687"/>
                </a:cubicBezTo>
                <a:lnTo>
                  <a:pt x="412312" y="125873"/>
                </a:lnTo>
                <a:lnTo>
                  <a:pt x="372213" y="125873"/>
                </a:lnTo>
                <a:lnTo>
                  <a:pt x="372213" y="122687"/>
                </a:lnTo>
                <a:lnTo>
                  <a:pt x="373983" y="122687"/>
                </a:lnTo>
                <a:cubicBezTo>
                  <a:pt x="378114" y="122687"/>
                  <a:pt x="380902" y="121634"/>
                  <a:pt x="382348" y="119528"/>
                </a:cubicBezTo>
                <a:cubicBezTo>
                  <a:pt x="383794" y="117420"/>
                  <a:pt x="384517" y="113398"/>
                  <a:pt x="384517" y="107461"/>
                </a:cubicBezTo>
                <a:lnTo>
                  <a:pt x="384517" y="77542"/>
                </a:lnTo>
                <a:cubicBezTo>
                  <a:pt x="384517" y="67805"/>
                  <a:pt x="384296" y="61874"/>
                  <a:pt x="383853" y="59750"/>
                </a:cubicBezTo>
                <a:cubicBezTo>
                  <a:pt x="383410" y="57626"/>
                  <a:pt x="382732" y="56180"/>
                  <a:pt x="381817" y="55413"/>
                </a:cubicBezTo>
                <a:cubicBezTo>
                  <a:pt x="380902" y="54645"/>
                  <a:pt x="379678" y="54262"/>
                  <a:pt x="378144" y="54262"/>
                </a:cubicBezTo>
                <a:cubicBezTo>
                  <a:pt x="376491" y="54262"/>
                  <a:pt x="374514" y="54704"/>
                  <a:pt x="372213" y="55590"/>
                </a:cubicBezTo>
                <a:lnTo>
                  <a:pt x="370885" y="52403"/>
                </a:lnTo>
                <a:lnTo>
                  <a:pt x="395316" y="42489"/>
                </a:lnTo>
                <a:lnTo>
                  <a:pt x="399122" y="42489"/>
                </a:lnTo>
                <a:lnTo>
                  <a:pt x="399122" y="59573"/>
                </a:lnTo>
                <a:close/>
                <a:moveTo>
                  <a:pt x="486756" y="0"/>
                </a:moveTo>
                <a:cubicBezTo>
                  <a:pt x="489235" y="0"/>
                  <a:pt x="491344" y="875"/>
                  <a:pt x="493085" y="2625"/>
                </a:cubicBezTo>
                <a:cubicBezTo>
                  <a:pt x="494826" y="4373"/>
                  <a:pt x="495697" y="6493"/>
                  <a:pt x="495697" y="8985"/>
                </a:cubicBezTo>
                <a:cubicBezTo>
                  <a:pt x="495697" y="11476"/>
                  <a:pt x="494826" y="13612"/>
                  <a:pt x="493085" y="15391"/>
                </a:cubicBezTo>
                <a:cubicBezTo>
                  <a:pt x="491344" y="17169"/>
                  <a:pt x="489235" y="18058"/>
                  <a:pt x="486756" y="18058"/>
                </a:cubicBezTo>
                <a:cubicBezTo>
                  <a:pt x="484278" y="18058"/>
                  <a:pt x="482153" y="17169"/>
                  <a:pt x="480383" y="15391"/>
                </a:cubicBezTo>
                <a:cubicBezTo>
                  <a:pt x="478612" y="13612"/>
                  <a:pt x="477727" y="11476"/>
                  <a:pt x="477727" y="8985"/>
                </a:cubicBezTo>
                <a:cubicBezTo>
                  <a:pt x="477727" y="6493"/>
                  <a:pt x="478598" y="4373"/>
                  <a:pt x="480339" y="2625"/>
                </a:cubicBezTo>
                <a:cubicBezTo>
                  <a:pt x="482079" y="875"/>
                  <a:pt x="484219" y="0"/>
                  <a:pt x="486756" y="0"/>
                </a:cubicBezTo>
                <a:moveTo>
                  <a:pt x="494103" y="42489"/>
                </a:moveTo>
                <a:lnTo>
                  <a:pt x="494103" y="107461"/>
                </a:lnTo>
                <a:cubicBezTo>
                  <a:pt x="494103" y="112566"/>
                  <a:pt x="494472" y="115965"/>
                  <a:pt x="495210" y="117658"/>
                </a:cubicBezTo>
                <a:cubicBezTo>
                  <a:pt x="495947" y="119349"/>
                  <a:pt x="497039" y="120610"/>
                  <a:pt x="498485" y="121442"/>
                </a:cubicBezTo>
                <a:cubicBezTo>
                  <a:pt x="499931" y="122272"/>
                  <a:pt x="502571" y="122687"/>
                  <a:pt x="506407" y="122687"/>
                </a:cubicBezTo>
                <a:lnTo>
                  <a:pt x="506407" y="125873"/>
                </a:lnTo>
                <a:lnTo>
                  <a:pt x="467016" y="125873"/>
                </a:lnTo>
                <a:lnTo>
                  <a:pt x="467016" y="122687"/>
                </a:lnTo>
                <a:cubicBezTo>
                  <a:pt x="470970" y="122687"/>
                  <a:pt x="473626" y="122301"/>
                  <a:pt x="474983" y="121530"/>
                </a:cubicBezTo>
                <a:cubicBezTo>
                  <a:pt x="476340" y="120758"/>
                  <a:pt x="477417" y="119482"/>
                  <a:pt x="478214" y="117702"/>
                </a:cubicBezTo>
                <a:cubicBezTo>
                  <a:pt x="479011" y="115921"/>
                  <a:pt x="479409" y="112507"/>
                  <a:pt x="479409" y="107461"/>
                </a:cubicBezTo>
                <a:lnTo>
                  <a:pt x="479409" y="76480"/>
                </a:lnTo>
                <a:cubicBezTo>
                  <a:pt x="479409" y="67650"/>
                  <a:pt x="479144" y="61932"/>
                  <a:pt x="478612" y="59324"/>
                </a:cubicBezTo>
                <a:cubicBezTo>
                  <a:pt x="478199" y="57426"/>
                  <a:pt x="477550" y="56109"/>
                  <a:pt x="476665" y="55371"/>
                </a:cubicBezTo>
                <a:cubicBezTo>
                  <a:pt x="475780" y="54632"/>
                  <a:pt x="474570" y="54262"/>
                  <a:pt x="473036" y="54262"/>
                </a:cubicBezTo>
                <a:cubicBezTo>
                  <a:pt x="471383" y="54262"/>
                  <a:pt x="469377" y="54704"/>
                  <a:pt x="467017" y="55590"/>
                </a:cubicBezTo>
                <a:lnTo>
                  <a:pt x="465777" y="52403"/>
                </a:lnTo>
                <a:lnTo>
                  <a:pt x="490208" y="42489"/>
                </a:lnTo>
                <a:lnTo>
                  <a:pt x="494103" y="42489"/>
                </a:lnTo>
                <a:close/>
                <a:moveTo>
                  <a:pt x="588135" y="42489"/>
                </a:moveTo>
                <a:lnTo>
                  <a:pt x="588135" y="146587"/>
                </a:lnTo>
                <a:cubicBezTo>
                  <a:pt x="588135" y="151842"/>
                  <a:pt x="588489" y="155216"/>
                  <a:pt x="589198" y="156708"/>
                </a:cubicBezTo>
                <a:cubicBezTo>
                  <a:pt x="589906" y="158202"/>
                  <a:pt x="591012" y="159367"/>
                  <a:pt x="592517" y="160202"/>
                </a:cubicBezTo>
                <a:cubicBezTo>
                  <a:pt x="594022" y="161039"/>
                  <a:pt x="596958" y="161458"/>
                  <a:pt x="601325" y="161458"/>
                </a:cubicBezTo>
                <a:lnTo>
                  <a:pt x="601325" y="164644"/>
                </a:lnTo>
                <a:lnTo>
                  <a:pt x="560429" y="164644"/>
                </a:lnTo>
                <a:lnTo>
                  <a:pt x="560429" y="161458"/>
                </a:lnTo>
                <a:lnTo>
                  <a:pt x="562111" y="161458"/>
                </a:lnTo>
                <a:cubicBezTo>
                  <a:pt x="565416" y="161458"/>
                  <a:pt x="567924" y="160980"/>
                  <a:pt x="569635" y="160025"/>
                </a:cubicBezTo>
                <a:cubicBezTo>
                  <a:pt x="570815" y="159368"/>
                  <a:pt x="571759" y="158189"/>
                  <a:pt x="572468" y="156487"/>
                </a:cubicBezTo>
                <a:cubicBezTo>
                  <a:pt x="573176" y="154785"/>
                  <a:pt x="573530" y="151485"/>
                  <a:pt x="573530" y="146587"/>
                </a:cubicBezTo>
                <a:lnTo>
                  <a:pt x="573530" y="111555"/>
                </a:lnTo>
                <a:cubicBezTo>
                  <a:pt x="568160" y="118023"/>
                  <a:pt x="563468" y="122440"/>
                  <a:pt x="559455" y="124806"/>
                </a:cubicBezTo>
                <a:cubicBezTo>
                  <a:pt x="555443" y="127170"/>
                  <a:pt x="551282" y="128352"/>
                  <a:pt x="546974" y="128352"/>
                </a:cubicBezTo>
                <a:cubicBezTo>
                  <a:pt x="539126" y="128352"/>
                  <a:pt x="532118" y="124785"/>
                  <a:pt x="525951" y="117652"/>
                </a:cubicBezTo>
                <a:cubicBezTo>
                  <a:pt x="519784" y="110519"/>
                  <a:pt x="516701" y="100969"/>
                  <a:pt x="516701" y="89003"/>
                </a:cubicBezTo>
                <a:cubicBezTo>
                  <a:pt x="516701" y="75266"/>
                  <a:pt x="520773" y="64079"/>
                  <a:pt x="528917" y="55443"/>
                </a:cubicBezTo>
                <a:cubicBezTo>
                  <a:pt x="537060" y="46807"/>
                  <a:pt x="546886" y="42489"/>
                  <a:pt x="558393" y="42489"/>
                </a:cubicBezTo>
                <a:cubicBezTo>
                  <a:pt x="561757" y="42489"/>
                  <a:pt x="564855" y="42961"/>
                  <a:pt x="567688" y="43905"/>
                </a:cubicBezTo>
                <a:cubicBezTo>
                  <a:pt x="570520" y="44849"/>
                  <a:pt x="573058" y="46266"/>
                  <a:pt x="575300" y="48154"/>
                </a:cubicBezTo>
                <a:cubicBezTo>
                  <a:pt x="578723" y="46502"/>
                  <a:pt x="581998" y="44613"/>
                  <a:pt x="585126" y="42489"/>
                </a:cubicBezTo>
                <a:lnTo>
                  <a:pt x="588135" y="42489"/>
                </a:lnTo>
                <a:moveTo>
                  <a:pt x="573530" y="106006"/>
                </a:moveTo>
                <a:lnTo>
                  <a:pt x="573530" y="68145"/>
                </a:lnTo>
                <a:cubicBezTo>
                  <a:pt x="573530" y="63743"/>
                  <a:pt x="572954" y="60280"/>
                  <a:pt x="571804" y="57756"/>
                </a:cubicBezTo>
                <a:cubicBezTo>
                  <a:pt x="570653" y="55231"/>
                  <a:pt x="568602" y="53088"/>
                  <a:pt x="565652" y="51327"/>
                </a:cubicBezTo>
                <a:cubicBezTo>
                  <a:pt x="562701" y="49566"/>
                  <a:pt x="559367" y="48685"/>
                  <a:pt x="555649" y="48685"/>
                </a:cubicBezTo>
                <a:cubicBezTo>
                  <a:pt x="549040" y="48685"/>
                  <a:pt x="543375" y="51474"/>
                  <a:pt x="538654" y="57050"/>
                </a:cubicBezTo>
                <a:cubicBezTo>
                  <a:pt x="533933" y="62627"/>
                  <a:pt x="531572" y="71079"/>
                  <a:pt x="531572" y="82408"/>
                </a:cubicBezTo>
                <a:cubicBezTo>
                  <a:pt x="531572" y="93268"/>
                  <a:pt x="533977" y="101516"/>
                  <a:pt x="538786" y="107152"/>
                </a:cubicBezTo>
                <a:cubicBezTo>
                  <a:pt x="543596" y="112787"/>
                  <a:pt x="549394" y="115605"/>
                  <a:pt x="556180" y="115605"/>
                </a:cubicBezTo>
                <a:cubicBezTo>
                  <a:pt x="559662" y="115605"/>
                  <a:pt x="562760" y="114856"/>
                  <a:pt x="565475" y="113359"/>
                </a:cubicBezTo>
                <a:cubicBezTo>
                  <a:pt x="568189" y="111862"/>
                  <a:pt x="570874" y="109411"/>
                  <a:pt x="573530" y="106006"/>
                </a:cubicBezTo>
                <a:close/>
                <a:moveTo>
                  <a:pt x="678071" y="44790"/>
                </a:moveTo>
                <a:lnTo>
                  <a:pt x="678071" y="94184"/>
                </a:lnTo>
                <a:cubicBezTo>
                  <a:pt x="678071" y="103450"/>
                  <a:pt x="678292" y="109118"/>
                  <a:pt x="678734" y="111188"/>
                </a:cubicBezTo>
                <a:cubicBezTo>
                  <a:pt x="679177" y="113255"/>
                  <a:pt x="679885" y="114700"/>
                  <a:pt x="680859" y="115522"/>
                </a:cubicBezTo>
                <a:cubicBezTo>
                  <a:pt x="681833" y="116345"/>
                  <a:pt x="682969" y="116756"/>
                  <a:pt x="684267" y="116756"/>
                </a:cubicBezTo>
                <a:cubicBezTo>
                  <a:pt x="686096" y="116756"/>
                  <a:pt x="688162" y="116254"/>
                  <a:pt x="690463" y="115251"/>
                </a:cubicBezTo>
                <a:lnTo>
                  <a:pt x="691702" y="118438"/>
                </a:lnTo>
                <a:lnTo>
                  <a:pt x="667448" y="128352"/>
                </a:lnTo>
                <a:lnTo>
                  <a:pt x="663465" y="128352"/>
                </a:lnTo>
                <a:lnTo>
                  <a:pt x="663465" y="111259"/>
                </a:lnTo>
                <a:cubicBezTo>
                  <a:pt x="656502" y="118778"/>
                  <a:pt x="651190" y="123506"/>
                  <a:pt x="647532" y="125445"/>
                </a:cubicBezTo>
                <a:cubicBezTo>
                  <a:pt x="643873" y="127383"/>
                  <a:pt x="640008" y="128352"/>
                  <a:pt x="635936" y="128352"/>
                </a:cubicBezTo>
                <a:cubicBezTo>
                  <a:pt x="631392" y="128352"/>
                  <a:pt x="627453" y="127039"/>
                  <a:pt x="624118" y="124413"/>
                </a:cubicBezTo>
                <a:cubicBezTo>
                  <a:pt x="620784" y="121787"/>
                  <a:pt x="618468" y="118408"/>
                  <a:pt x="617170" y="114277"/>
                </a:cubicBezTo>
                <a:cubicBezTo>
                  <a:pt x="615872" y="110147"/>
                  <a:pt x="615222" y="104304"/>
                  <a:pt x="615222" y="96751"/>
                </a:cubicBezTo>
                <a:lnTo>
                  <a:pt x="615222" y="60547"/>
                </a:lnTo>
                <a:cubicBezTo>
                  <a:pt x="615222" y="56683"/>
                  <a:pt x="614809" y="54009"/>
                  <a:pt x="613983" y="52525"/>
                </a:cubicBezTo>
                <a:cubicBezTo>
                  <a:pt x="613157" y="51038"/>
                  <a:pt x="611932" y="49894"/>
                  <a:pt x="610310" y="49092"/>
                </a:cubicBezTo>
                <a:cubicBezTo>
                  <a:pt x="608687" y="48290"/>
                  <a:pt x="605751" y="47918"/>
                  <a:pt x="601502" y="47977"/>
                </a:cubicBezTo>
                <a:lnTo>
                  <a:pt x="601502" y="44790"/>
                </a:lnTo>
                <a:lnTo>
                  <a:pt x="629916" y="44790"/>
                </a:lnTo>
                <a:lnTo>
                  <a:pt x="629916" y="99119"/>
                </a:lnTo>
                <a:cubicBezTo>
                  <a:pt x="629916" y="106681"/>
                  <a:pt x="631229" y="111645"/>
                  <a:pt x="633856" y="114009"/>
                </a:cubicBezTo>
                <a:cubicBezTo>
                  <a:pt x="636482" y="116371"/>
                  <a:pt x="639653" y="117553"/>
                  <a:pt x="643371" y="117553"/>
                </a:cubicBezTo>
                <a:cubicBezTo>
                  <a:pt x="645909" y="117553"/>
                  <a:pt x="648786" y="116755"/>
                  <a:pt x="652002" y="115160"/>
                </a:cubicBezTo>
                <a:cubicBezTo>
                  <a:pt x="655218" y="113565"/>
                  <a:pt x="659039" y="110522"/>
                  <a:pt x="663465" y="106031"/>
                </a:cubicBezTo>
                <a:lnTo>
                  <a:pt x="663465" y="60193"/>
                </a:lnTo>
                <a:cubicBezTo>
                  <a:pt x="663465" y="55488"/>
                  <a:pt x="662624" y="52306"/>
                  <a:pt x="660942" y="50646"/>
                </a:cubicBezTo>
                <a:cubicBezTo>
                  <a:pt x="659260" y="48987"/>
                  <a:pt x="655764" y="48097"/>
                  <a:pt x="650453" y="47977"/>
                </a:cubicBezTo>
                <a:lnTo>
                  <a:pt x="650453" y="44790"/>
                </a:lnTo>
                <a:lnTo>
                  <a:pt x="678071" y="44790"/>
                </a:lnTo>
                <a:close/>
                <a:moveTo>
                  <a:pt x="711265" y="75418"/>
                </a:moveTo>
                <a:cubicBezTo>
                  <a:pt x="711206" y="87401"/>
                  <a:pt x="714127" y="96800"/>
                  <a:pt x="720029" y="103614"/>
                </a:cubicBezTo>
                <a:cubicBezTo>
                  <a:pt x="725930" y="110428"/>
                  <a:pt x="732864" y="113835"/>
                  <a:pt x="740830" y="113835"/>
                </a:cubicBezTo>
                <a:cubicBezTo>
                  <a:pt x="746142" y="113835"/>
                  <a:pt x="750759" y="112368"/>
                  <a:pt x="754684" y="109434"/>
                </a:cubicBezTo>
                <a:cubicBezTo>
                  <a:pt x="758608" y="106500"/>
                  <a:pt x="761898" y="101475"/>
                  <a:pt x="764553" y="94361"/>
                </a:cubicBezTo>
                <a:lnTo>
                  <a:pt x="767297" y="96139"/>
                </a:lnTo>
                <a:cubicBezTo>
                  <a:pt x="766058" y="104267"/>
                  <a:pt x="762458" y="111667"/>
                  <a:pt x="756498" y="118341"/>
                </a:cubicBezTo>
                <a:cubicBezTo>
                  <a:pt x="750538" y="125015"/>
                  <a:pt x="743073" y="128352"/>
                  <a:pt x="734103" y="128352"/>
                </a:cubicBezTo>
                <a:cubicBezTo>
                  <a:pt x="724366" y="128352"/>
                  <a:pt x="716030" y="124569"/>
                  <a:pt x="709097" y="117002"/>
                </a:cubicBezTo>
                <a:cubicBezTo>
                  <a:pt x="702163" y="109434"/>
                  <a:pt x="698696" y="99260"/>
                  <a:pt x="698696" y="86480"/>
                </a:cubicBezTo>
                <a:cubicBezTo>
                  <a:pt x="698696" y="72641"/>
                  <a:pt x="702251" y="61850"/>
                  <a:pt x="709362" y="54107"/>
                </a:cubicBezTo>
                <a:cubicBezTo>
                  <a:pt x="716473" y="46362"/>
                  <a:pt x="725399" y="42489"/>
                  <a:pt x="736139" y="42489"/>
                </a:cubicBezTo>
                <a:cubicBezTo>
                  <a:pt x="745227" y="42489"/>
                  <a:pt x="752692" y="45476"/>
                  <a:pt x="758534" y="51451"/>
                </a:cubicBezTo>
                <a:cubicBezTo>
                  <a:pt x="764376" y="57425"/>
                  <a:pt x="767297" y="65413"/>
                  <a:pt x="767297" y="75418"/>
                </a:cubicBezTo>
                <a:lnTo>
                  <a:pt x="711265" y="75418"/>
                </a:lnTo>
                <a:moveTo>
                  <a:pt x="711265" y="70284"/>
                </a:moveTo>
                <a:lnTo>
                  <a:pt x="748797" y="70284"/>
                </a:lnTo>
                <a:cubicBezTo>
                  <a:pt x="748502" y="65133"/>
                  <a:pt x="747882" y="61505"/>
                  <a:pt x="746938" y="59399"/>
                </a:cubicBezTo>
                <a:cubicBezTo>
                  <a:pt x="745463" y="56120"/>
                  <a:pt x="743265" y="53544"/>
                  <a:pt x="740344" y="51673"/>
                </a:cubicBezTo>
                <a:cubicBezTo>
                  <a:pt x="737422" y="49799"/>
                  <a:pt x="734369" y="48862"/>
                  <a:pt x="731182" y="48862"/>
                </a:cubicBezTo>
                <a:cubicBezTo>
                  <a:pt x="726284" y="48862"/>
                  <a:pt x="721902" y="50750"/>
                  <a:pt x="718037" y="54525"/>
                </a:cubicBezTo>
                <a:cubicBezTo>
                  <a:pt x="714172" y="58300"/>
                  <a:pt x="711914" y="63553"/>
                  <a:pt x="711265" y="70284"/>
                </a:cubicBezTo>
                <a:close/>
                <a:moveTo>
                  <a:pt x="892132" y="95069"/>
                </a:moveTo>
                <a:cubicBezTo>
                  <a:pt x="889949" y="105750"/>
                  <a:pt x="885670" y="113968"/>
                  <a:pt x="879297" y="119721"/>
                </a:cubicBezTo>
                <a:cubicBezTo>
                  <a:pt x="872924" y="125475"/>
                  <a:pt x="865872" y="128352"/>
                  <a:pt x="858141" y="128352"/>
                </a:cubicBezTo>
                <a:cubicBezTo>
                  <a:pt x="848935" y="128352"/>
                  <a:pt x="840909" y="124491"/>
                  <a:pt x="834064" y="116770"/>
                </a:cubicBezTo>
                <a:cubicBezTo>
                  <a:pt x="827219" y="109047"/>
                  <a:pt x="823796" y="98611"/>
                  <a:pt x="823796" y="85465"/>
                </a:cubicBezTo>
                <a:cubicBezTo>
                  <a:pt x="823796" y="72731"/>
                  <a:pt x="827587" y="62385"/>
                  <a:pt x="835170" y="54428"/>
                </a:cubicBezTo>
                <a:cubicBezTo>
                  <a:pt x="842754" y="46469"/>
                  <a:pt x="851856" y="42489"/>
                  <a:pt x="862478" y="42489"/>
                </a:cubicBezTo>
                <a:cubicBezTo>
                  <a:pt x="870445" y="42489"/>
                  <a:pt x="876995" y="44606"/>
                  <a:pt x="882130" y="48840"/>
                </a:cubicBezTo>
                <a:cubicBezTo>
                  <a:pt x="887264" y="53072"/>
                  <a:pt x="889831" y="57468"/>
                  <a:pt x="889831" y="62027"/>
                </a:cubicBezTo>
                <a:cubicBezTo>
                  <a:pt x="889831" y="64276"/>
                  <a:pt x="889108" y="66098"/>
                  <a:pt x="887662" y="67490"/>
                </a:cubicBezTo>
                <a:cubicBezTo>
                  <a:pt x="886216" y="68880"/>
                  <a:pt x="884195" y="69576"/>
                  <a:pt x="881598" y="69576"/>
                </a:cubicBezTo>
                <a:cubicBezTo>
                  <a:pt x="878117" y="69576"/>
                  <a:pt x="875491" y="68445"/>
                  <a:pt x="873720" y="66184"/>
                </a:cubicBezTo>
                <a:cubicBezTo>
                  <a:pt x="872717" y="64934"/>
                  <a:pt x="872053" y="62553"/>
                  <a:pt x="871729" y="59042"/>
                </a:cubicBezTo>
                <a:cubicBezTo>
                  <a:pt x="871404" y="55531"/>
                  <a:pt x="870209" y="52853"/>
                  <a:pt x="868144" y="51009"/>
                </a:cubicBezTo>
                <a:cubicBezTo>
                  <a:pt x="866078" y="49224"/>
                  <a:pt x="863216" y="48331"/>
                  <a:pt x="859557" y="48331"/>
                </a:cubicBezTo>
                <a:cubicBezTo>
                  <a:pt x="853656" y="48331"/>
                  <a:pt x="848906" y="50515"/>
                  <a:pt x="845306" y="54881"/>
                </a:cubicBezTo>
                <a:cubicBezTo>
                  <a:pt x="840526" y="60665"/>
                  <a:pt x="838136" y="68307"/>
                  <a:pt x="838136" y="77808"/>
                </a:cubicBezTo>
                <a:cubicBezTo>
                  <a:pt x="838136" y="87486"/>
                  <a:pt x="840511" y="96028"/>
                  <a:pt x="845262" y="103434"/>
                </a:cubicBezTo>
                <a:cubicBezTo>
                  <a:pt x="850012" y="110840"/>
                  <a:pt x="856430" y="114543"/>
                  <a:pt x="864514" y="114543"/>
                </a:cubicBezTo>
                <a:cubicBezTo>
                  <a:pt x="870298" y="114543"/>
                  <a:pt x="875491" y="112566"/>
                  <a:pt x="880094" y="108612"/>
                </a:cubicBezTo>
                <a:cubicBezTo>
                  <a:pt x="883339" y="105898"/>
                  <a:pt x="886496" y="100970"/>
                  <a:pt x="889565" y="93830"/>
                </a:cubicBezTo>
                <a:lnTo>
                  <a:pt x="892132" y="95069"/>
                </a:lnTo>
                <a:close/>
                <a:moveTo>
                  <a:pt x="943232" y="42489"/>
                </a:moveTo>
                <a:cubicBezTo>
                  <a:pt x="955507" y="42489"/>
                  <a:pt x="965362" y="47146"/>
                  <a:pt x="972798" y="56461"/>
                </a:cubicBezTo>
                <a:cubicBezTo>
                  <a:pt x="979112" y="64418"/>
                  <a:pt x="982269" y="73556"/>
                  <a:pt x="982269" y="83874"/>
                </a:cubicBezTo>
                <a:cubicBezTo>
                  <a:pt x="982269" y="91125"/>
                  <a:pt x="980528" y="98465"/>
                  <a:pt x="977046" y="105893"/>
                </a:cubicBezTo>
                <a:cubicBezTo>
                  <a:pt x="973565" y="113319"/>
                  <a:pt x="968770" y="118919"/>
                  <a:pt x="962662" y="122692"/>
                </a:cubicBezTo>
                <a:cubicBezTo>
                  <a:pt x="956554" y="126465"/>
                  <a:pt x="949753" y="128352"/>
                  <a:pt x="942259" y="128352"/>
                </a:cubicBezTo>
                <a:cubicBezTo>
                  <a:pt x="930043" y="128352"/>
                  <a:pt x="920336" y="123488"/>
                  <a:pt x="913136" y="113760"/>
                </a:cubicBezTo>
                <a:cubicBezTo>
                  <a:pt x="907058" y="105567"/>
                  <a:pt x="904019" y="96371"/>
                  <a:pt x="904019" y="86173"/>
                </a:cubicBezTo>
                <a:cubicBezTo>
                  <a:pt x="904019" y="78745"/>
                  <a:pt x="905863" y="71361"/>
                  <a:pt x="909551" y="64021"/>
                </a:cubicBezTo>
                <a:cubicBezTo>
                  <a:pt x="913239" y="56681"/>
                  <a:pt x="918093" y="51258"/>
                  <a:pt x="924112" y="47750"/>
                </a:cubicBezTo>
                <a:cubicBezTo>
                  <a:pt x="930132" y="44243"/>
                  <a:pt x="936505" y="42489"/>
                  <a:pt x="943232" y="42489"/>
                </a:cubicBezTo>
                <a:moveTo>
                  <a:pt x="940488" y="48331"/>
                </a:moveTo>
                <a:cubicBezTo>
                  <a:pt x="937361" y="48331"/>
                  <a:pt x="934218" y="49258"/>
                  <a:pt x="931061" y="51111"/>
                </a:cubicBezTo>
                <a:cubicBezTo>
                  <a:pt x="927904" y="52963"/>
                  <a:pt x="925352" y="56211"/>
                  <a:pt x="923404" y="60856"/>
                </a:cubicBezTo>
                <a:cubicBezTo>
                  <a:pt x="921457" y="65502"/>
                  <a:pt x="920483" y="71469"/>
                  <a:pt x="920483" y="78759"/>
                </a:cubicBezTo>
                <a:cubicBezTo>
                  <a:pt x="920483" y="90519"/>
                  <a:pt x="922829" y="100663"/>
                  <a:pt x="927520" y="109190"/>
                </a:cubicBezTo>
                <a:cubicBezTo>
                  <a:pt x="932212" y="117716"/>
                  <a:pt x="938393" y="121979"/>
                  <a:pt x="946065" y="121979"/>
                </a:cubicBezTo>
                <a:cubicBezTo>
                  <a:pt x="951789" y="121979"/>
                  <a:pt x="956510" y="119626"/>
                  <a:pt x="960228" y="114922"/>
                </a:cubicBezTo>
                <a:cubicBezTo>
                  <a:pt x="963946" y="110218"/>
                  <a:pt x="965805" y="102133"/>
                  <a:pt x="965805" y="90668"/>
                </a:cubicBezTo>
                <a:cubicBezTo>
                  <a:pt x="965805" y="76320"/>
                  <a:pt x="962706" y="65031"/>
                  <a:pt x="956510" y="56798"/>
                </a:cubicBezTo>
                <a:cubicBezTo>
                  <a:pt x="952320" y="51154"/>
                  <a:pt x="946980" y="48331"/>
                  <a:pt x="940488" y="48331"/>
                </a:cubicBezTo>
                <a:close/>
                <a:moveTo>
                  <a:pt x="1017942" y="42489"/>
                </a:moveTo>
                <a:lnTo>
                  <a:pt x="1017942" y="60724"/>
                </a:lnTo>
                <a:cubicBezTo>
                  <a:pt x="1024729" y="48567"/>
                  <a:pt x="1031692" y="42489"/>
                  <a:pt x="1038833" y="42489"/>
                </a:cubicBezTo>
                <a:cubicBezTo>
                  <a:pt x="1042078" y="42489"/>
                  <a:pt x="1044764" y="43477"/>
                  <a:pt x="1046888" y="45454"/>
                </a:cubicBezTo>
                <a:cubicBezTo>
                  <a:pt x="1049012" y="47431"/>
                  <a:pt x="1050075" y="49718"/>
                  <a:pt x="1050075" y="52314"/>
                </a:cubicBezTo>
                <a:cubicBezTo>
                  <a:pt x="1050075" y="54616"/>
                  <a:pt x="1049307" y="56563"/>
                  <a:pt x="1047773" y="58157"/>
                </a:cubicBezTo>
                <a:cubicBezTo>
                  <a:pt x="1046239" y="59750"/>
                  <a:pt x="1044409" y="60547"/>
                  <a:pt x="1042285" y="60547"/>
                </a:cubicBezTo>
                <a:cubicBezTo>
                  <a:pt x="1040220" y="60547"/>
                  <a:pt x="1037903" y="59543"/>
                  <a:pt x="1035336" y="57537"/>
                </a:cubicBezTo>
                <a:cubicBezTo>
                  <a:pt x="1032769" y="55531"/>
                  <a:pt x="1030866" y="54527"/>
                  <a:pt x="1029627" y="54527"/>
                </a:cubicBezTo>
                <a:cubicBezTo>
                  <a:pt x="1028565" y="54527"/>
                  <a:pt x="1027414" y="55113"/>
                  <a:pt x="1026175" y="56284"/>
                </a:cubicBezTo>
                <a:cubicBezTo>
                  <a:pt x="1023519" y="58687"/>
                  <a:pt x="1020775" y="62642"/>
                  <a:pt x="1017942" y="68148"/>
                </a:cubicBezTo>
                <a:lnTo>
                  <a:pt x="1017942" y="106930"/>
                </a:lnTo>
                <a:cubicBezTo>
                  <a:pt x="1017942" y="111419"/>
                  <a:pt x="1018503" y="114814"/>
                  <a:pt x="1019624" y="117116"/>
                </a:cubicBezTo>
                <a:cubicBezTo>
                  <a:pt x="1020391" y="118711"/>
                  <a:pt x="1021749" y="120038"/>
                  <a:pt x="1023696" y="121099"/>
                </a:cubicBezTo>
                <a:cubicBezTo>
                  <a:pt x="1025643" y="122157"/>
                  <a:pt x="1028447" y="122687"/>
                  <a:pt x="1032105" y="122687"/>
                </a:cubicBezTo>
                <a:lnTo>
                  <a:pt x="1032105" y="125873"/>
                </a:lnTo>
                <a:lnTo>
                  <a:pt x="990590" y="125873"/>
                </a:lnTo>
                <a:lnTo>
                  <a:pt x="990590" y="122687"/>
                </a:lnTo>
                <a:cubicBezTo>
                  <a:pt x="994721" y="122687"/>
                  <a:pt x="997790" y="122030"/>
                  <a:pt x="999796" y="120717"/>
                </a:cubicBezTo>
                <a:cubicBezTo>
                  <a:pt x="1001271" y="119762"/>
                  <a:pt x="1002304" y="118240"/>
                  <a:pt x="1002894" y="116150"/>
                </a:cubicBezTo>
                <a:cubicBezTo>
                  <a:pt x="1003189" y="115134"/>
                  <a:pt x="1003337" y="112238"/>
                  <a:pt x="1003337" y="107461"/>
                </a:cubicBezTo>
                <a:lnTo>
                  <a:pt x="1003337" y="76303"/>
                </a:lnTo>
                <a:cubicBezTo>
                  <a:pt x="1003337" y="66861"/>
                  <a:pt x="1003145" y="61240"/>
                  <a:pt x="1002761" y="59440"/>
                </a:cubicBezTo>
                <a:cubicBezTo>
                  <a:pt x="1002378" y="57640"/>
                  <a:pt x="1001670" y="56327"/>
                  <a:pt x="1000637" y="55501"/>
                </a:cubicBezTo>
                <a:cubicBezTo>
                  <a:pt x="999604" y="54675"/>
                  <a:pt x="998321" y="54262"/>
                  <a:pt x="996786" y="54262"/>
                </a:cubicBezTo>
                <a:cubicBezTo>
                  <a:pt x="994957" y="54262"/>
                  <a:pt x="992892" y="54704"/>
                  <a:pt x="990590" y="55590"/>
                </a:cubicBezTo>
                <a:lnTo>
                  <a:pt x="989705" y="52403"/>
                </a:lnTo>
                <a:lnTo>
                  <a:pt x="1014225" y="42489"/>
                </a:lnTo>
                <a:lnTo>
                  <a:pt x="1017942" y="42489"/>
                </a:lnTo>
                <a:close/>
                <a:moveTo>
                  <a:pt x="1078310" y="42489"/>
                </a:moveTo>
                <a:lnTo>
                  <a:pt x="1078310" y="60724"/>
                </a:lnTo>
                <a:cubicBezTo>
                  <a:pt x="1085097" y="48567"/>
                  <a:pt x="1092060" y="42489"/>
                  <a:pt x="1099200" y="42489"/>
                </a:cubicBezTo>
                <a:cubicBezTo>
                  <a:pt x="1102446" y="42489"/>
                  <a:pt x="1105131" y="43477"/>
                  <a:pt x="1107256" y="45454"/>
                </a:cubicBezTo>
                <a:cubicBezTo>
                  <a:pt x="1109380" y="47431"/>
                  <a:pt x="1110442" y="49718"/>
                  <a:pt x="1110442" y="52314"/>
                </a:cubicBezTo>
                <a:cubicBezTo>
                  <a:pt x="1110442" y="54616"/>
                  <a:pt x="1109675" y="56563"/>
                  <a:pt x="1108141" y="58157"/>
                </a:cubicBezTo>
                <a:cubicBezTo>
                  <a:pt x="1106607" y="59750"/>
                  <a:pt x="1104777" y="60547"/>
                  <a:pt x="1102653" y="60547"/>
                </a:cubicBezTo>
                <a:cubicBezTo>
                  <a:pt x="1100587" y="60547"/>
                  <a:pt x="1098271" y="59543"/>
                  <a:pt x="1095704" y="57537"/>
                </a:cubicBezTo>
                <a:cubicBezTo>
                  <a:pt x="1093137" y="55531"/>
                  <a:pt x="1091234" y="54527"/>
                  <a:pt x="1089995" y="54527"/>
                </a:cubicBezTo>
                <a:cubicBezTo>
                  <a:pt x="1088932" y="54527"/>
                  <a:pt x="1087782" y="55113"/>
                  <a:pt x="1086542" y="56284"/>
                </a:cubicBezTo>
                <a:cubicBezTo>
                  <a:pt x="1083887" y="58687"/>
                  <a:pt x="1081143" y="62642"/>
                  <a:pt x="1078310" y="68148"/>
                </a:cubicBezTo>
                <a:lnTo>
                  <a:pt x="1078310" y="106930"/>
                </a:lnTo>
                <a:cubicBezTo>
                  <a:pt x="1078310" y="111419"/>
                  <a:pt x="1078871" y="114814"/>
                  <a:pt x="1079992" y="117116"/>
                </a:cubicBezTo>
                <a:cubicBezTo>
                  <a:pt x="1080759" y="118711"/>
                  <a:pt x="1082116" y="120038"/>
                  <a:pt x="1084064" y="121099"/>
                </a:cubicBezTo>
                <a:cubicBezTo>
                  <a:pt x="1086011" y="122157"/>
                  <a:pt x="1088814" y="122687"/>
                  <a:pt x="1092473" y="122687"/>
                </a:cubicBezTo>
                <a:lnTo>
                  <a:pt x="1092473" y="125873"/>
                </a:lnTo>
                <a:lnTo>
                  <a:pt x="1050958" y="125873"/>
                </a:lnTo>
                <a:lnTo>
                  <a:pt x="1050958" y="122687"/>
                </a:lnTo>
                <a:cubicBezTo>
                  <a:pt x="1055089" y="122687"/>
                  <a:pt x="1058157" y="122030"/>
                  <a:pt x="1060164" y="120717"/>
                </a:cubicBezTo>
                <a:cubicBezTo>
                  <a:pt x="1061639" y="119762"/>
                  <a:pt x="1062672" y="118240"/>
                  <a:pt x="1063262" y="116150"/>
                </a:cubicBezTo>
                <a:cubicBezTo>
                  <a:pt x="1063557" y="115134"/>
                  <a:pt x="1063705" y="112238"/>
                  <a:pt x="1063705" y="107461"/>
                </a:cubicBezTo>
                <a:lnTo>
                  <a:pt x="1063705" y="76303"/>
                </a:lnTo>
                <a:cubicBezTo>
                  <a:pt x="1063705" y="66861"/>
                  <a:pt x="1063513" y="61240"/>
                  <a:pt x="1063129" y="59440"/>
                </a:cubicBezTo>
                <a:cubicBezTo>
                  <a:pt x="1062746" y="57640"/>
                  <a:pt x="1062037" y="56327"/>
                  <a:pt x="1061005" y="55501"/>
                </a:cubicBezTo>
                <a:cubicBezTo>
                  <a:pt x="1059972" y="54675"/>
                  <a:pt x="1058689" y="54262"/>
                  <a:pt x="1057154" y="54262"/>
                </a:cubicBezTo>
                <a:cubicBezTo>
                  <a:pt x="1055325" y="54262"/>
                  <a:pt x="1053259" y="54704"/>
                  <a:pt x="1050958" y="55590"/>
                </a:cubicBezTo>
                <a:lnTo>
                  <a:pt x="1050073" y="52403"/>
                </a:lnTo>
                <a:lnTo>
                  <a:pt x="1074592" y="42489"/>
                </a:lnTo>
                <a:lnTo>
                  <a:pt x="1078310" y="42489"/>
                </a:lnTo>
                <a:close/>
                <a:moveTo>
                  <a:pt x="1128587" y="75418"/>
                </a:moveTo>
                <a:cubicBezTo>
                  <a:pt x="1128528" y="87401"/>
                  <a:pt x="1131449" y="96800"/>
                  <a:pt x="1137350" y="103614"/>
                </a:cubicBezTo>
                <a:cubicBezTo>
                  <a:pt x="1143251" y="110428"/>
                  <a:pt x="1150185" y="113835"/>
                  <a:pt x="1158152" y="113835"/>
                </a:cubicBezTo>
                <a:cubicBezTo>
                  <a:pt x="1163463" y="113835"/>
                  <a:pt x="1168081" y="112368"/>
                  <a:pt x="1172005" y="109434"/>
                </a:cubicBezTo>
                <a:cubicBezTo>
                  <a:pt x="1175929" y="106500"/>
                  <a:pt x="1179219" y="101475"/>
                  <a:pt x="1181875" y="94361"/>
                </a:cubicBezTo>
                <a:lnTo>
                  <a:pt x="1184619" y="96139"/>
                </a:lnTo>
                <a:cubicBezTo>
                  <a:pt x="1183380" y="104267"/>
                  <a:pt x="1179780" y="111667"/>
                  <a:pt x="1173820" y="118341"/>
                </a:cubicBezTo>
                <a:cubicBezTo>
                  <a:pt x="1167860" y="125015"/>
                  <a:pt x="1160394" y="128352"/>
                  <a:pt x="1151425" y="128352"/>
                </a:cubicBezTo>
                <a:cubicBezTo>
                  <a:pt x="1141688" y="128352"/>
                  <a:pt x="1133352" y="124569"/>
                  <a:pt x="1126418" y="117002"/>
                </a:cubicBezTo>
                <a:cubicBezTo>
                  <a:pt x="1119484" y="109434"/>
                  <a:pt x="1116017" y="99260"/>
                  <a:pt x="1116017" y="86480"/>
                </a:cubicBezTo>
                <a:cubicBezTo>
                  <a:pt x="1116017" y="72641"/>
                  <a:pt x="1119573" y="61850"/>
                  <a:pt x="1126684" y="54107"/>
                </a:cubicBezTo>
                <a:cubicBezTo>
                  <a:pt x="1133795" y="46362"/>
                  <a:pt x="1142720" y="42489"/>
                  <a:pt x="1153461" y="42489"/>
                </a:cubicBezTo>
                <a:cubicBezTo>
                  <a:pt x="1162548" y="42489"/>
                  <a:pt x="1170014" y="45476"/>
                  <a:pt x="1175856" y="51451"/>
                </a:cubicBezTo>
                <a:cubicBezTo>
                  <a:pt x="1181698" y="57425"/>
                  <a:pt x="1184619" y="65413"/>
                  <a:pt x="1184619" y="75418"/>
                </a:cubicBezTo>
                <a:lnTo>
                  <a:pt x="1128587" y="75418"/>
                </a:lnTo>
                <a:moveTo>
                  <a:pt x="1128587" y="70284"/>
                </a:moveTo>
                <a:lnTo>
                  <a:pt x="1166119" y="70284"/>
                </a:lnTo>
                <a:cubicBezTo>
                  <a:pt x="1165824" y="65133"/>
                  <a:pt x="1165204" y="61505"/>
                  <a:pt x="1164260" y="59399"/>
                </a:cubicBezTo>
                <a:cubicBezTo>
                  <a:pt x="1162784" y="56120"/>
                  <a:pt x="1160586" y="53544"/>
                  <a:pt x="1157665" y="51673"/>
                </a:cubicBezTo>
                <a:cubicBezTo>
                  <a:pt x="1154744" y="49799"/>
                  <a:pt x="1151690" y="48862"/>
                  <a:pt x="1148504" y="48862"/>
                </a:cubicBezTo>
                <a:cubicBezTo>
                  <a:pt x="1143605" y="48862"/>
                  <a:pt x="1139224" y="50750"/>
                  <a:pt x="1135359" y="54525"/>
                </a:cubicBezTo>
                <a:cubicBezTo>
                  <a:pt x="1131493" y="58300"/>
                  <a:pt x="1129236" y="63553"/>
                  <a:pt x="1128587" y="70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(a)Uniquecorre">
            <a:extLst xmlns:a="http://schemas.openxmlformats.org/drawingml/2006/main">
              <a:ext uri="{FF2B5EF4-FFF2-40B4-BE49-F238E27FC236}">
                <a16:creationId xmlns:a16="http://schemas.microsoft.com/office/drawing/2014/main" id="{D8356636-3233-4988-9B07-85370742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10" y="3393787"/>
            <a:ext cx="1184619" cy="164644"/>
          </a:xfrm>
          <a:custGeom xmlns:a="http://schemas.openxmlformats.org/drawingml/2006/main">
            <a:pathLst>
              <a:path w="1184619" h="164644" fill="none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04539" y="114283"/>
                </a:moveTo>
                <a:cubicBezTo>
                  <a:pt x="96218" y="120713"/>
                  <a:pt x="90995" y="124429"/>
                  <a:pt x="88871" y="125431"/>
                </a:cubicBezTo>
                <a:cubicBezTo>
                  <a:pt x="85684" y="126906"/>
                  <a:pt x="82291" y="127644"/>
                  <a:pt x="78691" y="127644"/>
                </a:cubicBezTo>
                <a:cubicBezTo>
                  <a:pt x="73085" y="127644"/>
                  <a:pt x="68467" y="125726"/>
                  <a:pt x="64838" y="121890"/>
                </a:cubicBezTo>
                <a:cubicBezTo>
                  <a:pt x="61209" y="118054"/>
                  <a:pt x="59394" y="113009"/>
                  <a:pt x="59394" y="106753"/>
                </a:cubicBezTo>
                <a:cubicBezTo>
                  <a:pt x="59394" y="102800"/>
                  <a:pt x="60279" y="99377"/>
                  <a:pt x="62050" y="96485"/>
                </a:cubicBezTo>
                <a:cubicBezTo>
                  <a:pt x="64469" y="92472"/>
                  <a:pt x="68674" y="88696"/>
                  <a:pt x="74664" y="85155"/>
                </a:cubicBezTo>
                <a:cubicBezTo>
                  <a:pt x="80653" y="81614"/>
                  <a:pt x="90612" y="77306"/>
                  <a:pt x="104539" y="72231"/>
                </a:cubicBezTo>
                <a:lnTo>
                  <a:pt x="104539" y="69056"/>
                </a:lnTo>
                <a:cubicBezTo>
                  <a:pt x="104539" y="61000"/>
                  <a:pt x="103255" y="55473"/>
                  <a:pt x="100688" y="52475"/>
                </a:cubicBezTo>
                <a:cubicBezTo>
                  <a:pt x="98121" y="49476"/>
                  <a:pt x="94388" y="47977"/>
                  <a:pt x="89490" y="47977"/>
                </a:cubicBezTo>
                <a:cubicBezTo>
                  <a:pt x="85773" y="47977"/>
                  <a:pt x="82822" y="48980"/>
                  <a:pt x="80639" y="50987"/>
                </a:cubicBezTo>
                <a:cubicBezTo>
                  <a:pt x="78396" y="52993"/>
                  <a:pt x="77275" y="55295"/>
                  <a:pt x="77275" y="57891"/>
                </a:cubicBezTo>
                <a:lnTo>
                  <a:pt x="77452" y="63025"/>
                </a:lnTo>
                <a:cubicBezTo>
                  <a:pt x="77452" y="65740"/>
                  <a:pt x="76759" y="67835"/>
                  <a:pt x="75372" y="69310"/>
                </a:cubicBezTo>
                <a:cubicBezTo>
                  <a:pt x="73985" y="70785"/>
                  <a:pt x="72170" y="71523"/>
                  <a:pt x="69928" y="71523"/>
                </a:cubicBezTo>
                <a:cubicBezTo>
                  <a:pt x="67744" y="71523"/>
                  <a:pt x="65959" y="70754"/>
                  <a:pt x="64572" y="69216"/>
                </a:cubicBezTo>
                <a:cubicBezTo>
                  <a:pt x="63186" y="67676"/>
                  <a:pt x="62492" y="65575"/>
                  <a:pt x="62492" y="62912"/>
                </a:cubicBezTo>
                <a:cubicBezTo>
                  <a:pt x="62492" y="57820"/>
                  <a:pt x="65089" y="53143"/>
                  <a:pt x="70282" y="48882"/>
                </a:cubicBezTo>
                <a:cubicBezTo>
                  <a:pt x="75475" y="44620"/>
                  <a:pt x="82763" y="42489"/>
                  <a:pt x="92146" y="42489"/>
                </a:cubicBezTo>
                <a:cubicBezTo>
                  <a:pt x="99345" y="42489"/>
                  <a:pt x="105247" y="43697"/>
                  <a:pt x="109850" y="46113"/>
                </a:cubicBezTo>
                <a:cubicBezTo>
                  <a:pt x="113331" y="47940"/>
                  <a:pt x="115898" y="50799"/>
                  <a:pt x="117551" y="54691"/>
                </a:cubicBezTo>
                <a:cubicBezTo>
                  <a:pt x="118613" y="57224"/>
                  <a:pt x="119144" y="62411"/>
                  <a:pt x="119144" y="70251"/>
                </a:cubicBezTo>
                <a:lnTo>
                  <a:pt x="119144" y="97747"/>
                </a:lnTo>
                <a:cubicBezTo>
                  <a:pt x="119144" y="105468"/>
                  <a:pt x="119292" y="110198"/>
                  <a:pt x="119587" y="111937"/>
                </a:cubicBezTo>
                <a:cubicBezTo>
                  <a:pt x="119882" y="113676"/>
                  <a:pt x="120369" y="114841"/>
                  <a:pt x="121047" y="115431"/>
                </a:cubicBezTo>
                <a:cubicBezTo>
                  <a:pt x="121726" y="116019"/>
                  <a:pt x="122508" y="116313"/>
                  <a:pt x="123393" y="116313"/>
                </a:cubicBezTo>
                <a:cubicBezTo>
                  <a:pt x="124337" y="116313"/>
                  <a:pt x="125163" y="116107"/>
                  <a:pt x="125872" y="115694"/>
                </a:cubicBezTo>
                <a:cubicBezTo>
                  <a:pt x="127111" y="114927"/>
                  <a:pt x="129501" y="112773"/>
                  <a:pt x="133042" y="109232"/>
                </a:cubicBezTo>
                <a:lnTo>
                  <a:pt x="133042" y="114189"/>
                </a:lnTo>
                <a:cubicBezTo>
                  <a:pt x="126432" y="123041"/>
                  <a:pt x="120118" y="127467"/>
                  <a:pt x="114099" y="127467"/>
                </a:cubicBezTo>
                <a:cubicBezTo>
                  <a:pt x="111207" y="127467"/>
                  <a:pt x="108905" y="126471"/>
                  <a:pt x="107194" y="124479"/>
                </a:cubicBezTo>
                <a:cubicBezTo>
                  <a:pt x="105483" y="122486"/>
                  <a:pt x="104598" y="119087"/>
                  <a:pt x="104539" y="114283"/>
                </a:cubicBezTo>
                <a:moveTo>
                  <a:pt x="104539" y="108543"/>
                </a:moveTo>
                <a:lnTo>
                  <a:pt x="104539" y="77719"/>
                </a:lnTo>
                <a:cubicBezTo>
                  <a:pt x="95628" y="81253"/>
                  <a:pt x="89874" y="83755"/>
                  <a:pt x="87277" y="85227"/>
                </a:cubicBezTo>
                <a:cubicBezTo>
                  <a:pt x="82615" y="87818"/>
                  <a:pt x="79281" y="90527"/>
                  <a:pt x="77275" y="93354"/>
                </a:cubicBezTo>
                <a:cubicBezTo>
                  <a:pt x="75268" y="96179"/>
                  <a:pt x="74265" y="99270"/>
                  <a:pt x="74265" y="102626"/>
                </a:cubicBezTo>
                <a:cubicBezTo>
                  <a:pt x="74265" y="106866"/>
                  <a:pt x="75534" y="110384"/>
                  <a:pt x="78072" y="113182"/>
                </a:cubicBezTo>
                <a:cubicBezTo>
                  <a:pt x="80609" y="115978"/>
                  <a:pt x="83530" y="117376"/>
                  <a:pt x="86835" y="117376"/>
                </a:cubicBezTo>
                <a:cubicBezTo>
                  <a:pt x="91320" y="117376"/>
                  <a:pt x="97221" y="114431"/>
                  <a:pt x="104539" y="108543"/>
                </a:cubicBezTo>
                <a:close/>
                <a:moveTo>
                  <a:pt x="137316" y="3718"/>
                </a:moveTo>
                <a:lnTo>
                  <a:pt x="137316" y="0"/>
                </a:lnTo>
                <a:cubicBezTo>
                  <a:pt x="146285" y="4426"/>
                  <a:pt x="153750" y="9649"/>
                  <a:pt x="159711" y="15668"/>
                </a:cubicBezTo>
                <a:cubicBezTo>
                  <a:pt x="168149" y="24284"/>
                  <a:pt x="174670" y="34389"/>
                  <a:pt x="179273" y="45985"/>
                </a:cubicBezTo>
                <a:cubicBezTo>
                  <a:pt x="183876" y="57581"/>
                  <a:pt x="186178" y="69664"/>
                  <a:pt x="186178" y="82234"/>
                </a:cubicBezTo>
                <a:cubicBezTo>
                  <a:pt x="186178" y="100528"/>
                  <a:pt x="181678" y="117213"/>
                  <a:pt x="172679" y="132291"/>
                </a:cubicBezTo>
                <a:cubicBezTo>
                  <a:pt x="163679" y="147369"/>
                  <a:pt x="151892" y="158153"/>
                  <a:pt x="137315" y="164644"/>
                </a:cubicBezTo>
                <a:lnTo>
                  <a:pt x="137315" y="161281"/>
                </a:lnTo>
                <a:cubicBezTo>
                  <a:pt x="144574" y="157211"/>
                  <a:pt x="150549" y="151711"/>
                  <a:pt x="155240" y="144780"/>
                </a:cubicBezTo>
                <a:cubicBezTo>
                  <a:pt x="159932" y="137850"/>
                  <a:pt x="163414" y="129033"/>
                  <a:pt x="165686" y="118330"/>
                </a:cubicBezTo>
                <a:cubicBezTo>
                  <a:pt x="167958" y="107625"/>
                  <a:pt x="169094" y="96463"/>
                  <a:pt x="169094" y="84845"/>
                </a:cubicBezTo>
                <a:cubicBezTo>
                  <a:pt x="169094" y="72281"/>
                  <a:pt x="168120" y="60809"/>
                  <a:pt x="166173" y="50431"/>
                </a:cubicBezTo>
                <a:cubicBezTo>
                  <a:pt x="164697" y="42291"/>
                  <a:pt x="162853" y="35773"/>
                  <a:pt x="160640" y="30879"/>
                </a:cubicBezTo>
                <a:cubicBezTo>
                  <a:pt x="158427" y="25983"/>
                  <a:pt x="155491" y="21265"/>
                  <a:pt x="151833" y="16724"/>
                </a:cubicBezTo>
                <a:cubicBezTo>
                  <a:pt x="148174" y="12182"/>
                  <a:pt x="143335" y="7847"/>
                  <a:pt x="137316" y="3718"/>
                </a:cubicBezTo>
                <a:close/>
                <a:moveTo>
                  <a:pt x="325416" y="9206"/>
                </a:moveTo>
                <a:lnTo>
                  <a:pt x="325416" y="5842"/>
                </a:lnTo>
                <a:lnTo>
                  <a:pt x="367905" y="5842"/>
                </a:lnTo>
                <a:lnTo>
                  <a:pt x="367905" y="9206"/>
                </a:lnTo>
                <a:lnTo>
                  <a:pt x="363390" y="9206"/>
                </a:lnTo>
                <a:cubicBezTo>
                  <a:pt x="358669" y="9206"/>
                  <a:pt x="355040" y="11174"/>
                  <a:pt x="352502" y="15109"/>
                </a:cubicBezTo>
                <a:cubicBezTo>
                  <a:pt x="351263" y="16929"/>
                  <a:pt x="350644" y="21158"/>
                  <a:pt x="350644" y="27795"/>
                </a:cubicBezTo>
                <a:lnTo>
                  <a:pt x="350644" y="76394"/>
                </a:lnTo>
                <a:cubicBezTo>
                  <a:pt x="350644" y="88413"/>
                  <a:pt x="349449" y="97736"/>
                  <a:pt x="347059" y="104363"/>
                </a:cubicBezTo>
                <a:cubicBezTo>
                  <a:pt x="344669" y="110989"/>
                  <a:pt x="339977" y="116674"/>
                  <a:pt x="332984" y="121417"/>
                </a:cubicBezTo>
                <a:cubicBezTo>
                  <a:pt x="325991" y="126158"/>
                  <a:pt x="316475" y="128529"/>
                  <a:pt x="304437" y="128529"/>
                </a:cubicBezTo>
                <a:cubicBezTo>
                  <a:pt x="291336" y="128529"/>
                  <a:pt x="281393" y="126262"/>
                  <a:pt x="274606" y="121727"/>
                </a:cubicBezTo>
                <a:cubicBezTo>
                  <a:pt x="267820" y="117190"/>
                  <a:pt x="263010" y="111093"/>
                  <a:pt x="260178" y="103434"/>
                </a:cubicBezTo>
                <a:cubicBezTo>
                  <a:pt x="258289" y="98191"/>
                  <a:pt x="257345" y="88353"/>
                  <a:pt x="257345" y="73918"/>
                </a:cubicBezTo>
                <a:lnTo>
                  <a:pt x="257345" y="27087"/>
                </a:lnTo>
                <a:cubicBezTo>
                  <a:pt x="257345" y="19747"/>
                  <a:pt x="256327" y="14932"/>
                  <a:pt x="254291" y="12642"/>
                </a:cubicBezTo>
                <a:cubicBezTo>
                  <a:pt x="252255" y="10351"/>
                  <a:pt x="248965" y="9206"/>
                  <a:pt x="244421" y="9206"/>
                </a:cubicBezTo>
                <a:lnTo>
                  <a:pt x="239907" y="9206"/>
                </a:lnTo>
                <a:lnTo>
                  <a:pt x="239907" y="5842"/>
                </a:lnTo>
                <a:lnTo>
                  <a:pt x="291779" y="5842"/>
                </a:lnTo>
                <a:lnTo>
                  <a:pt x="291779" y="9206"/>
                </a:lnTo>
                <a:lnTo>
                  <a:pt x="287176" y="9206"/>
                </a:lnTo>
                <a:cubicBezTo>
                  <a:pt x="282219" y="9206"/>
                  <a:pt x="278678" y="10762"/>
                  <a:pt x="276554" y="13875"/>
                </a:cubicBezTo>
                <a:cubicBezTo>
                  <a:pt x="275078" y="15989"/>
                  <a:pt x="274341" y="20392"/>
                  <a:pt x="274341" y="27087"/>
                </a:cubicBezTo>
                <a:lnTo>
                  <a:pt x="274341" y="79302"/>
                </a:lnTo>
                <a:cubicBezTo>
                  <a:pt x="274341" y="83956"/>
                  <a:pt x="274768" y="89288"/>
                  <a:pt x="275624" y="95296"/>
                </a:cubicBezTo>
                <a:cubicBezTo>
                  <a:pt x="276480" y="101302"/>
                  <a:pt x="278029" y="105984"/>
                  <a:pt x="280271" y="109343"/>
                </a:cubicBezTo>
                <a:cubicBezTo>
                  <a:pt x="282514" y="112699"/>
                  <a:pt x="285745" y="115467"/>
                  <a:pt x="289964" y="117647"/>
                </a:cubicBezTo>
                <a:cubicBezTo>
                  <a:pt x="294183" y="119826"/>
                  <a:pt x="299362" y="120916"/>
                  <a:pt x="305499" y="120916"/>
                </a:cubicBezTo>
                <a:cubicBezTo>
                  <a:pt x="313348" y="120916"/>
                  <a:pt x="320370" y="119209"/>
                  <a:pt x="326566" y="115793"/>
                </a:cubicBezTo>
                <a:cubicBezTo>
                  <a:pt x="332763" y="112376"/>
                  <a:pt x="336997" y="108003"/>
                  <a:pt x="339269" y="102673"/>
                </a:cubicBezTo>
                <a:cubicBezTo>
                  <a:pt x="341541" y="97342"/>
                  <a:pt x="342677" y="88315"/>
                  <a:pt x="342677" y="75592"/>
                </a:cubicBezTo>
                <a:lnTo>
                  <a:pt x="342677" y="27087"/>
                </a:lnTo>
                <a:cubicBezTo>
                  <a:pt x="342677" y="19629"/>
                  <a:pt x="341851" y="14961"/>
                  <a:pt x="340198" y="13081"/>
                </a:cubicBezTo>
                <a:cubicBezTo>
                  <a:pt x="337897" y="10498"/>
                  <a:pt x="334474" y="9206"/>
                  <a:pt x="329930" y="9206"/>
                </a:cubicBezTo>
                <a:lnTo>
                  <a:pt x="325416" y="9206"/>
                </a:lnTo>
                <a:close/>
                <a:moveTo>
                  <a:pt x="399122" y="59573"/>
                </a:moveTo>
                <a:cubicBezTo>
                  <a:pt x="408623" y="48184"/>
                  <a:pt x="417682" y="42489"/>
                  <a:pt x="426298" y="42489"/>
                </a:cubicBezTo>
                <a:cubicBezTo>
                  <a:pt x="430724" y="42489"/>
                  <a:pt x="434530" y="43593"/>
                  <a:pt x="437717" y="45800"/>
                </a:cubicBezTo>
                <a:cubicBezTo>
                  <a:pt x="440903" y="48006"/>
                  <a:pt x="443441" y="51640"/>
                  <a:pt x="445329" y="56702"/>
                </a:cubicBezTo>
                <a:cubicBezTo>
                  <a:pt x="446627" y="60233"/>
                  <a:pt x="447276" y="65648"/>
                  <a:pt x="447276" y="72945"/>
                </a:cubicBezTo>
                <a:lnTo>
                  <a:pt x="447276" y="107461"/>
                </a:lnTo>
                <a:cubicBezTo>
                  <a:pt x="447276" y="112625"/>
                  <a:pt x="447690" y="116127"/>
                  <a:pt x="448516" y="117968"/>
                </a:cubicBezTo>
                <a:cubicBezTo>
                  <a:pt x="449165" y="119452"/>
                  <a:pt x="450212" y="120610"/>
                  <a:pt x="451658" y="121442"/>
                </a:cubicBezTo>
                <a:cubicBezTo>
                  <a:pt x="453104" y="122272"/>
                  <a:pt x="455774" y="122687"/>
                  <a:pt x="459669" y="122687"/>
                </a:cubicBezTo>
                <a:lnTo>
                  <a:pt x="459669" y="125873"/>
                </a:lnTo>
                <a:lnTo>
                  <a:pt x="419570" y="125873"/>
                </a:lnTo>
                <a:lnTo>
                  <a:pt x="419570" y="122687"/>
                </a:lnTo>
                <a:lnTo>
                  <a:pt x="421252" y="122687"/>
                </a:lnTo>
                <a:cubicBezTo>
                  <a:pt x="425029" y="122687"/>
                  <a:pt x="427670" y="122109"/>
                  <a:pt x="429174" y="120952"/>
                </a:cubicBezTo>
                <a:cubicBezTo>
                  <a:pt x="430679" y="119794"/>
                  <a:pt x="431727" y="118087"/>
                  <a:pt x="432317" y="115832"/>
                </a:cubicBezTo>
                <a:cubicBezTo>
                  <a:pt x="432553" y="114941"/>
                  <a:pt x="432671" y="112151"/>
                  <a:pt x="432671" y="107461"/>
                </a:cubicBezTo>
                <a:lnTo>
                  <a:pt x="432671" y="74322"/>
                </a:lnTo>
                <a:cubicBezTo>
                  <a:pt x="432671" y="66957"/>
                  <a:pt x="431712" y="61610"/>
                  <a:pt x="429794" y="58281"/>
                </a:cubicBezTo>
                <a:cubicBezTo>
                  <a:pt x="427876" y="54952"/>
                  <a:pt x="424645" y="53288"/>
                  <a:pt x="420101" y="53288"/>
                </a:cubicBezTo>
                <a:cubicBezTo>
                  <a:pt x="413079" y="53288"/>
                  <a:pt x="406086" y="57124"/>
                  <a:pt x="399122" y="64796"/>
                </a:cubicBezTo>
                <a:lnTo>
                  <a:pt x="399122" y="107461"/>
                </a:lnTo>
                <a:cubicBezTo>
                  <a:pt x="399122" y="112981"/>
                  <a:pt x="399447" y="116394"/>
                  <a:pt x="400096" y="117702"/>
                </a:cubicBezTo>
                <a:cubicBezTo>
                  <a:pt x="400922" y="119423"/>
                  <a:pt x="402058" y="120684"/>
                  <a:pt x="403504" y="121486"/>
                </a:cubicBezTo>
                <a:cubicBezTo>
                  <a:pt x="404950" y="122286"/>
                  <a:pt x="407886" y="122687"/>
                  <a:pt x="412312" y="122687"/>
                </a:cubicBezTo>
                <a:lnTo>
                  <a:pt x="412312" y="125873"/>
                </a:lnTo>
                <a:lnTo>
                  <a:pt x="372213" y="125873"/>
                </a:lnTo>
                <a:lnTo>
                  <a:pt x="372213" y="122687"/>
                </a:lnTo>
                <a:lnTo>
                  <a:pt x="373983" y="122687"/>
                </a:lnTo>
                <a:cubicBezTo>
                  <a:pt x="378114" y="122687"/>
                  <a:pt x="380902" y="121634"/>
                  <a:pt x="382348" y="119528"/>
                </a:cubicBezTo>
                <a:cubicBezTo>
                  <a:pt x="383794" y="117420"/>
                  <a:pt x="384517" y="113398"/>
                  <a:pt x="384517" y="107461"/>
                </a:cubicBezTo>
                <a:lnTo>
                  <a:pt x="384517" y="77542"/>
                </a:lnTo>
                <a:cubicBezTo>
                  <a:pt x="384517" y="67805"/>
                  <a:pt x="384296" y="61874"/>
                  <a:pt x="383853" y="59750"/>
                </a:cubicBezTo>
                <a:cubicBezTo>
                  <a:pt x="383410" y="57626"/>
                  <a:pt x="382732" y="56180"/>
                  <a:pt x="381817" y="55413"/>
                </a:cubicBezTo>
                <a:cubicBezTo>
                  <a:pt x="380902" y="54645"/>
                  <a:pt x="379678" y="54262"/>
                  <a:pt x="378144" y="54262"/>
                </a:cubicBezTo>
                <a:cubicBezTo>
                  <a:pt x="376491" y="54262"/>
                  <a:pt x="374514" y="54704"/>
                  <a:pt x="372213" y="55590"/>
                </a:cubicBezTo>
                <a:lnTo>
                  <a:pt x="370885" y="52403"/>
                </a:lnTo>
                <a:lnTo>
                  <a:pt x="395316" y="42489"/>
                </a:lnTo>
                <a:lnTo>
                  <a:pt x="399122" y="42489"/>
                </a:lnTo>
                <a:lnTo>
                  <a:pt x="399122" y="59573"/>
                </a:lnTo>
                <a:close/>
                <a:moveTo>
                  <a:pt x="486756" y="0"/>
                </a:moveTo>
                <a:cubicBezTo>
                  <a:pt x="489235" y="0"/>
                  <a:pt x="491344" y="875"/>
                  <a:pt x="493085" y="2625"/>
                </a:cubicBezTo>
                <a:cubicBezTo>
                  <a:pt x="494826" y="4373"/>
                  <a:pt x="495697" y="6493"/>
                  <a:pt x="495697" y="8985"/>
                </a:cubicBezTo>
                <a:cubicBezTo>
                  <a:pt x="495697" y="11476"/>
                  <a:pt x="494826" y="13612"/>
                  <a:pt x="493085" y="15391"/>
                </a:cubicBezTo>
                <a:cubicBezTo>
                  <a:pt x="491344" y="17169"/>
                  <a:pt x="489235" y="18058"/>
                  <a:pt x="486756" y="18058"/>
                </a:cubicBezTo>
                <a:cubicBezTo>
                  <a:pt x="484278" y="18058"/>
                  <a:pt x="482153" y="17169"/>
                  <a:pt x="480383" y="15391"/>
                </a:cubicBezTo>
                <a:cubicBezTo>
                  <a:pt x="478612" y="13612"/>
                  <a:pt x="477727" y="11476"/>
                  <a:pt x="477727" y="8985"/>
                </a:cubicBezTo>
                <a:cubicBezTo>
                  <a:pt x="477727" y="6493"/>
                  <a:pt x="478598" y="4373"/>
                  <a:pt x="480339" y="2625"/>
                </a:cubicBezTo>
                <a:cubicBezTo>
                  <a:pt x="482079" y="875"/>
                  <a:pt x="484219" y="0"/>
                  <a:pt x="486756" y="0"/>
                </a:cubicBezTo>
                <a:moveTo>
                  <a:pt x="494103" y="42489"/>
                </a:moveTo>
                <a:lnTo>
                  <a:pt x="494103" y="107461"/>
                </a:lnTo>
                <a:cubicBezTo>
                  <a:pt x="494103" y="112566"/>
                  <a:pt x="494472" y="115965"/>
                  <a:pt x="495210" y="117658"/>
                </a:cubicBezTo>
                <a:cubicBezTo>
                  <a:pt x="495947" y="119349"/>
                  <a:pt x="497039" y="120610"/>
                  <a:pt x="498485" y="121442"/>
                </a:cubicBezTo>
                <a:cubicBezTo>
                  <a:pt x="499931" y="122272"/>
                  <a:pt x="502571" y="122687"/>
                  <a:pt x="506407" y="122687"/>
                </a:cubicBezTo>
                <a:lnTo>
                  <a:pt x="506407" y="125873"/>
                </a:lnTo>
                <a:lnTo>
                  <a:pt x="467016" y="125873"/>
                </a:lnTo>
                <a:lnTo>
                  <a:pt x="467016" y="122687"/>
                </a:lnTo>
                <a:cubicBezTo>
                  <a:pt x="470970" y="122687"/>
                  <a:pt x="473626" y="122301"/>
                  <a:pt x="474983" y="121530"/>
                </a:cubicBezTo>
                <a:cubicBezTo>
                  <a:pt x="476340" y="120758"/>
                  <a:pt x="477417" y="119482"/>
                  <a:pt x="478214" y="117702"/>
                </a:cubicBezTo>
                <a:cubicBezTo>
                  <a:pt x="479011" y="115921"/>
                  <a:pt x="479409" y="112507"/>
                  <a:pt x="479409" y="107461"/>
                </a:cubicBezTo>
                <a:lnTo>
                  <a:pt x="479409" y="76480"/>
                </a:lnTo>
                <a:cubicBezTo>
                  <a:pt x="479409" y="67650"/>
                  <a:pt x="479144" y="61932"/>
                  <a:pt x="478612" y="59324"/>
                </a:cubicBezTo>
                <a:cubicBezTo>
                  <a:pt x="478199" y="57426"/>
                  <a:pt x="477550" y="56109"/>
                  <a:pt x="476665" y="55371"/>
                </a:cubicBezTo>
                <a:cubicBezTo>
                  <a:pt x="475780" y="54632"/>
                  <a:pt x="474570" y="54262"/>
                  <a:pt x="473036" y="54262"/>
                </a:cubicBezTo>
                <a:cubicBezTo>
                  <a:pt x="471383" y="54262"/>
                  <a:pt x="469377" y="54704"/>
                  <a:pt x="467017" y="55590"/>
                </a:cubicBezTo>
                <a:lnTo>
                  <a:pt x="465777" y="52403"/>
                </a:lnTo>
                <a:lnTo>
                  <a:pt x="490208" y="42489"/>
                </a:lnTo>
                <a:lnTo>
                  <a:pt x="494103" y="42489"/>
                </a:lnTo>
                <a:close/>
                <a:moveTo>
                  <a:pt x="588135" y="42489"/>
                </a:moveTo>
                <a:lnTo>
                  <a:pt x="588135" y="146587"/>
                </a:lnTo>
                <a:cubicBezTo>
                  <a:pt x="588135" y="151842"/>
                  <a:pt x="588489" y="155216"/>
                  <a:pt x="589198" y="156708"/>
                </a:cubicBezTo>
                <a:cubicBezTo>
                  <a:pt x="589906" y="158202"/>
                  <a:pt x="591012" y="159367"/>
                  <a:pt x="592517" y="160202"/>
                </a:cubicBezTo>
                <a:cubicBezTo>
                  <a:pt x="594022" y="161039"/>
                  <a:pt x="596958" y="161458"/>
                  <a:pt x="601325" y="161458"/>
                </a:cubicBezTo>
                <a:lnTo>
                  <a:pt x="601325" y="164644"/>
                </a:lnTo>
                <a:lnTo>
                  <a:pt x="560429" y="164644"/>
                </a:lnTo>
                <a:lnTo>
                  <a:pt x="560429" y="161458"/>
                </a:lnTo>
                <a:lnTo>
                  <a:pt x="562111" y="161458"/>
                </a:lnTo>
                <a:cubicBezTo>
                  <a:pt x="565416" y="161458"/>
                  <a:pt x="567924" y="160980"/>
                  <a:pt x="569635" y="160025"/>
                </a:cubicBezTo>
                <a:cubicBezTo>
                  <a:pt x="570815" y="159368"/>
                  <a:pt x="571759" y="158189"/>
                  <a:pt x="572468" y="156487"/>
                </a:cubicBezTo>
                <a:cubicBezTo>
                  <a:pt x="573176" y="154785"/>
                  <a:pt x="573530" y="151485"/>
                  <a:pt x="573530" y="146587"/>
                </a:cubicBezTo>
                <a:lnTo>
                  <a:pt x="573530" y="111555"/>
                </a:lnTo>
                <a:cubicBezTo>
                  <a:pt x="568160" y="118023"/>
                  <a:pt x="563468" y="122440"/>
                  <a:pt x="559455" y="124806"/>
                </a:cubicBezTo>
                <a:cubicBezTo>
                  <a:pt x="555443" y="127170"/>
                  <a:pt x="551282" y="128352"/>
                  <a:pt x="546974" y="128352"/>
                </a:cubicBezTo>
                <a:cubicBezTo>
                  <a:pt x="539126" y="128352"/>
                  <a:pt x="532118" y="124785"/>
                  <a:pt x="525951" y="117652"/>
                </a:cubicBezTo>
                <a:cubicBezTo>
                  <a:pt x="519784" y="110519"/>
                  <a:pt x="516701" y="100969"/>
                  <a:pt x="516701" y="89003"/>
                </a:cubicBezTo>
                <a:cubicBezTo>
                  <a:pt x="516701" y="75266"/>
                  <a:pt x="520773" y="64079"/>
                  <a:pt x="528917" y="55443"/>
                </a:cubicBezTo>
                <a:cubicBezTo>
                  <a:pt x="537060" y="46807"/>
                  <a:pt x="546886" y="42489"/>
                  <a:pt x="558393" y="42489"/>
                </a:cubicBezTo>
                <a:cubicBezTo>
                  <a:pt x="561757" y="42489"/>
                  <a:pt x="564855" y="42961"/>
                  <a:pt x="567688" y="43905"/>
                </a:cubicBezTo>
                <a:cubicBezTo>
                  <a:pt x="570520" y="44849"/>
                  <a:pt x="573058" y="46266"/>
                  <a:pt x="575300" y="48154"/>
                </a:cubicBezTo>
                <a:cubicBezTo>
                  <a:pt x="578723" y="46502"/>
                  <a:pt x="581998" y="44613"/>
                  <a:pt x="585126" y="42489"/>
                </a:cubicBezTo>
                <a:lnTo>
                  <a:pt x="588135" y="42489"/>
                </a:lnTo>
                <a:moveTo>
                  <a:pt x="573530" y="106006"/>
                </a:moveTo>
                <a:lnTo>
                  <a:pt x="573530" y="68145"/>
                </a:lnTo>
                <a:cubicBezTo>
                  <a:pt x="573530" y="63743"/>
                  <a:pt x="572954" y="60280"/>
                  <a:pt x="571804" y="57756"/>
                </a:cubicBezTo>
                <a:cubicBezTo>
                  <a:pt x="570653" y="55231"/>
                  <a:pt x="568602" y="53088"/>
                  <a:pt x="565652" y="51327"/>
                </a:cubicBezTo>
                <a:cubicBezTo>
                  <a:pt x="562701" y="49566"/>
                  <a:pt x="559367" y="48685"/>
                  <a:pt x="555649" y="48685"/>
                </a:cubicBezTo>
                <a:cubicBezTo>
                  <a:pt x="549040" y="48685"/>
                  <a:pt x="543375" y="51474"/>
                  <a:pt x="538654" y="57050"/>
                </a:cubicBezTo>
                <a:cubicBezTo>
                  <a:pt x="533933" y="62627"/>
                  <a:pt x="531572" y="71079"/>
                  <a:pt x="531572" y="82408"/>
                </a:cubicBezTo>
                <a:cubicBezTo>
                  <a:pt x="531572" y="93268"/>
                  <a:pt x="533977" y="101516"/>
                  <a:pt x="538786" y="107152"/>
                </a:cubicBezTo>
                <a:cubicBezTo>
                  <a:pt x="543596" y="112787"/>
                  <a:pt x="549394" y="115605"/>
                  <a:pt x="556180" y="115605"/>
                </a:cubicBezTo>
                <a:cubicBezTo>
                  <a:pt x="559662" y="115605"/>
                  <a:pt x="562760" y="114856"/>
                  <a:pt x="565475" y="113359"/>
                </a:cubicBezTo>
                <a:cubicBezTo>
                  <a:pt x="568189" y="111862"/>
                  <a:pt x="570874" y="109411"/>
                  <a:pt x="573530" y="106006"/>
                </a:cubicBezTo>
                <a:close/>
                <a:moveTo>
                  <a:pt x="678071" y="44790"/>
                </a:moveTo>
                <a:lnTo>
                  <a:pt x="678071" y="94184"/>
                </a:lnTo>
                <a:cubicBezTo>
                  <a:pt x="678071" y="103450"/>
                  <a:pt x="678292" y="109118"/>
                  <a:pt x="678734" y="111188"/>
                </a:cubicBezTo>
                <a:cubicBezTo>
                  <a:pt x="679177" y="113255"/>
                  <a:pt x="679885" y="114700"/>
                  <a:pt x="680859" y="115522"/>
                </a:cubicBezTo>
                <a:cubicBezTo>
                  <a:pt x="681833" y="116345"/>
                  <a:pt x="682969" y="116756"/>
                  <a:pt x="684267" y="116756"/>
                </a:cubicBezTo>
                <a:cubicBezTo>
                  <a:pt x="686096" y="116756"/>
                  <a:pt x="688162" y="116254"/>
                  <a:pt x="690463" y="115251"/>
                </a:cubicBezTo>
                <a:lnTo>
                  <a:pt x="691702" y="118438"/>
                </a:lnTo>
                <a:lnTo>
                  <a:pt x="667448" y="128352"/>
                </a:lnTo>
                <a:lnTo>
                  <a:pt x="663465" y="128352"/>
                </a:lnTo>
                <a:lnTo>
                  <a:pt x="663465" y="111259"/>
                </a:lnTo>
                <a:cubicBezTo>
                  <a:pt x="656502" y="118778"/>
                  <a:pt x="651190" y="123506"/>
                  <a:pt x="647532" y="125445"/>
                </a:cubicBezTo>
                <a:cubicBezTo>
                  <a:pt x="643873" y="127383"/>
                  <a:pt x="640008" y="128352"/>
                  <a:pt x="635936" y="128352"/>
                </a:cubicBezTo>
                <a:cubicBezTo>
                  <a:pt x="631392" y="128352"/>
                  <a:pt x="627453" y="127039"/>
                  <a:pt x="624118" y="124413"/>
                </a:cubicBezTo>
                <a:cubicBezTo>
                  <a:pt x="620784" y="121787"/>
                  <a:pt x="618468" y="118408"/>
                  <a:pt x="617170" y="114277"/>
                </a:cubicBezTo>
                <a:cubicBezTo>
                  <a:pt x="615872" y="110147"/>
                  <a:pt x="615222" y="104304"/>
                  <a:pt x="615222" y="96751"/>
                </a:cubicBezTo>
                <a:lnTo>
                  <a:pt x="615222" y="60547"/>
                </a:lnTo>
                <a:cubicBezTo>
                  <a:pt x="615222" y="56683"/>
                  <a:pt x="614809" y="54009"/>
                  <a:pt x="613983" y="52525"/>
                </a:cubicBezTo>
                <a:cubicBezTo>
                  <a:pt x="613157" y="51038"/>
                  <a:pt x="611932" y="49894"/>
                  <a:pt x="610310" y="49092"/>
                </a:cubicBezTo>
                <a:cubicBezTo>
                  <a:pt x="608687" y="48290"/>
                  <a:pt x="605751" y="47918"/>
                  <a:pt x="601502" y="47977"/>
                </a:cubicBezTo>
                <a:lnTo>
                  <a:pt x="601502" y="44790"/>
                </a:lnTo>
                <a:lnTo>
                  <a:pt x="629916" y="44790"/>
                </a:lnTo>
                <a:lnTo>
                  <a:pt x="629916" y="99119"/>
                </a:lnTo>
                <a:cubicBezTo>
                  <a:pt x="629916" y="106681"/>
                  <a:pt x="631229" y="111645"/>
                  <a:pt x="633856" y="114009"/>
                </a:cubicBezTo>
                <a:cubicBezTo>
                  <a:pt x="636482" y="116371"/>
                  <a:pt x="639653" y="117553"/>
                  <a:pt x="643371" y="117553"/>
                </a:cubicBezTo>
                <a:cubicBezTo>
                  <a:pt x="645909" y="117553"/>
                  <a:pt x="648786" y="116755"/>
                  <a:pt x="652002" y="115160"/>
                </a:cubicBezTo>
                <a:cubicBezTo>
                  <a:pt x="655218" y="113565"/>
                  <a:pt x="659039" y="110522"/>
                  <a:pt x="663465" y="106031"/>
                </a:cubicBezTo>
                <a:lnTo>
                  <a:pt x="663465" y="60193"/>
                </a:lnTo>
                <a:cubicBezTo>
                  <a:pt x="663465" y="55488"/>
                  <a:pt x="662624" y="52306"/>
                  <a:pt x="660942" y="50646"/>
                </a:cubicBezTo>
                <a:cubicBezTo>
                  <a:pt x="659260" y="48987"/>
                  <a:pt x="655764" y="48097"/>
                  <a:pt x="650453" y="47977"/>
                </a:cubicBezTo>
                <a:lnTo>
                  <a:pt x="650453" y="44790"/>
                </a:lnTo>
                <a:lnTo>
                  <a:pt x="678071" y="44790"/>
                </a:lnTo>
                <a:close/>
                <a:moveTo>
                  <a:pt x="711265" y="75418"/>
                </a:moveTo>
                <a:cubicBezTo>
                  <a:pt x="711206" y="87401"/>
                  <a:pt x="714127" y="96800"/>
                  <a:pt x="720029" y="103614"/>
                </a:cubicBezTo>
                <a:cubicBezTo>
                  <a:pt x="725930" y="110428"/>
                  <a:pt x="732864" y="113835"/>
                  <a:pt x="740830" y="113835"/>
                </a:cubicBezTo>
                <a:cubicBezTo>
                  <a:pt x="746142" y="113835"/>
                  <a:pt x="750759" y="112368"/>
                  <a:pt x="754684" y="109434"/>
                </a:cubicBezTo>
                <a:cubicBezTo>
                  <a:pt x="758608" y="106500"/>
                  <a:pt x="761898" y="101475"/>
                  <a:pt x="764553" y="94361"/>
                </a:cubicBezTo>
                <a:lnTo>
                  <a:pt x="767297" y="96139"/>
                </a:lnTo>
                <a:cubicBezTo>
                  <a:pt x="766058" y="104267"/>
                  <a:pt x="762458" y="111667"/>
                  <a:pt x="756498" y="118341"/>
                </a:cubicBezTo>
                <a:cubicBezTo>
                  <a:pt x="750538" y="125015"/>
                  <a:pt x="743073" y="128352"/>
                  <a:pt x="734103" y="128352"/>
                </a:cubicBezTo>
                <a:cubicBezTo>
                  <a:pt x="724366" y="128352"/>
                  <a:pt x="716030" y="124569"/>
                  <a:pt x="709097" y="117002"/>
                </a:cubicBezTo>
                <a:cubicBezTo>
                  <a:pt x="702163" y="109434"/>
                  <a:pt x="698696" y="99260"/>
                  <a:pt x="698696" y="86480"/>
                </a:cubicBezTo>
                <a:cubicBezTo>
                  <a:pt x="698696" y="72641"/>
                  <a:pt x="702251" y="61850"/>
                  <a:pt x="709362" y="54107"/>
                </a:cubicBezTo>
                <a:cubicBezTo>
                  <a:pt x="716473" y="46362"/>
                  <a:pt x="725399" y="42489"/>
                  <a:pt x="736139" y="42489"/>
                </a:cubicBezTo>
                <a:cubicBezTo>
                  <a:pt x="745227" y="42489"/>
                  <a:pt x="752692" y="45476"/>
                  <a:pt x="758534" y="51451"/>
                </a:cubicBezTo>
                <a:cubicBezTo>
                  <a:pt x="764376" y="57425"/>
                  <a:pt x="767297" y="65413"/>
                  <a:pt x="767297" y="75418"/>
                </a:cubicBezTo>
                <a:lnTo>
                  <a:pt x="711265" y="75418"/>
                </a:lnTo>
                <a:moveTo>
                  <a:pt x="711265" y="70284"/>
                </a:moveTo>
                <a:lnTo>
                  <a:pt x="748797" y="70284"/>
                </a:lnTo>
                <a:cubicBezTo>
                  <a:pt x="748502" y="65133"/>
                  <a:pt x="747882" y="61505"/>
                  <a:pt x="746938" y="59399"/>
                </a:cubicBezTo>
                <a:cubicBezTo>
                  <a:pt x="745463" y="56120"/>
                  <a:pt x="743265" y="53544"/>
                  <a:pt x="740344" y="51673"/>
                </a:cubicBezTo>
                <a:cubicBezTo>
                  <a:pt x="737422" y="49799"/>
                  <a:pt x="734369" y="48862"/>
                  <a:pt x="731182" y="48862"/>
                </a:cubicBezTo>
                <a:cubicBezTo>
                  <a:pt x="726284" y="48862"/>
                  <a:pt x="721902" y="50750"/>
                  <a:pt x="718037" y="54525"/>
                </a:cubicBezTo>
                <a:cubicBezTo>
                  <a:pt x="714172" y="58300"/>
                  <a:pt x="711914" y="63553"/>
                  <a:pt x="711265" y="70284"/>
                </a:cubicBezTo>
                <a:close/>
                <a:moveTo>
                  <a:pt x="892132" y="95069"/>
                </a:moveTo>
                <a:cubicBezTo>
                  <a:pt x="889949" y="105750"/>
                  <a:pt x="885670" y="113968"/>
                  <a:pt x="879297" y="119721"/>
                </a:cubicBezTo>
                <a:cubicBezTo>
                  <a:pt x="872924" y="125475"/>
                  <a:pt x="865872" y="128352"/>
                  <a:pt x="858141" y="128352"/>
                </a:cubicBezTo>
                <a:cubicBezTo>
                  <a:pt x="848935" y="128352"/>
                  <a:pt x="840909" y="124491"/>
                  <a:pt x="834064" y="116770"/>
                </a:cubicBezTo>
                <a:cubicBezTo>
                  <a:pt x="827219" y="109047"/>
                  <a:pt x="823796" y="98611"/>
                  <a:pt x="823796" y="85465"/>
                </a:cubicBezTo>
                <a:cubicBezTo>
                  <a:pt x="823796" y="72731"/>
                  <a:pt x="827587" y="62385"/>
                  <a:pt x="835170" y="54428"/>
                </a:cubicBezTo>
                <a:cubicBezTo>
                  <a:pt x="842754" y="46469"/>
                  <a:pt x="851856" y="42489"/>
                  <a:pt x="862478" y="42489"/>
                </a:cubicBezTo>
                <a:cubicBezTo>
                  <a:pt x="870445" y="42489"/>
                  <a:pt x="876995" y="44606"/>
                  <a:pt x="882130" y="48840"/>
                </a:cubicBezTo>
                <a:cubicBezTo>
                  <a:pt x="887264" y="53072"/>
                  <a:pt x="889831" y="57468"/>
                  <a:pt x="889831" y="62027"/>
                </a:cubicBezTo>
                <a:cubicBezTo>
                  <a:pt x="889831" y="64276"/>
                  <a:pt x="889108" y="66098"/>
                  <a:pt x="887662" y="67490"/>
                </a:cubicBezTo>
                <a:cubicBezTo>
                  <a:pt x="886216" y="68880"/>
                  <a:pt x="884195" y="69576"/>
                  <a:pt x="881598" y="69576"/>
                </a:cubicBezTo>
                <a:cubicBezTo>
                  <a:pt x="878117" y="69576"/>
                  <a:pt x="875491" y="68445"/>
                  <a:pt x="873720" y="66184"/>
                </a:cubicBezTo>
                <a:cubicBezTo>
                  <a:pt x="872717" y="64934"/>
                  <a:pt x="872053" y="62553"/>
                  <a:pt x="871729" y="59042"/>
                </a:cubicBezTo>
                <a:cubicBezTo>
                  <a:pt x="871404" y="55531"/>
                  <a:pt x="870209" y="52853"/>
                  <a:pt x="868144" y="51009"/>
                </a:cubicBezTo>
                <a:cubicBezTo>
                  <a:pt x="866078" y="49224"/>
                  <a:pt x="863216" y="48331"/>
                  <a:pt x="859557" y="48331"/>
                </a:cubicBezTo>
                <a:cubicBezTo>
                  <a:pt x="853656" y="48331"/>
                  <a:pt x="848906" y="50515"/>
                  <a:pt x="845306" y="54881"/>
                </a:cubicBezTo>
                <a:cubicBezTo>
                  <a:pt x="840526" y="60665"/>
                  <a:pt x="838136" y="68307"/>
                  <a:pt x="838136" y="77808"/>
                </a:cubicBezTo>
                <a:cubicBezTo>
                  <a:pt x="838136" y="87486"/>
                  <a:pt x="840511" y="96028"/>
                  <a:pt x="845262" y="103434"/>
                </a:cubicBezTo>
                <a:cubicBezTo>
                  <a:pt x="850012" y="110840"/>
                  <a:pt x="856430" y="114543"/>
                  <a:pt x="864514" y="114543"/>
                </a:cubicBezTo>
                <a:cubicBezTo>
                  <a:pt x="870298" y="114543"/>
                  <a:pt x="875491" y="112566"/>
                  <a:pt x="880094" y="108612"/>
                </a:cubicBezTo>
                <a:cubicBezTo>
                  <a:pt x="883339" y="105898"/>
                  <a:pt x="886496" y="100970"/>
                  <a:pt x="889565" y="93830"/>
                </a:cubicBezTo>
                <a:lnTo>
                  <a:pt x="892132" y="95069"/>
                </a:lnTo>
                <a:close/>
                <a:moveTo>
                  <a:pt x="943232" y="42489"/>
                </a:moveTo>
                <a:cubicBezTo>
                  <a:pt x="955507" y="42489"/>
                  <a:pt x="965362" y="47146"/>
                  <a:pt x="972798" y="56461"/>
                </a:cubicBezTo>
                <a:cubicBezTo>
                  <a:pt x="979112" y="64418"/>
                  <a:pt x="982269" y="73556"/>
                  <a:pt x="982269" y="83874"/>
                </a:cubicBezTo>
                <a:cubicBezTo>
                  <a:pt x="982269" y="91125"/>
                  <a:pt x="980528" y="98465"/>
                  <a:pt x="977046" y="105893"/>
                </a:cubicBezTo>
                <a:cubicBezTo>
                  <a:pt x="973565" y="113319"/>
                  <a:pt x="968770" y="118919"/>
                  <a:pt x="962662" y="122692"/>
                </a:cubicBezTo>
                <a:cubicBezTo>
                  <a:pt x="956554" y="126465"/>
                  <a:pt x="949753" y="128352"/>
                  <a:pt x="942259" y="128352"/>
                </a:cubicBezTo>
                <a:cubicBezTo>
                  <a:pt x="930043" y="128352"/>
                  <a:pt x="920336" y="123488"/>
                  <a:pt x="913136" y="113760"/>
                </a:cubicBezTo>
                <a:cubicBezTo>
                  <a:pt x="907058" y="105567"/>
                  <a:pt x="904019" y="96371"/>
                  <a:pt x="904019" y="86173"/>
                </a:cubicBezTo>
                <a:cubicBezTo>
                  <a:pt x="904019" y="78745"/>
                  <a:pt x="905863" y="71361"/>
                  <a:pt x="909551" y="64021"/>
                </a:cubicBezTo>
                <a:cubicBezTo>
                  <a:pt x="913239" y="56681"/>
                  <a:pt x="918093" y="51258"/>
                  <a:pt x="924112" y="47750"/>
                </a:cubicBezTo>
                <a:cubicBezTo>
                  <a:pt x="930132" y="44243"/>
                  <a:pt x="936505" y="42489"/>
                  <a:pt x="943232" y="42489"/>
                </a:cubicBezTo>
                <a:moveTo>
                  <a:pt x="940488" y="48331"/>
                </a:moveTo>
                <a:cubicBezTo>
                  <a:pt x="937361" y="48331"/>
                  <a:pt x="934218" y="49258"/>
                  <a:pt x="931061" y="51111"/>
                </a:cubicBezTo>
                <a:cubicBezTo>
                  <a:pt x="927904" y="52963"/>
                  <a:pt x="925352" y="56211"/>
                  <a:pt x="923404" y="60856"/>
                </a:cubicBezTo>
                <a:cubicBezTo>
                  <a:pt x="921457" y="65502"/>
                  <a:pt x="920483" y="71469"/>
                  <a:pt x="920483" y="78759"/>
                </a:cubicBezTo>
                <a:cubicBezTo>
                  <a:pt x="920483" y="90519"/>
                  <a:pt x="922829" y="100663"/>
                  <a:pt x="927520" y="109190"/>
                </a:cubicBezTo>
                <a:cubicBezTo>
                  <a:pt x="932212" y="117716"/>
                  <a:pt x="938393" y="121979"/>
                  <a:pt x="946065" y="121979"/>
                </a:cubicBezTo>
                <a:cubicBezTo>
                  <a:pt x="951789" y="121979"/>
                  <a:pt x="956510" y="119626"/>
                  <a:pt x="960228" y="114922"/>
                </a:cubicBezTo>
                <a:cubicBezTo>
                  <a:pt x="963946" y="110218"/>
                  <a:pt x="965805" y="102133"/>
                  <a:pt x="965805" y="90668"/>
                </a:cubicBezTo>
                <a:cubicBezTo>
                  <a:pt x="965805" y="76320"/>
                  <a:pt x="962706" y="65031"/>
                  <a:pt x="956510" y="56798"/>
                </a:cubicBezTo>
                <a:cubicBezTo>
                  <a:pt x="952320" y="51154"/>
                  <a:pt x="946980" y="48331"/>
                  <a:pt x="940488" y="48331"/>
                </a:cubicBezTo>
                <a:close/>
                <a:moveTo>
                  <a:pt x="1017942" y="42489"/>
                </a:moveTo>
                <a:lnTo>
                  <a:pt x="1017942" y="60724"/>
                </a:lnTo>
                <a:cubicBezTo>
                  <a:pt x="1024729" y="48567"/>
                  <a:pt x="1031692" y="42489"/>
                  <a:pt x="1038833" y="42489"/>
                </a:cubicBezTo>
                <a:cubicBezTo>
                  <a:pt x="1042078" y="42489"/>
                  <a:pt x="1044764" y="43477"/>
                  <a:pt x="1046888" y="45454"/>
                </a:cubicBezTo>
                <a:cubicBezTo>
                  <a:pt x="1049012" y="47431"/>
                  <a:pt x="1050075" y="49718"/>
                  <a:pt x="1050075" y="52314"/>
                </a:cubicBezTo>
                <a:cubicBezTo>
                  <a:pt x="1050075" y="54616"/>
                  <a:pt x="1049307" y="56563"/>
                  <a:pt x="1047773" y="58157"/>
                </a:cubicBezTo>
                <a:cubicBezTo>
                  <a:pt x="1046239" y="59750"/>
                  <a:pt x="1044409" y="60547"/>
                  <a:pt x="1042285" y="60547"/>
                </a:cubicBezTo>
                <a:cubicBezTo>
                  <a:pt x="1040220" y="60547"/>
                  <a:pt x="1037903" y="59543"/>
                  <a:pt x="1035336" y="57537"/>
                </a:cubicBezTo>
                <a:cubicBezTo>
                  <a:pt x="1032769" y="55531"/>
                  <a:pt x="1030866" y="54527"/>
                  <a:pt x="1029627" y="54527"/>
                </a:cubicBezTo>
                <a:cubicBezTo>
                  <a:pt x="1028565" y="54527"/>
                  <a:pt x="1027414" y="55113"/>
                  <a:pt x="1026175" y="56284"/>
                </a:cubicBezTo>
                <a:cubicBezTo>
                  <a:pt x="1023519" y="58687"/>
                  <a:pt x="1020775" y="62642"/>
                  <a:pt x="1017942" y="68148"/>
                </a:cubicBezTo>
                <a:lnTo>
                  <a:pt x="1017942" y="106930"/>
                </a:lnTo>
                <a:cubicBezTo>
                  <a:pt x="1017942" y="111419"/>
                  <a:pt x="1018503" y="114814"/>
                  <a:pt x="1019624" y="117116"/>
                </a:cubicBezTo>
                <a:cubicBezTo>
                  <a:pt x="1020391" y="118711"/>
                  <a:pt x="1021749" y="120038"/>
                  <a:pt x="1023696" y="121099"/>
                </a:cubicBezTo>
                <a:cubicBezTo>
                  <a:pt x="1025643" y="122157"/>
                  <a:pt x="1028447" y="122687"/>
                  <a:pt x="1032105" y="122687"/>
                </a:cubicBezTo>
                <a:lnTo>
                  <a:pt x="1032105" y="125873"/>
                </a:lnTo>
                <a:lnTo>
                  <a:pt x="990590" y="125873"/>
                </a:lnTo>
                <a:lnTo>
                  <a:pt x="990590" y="122687"/>
                </a:lnTo>
                <a:cubicBezTo>
                  <a:pt x="994721" y="122687"/>
                  <a:pt x="997790" y="122030"/>
                  <a:pt x="999796" y="120717"/>
                </a:cubicBezTo>
                <a:cubicBezTo>
                  <a:pt x="1001271" y="119762"/>
                  <a:pt x="1002304" y="118240"/>
                  <a:pt x="1002894" y="116150"/>
                </a:cubicBezTo>
                <a:cubicBezTo>
                  <a:pt x="1003189" y="115134"/>
                  <a:pt x="1003337" y="112238"/>
                  <a:pt x="1003337" y="107461"/>
                </a:cubicBezTo>
                <a:lnTo>
                  <a:pt x="1003337" y="76303"/>
                </a:lnTo>
                <a:cubicBezTo>
                  <a:pt x="1003337" y="66861"/>
                  <a:pt x="1003145" y="61240"/>
                  <a:pt x="1002761" y="59440"/>
                </a:cubicBezTo>
                <a:cubicBezTo>
                  <a:pt x="1002378" y="57640"/>
                  <a:pt x="1001670" y="56327"/>
                  <a:pt x="1000637" y="55501"/>
                </a:cubicBezTo>
                <a:cubicBezTo>
                  <a:pt x="999604" y="54675"/>
                  <a:pt x="998321" y="54262"/>
                  <a:pt x="996786" y="54262"/>
                </a:cubicBezTo>
                <a:cubicBezTo>
                  <a:pt x="994957" y="54262"/>
                  <a:pt x="992892" y="54704"/>
                  <a:pt x="990590" y="55590"/>
                </a:cubicBezTo>
                <a:lnTo>
                  <a:pt x="989705" y="52403"/>
                </a:lnTo>
                <a:lnTo>
                  <a:pt x="1014225" y="42489"/>
                </a:lnTo>
                <a:lnTo>
                  <a:pt x="1017942" y="42489"/>
                </a:lnTo>
                <a:close/>
                <a:moveTo>
                  <a:pt x="1078310" y="42489"/>
                </a:moveTo>
                <a:lnTo>
                  <a:pt x="1078310" y="60724"/>
                </a:lnTo>
                <a:cubicBezTo>
                  <a:pt x="1085097" y="48567"/>
                  <a:pt x="1092060" y="42489"/>
                  <a:pt x="1099200" y="42489"/>
                </a:cubicBezTo>
                <a:cubicBezTo>
                  <a:pt x="1102446" y="42489"/>
                  <a:pt x="1105131" y="43477"/>
                  <a:pt x="1107256" y="45454"/>
                </a:cubicBezTo>
                <a:cubicBezTo>
                  <a:pt x="1109380" y="47431"/>
                  <a:pt x="1110442" y="49718"/>
                  <a:pt x="1110442" y="52314"/>
                </a:cubicBezTo>
                <a:cubicBezTo>
                  <a:pt x="1110442" y="54616"/>
                  <a:pt x="1109675" y="56563"/>
                  <a:pt x="1108141" y="58157"/>
                </a:cubicBezTo>
                <a:cubicBezTo>
                  <a:pt x="1106607" y="59750"/>
                  <a:pt x="1104777" y="60547"/>
                  <a:pt x="1102653" y="60547"/>
                </a:cubicBezTo>
                <a:cubicBezTo>
                  <a:pt x="1100587" y="60547"/>
                  <a:pt x="1098271" y="59543"/>
                  <a:pt x="1095704" y="57537"/>
                </a:cubicBezTo>
                <a:cubicBezTo>
                  <a:pt x="1093137" y="55531"/>
                  <a:pt x="1091234" y="54527"/>
                  <a:pt x="1089995" y="54527"/>
                </a:cubicBezTo>
                <a:cubicBezTo>
                  <a:pt x="1088932" y="54527"/>
                  <a:pt x="1087782" y="55113"/>
                  <a:pt x="1086542" y="56284"/>
                </a:cubicBezTo>
                <a:cubicBezTo>
                  <a:pt x="1083887" y="58687"/>
                  <a:pt x="1081143" y="62642"/>
                  <a:pt x="1078310" y="68148"/>
                </a:cubicBezTo>
                <a:lnTo>
                  <a:pt x="1078310" y="106930"/>
                </a:lnTo>
                <a:cubicBezTo>
                  <a:pt x="1078310" y="111419"/>
                  <a:pt x="1078871" y="114814"/>
                  <a:pt x="1079992" y="117116"/>
                </a:cubicBezTo>
                <a:cubicBezTo>
                  <a:pt x="1080759" y="118711"/>
                  <a:pt x="1082116" y="120038"/>
                  <a:pt x="1084064" y="121099"/>
                </a:cubicBezTo>
                <a:cubicBezTo>
                  <a:pt x="1086011" y="122157"/>
                  <a:pt x="1088814" y="122687"/>
                  <a:pt x="1092473" y="122687"/>
                </a:cubicBezTo>
                <a:lnTo>
                  <a:pt x="1092473" y="125873"/>
                </a:lnTo>
                <a:lnTo>
                  <a:pt x="1050958" y="125873"/>
                </a:lnTo>
                <a:lnTo>
                  <a:pt x="1050958" y="122687"/>
                </a:lnTo>
                <a:cubicBezTo>
                  <a:pt x="1055089" y="122687"/>
                  <a:pt x="1058157" y="122030"/>
                  <a:pt x="1060164" y="120717"/>
                </a:cubicBezTo>
                <a:cubicBezTo>
                  <a:pt x="1061639" y="119762"/>
                  <a:pt x="1062672" y="118240"/>
                  <a:pt x="1063262" y="116150"/>
                </a:cubicBezTo>
                <a:cubicBezTo>
                  <a:pt x="1063557" y="115134"/>
                  <a:pt x="1063705" y="112238"/>
                  <a:pt x="1063705" y="107461"/>
                </a:cubicBezTo>
                <a:lnTo>
                  <a:pt x="1063705" y="76303"/>
                </a:lnTo>
                <a:cubicBezTo>
                  <a:pt x="1063705" y="66861"/>
                  <a:pt x="1063513" y="61240"/>
                  <a:pt x="1063129" y="59440"/>
                </a:cubicBezTo>
                <a:cubicBezTo>
                  <a:pt x="1062746" y="57640"/>
                  <a:pt x="1062037" y="56327"/>
                  <a:pt x="1061005" y="55501"/>
                </a:cubicBezTo>
                <a:cubicBezTo>
                  <a:pt x="1059972" y="54675"/>
                  <a:pt x="1058689" y="54262"/>
                  <a:pt x="1057154" y="54262"/>
                </a:cubicBezTo>
                <a:cubicBezTo>
                  <a:pt x="1055325" y="54262"/>
                  <a:pt x="1053259" y="54704"/>
                  <a:pt x="1050958" y="55590"/>
                </a:cubicBezTo>
                <a:lnTo>
                  <a:pt x="1050073" y="52403"/>
                </a:lnTo>
                <a:lnTo>
                  <a:pt x="1074592" y="42489"/>
                </a:lnTo>
                <a:lnTo>
                  <a:pt x="1078310" y="42489"/>
                </a:lnTo>
                <a:close/>
                <a:moveTo>
                  <a:pt x="1128587" y="75418"/>
                </a:moveTo>
                <a:cubicBezTo>
                  <a:pt x="1128528" y="87401"/>
                  <a:pt x="1131449" y="96800"/>
                  <a:pt x="1137350" y="103614"/>
                </a:cubicBezTo>
                <a:cubicBezTo>
                  <a:pt x="1143251" y="110428"/>
                  <a:pt x="1150185" y="113835"/>
                  <a:pt x="1158152" y="113835"/>
                </a:cubicBezTo>
                <a:cubicBezTo>
                  <a:pt x="1163463" y="113835"/>
                  <a:pt x="1168081" y="112368"/>
                  <a:pt x="1172005" y="109434"/>
                </a:cubicBezTo>
                <a:cubicBezTo>
                  <a:pt x="1175929" y="106500"/>
                  <a:pt x="1179219" y="101475"/>
                  <a:pt x="1181875" y="94361"/>
                </a:cubicBezTo>
                <a:lnTo>
                  <a:pt x="1184619" y="96139"/>
                </a:lnTo>
                <a:cubicBezTo>
                  <a:pt x="1183380" y="104267"/>
                  <a:pt x="1179780" y="111667"/>
                  <a:pt x="1173820" y="118341"/>
                </a:cubicBezTo>
                <a:cubicBezTo>
                  <a:pt x="1167860" y="125015"/>
                  <a:pt x="1160394" y="128352"/>
                  <a:pt x="1151425" y="128352"/>
                </a:cubicBezTo>
                <a:cubicBezTo>
                  <a:pt x="1141688" y="128352"/>
                  <a:pt x="1133352" y="124569"/>
                  <a:pt x="1126418" y="117002"/>
                </a:cubicBezTo>
                <a:cubicBezTo>
                  <a:pt x="1119484" y="109434"/>
                  <a:pt x="1116017" y="99260"/>
                  <a:pt x="1116017" y="86480"/>
                </a:cubicBezTo>
                <a:cubicBezTo>
                  <a:pt x="1116017" y="72641"/>
                  <a:pt x="1119573" y="61850"/>
                  <a:pt x="1126684" y="54107"/>
                </a:cubicBezTo>
                <a:cubicBezTo>
                  <a:pt x="1133795" y="46362"/>
                  <a:pt x="1142720" y="42489"/>
                  <a:pt x="1153461" y="42489"/>
                </a:cubicBezTo>
                <a:cubicBezTo>
                  <a:pt x="1162548" y="42489"/>
                  <a:pt x="1170014" y="45476"/>
                  <a:pt x="1175856" y="51451"/>
                </a:cubicBezTo>
                <a:cubicBezTo>
                  <a:pt x="1181698" y="57425"/>
                  <a:pt x="1184619" y="65413"/>
                  <a:pt x="1184619" y="75418"/>
                </a:cubicBezTo>
                <a:lnTo>
                  <a:pt x="1128587" y="75418"/>
                </a:lnTo>
                <a:moveTo>
                  <a:pt x="1128587" y="70284"/>
                </a:moveTo>
                <a:lnTo>
                  <a:pt x="1166119" y="70284"/>
                </a:lnTo>
                <a:cubicBezTo>
                  <a:pt x="1165824" y="65133"/>
                  <a:pt x="1165204" y="61505"/>
                  <a:pt x="1164260" y="59399"/>
                </a:cubicBezTo>
                <a:cubicBezTo>
                  <a:pt x="1162784" y="56120"/>
                  <a:pt x="1160586" y="53544"/>
                  <a:pt x="1157665" y="51673"/>
                </a:cubicBezTo>
                <a:cubicBezTo>
                  <a:pt x="1154744" y="49799"/>
                  <a:pt x="1151690" y="48862"/>
                  <a:pt x="1148504" y="48862"/>
                </a:cubicBezTo>
                <a:cubicBezTo>
                  <a:pt x="1143605" y="48862"/>
                  <a:pt x="1139224" y="50750"/>
                  <a:pt x="1135359" y="54525"/>
                </a:cubicBezTo>
                <a:cubicBezTo>
                  <a:pt x="1131493" y="58300"/>
                  <a:pt x="1129236" y="63553"/>
                  <a:pt x="1128587" y="7028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29" name="Text ctdetection">
            <a:extLst xmlns:a="http://schemas.openxmlformats.org/drawingml/2006/main">
              <a:ext uri="{FF2B5EF4-FFF2-40B4-BE49-F238E27FC236}">
                <a16:creationId xmlns:a16="http://schemas.microsoft.com/office/drawing/2014/main" id="{17A22E8D-A562-4350-B4EE-09EA7E3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401" y="3393790"/>
            <a:ext cx="832367" cy="128352"/>
          </a:xfrm>
          <a:custGeom xmlns:a="http://schemas.openxmlformats.org/drawingml/2006/main">
            <a:pathLst>
              <a:path w="832367" h="128352">
                <a:moveTo>
                  <a:pt x="68336" y="95069"/>
                </a:moveTo>
                <a:cubicBezTo>
                  <a:pt x="66153" y="105750"/>
                  <a:pt x="61874" y="113968"/>
                  <a:pt x="55501" y="119721"/>
                </a:cubicBezTo>
                <a:cubicBezTo>
                  <a:pt x="49128" y="125475"/>
                  <a:pt x="42076" y="128352"/>
                  <a:pt x="34345" y="128352"/>
                </a:cubicBezTo>
                <a:cubicBezTo>
                  <a:pt x="25139" y="128352"/>
                  <a:pt x="17114" y="124491"/>
                  <a:pt x="10268" y="116770"/>
                </a:cubicBezTo>
                <a:cubicBezTo>
                  <a:pt x="3423" y="109047"/>
                  <a:pt x="0" y="98611"/>
                  <a:pt x="0" y="85465"/>
                </a:cubicBezTo>
                <a:cubicBezTo>
                  <a:pt x="0" y="72731"/>
                  <a:pt x="3792" y="62385"/>
                  <a:pt x="11375" y="54428"/>
                </a:cubicBezTo>
                <a:cubicBezTo>
                  <a:pt x="18958" y="46469"/>
                  <a:pt x="28060" y="42489"/>
                  <a:pt x="38683" y="42489"/>
                </a:cubicBezTo>
                <a:cubicBezTo>
                  <a:pt x="46649" y="42489"/>
                  <a:pt x="53200" y="44606"/>
                  <a:pt x="58334" y="48840"/>
                </a:cubicBezTo>
                <a:cubicBezTo>
                  <a:pt x="63468" y="53072"/>
                  <a:pt x="66035" y="57468"/>
                  <a:pt x="66035" y="62027"/>
                </a:cubicBezTo>
                <a:cubicBezTo>
                  <a:pt x="66035" y="64276"/>
                  <a:pt x="65312" y="66098"/>
                  <a:pt x="63866" y="67490"/>
                </a:cubicBezTo>
                <a:cubicBezTo>
                  <a:pt x="62420" y="68880"/>
                  <a:pt x="60399" y="69576"/>
                  <a:pt x="57803" y="69576"/>
                </a:cubicBezTo>
                <a:cubicBezTo>
                  <a:pt x="54321" y="69576"/>
                  <a:pt x="51695" y="68445"/>
                  <a:pt x="49924" y="66184"/>
                </a:cubicBezTo>
                <a:cubicBezTo>
                  <a:pt x="48921" y="64934"/>
                  <a:pt x="48257" y="62553"/>
                  <a:pt x="47933" y="59042"/>
                </a:cubicBezTo>
                <a:cubicBezTo>
                  <a:pt x="47608" y="55531"/>
                  <a:pt x="46413" y="52853"/>
                  <a:pt x="44348" y="51009"/>
                </a:cubicBezTo>
                <a:cubicBezTo>
                  <a:pt x="42282" y="49224"/>
                  <a:pt x="39420" y="48331"/>
                  <a:pt x="35761" y="48331"/>
                </a:cubicBezTo>
                <a:cubicBezTo>
                  <a:pt x="29860" y="48331"/>
                  <a:pt x="25110" y="50515"/>
                  <a:pt x="21510" y="54881"/>
                </a:cubicBezTo>
                <a:cubicBezTo>
                  <a:pt x="16730" y="60665"/>
                  <a:pt x="14340" y="68307"/>
                  <a:pt x="14340" y="77808"/>
                </a:cubicBezTo>
                <a:cubicBezTo>
                  <a:pt x="14340" y="87486"/>
                  <a:pt x="16715" y="96028"/>
                  <a:pt x="21466" y="103434"/>
                </a:cubicBezTo>
                <a:cubicBezTo>
                  <a:pt x="26216" y="110840"/>
                  <a:pt x="32634" y="114543"/>
                  <a:pt x="40719" y="114543"/>
                </a:cubicBezTo>
                <a:cubicBezTo>
                  <a:pt x="46502" y="114543"/>
                  <a:pt x="51695" y="112566"/>
                  <a:pt x="56298" y="108612"/>
                </a:cubicBezTo>
                <a:cubicBezTo>
                  <a:pt x="59543" y="105898"/>
                  <a:pt x="62701" y="100970"/>
                  <a:pt x="65769" y="93830"/>
                </a:cubicBezTo>
                <a:lnTo>
                  <a:pt x="68336" y="95069"/>
                </a:lnTo>
                <a:close/>
                <a:moveTo>
                  <a:pt x="103326" y="18058"/>
                </a:moveTo>
                <a:lnTo>
                  <a:pt x="103326" y="44790"/>
                </a:lnTo>
                <a:lnTo>
                  <a:pt x="122269" y="44790"/>
                </a:lnTo>
                <a:lnTo>
                  <a:pt x="122269" y="50810"/>
                </a:lnTo>
                <a:lnTo>
                  <a:pt x="103326" y="50987"/>
                </a:lnTo>
                <a:lnTo>
                  <a:pt x="103326" y="103639"/>
                </a:lnTo>
                <a:cubicBezTo>
                  <a:pt x="103326" y="108896"/>
                  <a:pt x="104078" y="112442"/>
                  <a:pt x="105583" y="114275"/>
                </a:cubicBezTo>
                <a:cubicBezTo>
                  <a:pt x="107088" y="116106"/>
                  <a:pt x="109021" y="117021"/>
                  <a:pt x="111381" y="117021"/>
                </a:cubicBezTo>
                <a:cubicBezTo>
                  <a:pt x="113329" y="117021"/>
                  <a:pt x="115217" y="116409"/>
                  <a:pt x="117046" y="115185"/>
                </a:cubicBezTo>
                <a:cubicBezTo>
                  <a:pt x="118876" y="113960"/>
                  <a:pt x="120292" y="112153"/>
                  <a:pt x="121295" y="109763"/>
                </a:cubicBezTo>
                <a:lnTo>
                  <a:pt x="124747" y="109763"/>
                </a:lnTo>
                <a:cubicBezTo>
                  <a:pt x="122682" y="115576"/>
                  <a:pt x="119761" y="119950"/>
                  <a:pt x="115984" y="122886"/>
                </a:cubicBezTo>
                <a:cubicBezTo>
                  <a:pt x="112207" y="125822"/>
                  <a:pt x="108313" y="127290"/>
                  <a:pt x="104300" y="127290"/>
                </a:cubicBezTo>
                <a:cubicBezTo>
                  <a:pt x="101585" y="127290"/>
                  <a:pt x="98930" y="126534"/>
                  <a:pt x="96333" y="125024"/>
                </a:cubicBezTo>
                <a:cubicBezTo>
                  <a:pt x="93737" y="123514"/>
                  <a:pt x="91819" y="121352"/>
                  <a:pt x="90579" y="118540"/>
                </a:cubicBezTo>
                <a:cubicBezTo>
                  <a:pt x="89340" y="115728"/>
                  <a:pt x="88720" y="111390"/>
                  <a:pt x="88720" y="105528"/>
                </a:cubicBezTo>
                <a:lnTo>
                  <a:pt x="88720" y="50810"/>
                </a:lnTo>
                <a:lnTo>
                  <a:pt x="75885" y="50810"/>
                </a:lnTo>
                <a:lnTo>
                  <a:pt x="75885" y="47971"/>
                </a:lnTo>
                <a:cubicBezTo>
                  <a:pt x="79131" y="46681"/>
                  <a:pt x="82450" y="44495"/>
                  <a:pt x="85844" y="41416"/>
                </a:cubicBezTo>
                <a:cubicBezTo>
                  <a:pt x="89237" y="38336"/>
                  <a:pt x="92261" y="34665"/>
                  <a:pt x="94917" y="30403"/>
                </a:cubicBezTo>
                <a:cubicBezTo>
                  <a:pt x="96274" y="28153"/>
                  <a:pt x="98162" y="24038"/>
                  <a:pt x="100582" y="18058"/>
                </a:cubicBezTo>
                <a:lnTo>
                  <a:pt x="103326" y="18058"/>
                </a:lnTo>
                <a:close/>
                <a:moveTo>
                  <a:pt x="232589" y="116761"/>
                </a:moveTo>
                <a:cubicBezTo>
                  <a:pt x="228635" y="120890"/>
                  <a:pt x="224770" y="123855"/>
                  <a:pt x="220993" y="125655"/>
                </a:cubicBezTo>
                <a:cubicBezTo>
                  <a:pt x="217216" y="127453"/>
                  <a:pt x="213144" y="128352"/>
                  <a:pt x="208777" y="128352"/>
                </a:cubicBezTo>
                <a:cubicBezTo>
                  <a:pt x="199926" y="128352"/>
                  <a:pt x="192195" y="124657"/>
                  <a:pt x="185586" y="117268"/>
                </a:cubicBezTo>
                <a:cubicBezTo>
                  <a:pt x="178976" y="109876"/>
                  <a:pt x="175672" y="100379"/>
                  <a:pt x="175672" y="88776"/>
                </a:cubicBezTo>
                <a:cubicBezTo>
                  <a:pt x="175672" y="77174"/>
                  <a:pt x="179330" y="66559"/>
                  <a:pt x="186648" y="56931"/>
                </a:cubicBezTo>
                <a:cubicBezTo>
                  <a:pt x="193965" y="47303"/>
                  <a:pt x="203378" y="42489"/>
                  <a:pt x="214885" y="42489"/>
                </a:cubicBezTo>
                <a:cubicBezTo>
                  <a:pt x="222026" y="42489"/>
                  <a:pt x="227927" y="44760"/>
                  <a:pt x="232589" y="49302"/>
                </a:cubicBezTo>
                <a:lnTo>
                  <a:pt x="232589" y="34168"/>
                </a:lnTo>
                <a:cubicBezTo>
                  <a:pt x="232589" y="24942"/>
                  <a:pt x="232368" y="19271"/>
                  <a:pt x="231925" y="17156"/>
                </a:cubicBezTo>
                <a:cubicBezTo>
                  <a:pt x="231482" y="15041"/>
                  <a:pt x="230789" y="13601"/>
                  <a:pt x="229845" y="12835"/>
                </a:cubicBezTo>
                <a:cubicBezTo>
                  <a:pt x="228901" y="12068"/>
                  <a:pt x="227720" y="11684"/>
                  <a:pt x="226304" y="11684"/>
                </a:cubicBezTo>
                <a:cubicBezTo>
                  <a:pt x="224770" y="11684"/>
                  <a:pt x="222734" y="12157"/>
                  <a:pt x="220196" y="13101"/>
                </a:cubicBezTo>
                <a:lnTo>
                  <a:pt x="219046" y="9914"/>
                </a:lnTo>
                <a:lnTo>
                  <a:pt x="243211" y="0"/>
                </a:lnTo>
                <a:lnTo>
                  <a:pt x="247194" y="0"/>
                </a:lnTo>
                <a:lnTo>
                  <a:pt x="247194" y="93830"/>
                </a:lnTo>
                <a:cubicBezTo>
                  <a:pt x="247194" y="103292"/>
                  <a:pt x="247416" y="109066"/>
                  <a:pt x="247858" y="111152"/>
                </a:cubicBezTo>
                <a:cubicBezTo>
                  <a:pt x="248301" y="113237"/>
                  <a:pt x="249009" y="114693"/>
                  <a:pt x="249983" y="115519"/>
                </a:cubicBezTo>
                <a:cubicBezTo>
                  <a:pt x="250957" y="116344"/>
                  <a:pt x="252092" y="116756"/>
                  <a:pt x="253391" y="116756"/>
                </a:cubicBezTo>
                <a:cubicBezTo>
                  <a:pt x="254984" y="116756"/>
                  <a:pt x="257109" y="116254"/>
                  <a:pt x="259764" y="115251"/>
                </a:cubicBezTo>
                <a:lnTo>
                  <a:pt x="260738" y="118438"/>
                </a:lnTo>
                <a:lnTo>
                  <a:pt x="236661" y="128352"/>
                </a:lnTo>
                <a:lnTo>
                  <a:pt x="232589" y="128352"/>
                </a:lnTo>
                <a:lnTo>
                  <a:pt x="232589" y="116761"/>
                </a:lnTo>
                <a:moveTo>
                  <a:pt x="232589" y="110579"/>
                </a:moveTo>
                <a:lnTo>
                  <a:pt x="232589" y="68903"/>
                </a:lnTo>
                <a:cubicBezTo>
                  <a:pt x="232235" y="64900"/>
                  <a:pt x="231173" y="61250"/>
                  <a:pt x="229402" y="57955"/>
                </a:cubicBezTo>
                <a:cubicBezTo>
                  <a:pt x="227632" y="54657"/>
                  <a:pt x="225286" y="52171"/>
                  <a:pt x="222365" y="50494"/>
                </a:cubicBezTo>
                <a:cubicBezTo>
                  <a:pt x="219444" y="48816"/>
                  <a:pt x="216597" y="47977"/>
                  <a:pt x="213823" y="47977"/>
                </a:cubicBezTo>
                <a:cubicBezTo>
                  <a:pt x="208630" y="47977"/>
                  <a:pt x="203997" y="50302"/>
                  <a:pt x="199926" y="54953"/>
                </a:cubicBezTo>
                <a:cubicBezTo>
                  <a:pt x="194555" y="61074"/>
                  <a:pt x="191870" y="70021"/>
                  <a:pt x="191870" y="81794"/>
                </a:cubicBezTo>
                <a:cubicBezTo>
                  <a:pt x="191870" y="93685"/>
                  <a:pt x="194467" y="102795"/>
                  <a:pt x="199660" y="109124"/>
                </a:cubicBezTo>
                <a:cubicBezTo>
                  <a:pt x="204853" y="115451"/>
                  <a:pt x="210636" y="118615"/>
                  <a:pt x="217010" y="118615"/>
                </a:cubicBezTo>
                <a:cubicBezTo>
                  <a:pt x="222380" y="118615"/>
                  <a:pt x="227573" y="115936"/>
                  <a:pt x="232589" y="110579"/>
                </a:cubicBezTo>
                <a:close/>
                <a:moveTo>
                  <a:pt x="279593" y="75418"/>
                </a:moveTo>
                <a:cubicBezTo>
                  <a:pt x="279534" y="87401"/>
                  <a:pt x="282455" y="96800"/>
                  <a:pt x="288356" y="103614"/>
                </a:cubicBezTo>
                <a:cubicBezTo>
                  <a:pt x="294257" y="110428"/>
                  <a:pt x="301191" y="113835"/>
                  <a:pt x="309158" y="113835"/>
                </a:cubicBezTo>
                <a:cubicBezTo>
                  <a:pt x="314469" y="113835"/>
                  <a:pt x="319087" y="112368"/>
                  <a:pt x="323011" y="109434"/>
                </a:cubicBezTo>
                <a:cubicBezTo>
                  <a:pt x="326935" y="106500"/>
                  <a:pt x="330225" y="101475"/>
                  <a:pt x="332881" y="94361"/>
                </a:cubicBezTo>
                <a:lnTo>
                  <a:pt x="335625" y="96139"/>
                </a:lnTo>
                <a:cubicBezTo>
                  <a:pt x="334386" y="104267"/>
                  <a:pt x="330786" y="111667"/>
                  <a:pt x="324826" y="118341"/>
                </a:cubicBezTo>
                <a:cubicBezTo>
                  <a:pt x="318865" y="125015"/>
                  <a:pt x="311400" y="128352"/>
                  <a:pt x="302430" y="128352"/>
                </a:cubicBezTo>
                <a:cubicBezTo>
                  <a:pt x="292693" y="128352"/>
                  <a:pt x="284358" y="124569"/>
                  <a:pt x="277424" y="117002"/>
                </a:cubicBezTo>
                <a:cubicBezTo>
                  <a:pt x="270490" y="109434"/>
                  <a:pt x="267023" y="99260"/>
                  <a:pt x="267023" y="86480"/>
                </a:cubicBezTo>
                <a:cubicBezTo>
                  <a:pt x="267023" y="72641"/>
                  <a:pt x="270578" y="61850"/>
                  <a:pt x="277689" y="54107"/>
                </a:cubicBezTo>
                <a:cubicBezTo>
                  <a:pt x="284800" y="46362"/>
                  <a:pt x="293726" y="42489"/>
                  <a:pt x="304466" y="42489"/>
                </a:cubicBezTo>
                <a:cubicBezTo>
                  <a:pt x="313554" y="42489"/>
                  <a:pt x="321019" y="45476"/>
                  <a:pt x="326861" y="51451"/>
                </a:cubicBezTo>
                <a:cubicBezTo>
                  <a:pt x="332704" y="57425"/>
                  <a:pt x="335625" y="65413"/>
                  <a:pt x="335625" y="75418"/>
                </a:cubicBezTo>
                <a:lnTo>
                  <a:pt x="279593" y="75418"/>
                </a:lnTo>
                <a:moveTo>
                  <a:pt x="279593" y="70284"/>
                </a:moveTo>
                <a:lnTo>
                  <a:pt x="317124" y="70284"/>
                </a:lnTo>
                <a:cubicBezTo>
                  <a:pt x="316829" y="65133"/>
                  <a:pt x="316210" y="61505"/>
                  <a:pt x="315266" y="59399"/>
                </a:cubicBezTo>
                <a:cubicBezTo>
                  <a:pt x="313790" y="56120"/>
                  <a:pt x="311592" y="53544"/>
                  <a:pt x="308671" y="51673"/>
                </a:cubicBezTo>
                <a:cubicBezTo>
                  <a:pt x="305750" y="49799"/>
                  <a:pt x="302696" y="48862"/>
                  <a:pt x="299509" y="48862"/>
                </a:cubicBezTo>
                <a:cubicBezTo>
                  <a:pt x="294611" y="48862"/>
                  <a:pt x="290230" y="50750"/>
                  <a:pt x="286364" y="54525"/>
                </a:cubicBezTo>
                <a:cubicBezTo>
                  <a:pt x="282499" y="58300"/>
                  <a:pt x="280242" y="63553"/>
                  <a:pt x="279593" y="70284"/>
                </a:cubicBezTo>
                <a:close/>
                <a:moveTo>
                  <a:pt x="369818" y="18058"/>
                </a:moveTo>
                <a:lnTo>
                  <a:pt x="369818" y="44790"/>
                </a:lnTo>
                <a:lnTo>
                  <a:pt x="388761" y="44790"/>
                </a:lnTo>
                <a:lnTo>
                  <a:pt x="388761" y="50810"/>
                </a:lnTo>
                <a:lnTo>
                  <a:pt x="369818" y="50987"/>
                </a:lnTo>
                <a:lnTo>
                  <a:pt x="369818" y="103639"/>
                </a:lnTo>
                <a:cubicBezTo>
                  <a:pt x="369818" y="108896"/>
                  <a:pt x="370570" y="112442"/>
                  <a:pt x="372075" y="114275"/>
                </a:cubicBezTo>
                <a:cubicBezTo>
                  <a:pt x="373580" y="116106"/>
                  <a:pt x="375513" y="117021"/>
                  <a:pt x="377873" y="117021"/>
                </a:cubicBezTo>
                <a:cubicBezTo>
                  <a:pt x="379820" y="117021"/>
                  <a:pt x="381709" y="116409"/>
                  <a:pt x="383538" y="115185"/>
                </a:cubicBezTo>
                <a:cubicBezTo>
                  <a:pt x="385368" y="113960"/>
                  <a:pt x="386784" y="112153"/>
                  <a:pt x="387787" y="109763"/>
                </a:cubicBezTo>
                <a:lnTo>
                  <a:pt x="391239" y="109763"/>
                </a:lnTo>
                <a:cubicBezTo>
                  <a:pt x="389174" y="115576"/>
                  <a:pt x="386253" y="119950"/>
                  <a:pt x="382476" y="122886"/>
                </a:cubicBezTo>
                <a:cubicBezTo>
                  <a:pt x="378699" y="125822"/>
                  <a:pt x="374804" y="127290"/>
                  <a:pt x="370792" y="127290"/>
                </a:cubicBezTo>
                <a:cubicBezTo>
                  <a:pt x="368077" y="127290"/>
                  <a:pt x="365421" y="126534"/>
                  <a:pt x="362825" y="125024"/>
                </a:cubicBezTo>
                <a:cubicBezTo>
                  <a:pt x="360228" y="123514"/>
                  <a:pt x="358310" y="121352"/>
                  <a:pt x="357071" y="118540"/>
                </a:cubicBezTo>
                <a:cubicBezTo>
                  <a:pt x="355832" y="115728"/>
                  <a:pt x="355212" y="111390"/>
                  <a:pt x="355212" y="105528"/>
                </a:cubicBezTo>
                <a:lnTo>
                  <a:pt x="355212" y="50810"/>
                </a:lnTo>
                <a:lnTo>
                  <a:pt x="342377" y="50810"/>
                </a:lnTo>
                <a:lnTo>
                  <a:pt x="342377" y="47971"/>
                </a:lnTo>
                <a:cubicBezTo>
                  <a:pt x="345623" y="46681"/>
                  <a:pt x="348942" y="44495"/>
                  <a:pt x="352336" y="41416"/>
                </a:cubicBezTo>
                <a:cubicBezTo>
                  <a:pt x="355729" y="38336"/>
                  <a:pt x="358753" y="34665"/>
                  <a:pt x="361409" y="30403"/>
                </a:cubicBezTo>
                <a:cubicBezTo>
                  <a:pt x="362766" y="28153"/>
                  <a:pt x="364654" y="24038"/>
                  <a:pt x="367074" y="18058"/>
                </a:cubicBezTo>
                <a:lnTo>
                  <a:pt x="369818" y="18058"/>
                </a:lnTo>
                <a:close/>
                <a:moveTo>
                  <a:pt x="410120" y="75418"/>
                </a:moveTo>
                <a:cubicBezTo>
                  <a:pt x="410061" y="87401"/>
                  <a:pt x="412982" y="96800"/>
                  <a:pt x="418883" y="103614"/>
                </a:cubicBezTo>
                <a:cubicBezTo>
                  <a:pt x="424784" y="110428"/>
                  <a:pt x="431718" y="113835"/>
                  <a:pt x="439685" y="113835"/>
                </a:cubicBezTo>
                <a:cubicBezTo>
                  <a:pt x="444996" y="113835"/>
                  <a:pt x="449614" y="112368"/>
                  <a:pt x="453538" y="109434"/>
                </a:cubicBezTo>
                <a:cubicBezTo>
                  <a:pt x="457462" y="106500"/>
                  <a:pt x="460752" y="101475"/>
                  <a:pt x="463408" y="94361"/>
                </a:cubicBezTo>
                <a:lnTo>
                  <a:pt x="466152" y="96139"/>
                </a:lnTo>
                <a:cubicBezTo>
                  <a:pt x="464912" y="104267"/>
                  <a:pt x="461313" y="111667"/>
                  <a:pt x="455352" y="118341"/>
                </a:cubicBezTo>
                <a:cubicBezTo>
                  <a:pt x="449392" y="125015"/>
                  <a:pt x="441927" y="128352"/>
                  <a:pt x="432957" y="128352"/>
                </a:cubicBezTo>
                <a:cubicBezTo>
                  <a:pt x="423220" y="128352"/>
                  <a:pt x="414885" y="124569"/>
                  <a:pt x="407951" y="117002"/>
                </a:cubicBezTo>
                <a:cubicBezTo>
                  <a:pt x="401017" y="109434"/>
                  <a:pt x="397550" y="99260"/>
                  <a:pt x="397550" y="86480"/>
                </a:cubicBezTo>
                <a:cubicBezTo>
                  <a:pt x="397550" y="72641"/>
                  <a:pt x="401105" y="61850"/>
                  <a:pt x="408216" y="54107"/>
                </a:cubicBezTo>
                <a:cubicBezTo>
                  <a:pt x="415327" y="46362"/>
                  <a:pt x="424253" y="42489"/>
                  <a:pt x="434993" y="42489"/>
                </a:cubicBezTo>
                <a:cubicBezTo>
                  <a:pt x="444081" y="42489"/>
                  <a:pt x="451546" y="45476"/>
                  <a:pt x="457388" y="51451"/>
                </a:cubicBezTo>
                <a:cubicBezTo>
                  <a:pt x="463231" y="57425"/>
                  <a:pt x="466152" y="65413"/>
                  <a:pt x="466152" y="75418"/>
                </a:cubicBezTo>
                <a:lnTo>
                  <a:pt x="410120" y="75418"/>
                </a:lnTo>
                <a:moveTo>
                  <a:pt x="410120" y="70284"/>
                </a:moveTo>
                <a:lnTo>
                  <a:pt x="447651" y="70284"/>
                </a:lnTo>
                <a:cubicBezTo>
                  <a:pt x="447356" y="65133"/>
                  <a:pt x="446737" y="61505"/>
                  <a:pt x="445793" y="59399"/>
                </a:cubicBezTo>
                <a:cubicBezTo>
                  <a:pt x="444317" y="56120"/>
                  <a:pt x="442119" y="53544"/>
                  <a:pt x="439198" y="51673"/>
                </a:cubicBezTo>
                <a:cubicBezTo>
                  <a:pt x="436277" y="49799"/>
                  <a:pt x="433223" y="48862"/>
                  <a:pt x="430036" y="48862"/>
                </a:cubicBezTo>
                <a:cubicBezTo>
                  <a:pt x="425138" y="48862"/>
                  <a:pt x="420757" y="50750"/>
                  <a:pt x="416891" y="54525"/>
                </a:cubicBezTo>
                <a:cubicBezTo>
                  <a:pt x="413026" y="58300"/>
                  <a:pt x="410769" y="63553"/>
                  <a:pt x="410120" y="70284"/>
                </a:cubicBezTo>
                <a:close/>
                <a:moveTo>
                  <a:pt x="545666" y="95069"/>
                </a:moveTo>
                <a:cubicBezTo>
                  <a:pt x="543483" y="105750"/>
                  <a:pt x="539204" y="113968"/>
                  <a:pt x="532831" y="119721"/>
                </a:cubicBezTo>
                <a:cubicBezTo>
                  <a:pt x="526458" y="125475"/>
                  <a:pt x="519406" y="128352"/>
                  <a:pt x="511675" y="128352"/>
                </a:cubicBezTo>
                <a:cubicBezTo>
                  <a:pt x="502469" y="128352"/>
                  <a:pt x="494444" y="124491"/>
                  <a:pt x="487598" y="116770"/>
                </a:cubicBezTo>
                <a:cubicBezTo>
                  <a:pt x="480753" y="109047"/>
                  <a:pt x="477330" y="98611"/>
                  <a:pt x="477330" y="85465"/>
                </a:cubicBezTo>
                <a:cubicBezTo>
                  <a:pt x="477330" y="72731"/>
                  <a:pt x="481122" y="62385"/>
                  <a:pt x="488705" y="54428"/>
                </a:cubicBezTo>
                <a:cubicBezTo>
                  <a:pt x="496288" y="46469"/>
                  <a:pt x="505390" y="42489"/>
                  <a:pt x="516013" y="42489"/>
                </a:cubicBezTo>
                <a:cubicBezTo>
                  <a:pt x="523979" y="42489"/>
                  <a:pt x="530530" y="44606"/>
                  <a:pt x="535664" y="48840"/>
                </a:cubicBezTo>
                <a:cubicBezTo>
                  <a:pt x="540798" y="53072"/>
                  <a:pt x="543365" y="57468"/>
                  <a:pt x="543365" y="62027"/>
                </a:cubicBezTo>
                <a:cubicBezTo>
                  <a:pt x="543365" y="64276"/>
                  <a:pt x="542642" y="66098"/>
                  <a:pt x="541196" y="67490"/>
                </a:cubicBezTo>
                <a:cubicBezTo>
                  <a:pt x="539750" y="68880"/>
                  <a:pt x="537729" y="69576"/>
                  <a:pt x="535133" y="69576"/>
                </a:cubicBezTo>
                <a:cubicBezTo>
                  <a:pt x="531651" y="69576"/>
                  <a:pt x="529025" y="68445"/>
                  <a:pt x="527254" y="66184"/>
                </a:cubicBezTo>
                <a:cubicBezTo>
                  <a:pt x="526251" y="64934"/>
                  <a:pt x="525587" y="62553"/>
                  <a:pt x="525263" y="59042"/>
                </a:cubicBezTo>
                <a:cubicBezTo>
                  <a:pt x="524938" y="55531"/>
                  <a:pt x="523743" y="52853"/>
                  <a:pt x="521678" y="51009"/>
                </a:cubicBezTo>
                <a:cubicBezTo>
                  <a:pt x="519612" y="49224"/>
                  <a:pt x="516750" y="48331"/>
                  <a:pt x="513091" y="48331"/>
                </a:cubicBezTo>
                <a:cubicBezTo>
                  <a:pt x="507190" y="48331"/>
                  <a:pt x="502440" y="50515"/>
                  <a:pt x="498840" y="54881"/>
                </a:cubicBezTo>
                <a:cubicBezTo>
                  <a:pt x="494060" y="60665"/>
                  <a:pt x="491670" y="68307"/>
                  <a:pt x="491670" y="77808"/>
                </a:cubicBezTo>
                <a:cubicBezTo>
                  <a:pt x="491670" y="87486"/>
                  <a:pt x="494045" y="96028"/>
                  <a:pt x="498796" y="103434"/>
                </a:cubicBezTo>
                <a:cubicBezTo>
                  <a:pt x="503546" y="110840"/>
                  <a:pt x="509964" y="114543"/>
                  <a:pt x="518048" y="114543"/>
                </a:cubicBezTo>
                <a:cubicBezTo>
                  <a:pt x="523832" y="114543"/>
                  <a:pt x="529025" y="112566"/>
                  <a:pt x="533628" y="108612"/>
                </a:cubicBezTo>
                <a:cubicBezTo>
                  <a:pt x="536873" y="105898"/>
                  <a:pt x="540031" y="100970"/>
                  <a:pt x="543099" y="93830"/>
                </a:cubicBezTo>
                <a:lnTo>
                  <a:pt x="545666" y="95069"/>
                </a:lnTo>
                <a:close/>
                <a:moveTo>
                  <a:pt x="580655" y="18058"/>
                </a:moveTo>
                <a:lnTo>
                  <a:pt x="580655" y="44790"/>
                </a:lnTo>
                <a:lnTo>
                  <a:pt x="599598" y="44790"/>
                </a:lnTo>
                <a:lnTo>
                  <a:pt x="599598" y="50810"/>
                </a:lnTo>
                <a:lnTo>
                  <a:pt x="580655" y="50987"/>
                </a:lnTo>
                <a:lnTo>
                  <a:pt x="580655" y="103639"/>
                </a:lnTo>
                <a:cubicBezTo>
                  <a:pt x="580655" y="108896"/>
                  <a:pt x="581407" y="112442"/>
                  <a:pt x="582912" y="114275"/>
                </a:cubicBezTo>
                <a:cubicBezTo>
                  <a:pt x="584417" y="116106"/>
                  <a:pt x="586349" y="117021"/>
                  <a:pt x="588710" y="117021"/>
                </a:cubicBezTo>
                <a:cubicBezTo>
                  <a:pt x="590657" y="117021"/>
                  <a:pt x="592546" y="116409"/>
                  <a:pt x="594375" y="115185"/>
                </a:cubicBezTo>
                <a:cubicBezTo>
                  <a:pt x="596204" y="113960"/>
                  <a:pt x="597621" y="112153"/>
                  <a:pt x="598624" y="109763"/>
                </a:cubicBezTo>
                <a:lnTo>
                  <a:pt x="602076" y="109763"/>
                </a:lnTo>
                <a:cubicBezTo>
                  <a:pt x="600011" y="115576"/>
                  <a:pt x="597089" y="119950"/>
                  <a:pt x="593313" y="122886"/>
                </a:cubicBezTo>
                <a:cubicBezTo>
                  <a:pt x="589536" y="125822"/>
                  <a:pt x="585641" y="127290"/>
                  <a:pt x="581628" y="127290"/>
                </a:cubicBezTo>
                <a:cubicBezTo>
                  <a:pt x="578914" y="127290"/>
                  <a:pt x="576258" y="126534"/>
                  <a:pt x="573662" y="125024"/>
                </a:cubicBezTo>
                <a:cubicBezTo>
                  <a:pt x="571065" y="123514"/>
                  <a:pt x="569147" y="121352"/>
                  <a:pt x="567908" y="118540"/>
                </a:cubicBezTo>
                <a:cubicBezTo>
                  <a:pt x="566669" y="115728"/>
                  <a:pt x="566049" y="111390"/>
                  <a:pt x="566049" y="105528"/>
                </a:cubicBezTo>
                <a:lnTo>
                  <a:pt x="566049" y="50810"/>
                </a:lnTo>
                <a:lnTo>
                  <a:pt x="553214" y="50810"/>
                </a:lnTo>
                <a:lnTo>
                  <a:pt x="553214" y="47971"/>
                </a:lnTo>
                <a:cubicBezTo>
                  <a:pt x="556459" y="46681"/>
                  <a:pt x="559779" y="44495"/>
                  <a:pt x="563172" y="41416"/>
                </a:cubicBezTo>
                <a:cubicBezTo>
                  <a:pt x="566565" y="38336"/>
                  <a:pt x="569590" y="34665"/>
                  <a:pt x="572245" y="30403"/>
                </a:cubicBezTo>
                <a:cubicBezTo>
                  <a:pt x="573603" y="28153"/>
                  <a:pt x="575491" y="24038"/>
                  <a:pt x="577910" y="18058"/>
                </a:cubicBezTo>
                <a:lnTo>
                  <a:pt x="580655" y="18058"/>
                </a:lnTo>
                <a:close/>
                <a:moveTo>
                  <a:pt x="627951" y="0"/>
                </a:moveTo>
                <a:cubicBezTo>
                  <a:pt x="630429" y="0"/>
                  <a:pt x="632539" y="875"/>
                  <a:pt x="634280" y="2625"/>
                </a:cubicBezTo>
                <a:cubicBezTo>
                  <a:pt x="636021" y="4373"/>
                  <a:pt x="636891" y="6493"/>
                  <a:pt x="636891" y="8985"/>
                </a:cubicBezTo>
                <a:cubicBezTo>
                  <a:pt x="636891" y="11476"/>
                  <a:pt x="636021" y="13612"/>
                  <a:pt x="634280" y="15391"/>
                </a:cubicBezTo>
                <a:cubicBezTo>
                  <a:pt x="632539" y="17169"/>
                  <a:pt x="630429" y="18058"/>
                  <a:pt x="627951" y="18058"/>
                </a:cubicBezTo>
                <a:cubicBezTo>
                  <a:pt x="625472" y="18058"/>
                  <a:pt x="623348" y="17169"/>
                  <a:pt x="621577" y="15391"/>
                </a:cubicBezTo>
                <a:cubicBezTo>
                  <a:pt x="619807" y="13612"/>
                  <a:pt x="618922" y="11476"/>
                  <a:pt x="618922" y="8985"/>
                </a:cubicBezTo>
                <a:cubicBezTo>
                  <a:pt x="618922" y="6493"/>
                  <a:pt x="619792" y="4373"/>
                  <a:pt x="621533" y="2625"/>
                </a:cubicBezTo>
                <a:cubicBezTo>
                  <a:pt x="623274" y="875"/>
                  <a:pt x="625413" y="0"/>
                  <a:pt x="627951" y="0"/>
                </a:cubicBezTo>
                <a:moveTo>
                  <a:pt x="635298" y="42489"/>
                </a:moveTo>
                <a:lnTo>
                  <a:pt x="635298" y="107461"/>
                </a:lnTo>
                <a:cubicBezTo>
                  <a:pt x="635298" y="112566"/>
                  <a:pt x="635667" y="115965"/>
                  <a:pt x="636404" y="117658"/>
                </a:cubicBezTo>
                <a:cubicBezTo>
                  <a:pt x="637142" y="119349"/>
                  <a:pt x="638234" y="120610"/>
                  <a:pt x="639679" y="121442"/>
                </a:cubicBezTo>
                <a:cubicBezTo>
                  <a:pt x="641125" y="122272"/>
                  <a:pt x="643766" y="122687"/>
                  <a:pt x="647602" y="122687"/>
                </a:cubicBezTo>
                <a:lnTo>
                  <a:pt x="647602" y="125873"/>
                </a:lnTo>
                <a:lnTo>
                  <a:pt x="608211" y="125873"/>
                </a:lnTo>
                <a:lnTo>
                  <a:pt x="608211" y="122687"/>
                </a:lnTo>
                <a:cubicBezTo>
                  <a:pt x="612165" y="122687"/>
                  <a:pt x="614821" y="122301"/>
                  <a:pt x="616178" y="121530"/>
                </a:cubicBezTo>
                <a:cubicBezTo>
                  <a:pt x="617535" y="120758"/>
                  <a:pt x="618612" y="119482"/>
                  <a:pt x="619409" y="117702"/>
                </a:cubicBezTo>
                <a:cubicBezTo>
                  <a:pt x="620205" y="115921"/>
                  <a:pt x="620604" y="112507"/>
                  <a:pt x="620604" y="107461"/>
                </a:cubicBezTo>
                <a:lnTo>
                  <a:pt x="620604" y="76480"/>
                </a:lnTo>
                <a:cubicBezTo>
                  <a:pt x="620604" y="67650"/>
                  <a:pt x="620338" y="61932"/>
                  <a:pt x="619807" y="59324"/>
                </a:cubicBezTo>
                <a:cubicBezTo>
                  <a:pt x="619394" y="57426"/>
                  <a:pt x="618745" y="56109"/>
                  <a:pt x="617860" y="55371"/>
                </a:cubicBezTo>
                <a:cubicBezTo>
                  <a:pt x="616974" y="54632"/>
                  <a:pt x="615765" y="54262"/>
                  <a:pt x="614230" y="54262"/>
                </a:cubicBezTo>
                <a:cubicBezTo>
                  <a:pt x="612578" y="54262"/>
                  <a:pt x="610572" y="54704"/>
                  <a:pt x="608211" y="55590"/>
                </a:cubicBezTo>
                <a:lnTo>
                  <a:pt x="606972" y="52403"/>
                </a:lnTo>
                <a:lnTo>
                  <a:pt x="631403" y="42489"/>
                </a:lnTo>
                <a:lnTo>
                  <a:pt x="635298" y="42489"/>
                </a:lnTo>
                <a:close/>
                <a:moveTo>
                  <a:pt x="697198" y="42489"/>
                </a:moveTo>
                <a:cubicBezTo>
                  <a:pt x="709472" y="42489"/>
                  <a:pt x="719327" y="47146"/>
                  <a:pt x="726763" y="56461"/>
                </a:cubicBezTo>
                <a:cubicBezTo>
                  <a:pt x="733077" y="64418"/>
                  <a:pt x="736234" y="73556"/>
                  <a:pt x="736234" y="83874"/>
                </a:cubicBezTo>
                <a:cubicBezTo>
                  <a:pt x="736234" y="91125"/>
                  <a:pt x="734494" y="98465"/>
                  <a:pt x="731012" y="105893"/>
                </a:cubicBezTo>
                <a:cubicBezTo>
                  <a:pt x="727530" y="113319"/>
                  <a:pt x="722735" y="118919"/>
                  <a:pt x="716628" y="122692"/>
                </a:cubicBezTo>
                <a:cubicBezTo>
                  <a:pt x="710520" y="126465"/>
                  <a:pt x="703719" y="128352"/>
                  <a:pt x="696224" y="128352"/>
                </a:cubicBezTo>
                <a:cubicBezTo>
                  <a:pt x="684008" y="128352"/>
                  <a:pt x="674301" y="123488"/>
                  <a:pt x="667101" y="113760"/>
                </a:cubicBezTo>
                <a:cubicBezTo>
                  <a:pt x="661023" y="105567"/>
                  <a:pt x="657984" y="96371"/>
                  <a:pt x="657984" y="86173"/>
                </a:cubicBezTo>
                <a:cubicBezTo>
                  <a:pt x="657984" y="78745"/>
                  <a:pt x="659828" y="71361"/>
                  <a:pt x="663516" y="64021"/>
                </a:cubicBezTo>
                <a:cubicBezTo>
                  <a:pt x="667205" y="56681"/>
                  <a:pt x="672058" y="51258"/>
                  <a:pt x="678078" y="47750"/>
                </a:cubicBezTo>
                <a:cubicBezTo>
                  <a:pt x="684097" y="44243"/>
                  <a:pt x="690470" y="42489"/>
                  <a:pt x="697198" y="42489"/>
                </a:cubicBezTo>
                <a:moveTo>
                  <a:pt x="694454" y="48331"/>
                </a:moveTo>
                <a:cubicBezTo>
                  <a:pt x="691326" y="48331"/>
                  <a:pt x="688184" y="49258"/>
                  <a:pt x="685026" y="51111"/>
                </a:cubicBezTo>
                <a:cubicBezTo>
                  <a:pt x="681869" y="52963"/>
                  <a:pt x="679317" y="56211"/>
                  <a:pt x="677370" y="60856"/>
                </a:cubicBezTo>
                <a:cubicBezTo>
                  <a:pt x="675422" y="65502"/>
                  <a:pt x="674448" y="71469"/>
                  <a:pt x="674448" y="78759"/>
                </a:cubicBezTo>
                <a:cubicBezTo>
                  <a:pt x="674448" y="90519"/>
                  <a:pt x="676794" y="100663"/>
                  <a:pt x="681486" y="109190"/>
                </a:cubicBezTo>
                <a:cubicBezTo>
                  <a:pt x="686177" y="117716"/>
                  <a:pt x="692359" y="121979"/>
                  <a:pt x="700030" y="121979"/>
                </a:cubicBezTo>
                <a:cubicBezTo>
                  <a:pt x="705755" y="121979"/>
                  <a:pt x="710476" y="119626"/>
                  <a:pt x="714193" y="114922"/>
                </a:cubicBezTo>
                <a:cubicBezTo>
                  <a:pt x="717911" y="110218"/>
                  <a:pt x="719770" y="102133"/>
                  <a:pt x="719770" y="90668"/>
                </a:cubicBezTo>
                <a:cubicBezTo>
                  <a:pt x="719770" y="76320"/>
                  <a:pt x="716672" y="65031"/>
                  <a:pt x="710476" y="56798"/>
                </a:cubicBezTo>
                <a:cubicBezTo>
                  <a:pt x="706286" y="51154"/>
                  <a:pt x="700945" y="48331"/>
                  <a:pt x="694454" y="48331"/>
                </a:cubicBezTo>
                <a:close/>
                <a:moveTo>
                  <a:pt x="771820" y="59573"/>
                </a:moveTo>
                <a:cubicBezTo>
                  <a:pt x="781321" y="48184"/>
                  <a:pt x="790379" y="42489"/>
                  <a:pt x="798995" y="42489"/>
                </a:cubicBezTo>
                <a:cubicBezTo>
                  <a:pt x="803421" y="42489"/>
                  <a:pt x="807227" y="43593"/>
                  <a:pt x="810414" y="45800"/>
                </a:cubicBezTo>
                <a:cubicBezTo>
                  <a:pt x="813601" y="48006"/>
                  <a:pt x="816138" y="51639"/>
                  <a:pt x="818027" y="56702"/>
                </a:cubicBezTo>
                <a:cubicBezTo>
                  <a:pt x="819325" y="60233"/>
                  <a:pt x="819974" y="65648"/>
                  <a:pt x="819974" y="72945"/>
                </a:cubicBezTo>
                <a:lnTo>
                  <a:pt x="819974" y="107461"/>
                </a:lnTo>
                <a:cubicBezTo>
                  <a:pt x="819974" y="112625"/>
                  <a:pt x="820387" y="116127"/>
                  <a:pt x="821213" y="117968"/>
                </a:cubicBezTo>
                <a:cubicBezTo>
                  <a:pt x="821863" y="119452"/>
                  <a:pt x="822910" y="120610"/>
                  <a:pt x="824356" y="121442"/>
                </a:cubicBezTo>
                <a:cubicBezTo>
                  <a:pt x="825802" y="122272"/>
                  <a:pt x="828472" y="122687"/>
                  <a:pt x="832367" y="122687"/>
                </a:cubicBezTo>
                <a:lnTo>
                  <a:pt x="832367" y="125873"/>
                </a:lnTo>
                <a:lnTo>
                  <a:pt x="792268" y="125873"/>
                </a:lnTo>
                <a:lnTo>
                  <a:pt x="792268" y="122687"/>
                </a:lnTo>
                <a:lnTo>
                  <a:pt x="793950" y="122687"/>
                </a:lnTo>
                <a:cubicBezTo>
                  <a:pt x="797726" y="122687"/>
                  <a:pt x="800367" y="122109"/>
                  <a:pt x="801872" y="120952"/>
                </a:cubicBezTo>
                <a:cubicBezTo>
                  <a:pt x="803377" y="119794"/>
                  <a:pt x="804424" y="118087"/>
                  <a:pt x="805015" y="115832"/>
                </a:cubicBezTo>
                <a:cubicBezTo>
                  <a:pt x="805251" y="114941"/>
                  <a:pt x="805369" y="112151"/>
                  <a:pt x="805369" y="107461"/>
                </a:cubicBezTo>
                <a:lnTo>
                  <a:pt x="805369" y="74322"/>
                </a:lnTo>
                <a:cubicBezTo>
                  <a:pt x="805369" y="66957"/>
                  <a:pt x="804410" y="61610"/>
                  <a:pt x="802492" y="58281"/>
                </a:cubicBezTo>
                <a:cubicBezTo>
                  <a:pt x="800574" y="54952"/>
                  <a:pt x="797343" y="53288"/>
                  <a:pt x="792799" y="53288"/>
                </a:cubicBezTo>
                <a:cubicBezTo>
                  <a:pt x="785777" y="53288"/>
                  <a:pt x="778784" y="57124"/>
                  <a:pt x="771820" y="64796"/>
                </a:cubicBezTo>
                <a:lnTo>
                  <a:pt x="771820" y="107461"/>
                </a:lnTo>
                <a:cubicBezTo>
                  <a:pt x="771820" y="112981"/>
                  <a:pt x="772145" y="116394"/>
                  <a:pt x="772794" y="117702"/>
                </a:cubicBezTo>
                <a:cubicBezTo>
                  <a:pt x="773620" y="119423"/>
                  <a:pt x="774756" y="120684"/>
                  <a:pt x="776202" y="121486"/>
                </a:cubicBezTo>
                <a:cubicBezTo>
                  <a:pt x="777648" y="122286"/>
                  <a:pt x="780583" y="122687"/>
                  <a:pt x="785009" y="122687"/>
                </a:cubicBezTo>
                <a:lnTo>
                  <a:pt x="785009" y="125873"/>
                </a:lnTo>
                <a:lnTo>
                  <a:pt x="744910" y="125873"/>
                </a:lnTo>
                <a:lnTo>
                  <a:pt x="744910" y="122687"/>
                </a:lnTo>
                <a:lnTo>
                  <a:pt x="746681" y="122687"/>
                </a:lnTo>
                <a:cubicBezTo>
                  <a:pt x="750812" y="122687"/>
                  <a:pt x="753600" y="121634"/>
                  <a:pt x="755046" y="119528"/>
                </a:cubicBezTo>
                <a:cubicBezTo>
                  <a:pt x="756492" y="117420"/>
                  <a:pt x="757215" y="113398"/>
                  <a:pt x="757215" y="107461"/>
                </a:cubicBezTo>
                <a:lnTo>
                  <a:pt x="757215" y="77542"/>
                </a:lnTo>
                <a:cubicBezTo>
                  <a:pt x="757215" y="67805"/>
                  <a:pt x="756993" y="61874"/>
                  <a:pt x="756551" y="59750"/>
                </a:cubicBezTo>
                <a:cubicBezTo>
                  <a:pt x="756108" y="57626"/>
                  <a:pt x="755429" y="56180"/>
                  <a:pt x="754515" y="55413"/>
                </a:cubicBezTo>
                <a:cubicBezTo>
                  <a:pt x="753600" y="54645"/>
                  <a:pt x="752376" y="54262"/>
                  <a:pt x="750841" y="54262"/>
                </a:cubicBezTo>
                <a:cubicBezTo>
                  <a:pt x="749189" y="54262"/>
                  <a:pt x="747212" y="54704"/>
                  <a:pt x="744910" y="55590"/>
                </a:cubicBezTo>
                <a:lnTo>
                  <a:pt x="743583" y="52403"/>
                </a:lnTo>
                <a:lnTo>
                  <a:pt x="768014" y="42489"/>
                </a:lnTo>
                <a:lnTo>
                  <a:pt x="771820" y="42489"/>
                </a:lnTo>
                <a:lnTo>
                  <a:pt x="771820" y="59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ctdetection">
            <a:extLst xmlns:a="http://schemas.openxmlformats.org/drawingml/2006/main">
              <a:ext uri="{FF2B5EF4-FFF2-40B4-BE49-F238E27FC236}">
                <a16:creationId xmlns:a16="http://schemas.microsoft.com/office/drawing/2014/main" id="{42992F44-24D5-4279-A737-E476983A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401" y="3393790"/>
            <a:ext cx="832367" cy="128352"/>
          </a:xfrm>
          <a:custGeom xmlns:a="http://schemas.openxmlformats.org/drawingml/2006/main">
            <a:pathLst>
              <a:path w="832367" h="128352" fill="none">
                <a:moveTo>
                  <a:pt x="68336" y="95069"/>
                </a:moveTo>
                <a:cubicBezTo>
                  <a:pt x="66153" y="105750"/>
                  <a:pt x="61874" y="113968"/>
                  <a:pt x="55501" y="119721"/>
                </a:cubicBezTo>
                <a:cubicBezTo>
                  <a:pt x="49128" y="125475"/>
                  <a:pt x="42076" y="128352"/>
                  <a:pt x="34345" y="128352"/>
                </a:cubicBezTo>
                <a:cubicBezTo>
                  <a:pt x="25139" y="128352"/>
                  <a:pt x="17114" y="124491"/>
                  <a:pt x="10268" y="116770"/>
                </a:cubicBezTo>
                <a:cubicBezTo>
                  <a:pt x="3423" y="109047"/>
                  <a:pt x="0" y="98611"/>
                  <a:pt x="0" y="85465"/>
                </a:cubicBezTo>
                <a:cubicBezTo>
                  <a:pt x="0" y="72731"/>
                  <a:pt x="3792" y="62385"/>
                  <a:pt x="11375" y="54428"/>
                </a:cubicBezTo>
                <a:cubicBezTo>
                  <a:pt x="18958" y="46469"/>
                  <a:pt x="28060" y="42489"/>
                  <a:pt x="38683" y="42489"/>
                </a:cubicBezTo>
                <a:cubicBezTo>
                  <a:pt x="46649" y="42489"/>
                  <a:pt x="53200" y="44606"/>
                  <a:pt x="58334" y="48840"/>
                </a:cubicBezTo>
                <a:cubicBezTo>
                  <a:pt x="63468" y="53072"/>
                  <a:pt x="66035" y="57468"/>
                  <a:pt x="66035" y="62027"/>
                </a:cubicBezTo>
                <a:cubicBezTo>
                  <a:pt x="66035" y="64276"/>
                  <a:pt x="65312" y="66098"/>
                  <a:pt x="63866" y="67490"/>
                </a:cubicBezTo>
                <a:cubicBezTo>
                  <a:pt x="62420" y="68880"/>
                  <a:pt x="60399" y="69576"/>
                  <a:pt x="57803" y="69576"/>
                </a:cubicBezTo>
                <a:cubicBezTo>
                  <a:pt x="54321" y="69576"/>
                  <a:pt x="51695" y="68445"/>
                  <a:pt x="49924" y="66184"/>
                </a:cubicBezTo>
                <a:cubicBezTo>
                  <a:pt x="48921" y="64934"/>
                  <a:pt x="48257" y="62553"/>
                  <a:pt x="47933" y="59042"/>
                </a:cubicBezTo>
                <a:cubicBezTo>
                  <a:pt x="47608" y="55531"/>
                  <a:pt x="46413" y="52853"/>
                  <a:pt x="44348" y="51009"/>
                </a:cubicBezTo>
                <a:cubicBezTo>
                  <a:pt x="42282" y="49224"/>
                  <a:pt x="39420" y="48331"/>
                  <a:pt x="35761" y="48331"/>
                </a:cubicBezTo>
                <a:cubicBezTo>
                  <a:pt x="29860" y="48331"/>
                  <a:pt x="25110" y="50515"/>
                  <a:pt x="21510" y="54881"/>
                </a:cubicBezTo>
                <a:cubicBezTo>
                  <a:pt x="16730" y="60665"/>
                  <a:pt x="14340" y="68307"/>
                  <a:pt x="14340" y="77808"/>
                </a:cubicBezTo>
                <a:cubicBezTo>
                  <a:pt x="14340" y="87486"/>
                  <a:pt x="16715" y="96028"/>
                  <a:pt x="21466" y="103434"/>
                </a:cubicBezTo>
                <a:cubicBezTo>
                  <a:pt x="26216" y="110840"/>
                  <a:pt x="32634" y="114543"/>
                  <a:pt x="40719" y="114543"/>
                </a:cubicBezTo>
                <a:cubicBezTo>
                  <a:pt x="46502" y="114543"/>
                  <a:pt x="51695" y="112566"/>
                  <a:pt x="56298" y="108612"/>
                </a:cubicBezTo>
                <a:cubicBezTo>
                  <a:pt x="59543" y="105898"/>
                  <a:pt x="62701" y="100970"/>
                  <a:pt x="65769" y="93830"/>
                </a:cubicBezTo>
                <a:lnTo>
                  <a:pt x="68336" y="95069"/>
                </a:lnTo>
                <a:close/>
                <a:moveTo>
                  <a:pt x="103326" y="18058"/>
                </a:moveTo>
                <a:lnTo>
                  <a:pt x="103326" y="44790"/>
                </a:lnTo>
                <a:lnTo>
                  <a:pt x="122269" y="44790"/>
                </a:lnTo>
                <a:lnTo>
                  <a:pt x="122269" y="50810"/>
                </a:lnTo>
                <a:lnTo>
                  <a:pt x="103326" y="50987"/>
                </a:lnTo>
                <a:lnTo>
                  <a:pt x="103326" y="103639"/>
                </a:lnTo>
                <a:cubicBezTo>
                  <a:pt x="103326" y="108896"/>
                  <a:pt x="104078" y="112442"/>
                  <a:pt x="105583" y="114275"/>
                </a:cubicBezTo>
                <a:cubicBezTo>
                  <a:pt x="107088" y="116106"/>
                  <a:pt x="109021" y="117021"/>
                  <a:pt x="111381" y="117021"/>
                </a:cubicBezTo>
                <a:cubicBezTo>
                  <a:pt x="113329" y="117021"/>
                  <a:pt x="115217" y="116409"/>
                  <a:pt x="117046" y="115185"/>
                </a:cubicBezTo>
                <a:cubicBezTo>
                  <a:pt x="118876" y="113960"/>
                  <a:pt x="120292" y="112153"/>
                  <a:pt x="121295" y="109763"/>
                </a:cubicBezTo>
                <a:lnTo>
                  <a:pt x="124747" y="109763"/>
                </a:lnTo>
                <a:cubicBezTo>
                  <a:pt x="122682" y="115576"/>
                  <a:pt x="119761" y="119950"/>
                  <a:pt x="115984" y="122886"/>
                </a:cubicBezTo>
                <a:cubicBezTo>
                  <a:pt x="112207" y="125822"/>
                  <a:pt x="108313" y="127290"/>
                  <a:pt x="104300" y="127290"/>
                </a:cubicBezTo>
                <a:cubicBezTo>
                  <a:pt x="101585" y="127290"/>
                  <a:pt x="98930" y="126534"/>
                  <a:pt x="96333" y="125024"/>
                </a:cubicBezTo>
                <a:cubicBezTo>
                  <a:pt x="93737" y="123514"/>
                  <a:pt x="91819" y="121352"/>
                  <a:pt x="90579" y="118540"/>
                </a:cubicBezTo>
                <a:cubicBezTo>
                  <a:pt x="89340" y="115728"/>
                  <a:pt x="88720" y="111390"/>
                  <a:pt x="88720" y="105528"/>
                </a:cubicBezTo>
                <a:lnTo>
                  <a:pt x="88720" y="50810"/>
                </a:lnTo>
                <a:lnTo>
                  <a:pt x="75885" y="50810"/>
                </a:lnTo>
                <a:lnTo>
                  <a:pt x="75885" y="47971"/>
                </a:lnTo>
                <a:cubicBezTo>
                  <a:pt x="79131" y="46681"/>
                  <a:pt x="82450" y="44495"/>
                  <a:pt x="85844" y="41416"/>
                </a:cubicBezTo>
                <a:cubicBezTo>
                  <a:pt x="89237" y="38336"/>
                  <a:pt x="92261" y="34665"/>
                  <a:pt x="94917" y="30403"/>
                </a:cubicBezTo>
                <a:cubicBezTo>
                  <a:pt x="96274" y="28153"/>
                  <a:pt x="98162" y="24038"/>
                  <a:pt x="100582" y="18058"/>
                </a:cubicBezTo>
                <a:lnTo>
                  <a:pt x="103326" y="18058"/>
                </a:lnTo>
                <a:close/>
                <a:moveTo>
                  <a:pt x="232589" y="116761"/>
                </a:moveTo>
                <a:cubicBezTo>
                  <a:pt x="228635" y="120890"/>
                  <a:pt x="224770" y="123855"/>
                  <a:pt x="220993" y="125655"/>
                </a:cubicBezTo>
                <a:cubicBezTo>
                  <a:pt x="217216" y="127453"/>
                  <a:pt x="213144" y="128352"/>
                  <a:pt x="208777" y="128352"/>
                </a:cubicBezTo>
                <a:cubicBezTo>
                  <a:pt x="199926" y="128352"/>
                  <a:pt x="192195" y="124657"/>
                  <a:pt x="185586" y="117268"/>
                </a:cubicBezTo>
                <a:cubicBezTo>
                  <a:pt x="178976" y="109876"/>
                  <a:pt x="175672" y="100379"/>
                  <a:pt x="175672" y="88776"/>
                </a:cubicBezTo>
                <a:cubicBezTo>
                  <a:pt x="175672" y="77174"/>
                  <a:pt x="179330" y="66559"/>
                  <a:pt x="186648" y="56931"/>
                </a:cubicBezTo>
                <a:cubicBezTo>
                  <a:pt x="193965" y="47303"/>
                  <a:pt x="203378" y="42489"/>
                  <a:pt x="214885" y="42489"/>
                </a:cubicBezTo>
                <a:cubicBezTo>
                  <a:pt x="222026" y="42489"/>
                  <a:pt x="227927" y="44760"/>
                  <a:pt x="232589" y="49302"/>
                </a:cubicBezTo>
                <a:lnTo>
                  <a:pt x="232589" y="34168"/>
                </a:lnTo>
                <a:cubicBezTo>
                  <a:pt x="232589" y="24942"/>
                  <a:pt x="232368" y="19271"/>
                  <a:pt x="231925" y="17156"/>
                </a:cubicBezTo>
                <a:cubicBezTo>
                  <a:pt x="231482" y="15041"/>
                  <a:pt x="230789" y="13601"/>
                  <a:pt x="229845" y="12835"/>
                </a:cubicBezTo>
                <a:cubicBezTo>
                  <a:pt x="228901" y="12068"/>
                  <a:pt x="227720" y="11684"/>
                  <a:pt x="226304" y="11684"/>
                </a:cubicBezTo>
                <a:cubicBezTo>
                  <a:pt x="224770" y="11684"/>
                  <a:pt x="222734" y="12157"/>
                  <a:pt x="220196" y="13101"/>
                </a:cubicBezTo>
                <a:lnTo>
                  <a:pt x="219046" y="9914"/>
                </a:lnTo>
                <a:lnTo>
                  <a:pt x="243211" y="0"/>
                </a:lnTo>
                <a:lnTo>
                  <a:pt x="247194" y="0"/>
                </a:lnTo>
                <a:lnTo>
                  <a:pt x="247194" y="93830"/>
                </a:lnTo>
                <a:cubicBezTo>
                  <a:pt x="247194" y="103292"/>
                  <a:pt x="247416" y="109066"/>
                  <a:pt x="247858" y="111152"/>
                </a:cubicBezTo>
                <a:cubicBezTo>
                  <a:pt x="248301" y="113237"/>
                  <a:pt x="249009" y="114693"/>
                  <a:pt x="249983" y="115519"/>
                </a:cubicBezTo>
                <a:cubicBezTo>
                  <a:pt x="250957" y="116344"/>
                  <a:pt x="252092" y="116756"/>
                  <a:pt x="253391" y="116756"/>
                </a:cubicBezTo>
                <a:cubicBezTo>
                  <a:pt x="254984" y="116756"/>
                  <a:pt x="257109" y="116254"/>
                  <a:pt x="259764" y="115251"/>
                </a:cubicBezTo>
                <a:lnTo>
                  <a:pt x="260738" y="118438"/>
                </a:lnTo>
                <a:lnTo>
                  <a:pt x="236661" y="128352"/>
                </a:lnTo>
                <a:lnTo>
                  <a:pt x="232589" y="128352"/>
                </a:lnTo>
                <a:lnTo>
                  <a:pt x="232589" y="116761"/>
                </a:lnTo>
                <a:moveTo>
                  <a:pt x="232589" y="110579"/>
                </a:moveTo>
                <a:lnTo>
                  <a:pt x="232589" y="68903"/>
                </a:lnTo>
                <a:cubicBezTo>
                  <a:pt x="232235" y="64900"/>
                  <a:pt x="231173" y="61250"/>
                  <a:pt x="229402" y="57955"/>
                </a:cubicBezTo>
                <a:cubicBezTo>
                  <a:pt x="227632" y="54657"/>
                  <a:pt x="225286" y="52171"/>
                  <a:pt x="222365" y="50494"/>
                </a:cubicBezTo>
                <a:cubicBezTo>
                  <a:pt x="219444" y="48816"/>
                  <a:pt x="216597" y="47977"/>
                  <a:pt x="213823" y="47977"/>
                </a:cubicBezTo>
                <a:cubicBezTo>
                  <a:pt x="208630" y="47977"/>
                  <a:pt x="203997" y="50302"/>
                  <a:pt x="199926" y="54953"/>
                </a:cubicBezTo>
                <a:cubicBezTo>
                  <a:pt x="194555" y="61074"/>
                  <a:pt x="191870" y="70021"/>
                  <a:pt x="191870" y="81794"/>
                </a:cubicBezTo>
                <a:cubicBezTo>
                  <a:pt x="191870" y="93685"/>
                  <a:pt x="194467" y="102795"/>
                  <a:pt x="199660" y="109124"/>
                </a:cubicBezTo>
                <a:cubicBezTo>
                  <a:pt x="204853" y="115451"/>
                  <a:pt x="210636" y="118615"/>
                  <a:pt x="217010" y="118615"/>
                </a:cubicBezTo>
                <a:cubicBezTo>
                  <a:pt x="222380" y="118615"/>
                  <a:pt x="227573" y="115936"/>
                  <a:pt x="232589" y="110579"/>
                </a:cubicBezTo>
                <a:close/>
                <a:moveTo>
                  <a:pt x="279593" y="75418"/>
                </a:moveTo>
                <a:cubicBezTo>
                  <a:pt x="279534" y="87401"/>
                  <a:pt x="282455" y="96800"/>
                  <a:pt x="288356" y="103614"/>
                </a:cubicBezTo>
                <a:cubicBezTo>
                  <a:pt x="294257" y="110428"/>
                  <a:pt x="301191" y="113835"/>
                  <a:pt x="309158" y="113835"/>
                </a:cubicBezTo>
                <a:cubicBezTo>
                  <a:pt x="314469" y="113835"/>
                  <a:pt x="319087" y="112368"/>
                  <a:pt x="323011" y="109434"/>
                </a:cubicBezTo>
                <a:cubicBezTo>
                  <a:pt x="326935" y="106500"/>
                  <a:pt x="330225" y="101475"/>
                  <a:pt x="332881" y="94361"/>
                </a:cubicBezTo>
                <a:lnTo>
                  <a:pt x="335625" y="96139"/>
                </a:lnTo>
                <a:cubicBezTo>
                  <a:pt x="334386" y="104267"/>
                  <a:pt x="330786" y="111667"/>
                  <a:pt x="324826" y="118341"/>
                </a:cubicBezTo>
                <a:cubicBezTo>
                  <a:pt x="318865" y="125015"/>
                  <a:pt x="311400" y="128352"/>
                  <a:pt x="302430" y="128352"/>
                </a:cubicBezTo>
                <a:cubicBezTo>
                  <a:pt x="292693" y="128352"/>
                  <a:pt x="284358" y="124569"/>
                  <a:pt x="277424" y="117002"/>
                </a:cubicBezTo>
                <a:cubicBezTo>
                  <a:pt x="270490" y="109434"/>
                  <a:pt x="267023" y="99260"/>
                  <a:pt x="267023" y="86480"/>
                </a:cubicBezTo>
                <a:cubicBezTo>
                  <a:pt x="267023" y="72641"/>
                  <a:pt x="270578" y="61850"/>
                  <a:pt x="277689" y="54107"/>
                </a:cubicBezTo>
                <a:cubicBezTo>
                  <a:pt x="284800" y="46362"/>
                  <a:pt x="293726" y="42489"/>
                  <a:pt x="304466" y="42489"/>
                </a:cubicBezTo>
                <a:cubicBezTo>
                  <a:pt x="313554" y="42489"/>
                  <a:pt x="321019" y="45476"/>
                  <a:pt x="326861" y="51451"/>
                </a:cubicBezTo>
                <a:cubicBezTo>
                  <a:pt x="332704" y="57425"/>
                  <a:pt x="335625" y="65413"/>
                  <a:pt x="335625" y="75418"/>
                </a:cubicBezTo>
                <a:lnTo>
                  <a:pt x="279593" y="75418"/>
                </a:lnTo>
                <a:moveTo>
                  <a:pt x="279593" y="70284"/>
                </a:moveTo>
                <a:lnTo>
                  <a:pt x="317124" y="70284"/>
                </a:lnTo>
                <a:cubicBezTo>
                  <a:pt x="316829" y="65133"/>
                  <a:pt x="316210" y="61505"/>
                  <a:pt x="315266" y="59399"/>
                </a:cubicBezTo>
                <a:cubicBezTo>
                  <a:pt x="313790" y="56120"/>
                  <a:pt x="311592" y="53544"/>
                  <a:pt x="308671" y="51673"/>
                </a:cubicBezTo>
                <a:cubicBezTo>
                  <a:pt x="305750" y="49799"/>
                  <a:pt x="302696" y="48862"/>
                  <a:pt x="299509" y="48862"/>
                </a:cubicBezTo>
                <a:cubicBezTo>
                  <a:pt x="294611" y="48862"/>
                  <a:pt x="290230" y="50750"/>
                  <a:pt x="286364" y="54525"/>
                </a:cubicBezTo>
                <a:cubicBezTo>
                  <a:pt x="282499" y="58300"/>
                  <a:pt x="280242" y="63553"/>
                  <a:pt x="279593" y="70284"/>
                </a:cubicBezTo>
                <a:close/>
                <a:moveTo>
                  <a:pt x="369818" y="18058"/>
                </a:moveTo>
                <a:lnTo>
                  <a:pt x="369818" y="44790"/>
                </a:lnTo>
                <a:lnTo>
                  <a:pt x="388761" y="44790"/>
                </a:lnTo>
                <a:lnTo>
                  <a:pt x="388761" y="50810"/>
                </a:lnTo>
                <a:lnTo>
                  <a:pt x="369818" y="50987"/>
                </a:lnTo>
                <a:lnTo>
                  <a:pt x="369818" y="103639"/>
                </a:lnTo>
                <a:cubicBezTo>
                  <a:pt x="369818" y="108896"/>
                  <a:pt x="370570" y="112442"/>
                  <a:pt x="372075" y="114275"/>
                </a:cubicBezTo>
                <a:cubicBezTo>
                  <a:pt x="373580" y="116106"/>
                  <a:pt x="375513" y="117021"/>
                  <a:pt x="377873" y="117021"/>
                </a:cubicBezTo>
                <a:cubicBezTo>
                  <a:pt x="379820" y="117021"/>
                  <a:pt x="381709" y="116409"/>
                  <a:pt x="383538" y="115185"/>
                </a:cubicBezTo>
                <a:cubicBezTo>
                  <a:pt x="385368" y="113960"/>
                  <a:pt x="386784" y="112153"/>
                  <a:pt x="387787" y="109763"/>
                </a:cubicBezTo>
                <a:lnTo>
                  <a:pt x="391239" y="109763"/>
                </a:lnTo>
                <a:cubicBezTo>
                  <a:pt x="389174" y="115576"/>
                  <a:pt x="386253" y="119950"/>
                  <a:pt x="382476" y="122886"/>
                </a:cubicBezTo>
                <a:cubicBezTo>
                  <a:pt x="378699" y="125822"/>
                  <a:pt x="374804" y="127290"/>
                  <a:pt x="370792" y="127290"/>
                </a:cubicBezTo>
                <a:cubicBezTo>
                  <a:pt x="368077" y="127290"/>
                  <a:pt x="365421" y="126534"/>
                  <a:pt x="362825" y="125024"/>
                </a:cubicBezTo>
                <a:cubicBezTo>
                  <a:pt x="360228" y="123514"/>
                  <a:pt x="358310" y="121352"/>
                  <a:pt x="357071" y="118540"/>
                </a:cubicBezTo>
                <a:cubicBezTo>
                  <a:pt x="355832" y="115728"/>
                  <a:pt x="355212" y="111390"/>
                  <a:pt x="355212" y="105528"/>
                </a:cubicBezTo>
                <a:lnTo>
                  <a:pt x="355212" y="50810"/>
                </a:lnTo>
                <a:lnTo>
                  <a:pt x="342377" y="50810"/>
                </a:lnTo>
                <a:lnTo>
                  <a:pt x="342377" y="47971"/>
                </a:lnTo>
                <a:cubicBezTo>
                  <a:pt x="345623" y="46681"/>
                  <a:pt x="348942" y="44495"/>
                  <a:pt x="352336" y="41416"/>
                </a:cubicBezTo>
                <a:cubicBezTo>
                  <a:pt x="355729" y="38336"/>
                  <a:pt x="358753" y="34665"/>
                  <a:pt x="361409" y="30403"/>
                </a:cubicBezTo>
                <a:cubicBezTo>
                  <a:pt x="362766" y="28153"/>
                  <a:pt x="364654" y="24038"/>
                  <a:pt x="367074" y="18058"/>
                </a:cubicBezTo>
                <a:lnTo>
                  <a:pt x="369818" y="18058"/>
                </a:lnTo>
                <a:close/>
                <a:moveTo>
                  <a:pt x="410120" y="75418"/>
                </a:moveTo>
                <a:cubicBezTo>
                  <a:pt x="410061" y="87401"/>
                  <a:pt x="412982" y="96800"/>
                  <a:pt x="418883" y="103614"/>
                </a:cubicBezTo>
                <a:cubicBezTo>
                  <a:pt x="424784" y="110428"/>
                  <a:pt x="431718" y="113835"/>
                  <a:pt x="439685" y="113835"/>
                </a:cubicBezTo>
                <a:cubicBezTo>
                  <a:pt x="444996" y="113835"/>
                  <a:pt x="449614" y="112368"/>
                  <a:pt x="453538" y="109434"/>
                </a:cubicBezTo>
                <a:cubicBezTo>
                  <a:pt x="457462" y="106500"/>
                  <a:pt x="460752" y="101475"/>
                  <a:pt x="463408" y="94361"/>
                </a:cubicBezTo>
                <a:lnTo>
                  <a:pt x="466152" y="96139"/>
                </a:lnTo>
                <a:cubicBezTo>
                  <a:pt x="464912" y="104267"/>
                  <a:pt x="461313" y="111667"/>
                  <a:pt x="455352" y="118341"/>
                </a:cubicBezTo>
                <a:cubicBezTo>
                  <a:pt x="449392" y="125015"/>
                  <a:pt x="441927" y="128352"/>
                  <a:pt x="432957" y="128352"/>
                </a:cubicBezTo>
                <a:cubicBezTo>
                  <a:pt x="423220" y="128352"/>
                  <a:pt x="414885" y="124569"/>
                  <a:pt x="407951" y="117002"/>
                </a:cubicBezTo>
                <a:cubicBezTo>
                  <a:pt x="401017" y="109434"/>
                  <a:pt x="397550" y="99260"/>
                  <a:pt x="397550" y="86480"/>
                </a:cubicBezTo>
                <a:cubicBezTo>
                  <a:pt x="397550" y="72641"/>
                  <a:pt x="401105" y="61850"/>
                  <a:pt x="408216" y="54107"/>
                </a:cubicBezTo>
                <a:cubicBezTo>
                  <a:pt x="415327" y="46362"/>
                  <a:pt x="424253" y="42489"/>
                  <a:pt x="434993" y="42489"/>
                </a:cubicBezTo>
                <a:cubicBezTo>
                  <a:pt x="444081" y="42489"/>
                  <a:pt x="451546" y="45476"/>
                  <a:pt x="457388" y="51451"/>
                </a:cubicBezTo>
                <a:cubicBezTo>
                  <a:pt x="463231" y="57425"/>
                  <a:pt x="466152" y="65413"/>
                  <a:pt x="466152" y="75418"/>
                </a:cubicBezTo>
                <a:lnTo>
                  <a:pt x="410120" y="75418"/>
                </a:lnTo>
                <a:moveTo>
                  <a:pt x="410120" y="70284"/>
                </a:moveTo>
                <a:lnTo>
                  <a:pt x="447651" y="70284"/>
                </a:lnTo>
                <a:cubicBezTo>
                  <a:pt x="447356" y="65133"/>
                  <a:pt x="446737" y="61505"/>
                  <a:pt x="445793" y="59399"/>
                </a:cubicBezTo>
                <a:cubicBezTo>
                  <a:pt x="444317" y="56120"/>
                  <a:pt x="442119" y="53544"/>
                  <a:pt x="439198" y="51673"/>
                </a:cubicBezTo>
                <a:cubicBezTo>
                  <a:pt x="436277" y="49799"/>
                  <a:pt x="433223" y="48862"/>
                  <a:pt x="430036" y="48862"/>
                </a:cubicBezTo>
                <a:cubicBezTo>
                  <a:pt x="425138" y="48862"/>
                  <a:pt x="420757" y="50750"/>
                  <a:pt x="416891" y="54525"/>
                </a:cubicBezTo>
                <a:cubicBezTo>
                  <a:pt x="413026" y="58300"/>
                  <a:pt x="410769" y="63553"/>
                  <a:pt x="410120" y="70284"/>
                </a:cubicBezTo>
                <a:close/>
                <a:moveTo>
                  <a:pt x="545666" y="95069"/>
                </a:moveTo>
                <a:cubicBezTo>
                  <a:pt x="543483" y="105750"/>
                  <a:pt x="539204" y="113968"/>
                  <a:pt x="532831" y="119721"/>
                </a:cubicBezTo>
                <a:cubicBezTo>
                  <a:pt x="526458" y="125475"/>
                  <a:pt x="519406" y="128352"/>
                  <a:pt x="511675" y="128352"/>
                </a:cubicBezTo>
                <a:cubicBezTo>
                  <a:pt x="502469" y="128352"/>
                  <a:pt x="494444" y="124491"/>
                  <a:pt x="487598" y="116770"/>
                </a:cubicBezTo>
                <a:cubicBezTo>
                  <a:pt x="480753" y="109047"/>
                  <a:pt x="477330" y="98611"/>
                  <a:pt x="477330" y="85465"/>
                </a:cubicBezTo>
                <a:cubicBezTo>
                  <a:pt x="477330" y="72731"/>
                  <a:pt x="481122" y="62385"/>
                  <a:pt x="488705" y="54428"/>
                </a:cubicBezTo>
                <a:cubicBezTo>
                  <a:pt x="496288" y="46469"/>
                  <a:pt x="505390" y="42489"/>
                  <a:pt x="516013" y="42489"/>
                </a:cubicBezTo>
                <a:cubicBezTo>
                  <a:pt x="523979" y="42489"/>
                  <a:pt x="530530" y="44606"/>
                  <a:pt x="535664" y="48840"/>
                </a:cubicBezTo>
                <a:cubicBezTo>
                  <a:pt x="540798" y="53072"/>
                  <a:pt x="543365" y="57468"/>
                  <a:pt x="543365" y="62027"/>
                </a:cubicBezTo>
                <a:cubicBezTo>
                  <a:pt x="543365" y="64276"/>
                  <a:pt x="542642" y="66098"/>
                  <a:pt x="541196" y="67490"/>
                </a:cubicBezTo>
                <a:cubicBezTo>
                  <a:pt x="539750" y="68880"/>
                  <a:pt x="537729" y="69576"/>
                  <a:pt x="535133" y="69576"/>
                </a:cubicBezTo>
                <a:cubicBezTo>
                  <a:pt x="531651" y="69576"/>
                  <a:pt x="529025" y="68445"/>
                  <a:pt x="527254" y="66184"/>
                </a:cubicBezTo>
                <a:cubicBezTo>
                  <a:pt x="526251" y="64934"/>
                  <a:pt x="525587" y="62553"/>
                  <a:pt x="525263" y="59042"/>
                </a:cubicBezTo>
                <a:cubicBezTo>
                  <a:pt x="524938" y="55531"/>
                  <a:pt x="523743" y="52853"/>
                  <a:pt x="521678" y="51009"/>
                </a:cubicBezTo>
                <a:cubicBezTo>
                  <a:pt x="519612" y="49224"/>
                  <a:pt x="516750" y="48331"/>
                  <a:pt x="513091" y="48331"/>
                </a:cubicBezTo>
                <a:cubicBezTo>
                  <a:pt x="507190" y="48331"/>
                  <a:pt x="502440" y="50515"/>
                  <a:pt x="498840" y="54881"/>
                </a:cubicBezTo>
                <a:cubicBezTo>
                  <a:pt x="494060" y="60665"/>
                  <a:pt x="491670" y="68307"/>
                  <a:pt x="491670" y="77808"/>
                </a:cubicBezTo>
                <a:cubicBezTo>
                  <a:pt x="491670" y="87486"/>
                  <a:pt x="494045" y="96028"/>
                  <a:pt x="498796" y="103434"/>
                </a:cubicBezTo>
                <a:cubicBezTo>
                  <a:pt x="503546" y="110840"/>
                  <a:pt x="509964" y="114543"/>
                  <a:pt x="518048" y="114543"/>
                </a:cubicBezTo>
                <a:cubicBezTo>
                  <a:pt x="523832" y="114543"/>
                  <a:pt x="529025" y="112566"/>
                  <a:pt x="533628" y="108612"/>
                </a:cubicBezTo>
                <a:cubicBezTo>
                  <a:pt x="536873" y="105898"/>
                  <a:pt x="540031" y="100970"/>
                  <a:pt x="543099" y="93830"/>
                </a:cubicBezTo>
                <a:lnTo>
                  <a:pt x="545666" y="95069"/>
                </a:lnTo>
                <a:close/>
                <a:moveTo>
                  <a:pt x="580655" y="18058"/>
                </a:moveTo>
                <a:lnTo>
                  <a:pt x="580655" y="44790"/>
                </a:lnTo>
                <a:lnTo>
                  <a:pt x="599598" y="44790"/>
                </a:lnTo>
                <a:lnTo>
                  <a:pt x="599598" y="50810"/>
                </a:lnTo>
                <a:lnTo>
                  <a:pt x="580655" y="50987"/>
                </a:lnTo>
                <a:lnTo>
                  <a:pt x="580655" y="103639"/>
                </a:lnTo>
                <a:cubicBezTo>
                  <a:pt x="580655" y="108896"/>
                  <a:pt x="581407" y="112442"/>
                  <a:pt x="582912" y="114275"/>
                </a:cubicBezTo>
                <a:cubicBezTo>
                  <a:pt x="584417" y="116106"/>
                  <a:pt x="586349" y="117021"/>
                  <a:pt x="588710" y="117021"/>
                </a:cubicBezTo>
                <a:cubicBezTo>
                  <a:pt x="590657" y="117021"/>
                  <a:pt x="592546" y="116409"/>
                  <a:pt x="594375" y="115185"/>
                </a:cubicBezTo>
                <a:cubicBezTo>
                  <a:pt x="596204" y="113960"/>
                  <a:pt x="597621" y="112153"/>
                  <a:pt x="598624" y="109763"/>
                </a:cubicBezTo>
                <a:lnTo>
                  <a:pt x="602076" y="109763"/>
                </a:lnTo>
                <a:cubicBezTo>
                  <a:pt x="600011" y="115576"/>
                  <a:pt x="597089" y="119950"/>
                  <a:pt x="593313" y="122886"/>
                </a:cubicBezTo>
                <a:cubicBezTo>
                  <a:pt x="589536" y="125822"/>
                  <a:pt x="585641" y="127290"/>
                  <a:pt x="581628" y="127290"/>
                </a:cubicBezTo>
                <a:cubicBezTo>
                  <a:pt x="578914" y="127290"/>
                  <a:pt x="576258" y="126534"/>
                  <a:pt x="573662" y="125024"/>
                </a:cubicBezTo>
                <a:cubicBezTo>
                  <a:pt x="571065" y="123514"/>
                  <a:pt x="569147" y="121352"/>
                  <a:pt x="567908" y="118540"/>
                </a:cubicBezTo>
                <a:cubicBezTo>
                  <a:pt x="566669" y="115728"/>
                  <a:pt x="566049" y="111390"/>
                  <a:pt x="566049" y="105528"/>
                </a:cubicBezTo>
                <a:lnTo>
                  <a:pt x="566049" y="50810"/>
                </a:lnTo>
                <a:lnTo>
                  <a:pt x="553214" y="50810"/>
                </a:lnTo>
                <a:lnTo>
                  <a:pt x="553214" y="47971"/>
                </a:lnTo>
                <a:cubicBezTo>
                  <a:pt x="556459" y="46681"/>
                  <a:pt x="559779" y="44495"/>
                  <a:pt x="563172" y="41416"/>
                </a:cubicBezTo>
                <a:cubicBezTo>
                  <a:pt x="566565" y="38336"/>
                  <a:pt x="569590" y="34665"/>
                  <a:pt x="572245" y="30403"/>
                </a:cubicBezTo>
                <a:cubicBezTo>
                  <a:pt x="573603" y="28153"/>
                  <a:pt x="575491" y="24038"/>
                  <a:pt x="577910" y="18058"/>
                </a:cubicBezTo>
                <a:lnTo>
                  <a:pt x="580655" y="18058"/>
                </a:lnTo>
                <a:close/>
                <a:moveTo>
                  <a:pt x="627951" y="0"/>
                </a:moveTo>
                <a:cubicBezTo>
                  <a:pt x="630429" y="0"/>
                  <a:pt x="632539" y="875"/>
                  <a:pt x="634280" y="2625"/>
                </a:cubicBezTo>
                <a:cubicBezTo>
                  <a:pt x="636021" y="4373"/>
                  <a:pt x="636891" y="6493"/>
                  <a:pt x="636891" y="8985"/>
                </a:cubicBezTo>
                <a:cubicBezTo>
                  <a:pt x="636891" y="11476"/>
                  <a:pt x="636021" y="13612"/>
                  <a:pt x="634280" y="15391"/>
                </a:cubicBezTo>
                <a:cubicBezTo>
                  <a:pt x="632539" y="17169"/>
                  <a:pt x="630429" y="18058"/>
                  <a:pt x="627951" y="18058"/>
                </a:cubicBezTo>
                <a:cubicBezTo>
                  <a:pt x="625472" y="18058"/>
                  <a:pt x="623348" y="17169"/>
                  <a:pt x="621577" y="15391"/>
                </a:cubicBezTo>
                <a:cubicBezTo>
                  <a:pt x="619807" y="13612"/>
                  <a:pt x="618922" y="11476"/>
                  <a:pt x="618922" y="8985"/>
                </a:cubicBezTo>
                <a:cubicBezTo>
                  <a:pt x="618922" y="6493"/>
                  <a:pt x="619792" y="4373"/>
                  <a:pt x="621533" y="2625"/>
                </a:cubicBezTo>
                <a:cubicBezTo>
                  <a:pt x="623274" y="875"/>
                  <a:pt x="625413" y="0"/>
                  <a:pt x="627951" y="0"/>
                </a:cubicBezTo>
                <a:moveTo>
                  <a:pt x="635298" y="42489"/>
                </a:moveTo>
                <a:lnTo>
                  <a:pt x="635298" y="107461"/>
                </a:lnTo>
                <a:cubicBezTo>
                  <a:pt x="635298" y="112566"/>
                  <a:pt x="635667" y="115965"/>
                  <a:pt x="636404" y="117658"/>
                </a:cubicBezTo>
                <a:cubicBezTo>
                  <a:pt x="637142" y="119349"/>
                  <a:pt x="638234" y="120610"/>
                  <a:pt x="639679" y="121442"/>
                </a:cubicBezTo>
                <a:cubicBezTo>
                  <a:pt x="641125" y="122272"/>
                  <a:pt x="643766" y="122687"/>
                  <a:pt x="647602" y="122687"/>
                </a:cubicBezTo>
                <a:lnTo>
                  <a:pt x="647602" y="125873"/>
                </a:lnTo>
                <a:lnTo>
                  <a:pt x="608211" y="125873"/>
                </a:lnTo>
                <a:lnTo>
                  <a:pt x="608211" y="122687"/>
                </a:lnTo>
                <a:cubicBezTo>
                  <a:pt x="612165" y="122687"/>
                  <a:pt x="614821" y="122301"/>
                  <a:pt x="616178" y="121530"/>
                </a:cubicBezTo>
                <a:cubicBezTo>
                  <a:pt x="617535" y="120758"/>
                  <a:pt x="618612" y="119482"/>
                  <a:pt x="619409" y="117702"/>
                </a:cubicBezTo>
                <a:cubicBezTo>
                  <a:pt x="620205" y="115921"/>
                  <a:pt x="620604" y="112507"/>
                  <a:pt x="620604" y="107461"/>
                </a:cubicBezTo>
                <a:lnTo>
                  <a:pt x="620604" y="76480"/>
                </a:lnTo>
                <a:cubicBezTo>
                  <a:pt x="620604" y="67650"/>
                  <a:pt x="620338" y="61932"/>
                  <a:pt x="619807" y="59324"/>
                </a:cubicBezTo>
                <a:cubicBezTo>
                  <a:pt x="619394" y="57426"/>
                  <a:pt x="618745" y="56109"/>
                  <a:pt x="617860" y="55371"/>
                </a:cubicBezTo>
                <a:cubicBezTo>
                  <a:pt x="616974" y="54632"/>
                  <a:pt x="615765" y="54262"/>
                  <a:pt x="614230" y="54262"/>
                </a:cubicBezTo>
                <a:cubicBezTo>
                  <a:pt x="612578" y="54262"/>
                  <a:pt x="610572" y="54704"/>
                  <a:pt x="608211" y="55590"/>
                </a:cubicBezTo>
                <a:lnTo>
                  <a:pt x="606972" y="52403"/>
                </a:lnTo>
                <a:lnTo>
                  <a:pt x="631403" y="42489"/>
                </a:lnTo>
                <a:lnTo>
                  <a:pt x="635298" y="42489"/>
                </a:lnTo>
                <a:close/>
                <a:moveTo>
                  <a:pt x="697198" y="42489"/>
                </a:moveTo>
                <a:cubicBezTo>
                  <a:pt x="709472" y="42489"/>
                  <a:pt x="719327" y="47146"/>
                  <a:pt x="726763" y="56461"/>
                </a:cubicBezTo>
                <a:cubicBezTo>
                  <a:pt x="733077" y="64418"/>
                  <a:pt x="736234" y="73556"/>
                  <a:pt x="736234" y="83874"/>
                </a:cubicBezTo>
                <a:cubicBezTo>
                  <a:pt x="736234" y="91125"/>
                  <a:pt x="734494" y="98465"/>
                  <a:pt x="731012" y="105893"/>
                </a:cubicBezTo>
                <a:cubicBezTo>
                  <a:pt x="727530" y="113319"/>
                  <a:pt x="722735" y="118919"/>
                  <a:pt x="716628" y="122692"/>
                </a:cubicBezTo>
                <a:cubicBezTo>
                  <a:pt x="710520" y="126465"/>
                  <a:pt x="703719" y="128352"/>
                  <a:pt x="696224" y="128352"/>
                </a:cubicBezTo>
                <a:cubicBezTo>
                  <a:pt x="684008" y="128352"/>
                  <a:pt x="674301" y="123488"/>
                  <a:pt x="667101" y="113760"/>
                </a:cubicBezTo>
                <a:cubicBezTo>
                  <a:pt x="661023" y="105567"/>
                  <a:pt x="657984" y="96371"/>
                  <a:pt x="657984" y="86173"/>
                </a:cubicBezTo>
                <a:cubicBezTo>
                  <a:pt x="657984" y="78745"/>
                  <a:pt x="659828" y="71361"/>
                  <a:pt x="663516" y="64021"/>
                </a:cubicBezTo>
                <a:cubicBezTo>
                  <a:pt x="667205" y="56681"/>
                  <a:pt x="672058" y="51258"/>
                  <a:pt x="678078" y="47750"/>
                </a:cubicBezTo>
                <a:cubicBezTo>
                  <a:pt x="684097" y="44243"/>
                  <a:pt x="690470" y="42489"/>
                  <a:pt x="697198" y="42489"/>
                </a:cubicBezTo>
                <a:moveTo>
                  <a:pt x="694454" y="48331"/>
                </a:moveTo>
                <a:cubicBezTo>
                  <a:pt x="691326" y="48331"/>
                  <a:pt x="688184" y="49258"/>
                  <a:pt x="685026" y="51111"/>
                </a:cubicBezTo>
                <a:cubicBezTo>
                  <a:pt x="681869" y="52963"/>
                  <a:pt x="679317" y="56211"/>
                  <a:pt x="677370" y="60856"/>
                </a:cubicBezTo>
                <a:cubicBezTo>
                  <a:pt x="675422" y="65502"/>
                  <a:pt x="674448" y="71469"/>
                  <a:pt x="674448" y="78759"/>
                </a:cubicBezTo>
                <a:cubicBezTo>
                  <a:pt x="674448" y="90519"/>
                  <a:pt x="676794" y="100663"/>
                  <a:pt x="681486" y="109190"/>
                </a:cubicBezTo>
                <a:cubicBezTo>
                  <a:pt x="686177" y="117716"/>
                  <a:pt x="692359" y="121979"/>
                  <a:pt x="700030" y="121979"/>
                </a:cubicBezTo>
                <a:cubicBezTo>
                  <a:pt x="705755" y="121979"/>
                  <a:pt x="710476" y="119626"/>
                  <a:pt x="714193" y="114922"/>
                </a:cubicBezTo>
                <a:cubicBezTo>
                  <a:pt x="717911" y="110218"/>
                  <a:pt x="719770" y="102133"/>
                  <a:pt x="719770" y="90668"/>
                </a:cubicBezTo>
                <a:cubicBezTo>
                  <a:pt x="719770" y="76320"/>
                  <a:pt x="716672" y="65031"/>
                  <a:pt x="710476" y="56798"/>
                </a:cubicBezTo>
                <a:cubicBezTo>
                  <a:pt x="706286" y="51154"/>
                  <a:pt x="700945" y="48331"/>
                  <a:pt x="694454" y="48331"/>
                </a:cubicBezTo>
                <a:close/>
                <a:moveTo>
                  <a:pt x="771820" y="59573"/>
                </a:moveTo>
                <a:cubicBezTo>
                  <a:pt x="781321" y="48184"/>
                  <a:pt x="790379" y="42489"/>
                  <a:pt x="798995" y="42489"/>
                </a:cubicBezTo>
                <a:cubicBezTo>
                  <a:pt x="803421" y="42489"/>
                  <a:pt x="807227" y="43593"/>
                  <a:pt x="810414" y="45800"/>
                </a:cubicBezTo>
                <a:cubicBezTo>
                  <a:pt x="813601" y="48006"/>
                  <a:pt x="816138" y="51639"/>
                  <a:pt x="818027" y="56702"/>
                </a:cubicBezTo>
                <a:cubicBezTo>
                  <a:pt x="819325" y="60233"/>
                  <a:pt x="819974" y="65648"/>
                  <a:pt x="819974" y="72945"/>
                </a:cubicBezTo>
                <a:lnTo>
                  <a:pt x="819974" y="107461"/>
                </a:lnTo>
                <a:cubicBezTo>
                  <a:pt x="819974" y="112625"/>
                  <a:pt x="820387" y="116127"/>
                  <a:pt x="821213" y="117968"/>
                </a:cubicBezTo>
                <a:cubicBezTo>
                  <a:pt x="821863" y="119452"/>
                  <a:pt x="822910" y="120610"/>
                  <a:pt x="824356" y="121442"/>
                </a:cubicBezTo>
                <a:cubicBezTo>
                  <a:pt x="825802" y="122272"/>
                  <a:pt x="828472" y="122687"/>
                  <a:pt x="832367" y="122687"/>
                </a:cubicBezTo>
                <a:lnTo>
                  <a:pt x="832367" y="125873"/>
                </a:lnTo>
                <a:lnTo>
                  <a:pt x="792268" y="125873"/>
                </a:lnTo>
                <a:lnTo>
                  <a:pt x="792268" y="122687"/>
                </a:lnTo>
                <a:lnTo>
                  <a:pt x="793950" y="122687"/>
                </a:lnTo>
                <a:cubicBezTo>
                  <a:pt x="797726" y="122687"/>
                  <a:pt x="800367" y="122109"/>
                  <a:pt x="801872" y="120952"/>
                </a:cubicBezTo>
                <a:cubicBezTo>
                  <a:pt x="803377" y="119794"/>
                  <a:pt x="804424" y="118087"/>
                  <a:pt x="805015" y="115832"/>
                </a:cubicBezTo>
                <a:cubicBezTo>
                  <a:pt x="805251" y="114941"/>
                  <a:pt x="805369" y="112151"/>
                  <a:pt x="805369" y="107461"/>
                </a:cubicBezTo>
                <a:lnTo>
                  <a:pt x="805369" y="74322"/>
                </a:lnTo>
                <a:cubicBezTo>
                  <a:pt x="805369" y="66957"/>
                  <a:pt x="804410" y="61610"/>
                  <a:pt x="802492" y="58281"/>
                </a:cubicBezTo>
                <a:cubicBezTo>
                  <a:pt x="800574" y="54952"/>
                  <a:pt x="797343" y="53288"/>
                  <a:pt x="792799" y="53288"/>
                </a:cubicBezTo>
                <a:cubicBezTo>
                  <a:pt x="785777" y="53288"/>
                  <a:pt x="778784" y="57124"/>
                  <a:pt x="771820" y="64796"/>
                </a:cubicBezTo>
                <a:lnTo>
                  <a:pt x="771820" y="107461"/>
                </a:lnTo>
                <a:cubicBezTo>
                  <a:pt x="771820" y="112981"/>
                  <a:pt x="772145" y="116394"/>
                  <a:pt x="772794" y="117702"/>
                </a:cubicBezTo>
                <a:cubicBezTo>
                  <a:pt x="773620" y="119423"/>
                  <a:pt x="774756" y="120684"/>
                  <a:pt x="776202" y="121486"/>
                </a:cubicBezTo>
                <a:cubicBezTo>
                  <a:pt x="777648" y="122286"/>
                  <a:pt x="780583" y="122687"/>
                  <a:pt x="785009" y="122687"/>
                </a:cubicBezTo>
                <a:lnTo>
                  <a:pt x="785009" y="125873"/>
                </a:lnTo>
                <a:lnTo>
                  <a:pt x="744910" y="125873"/>
                </a:lnTo>
                <a:lnTo>
                  <a:pt x="744910" y="122687"/>
                </a:lnTo>
                <a:lnTo>
                  <a:pt x="746681" y="122687"/>
                </a:lnTo>
                <a:cubicBezTo>
                  <a:pt x="750812" y="122687"/>
                  <a:pt x="753600" y="121634"/>
                  <a:pt x="755046" y="119528"/>
                </a:cubicBezTo>
                <a:cubicBezTo>
                  <a:pt x="756492" y="117420"/>
                  <a:pt x="757215" y="113398"/>
                  <a:pt x="757215" y="107461"/>
                </a:cubicBezTo>
                <a:lnTo>
                  <a:pt x="757215" y="77542"/>
                </a:lnTo>
                <a:cubicBezTo>
                  <a:pt x="757215" y="67805"/>
                  <a:pt x="756993" y="61874"/>
                  <a:pt x="756551" y="59750"/>
                </a:cubicBezTo>
                <a:cubicBezTo>
                  <a:pt x="756108" y="57626"/>
                  <a:pt x="755429" y="56180"/>
                  <a:pt x="754515" y="55413"/>
                </a:cubicBezTo>
                <a:cubicBezTo>
                  <a:pt x="753600" y="54645"/>
                  <a:pt x="752376" y="54262"/>
                  <a:pt x="750841" y="54262"/>
                </a:cubicBezTo>
                <a:cubicBezTo>
                  <a:pt x="749189" y="54262"/>
                  <a:pt x="747212" y="54704"/>
                  <a:pt x="744910" y="55590"/>
                </a:cubicBezTo>
                <a:lnTo>
                  <a:pt x="743583" y="52403"/>
                </a:lnTo>
                <a:lnTo>
                  <a:pt x="768014" y="42489"/>
                </a:lnTo>
                <a:lnTo>
                  <a:pt x="771820" y="42489"/>
                </a:lnTo>
                <a:lnTo>
                  <a:pt x="771820" y="59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31" name="Text off">
            <a:extLst xmlns:a="http://schemas.openxmlformats.org/drawingml/2006/main">
              <a:ext uri="{FF2B5EF4-FFF2-40B4-BE49-F238E27FC236}">
                <a16:creationId xmlns:a16="http://schemas.microsoft.com/office/drawing/2014/main" id="{99F790C0-540D-4CD3-B41C-9E0FA68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3595145"/>
            <a:ext cx="269007" cy="128352"/>
          </a:xfrm>
          <a:custGeom xmlns:a="http://schemas.openxmlformats.org/drawingml/2006/main">
            <a:pathLst>
              <a:path w="269007" h="128352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7" y="116785"/>
                  <a:pt x="124369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60" y="125873"/>
                </a:lnTo>
                <a:lnTo>
                  <a:pt x="92060" y="122687"/>
                </a:lnTo>
                <a:lnTo>
                  <a:pt x="95689" y="122687"/>
                </a:lnTo>
                <a:cubicBezTo>
                  <a:pt x="98049" y="122687"/>
                  <a:pt x="100203" y="122097"/>
                  <a:pt x="102151" y="120916"/>
                </a:cubicBezTo>
                <a:cubicBezTo>
                  <a:pt x="104098" y="119736"/>
                  <a:pt x="105441" y="118143"/>
                  <a:pt x="106178" y="116136"/>
                </a:cubicBezTo>
                <a:cubicBezTo>
                  <a:pt x="106916" y="114130"/>
                  <a:pt x="107285" y="110235"/>
                  <a:pt x="107285" y="104452"/>
                </a:cubicBezTo>
                <a:lnTo>
                  <a:pt x="107285" y="51164"/>
                </a:lnTo>
                <a:lnTo>
                  <a:pt x="91529" y="51164"/>
                </a:lnTo>
                <a:lnTo>
                  <a:pt x="91529" y="44790"/>
                </a:lnTo>
                <a:lnTo>
                  <a:pt x="107285" y="44790"/>
                </a:lnTo>
                <a:lnTo>
                  <a:pt x="107285" y="39457"/>
                </a:lnTo>
                <a:cubicBezTo>
                  <a:pt x="107285" y="31341"/>
                  <a:pt x="108583" y="24469"/>
                  <a:pt x="111180" y="18841"/>
                </a:cubicBezTo>
                <a:cubicBezTo>
                  <a:pt x="113776" y="13212"/>
                  <a:pt x="117745" y="8666"/>
                  <a:pt x="123085" y="5200"/>
                </a:cubicBezTo>
                <a:cubicBezTo>
                  <a:pt x="128426" y="1733"/>
                  <a:pt x="134431" y="0"/>
                  <a:pt x="141099" y="0"/>
                </a:cubicBezTo>
                <a:cubicBezTo>
                  <a:pt x="147295" y="0"/>
                  <a:pt x="152990" y="2006"/>
                  <a:pt x="158183" y="6019"/>
                </a:cubicBezTo>
                <a:cubicBezTo>
                  <a:pt x="161606" y="8675"/>
                  <a:pt x="163317" y="11655"/>
                  <a:pt x="163317" y="14960"/>
                </a:cubicBezTo>
                <a:cubicBezTo>
                  <a:pt x="163317" y="16730"/>
                  <a:pt x="162550" y="18397"/>
                  <a:pt x="161016" y="19961"/>
                </a:cubicBezTo>
                <a:cubicBezTo>
                  <a:pt x="159481" y="21525"/>
                  <a:pt x="157829" y="22307"/>
                  <a:pt x="156059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1" y="19872"/>
                  <a:pt x="148416" y="17777"/>
                  <a:pt x="146233" y="14561"/>
                </a:cubicBezTo>
                <a:cubicBezTo>
                  <a:pt x="144050" y="11345"/>
                  <a:pt x="142043" y="9176"/>
                  <a:pt x="140214" y="8055"/>
                </a:cubicBezTo>
                <a:cubicBezTo>
                  <a:pt x="138384" y="6934"/>
                  <a:pt x="136348" y="6373"/>
                  <a:pt x="134106" y="6373"/>
                </a:cubicBezTo>
                <a:cubicBezTo>
                  <a:pt x="131391" y="6373"/>
                  <a:pt x="129090" y="7100"/>
                  <a:pt x="127201" y="8553"/>
                </a:cubicBezTo>
                <a:cubicBezTo>
                  <a:pt x="125313" y="10004"/>
                  <a:pt x="123956" y="12257"/>
                  <a:pt x="123130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1" y="44790"/>
                </a:lnTo>
                <a:lnTo>
                  <a:pt x="142781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ourEMDcat">
            <a:extLst xmlns:a="http://schemas.openxmlformats.org/drawingml/2006/main">
              <a:ext uri="{FF2B5EF4-FFF2-40B4-BE49-F238E27FC236}">
                <a16:creationId xmlns:a16="http://schemas.microsoft.com/office/drawing/2014/main" id="{B6C94FDB-8F52-4D2E-A71F-E792F1B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34" y="3600988"/>
            <a:ext cx="940080" cy="122510"/>
          </a:xfrm>
          <a:custGeom xmlns:a="http://schemas.openxmlformats.org/drawingml/2006/main">
            <a:pathLst>
              <a:path w="940080" h="122510">
                <a:moveTo>
                  <a:pt x="39214" y="36647"/>
                </a:moveTo>
                <a:cubicBezTo>
                  <a:pt x="51488" y="36647"/>
                  <a:pt x="61343" y="41304"/>
                  <a:pt x="68779" y="50619"/>
                </a:cubicBezTo>
                <a:cubicBezTo>
                  <a:pt x="75093" y="58576"/>
                  <a:pt x="78250" y="67714"/>
                  <a:pt x="78250" y="78032"/>
                </a:cubicBezTo>
                <a:cubicBezTo>
                  <a:pt x="78250" y="85283"/>
                  <a:pt x="76509" y="92623"/>
                  <a:pt x="73028" y="100051"/>
                </a:cubicBezTo>
                <a:cubicBezTo>
                  <a:pt x="69546" y="107477"/>
                  <a:pt x="64751" y="113077"/>
                  <a:pt x="58644" y="116850"/>
                </a:cubicBezTo>
                <a:cubicBezTo>
                  <a:pt x="52536" y="120623"/>
                  <a:pt x="45735" y="122510"/>
                  <a:pt x="38240" y="122510"/>
                </a:cubicBezTo>
                <a:cubicBezTo>
                  <a:pt x="26024" y="122510"/>
                  <a:pt x="16317" y="117646"/>
                  <a:pt x="9117" y="107918"/>
                </a:cubicBezTo>
                <a:cubicBezTo>
                  <a:pt x="3039" y="99724"/>
                  <a:pt x="0" y="90529"/>
                  <a:pt x="0" y="80331"/>
                </a:cubicBezTo>
                <a:cubicBezTo>
                  <a:pt x="0" y="72902"/>
                  <a:pt x="1844" y="65518"/>
                  <a:pt x="5532" y="58179"/>
                </a:cubicBezTo>
                <a:cubicBezTo>
                  <a:pt x="9221" y="50839"/>
                  <a:pt x="14074" y="45416"/>
                  <a:pt x="20094" y="41908"/>
                </a:cubicBezTo>
                <a:cubicBezTo>
                  <a:pt x="26113" y="38400"/>
                  <a:pt x="32486" y="36647"/>
                  <a:pt x="39214" y="36647"/>
                </a:cubicBezTo>
                <a:moveTo>
                  <a:pt x="36470" y="42489"/>
                </a:moveTo>
                <a:cubicBezTo>
                  <a:pt x="33342" y="42489"/>
                  <a:pt x="30200" y="43416"/>
                  <a:pt x="27042" y="45269"/>
                </a:cubicBezTo>
                <a:cubicBezTo>
                  <a:pt x="23885" y="47120"/>
                  <a:pt x="21333" y="50369"/>
                  <a:pt x="19386" y="55014"/>
                </a:cubicBezTo>
                <a:cubicBezTo>
                  <a:pt x="17438" y="59660"/>
                  <a:pt x="16464" y="65627"/>
                  <a:pt x="16464" y="72917"/>
                </a:cubicBezTo>
                <a:cubicBezTo>
                  <a:pt x="16464" y="84677"/>
                  <a:pt x="18810" y="94821"/>
                  <a:pt x="23502" y="103348"/>
                </a:cubicBezTo>
                <a:cubicBezTo>
                  <a:pt x="28193" y="111874"/>
                  <a:pt x="34375" y="116136"/>
                  <a:pt x="42046" y="116136"/>
                </a:cubicBezTo>
                <a:cubicBezTo>
                  <a:pt x="47770" y="116136"/>
                  <a:pt x="52491" y="113784"/>
                  <a:pt x="56209" y="109080"/>
                </a:cubicBezTo>
                <a:cubicBezTo>
                  <a:pt x="59927" y="104375"/>
                  <a:pt x="61786" y="96291"/>
                  <a:pt x="61786" y="84826"/>
                </a:cubicBezTo>
                <a:cubicBezTo>
                  <a:pt x="61786" y="70478"/>
                  <a:pt x="58688" y="59188"/>
                  <a:pt x="52491" y="50956"/>
                </a:cubicBezTo>
                <a:cubicBezTo>
                  <a:pt x="48302" y="45311"/>
                  <a:pt x="42961" y="42489"/>
                  <a:pt x="36470" y="42489"/>
                </a:cubicBezTo>
                <a:close/>
                <a:moveTo>
                  <a:pt x="161281" y="38948"/>
                </a:moveTo>
                <a:lnTo>
                  <a:pt x="161281" y="88341"/>
                </a:lnTo>
                <a:cubicBezTo>
                  <a:pt x="161281" y="97608"/>
                  <a:pt x="161502" y="103276"/>
                  <a:pt x="161945" y="105345"/>
                </a:cubicBezTo>
                <a:cubicBezTo>
                  <a:pt x="162388" y="107413"/>
                  <a:pt x="163096" y="108858"/>
                  <a:pt x="164069" y="109680"/>
                </a:cubicBezTo>
                <a:cubicBezTo>
                  <a:pt x="165043" y="110502"/>
                  <a:pt x="166179" y="110914"/>
                  <a:pt x="167477" y="110914"/>
                </a:cubicBezTo>
                <a:cubicBezTo>
                  <a:pt x="169307" y="110914"/>
                  <a:pt x="171372" y="110412"/>
                  <a:pt x="173674" y="109409"/>
                </a:cubicBezTo>
                <a:lnTo>
                  <a:pt x="174913" y="112596"/>
                </a:lnTo>
                <a:lnTo>
                  <a:pt x="150659" y="122510"/>
                </a:lnTo>
                <a:lnTo>
                  <a:pt x="146676" y="122510"/>
                </a:lnTo>
                <a:lnTo>
                  <a:pt x="146676" y="105417"/>
                </a:lnTo>
                <a:cubicBezTo>
                  <a:pt x="139712" y="112936"/>
                  <a:pt x="134401" y="117664"/>
                  <a:pt x="130742" y="119602"/>
                </a:cubicBezTo>
                <a:cubicBezTo>
                  <a:pt x="127083" y="121541"/>
                  <a:pt x="123218" y="122510"/>
                  <a:pt x="119146" y="122510"/>
                </a:cubicBezTo>
                <a:cubicBezTo>
                  <a:pt x="114602" y="122510"/>
                  <a:pt x="110663" y="121197"/>
                  <a:pt x="107329" y="118571"/>
                </a:cubicBezTo>
                <a:cubicBezTo>
                  <a:pt x="103995" y="115945"/>
                  <a:pt x="101679" y="112566"/>
                  <a:pt x="100380" y="108435"/>
                </a:cubicBezTo>
                <a:cubicBezTo>
                  <a:pt x="99082" y="104304"/>
                  <a:pt x="98433" y="98462"/>
                  <a:pt x="98433" y="90909"/>
                </a:cubicBezTo>
                <a:lnTo>
                  <a:pt x="98433" y="54704"/>
                </a:lnTo>
                <a:cubicBezTo>
                  <a:pt x="98433" y="50841"/>
                  <a:pt x="98020" y="48167"/>
                  <a:pt x="97194" y="46682"/>
                </a:cubicBezTo>
                <a:cubicBezTo>
                  <a:pt x="96368" y="45196"/>
                  <a:pt x="95143" y="44052"/>
                  <a:pt x="93520" y="43250"/>
                </a:cubicBezTo>
                <a:cubicBezTo>
                  <a:pt x="91897" y="42447"/>
                  <a:pt x="88961" y="42076"/>
                  <a:pt x="84713" y="42135"/>
                </a:cubicBezTo>
                <a:lnTo>
                  <a:pt x="84713" y="38948"/>
                </a:lnTo>
                <a:lnTo>
                  <a:pt x="113127" y="38948"/>
                </a:lnTo>
                <a:lnTo>
                  <a:pt x="113127" y="93276"/>
                </a:lnTo>
                <a:cubicBezTo>
                  <a:pt x="113127" y="100839"/>
                  <a:pt x="114440" y="105803"/>
                  <a:pt x="117066" y="108167"/>
                </a:cubicBezTo>
                <a:cubicBezTo>
                  <a:pt x="119692" y="110529"/>
                  <a:pt x="122864" y="111710"/>
                  <a:pt x="126582" y="111710"/>
                </a:cubicBezTo>
                <a:cubicBezTo>
                  <a:pt x="129119" y="111710"/>
                  <a:pt x="131996" y="110913"/>
                  <a:pt x="135212" y="109318"/>
                </a:cubicBezTo>
                <a:cubicBezTo>
                  <a:pt x="138429" y="107722"/>
                  <a:pt x="142250" y="104680"/>
                  <a:pt x="146676" y="100189"/>
                </a:cubicBezTo>
                <a:lnTo>
                  <a:pt x="146676" y="54350"/>
                </a:lnTo>
                <a:cubicBezTo>
                  <a:pt x="146676" y="49646"/>
                  <a:pt x="145835" y="46464"/>
                  <a:pt x="144153" y="44804"/>
                </a:cubicBezTo>
                <a:cubicBezTo>
                  <a:pt x="142471" y="43144"/>
                  <a:pt x="138974" y="42255"/>
                  <a:pt x="133663" y="42135"/>
                </a:cubicBezTo>
                <a:lnTo>
                  <a:pt x="133663" y="38948"/>
                </a:lnTo>
                <a:lnTo>
                  <a:pt x="161281" y="38948"/>
                </a:lnTo>
                <a:close/>
                <a:moveTo>
                  <a:pt x="204567" y="36647"/>
                </a:moveTo>
                <a:lnTo>
                  <a:pt x="204567" y="54881"/>
                </a:lnTo>
                <a:cubicBezTo>
                  <a:pt x="211353" y="42725"/>
                  <a:pt x="218317" y="36647"/>
                  <a:pt x="225457" y="36647"/>
                </a:cubicBezTo>
                <a:cubicBezTo>
                  <a:pt x="228703" y="36647"/>
                  <a:pt x="231388" y="37635"/>
                  <a:pt x="233513" y="39612"/>
                </a:cubicBezTo>
                <a:cubicBezTo>
                  <a:pt x="235637" y="41589"/>
                  <a:pt x="236699" y="43876"/>
                  <a:pt x="236699" y="46472"/>
                </a:cubicBezTo>
                <a:cubicBezTo>
                  <a:pt x="236699" y="48774"/>
                  <a:pt x="235932" y="50721"/>
                  <a:pt x="234398" y="52314"/>
                </a:cubicBezTo>
                <a:cubicBezTo>
                  <a:pt x="232863" y="53908"/>
                  <a:pt x="231034" y="54704"/>
                  <a:pt x="228910" y="54704"/>
                </a:cubicBezTo>
                <a:cubicBezTo>
                  <a:pt x="226844" y="54704"/>
                  <a:pt x="224528" y="53701"/>
                  <a:pt x="221961" y="51695"/>
                </a:cubicBezTo>
                <a:cubicBezTo>
                  <a:pt x="219394" y="49688"/>
                  <a:pt x="217491" y="48685"/>
                  <a:pt x="216251" y="48685"/>
                </a:cubicBezTo>
                <a:cubicBezTo>
                  <a:pt x="215189" y="48685"/>
                  <a:pt x="214039" y="49271"/>
                  <a:pt x="212799" y="50442"/>
                </a:cubicBezTo>
                <a:cubicBezTo>
                  <a:pt x="210144" y="52845"/>
                  <a:pt x="207400" y="56799"/>
                  <a:pt x="204567" y="62306"/>
                </a:cubicBezTo>
                <a:lnTo>
                  <a:pt x="204567" y="101088"/>
                </a:lnTo>
                <a:cubicBezTo>
                  <a:pt x="204567" y="105577"/>
                  <a:pt x="205128" y="108972"/>
                  <a:pt x="206249" y="111273"/>
                </a:cubicBezTo>
                <a:cubicBezTo>
                  <a:pt x="207016" y="112868"/>
                  <a:pt x="208373" y="114196"/>
                  <a:pt x="210321" y="115257"/>
                </a:cubicBezTo>
                <a:cubicBezTo>
                  <a:pt x="212268" y="116315"/>
                  <a:pt x="215071" y="116844"/>
                  <a:pt x="218730" y="116844"/>
                </a:cubicBezTo>
                <a:lnTo>
                  <a:pt x="218730" y="120031"/>
                </a:lnTo>
                <a:lnTo>
                  <a:pt x="177215" y="120031"/>
                </a:lnTo>
                <a:lnTo>
                  <a:pt x="177215" y="116844"/>
                </a:lnTo>
                <a:cubicBezTo>
                  <a:pt x="181346" y="116844"/>
                  <a:pt x="184414" y="116188"/>
                  <a:pt x="186421" y="114875"/>
                </a:cubicBezTo>
                <a:cubicBezTo>
                  <a:pt x="187896" y="113920"/>
                  <a:pt x="188929" y="112397"/>
                  <a:pt x="189519" y="110308"/>
                </a:cubicBezTo>
                <a:cubicBezTo>
                  <a:pt x="189814" y="109292"/>
                  <a:pt x="189961" y="106396"/>
                  <a:pt x="189961" y="101619"/>
                </a:cubicBezTo>
                <a:lnTo>
                  <a:pt x="189961" y="70461"/>
                </a:lnTo>
                <a:cubicBezTo>
                  <a:pt x="189961" y="61019"/>
                  <a:pt x="189770" y="55398"/>
                  <a:pt x="189386" y="53598"/>
                </a:cubicBezTo>
                <a:cubicBezTo>
                  <a:pt x="189003" y="51798"/>
                  <a:pt x="188294" y="50485"/>
                  <a:pt x="187262" y="49659"/>
                </a:cubicBezTo>
                <a:cubicBezTo>
                  <a:pt x="186229" y="48833"/>
                  <a:pt x="184945" y="48420"/>
                  <a:pt x="183411" y="48420"/>
                </a:cubicBezTo>
                <a:cubicBezTo>
                  <a:pt x="181582" y="48420"/>
                  <a:pt x="179516" y="48862"/>
                  <a:pt x="177215" y="49747"/>
                </a:cubicBezTo>
                <a:lnTo>
                  <a:pt x="176330" y="46561"/>
                </a:lnTo>
                <a:lnTo>
                  <a:pt x="200849" y="36647"/>
                </a:lnTo>
                <a:lnTo>
                  <a:pt x="204567" y="36647"/>
                </a:lnTo>
                <a:close/>
                <a:moveTo>
                  <a:pt x="318754" y="6550"/>
                </a:moveTo>
                <a:lnTo>
                  <a:pt x="318754" y="53819"/>
                </a:lnTo>
                <a:lnTo>
                  <a:pt x="345133" y="53819"/>
                </a:lnTo>
                <a:cubicBezTo>
                  <a:pt x="351978" y="53819"/>
                  <a:pt x="356552" y="52781"/>
                  <a:pt x="358853" y="50705"/>
                </a:cubicBezTo>
                <a:cubicBezTo>
                  <a:pt x="361922" y="47977"/>
                  <a:pt x="363633" y="43173"/>
                  <a:pt x="363987" y="36293"/>
                </a:cubicBezTo>
                <a:lnTo>
                  <a:pt x="367262" y="36293"/>
                </a:lnTo>
                <a:lnTo>
                  <a:pt x="367262" y="78250"/>
                </a:lnTo>
                <a:lnTo>
                  <a:pt x="363987" y="78250"/>
                </a:lnTo>
                <a:cubicBezTo>
                  <a:pt x="363161" y="72408"/>
                  <a:pt x="362335" y="68661"/>
                  <a:pt x="361509" y="67009"/>
                </a:cubicBezTo>
                <a:cubicBezTo>
                  <a:pt x="360446" y="64943"/>
                  <a:pt x="358706" y="63320"/>
                  <a:pt x="356286" y="62140"/>
                </a:cubicBezTo>
                <a:cubicBezTo>
                  <a:pt x="353867" y="60960"/>
                  <a:pt x="350149" y="60370"/>
                  <a:pt x="345133" y="60370"/>
                </a:cubicBezTo>
                <a:lnTo>
                  <a:pt x="318754" y="60370"/>
                </a:lnTo>
                <a:lnTo>
                  <a:pt x="318754" y="100004"/>
                </a:lnTo>
                <a:cubicBezTo>
                  <a:pt x="318754" y="105324"/>
                  <a:pt x="318990" y="108561"/>
                  <a:pt x="319462" y="109713"/>
                </a:cubicBezTo>
                <a:cubicBezTo>
                  <a:pt x="319935" y="110866"/>
                  <a:pt x="320761" y="111782"/>
                  <a:pt x="321941" y="112463"/>
                </a:cubicBezTo>
                <a:cubicBezTo>
                  <a:pt x="323121" y="113141"/>
                  <a:pt x="325364" y="113481"/>
                  <a:pt x="328668" y="113481"/>
                </a:cubicBezTo>
                <a:lnTo>
                  <a:pt x="349028" y="113481"/>
                </a:lnTo>
                <a:cubicBezTo>
                  <a:pt x="355814" y="113481"/>
                  <a:pt x="360742" y="113009"/>
                  <a:pt x="363810" y="112064"/>
                </a:cubicBezTo>
                <a:cubicBezTo>
                  <a:pt x="366879" y="111120"/>
                  <a:pt x="369829" y="109261"/>
                  <a:pt x="372662" y="106488"/>
                </a:cubicBezTo>
                <a:cubicBezTo>
                  <a:pt x="376321" y="102829"/>
                  <a:pt x="380068" y="97311"/>
                  <a:pt x="383904" y="89935"/>
                </a:cubicBezTo>
                <a:lnTo>
                  <a:pt x="387445" y="89935"/>
                </a:lnTo>
                <a:lnTo>
                  <a:pt x="377088" y="120031"/>
                </a:lnTo>
                <a:lnTo>
                  <a:pt x="284586" y="120031"/>
                </a:lnTo>
                <a:lnTo>
                  <a:pt x="284586" y="116667"/>
                </a:lnTo>
                <a:lnTo>
                  <a:pt x="288835" y="116667"/>
                </a:lnTo>
                <a:cubicBezTo>
                  <a:pt x="291668" y="116667"/>
                  <a:pt x="294353" y="115989"/>
                  <a:pt x="296890" y="114631"/>
                </a:cubicBezTo>
                <a:cubicBezTo>
                  <a:pt x="298779" y="113687"/>
                  <a:pt x="300062" y="112271"/>
                  <a:pt x="300741" y="110383"/>
                </a:cubicBezTo>
                <a:cubicBezTo>
                  <a:pt x="301419" y="108494"/>
                  <a:pt x="301759" y="104629"/>
                  <a:pt x="301759" y="98787"/>
                </a:cubicBezTo>
                <a:lnTo>
                  <a:pt x="301759" y="20890"/>
                </a:lnTo>
                <a:cubicBezTo>
                  <a:pt x="301759" y="13317"/>
                  <a:pt x="300992" y="8649"/>
                  <a:pt x="299457" y="6888"/>
                </a:cubicBezTo>
                <a:cubicBezTo>
                  <a:pt x="297333" y="4538"/>
                  <a:pt x="293792" y="3364"/>
                  <a:pt x="288835" y="3364"/>
                </a:cubicBezTo>
                <a:lnTo>
                  <a:pt x="284586" y="3364"/>
                </a:lnTo>
                <a:lnTo>
                  <a:pt x="284586" y="0"/>
                </a:lnTo>
                <a:lnTo>
                  <a:pt x="377088" y="0"/>
                </a:lnTo>
                <a:lnTo>
                  <a:pt x="378416" y="26379"/>
                </a:lnTo>
                <a:lnTo>
                  <a:pt x="374964" y="26379"/>
                </a:lnTo>
                <a:cubicBezTo>
                  <a:pt x="373724" y="20037"/>
                  <a:pt x="372352" y="15680"/>
                  <a:pt x="370847" y="13308"/>
                </a:cubicBezTo>
                <a:cubicBezTo>
                  <a:pt x="369343" y="10937"/>
                  <a:pt x="367115" y="9128"/>
                  <a:pt x="364164" y="7884"/>
                </a:cubicBezTo>
                <a:cubicBezTo>
                  <a:pt x="361804" y="6995"/>
                  <a:pt x="357643" y="6550"/>
                  <a:pt x="351683" y="6550"/>
                </a:cubicBezTo>
                <a:lnTo>
                  <a:pt x="318754" y="6550"/>
                </a:lnTo>
                <a:close/>
                <a:moveTo>
                  <a:pt x="465632" y="120031"/>
                </a:moveTo>
                <a:lnTo>
                  <a:pt x="419248" y="19031"/>
                </a:lnTo>
                <a:lnTo>
                  <a:pt x="419248" y="99141"/>
                </a:lnTo>
                <a:cubicBezTo>
                  <a:pt x="419248" y="106517"/>
                  <a:pt x="420045" y="111120"/>
                  <a:pt x="421638" y="112950"/>
                </a:cubicBezTo>
                <a:cubicBezTo>
                  <a:pt x="423822" y="115428"/>
                  <a:pt x="427274" y="116667"/>
                  <a:pt x="431995" y="116667"/>
                </a:cubicBezTo>
                <a:lnTo>
                  <a:pt x="436244" y="116667"/>
                </a:lnTo>
                <a:lnTo>
                  <a:pt x="436244" y="120031"/>
                </a:lnTo>
                <a:lnTo>
                  <a:pt x="394463" y="120031"/>
                </a:lnTo>
                <a:lnTo>
                  <a:pt x="394463" y="116667"/>
                </a:lnTo>
                <a:lnTo>
                  <a:pt x="398712" y="116667"/>
                </a:lnTo>
                <a:cubicBezTo>
                  <a:pt x="403787" y="116667"/>
                  <a:pt x="407387" y="115133"/>
                  <a:pt x="409511" y="112064"/>
                </a:cubicBezTo>
                <a:cubicBezTo>
                  <a:pt x="410809" y="110176"/>
                  <a:pt x="411459" y="105868"/>
                  <a:pt x="411459" y="99141"/>
                </a:cubicBezTo>
                <a:lnTo>
                  <a:pt x="411459" y="20890"/>
                </a:lnTo>
                <a:cubicBezTo>
                  <a:pt x="411459" y="15579"/>
                  <a:pt x="410869" y="11743"/>
                  <a:pt x="409688" y="9383"/>
                </a:cubicBezTo>
                <a:cubicBezTo>
                  <a:pt x="408862" y="7672"/>
                  <a:pt x="407343" y="6241"/>
                  <a:pt x="405130" y="5090"/>
                </a:cubicBezTo>
                <a:cubicBezTo>
                  <a:pt x="402917" y="3939"/>
                  <a:pt x="399361" y="3364"/>
                  <a:pt x="394463" y="3364"/>
                </a:cubicBezTo>
                <a:lnTo>
                  <a:pt x="394463" y="0"/>
                </a:lnTo>
                <a:lnTo>
                  <a:pt x="428454" y="0"/>
                </a:lnTo>
                <a:lnTo>
                  <a:pt x="472005" y="93899"/>
                </a:lnTo>
                <a:lnTo>
                  <a:pt x="514848" y="0"/>
                </a:lnTo>
                <a:lnTo>
                  <a:pt x="548839" y="0"/>
                </a:lnTo>
                <a:lnTo>
                  <a:pt x="548839" y="3364"/>
                </a:lnTo>
                <a:lnTo>
                  <a:pt x="544679" y="3364"/>
                </a:lnTo>
                <a:cubicBezTo>
                  <a:pt x="539545" y="3364"/>
                  <a:pt x="535916" y="4898"/>
                  <a:pt x="533791" y="7967"/>
                </a:cubicBezTo>
                <a:cubicBezTo>
                  <a:pt x="532493" y="9855"/>
                  <a:pt x="531844" y="14163"/>
                  <a:pt x="531844" y="20890"/>
                </a:cubicBezTo>
                <a:lnTo>
                  <a:pt x="531844" y="99141"/>
                </a:lnTo>
                <a:cubicBezTo>
                  <a:pt x="531844" y="106517"/>
                  <a:pt x="532670" y="111120"/>
                  <a:pt x="534322" y="112950"/>
                </a:cubicBezTo>
                <a:cubicBezTo>
                  <a:pt x="536506" y="115428"/>
                  <a:pt x="539958" y="116667"/>
                  <a:pt x="544679" y="116667"/>
                </a:cubicBezTo>
                <a:lnTo>
                  <a:pt x="548839" y="116667"/>
                </a:lnTo>
                <a:lnTo>
                  <a:pt x="548839" y="120031"/>
                </a:lnTo>
                <a:lnTo>
                  <a:pt x="497853" y="120031"/>
                </a:lnTo>
                <a:lnTo>
                  <a:pt x="497853" y="116667"/>
                </a:lnTo>
                <a:lnTo>
                  <a:pt x="502102" y="116667"/>
                </a:lnTo>
                <a:cubicBezTo>
                  <a:pt x="507236" y="116667"/>
                  <a:pt x="510835" y="115133"/>
                  <a:pt x="512901" y="112064"/>
                </a:cubicBezTo>
                <a:cubicBezTo>
                  <a:pt x="514199" y="110176"/>
                  <a:pt x="514848" y="105868"/>
                  <a:pt x="514848" y="99141"/>
                </a:cubicBezTo>
                <a:lnTo>
                  <a:pt x="514848" y="19032"/>
                </a:lnTo>
                <a:lnTo>
                  <a:pt x="468553" y="120031"/>
                </a:lnTo>
                <a:lnTo>
                  <a:pt x="465632" y="120031"/>
                </a:lnTo>
                <a:close/>
                <a:moveTo>
                  <a:pt x="555713" y="120031"/>
                </a:moveTo>
                <a:lnTo>
                  <a:pt x="555713" y="116667"/>
                </a:lnTo>
                <a:lnTo>
                  <a:pt x="560228" y="116667"/>
                </a:lnTo>
                <a:cubicBezTo>
                  <a:pt x="565303" y="116667"/>
                  <a:pt x="568903" y="115053"/>
                  <a:pt x="571027" y="111824"/>
                </a:cubicBezTo>
                <a:cubicBezTo>
                  <a:pt x="572325" y="109886"/>
                  <a:pt x="572974" y="105540"/>
                  <a:pt x="572974" y="98787"/>
                </a:cubicBezTo>
                <a:lnTo>
                  <a:pt x="572974" y="21244"/>
                </a:lnTo>
                <a:cubicBezTo>
                  <a:pt x="572974" y="13787"/>
                  <a:pt x="572148" y="9118"/>
                  <a:pt x="570496" y="7239"/>
                </a:cubicBezTo>
                <a:cubicBezTo>
                  <a:pt x="568194" y="4656"/>
                  <a:pt x="564772" y="3364"/>
                  <a:pt x="560228" y="3364"/>
                </a:cubicBezTo>
                <a:lnTo>
                  <a:pt x="555713" y="3364"/>
                </a:lnTo>
                <a:lnTo>
                  <a:pt x="555713" y="0"/>
                </a:lnTo>
                <a:lnTo>
                  <a:pt x="604576" y="0"/>
                </a:lnTo>
                <a:cubicBezTo>
                  <a:pt x="622515" y="0"/>
                  <a:pt x="636162" y="2036"/>
                  <a:pt x="645515" y="6108"/>
                </a:cubicBezTo>
                <a:cubicBezTo>
                  <a:pt x="654869" y="10180"/>
                  <a:pt x="662393" y="16966"/>
                  <a:pt x="668088" y="26467"/>
                </a:cubicBezTo>
                <a:cubicBezTo>
                  <a:pt x="673782" y="35968"/>
                  <a:pt x="676630" y="46944"/>
                  <a:pt x="676630" y="59396"/>
                </a:cubicBezTo>
                <a:cubicBezTo>
                  <a:pt x="676630" y="76096"/>
                  <a:pt x="671555" y="90053"/>
                  <a:pt x="661404" y="101265"/>
                </a:cubicBezTo>
                <a:cubicBezTo>
                  <a:pt x="650015" y="113776"/>
                  <a:pt x="632665" y="120031"/>
                  <a:pt x="609355" y="120031"/>
                </a:cubicBezTo>
                <a:lnTo>
                  <a:pt x="555713" y="120031"/>
                </a:lnTo>
                <a:moveTo>
                  <a:pt x="589970" y="111182"/>
                </a:moveTo>
                <a:cubicBezTo>
                  <a:pt x="597465" y="112833"/>
                  <a:pt x="603749" y="113658"/>
                  <a:pt x="608824" y="113658"/>
                </a:cubicBezTo>
                <a:cubicBezTo>
                  <a:pt x="622515" y="113658"/>
                  <a:pt x="633875" y="108857"/>
                  <a:pt x="642904" y="99254"/>
                </a:cubicBezTo>
                <a:cubicBezTo>
                  <a:pt x="651933" y="89650"/>
                  <a:pt x="656447" y="76629"/>
                  <a:pt x="656447" y="60193"/>
                </a:cubicBezTo>
                <a:cubicBezTo>
                  <a:pt x="656447" y="43638"/>
                  <a:pt x="651933" y="30589"/>
                  <a:pt x="642904" y="21045"/>
                </a:cubicBezTo>
                <a:cubicBezTo>
                  <a:pt x="633875" y="11500"/>
                  <a:pt x="622279" y="6727"/>
                  <a:pt x="608116" y="6727"/>
                </a:cubicBezTo>
                <a:cubicBezTo>
                  <a:pt x="602805" y="6727"/>
                  <a:pt x="596756" y="7581"/>
                  <a:pt x="589970" y="9289"/>
                </a:cubicBezTo>
                <a:lnTo>
                  <a:pt x="589970" y="111182"/>
                </a:lnTo>
                <a:close/>
                <a:moveTo>
                  <a:pt x="803359" y="89227"/>
                </a:moveTo>
                <a:cubicBezTo>
                  <a:pt x="801175" y="99908"/>
                  <a:pt x="796897" y="108125"/>
                  <a:pt x="790524" y="113879"/>
                </a:cubicBezTo>
                <a:cubicBezTo>
                  <a:pt x="784150" y="119633"/>
                  <a:pt x="777098" y="122510"/>
                  <a:pt x="769368" y="122510"/>
                </a:cubicBezTo>
                <a:cubicBezTo>
                  <a:pt x="760162" y="122510"/>
                  <a:pt x="752136" y="118649"/>
                  <a:pt x="745291" y="110928"/>
                </a:cubicBezTo>
                <a:cubicBezTo>
                  <a:pt x="738445" y="103204"/>
                  <a:pt x="735023" y="92769"/>
                  <a:pt x="735023" y="79622"/>
                </a:cubicBezTo>
                <a:cubicBezTo>
                  <a:pt x="735023" y="66889"/>
                  <a:pt x="738814" y="56543"/>
                  <a:pt x="746397" y="48586"/>
                </a:cubicBezTo>
                <a:cubicBezTo>
                  <a:pt x="753980" y="40626"/>
                  <a:pt x="763083" y="36647"/>
                  <a:pt x="773705" y="36647"/>
                </a:cubicBezTo>
                <a:cubicBezTo>
                  <a:pt x="781672" y="36647"/>
                  <a:pt x="788222" y="38764"/>
                  <a:pt x="793356" y="42998"/>
                </a:cubicBezTo>
                <a:cubicBezTo>
                  <a:pt x="798490" y="47230"/>
                  <a:pt x="801057" y="51626"/>
                  <a:pt x="801057" y="56184"/>
                </a:cubicBezTo>
                <a:cubicBezTo>
                  <a:pt x="801057" y="58434"/>
                  <a:pt x="800335" y="60255"/>
                  <a:pt x="798889" y="61648"/>
                </a:cubicBezTo>
                <a:cubicBezTo>
                  <a:pt x="797443" y="63038"/>
                  <a:pt x="795422" y="63733"/>
                  <a:pt x="792825" y="63733"/>
                </a:cubicBezTo>
                <a:cubicBezTo>
                  <a:pt x="789344" y="63733"/>
                  <a:pt x="786717" y="62603"/>
                  <a:pt x="784947" y="60342"/>
                </a:cubicBezTo>
                <a:cubicBezTo>
                  <a:pt x="783944" y="59092"/>
                  <a:pt x="783280" y="56711"/>
                  <a:pt x="782955" y="53200"/>
                </a:cubicBezTo>
                <a:cubicBezTo>
                  <a:pt x="782631" y="49688"/>
                  <a:pt x="781436" y="47011"/>
                  <a:pt x="779370" y="45167"/>
                </a:cubicBezTo>
                <a:cubicBezTo>
                  <a:pt x="777305" y="43381"/>
                  <a:pt x="774443" y="42489"/>
                  <a:pt x="770784" y="42489"/>
                </a:cubicBezTo>
                <a:cubicBezTo>
                  <a:pt x="764883" y="42489"/>
                  <a:pt x="760132" y="44672"/>
                  <a:pt x="756533" y="49039"/>
                </a:cubicBezTo>
                <a:cubicBezTo>
                  <a:pt x="751753" y="54822"/>
                  <a:pt x="749363" y="62465"/>
                  <a:pt x="749363" y="71966"/>
                </a:cubicBezTo>
                <a:cubicBezTo>
                  <a:pt x="749363" y="81644"/>
                  <a:pt x="751738" y="90186"/>
                  <a:pt x="756488" y="97592"/>
                </a:cubicBezTo>
                <a:cubicBezTo>
                  <a:pt x="761239" y="104998"/>
                  <a:pt x="767656" y="108701"/>
                  <a:pt x="775741" y="108701"/>
                </a:cubicBezTo>
                <a:cubicBezTo>
                  <a:pt x="781524" y="108701"/>
                  <a:pt x="786717" y="106724"/>
                  <a:pt x="791320" y="102770"/>
                </a:cubicBezTo>
                <a:cubicBezTo>
                  <a:pt x="794566" y="100055"/>
                  <a:pt x="797723" y="95128"/>
                  <a:pt x="800792" y="87987"/>
                </a:cubicBezTo>
                <a:lnTo>
                  <a:pt x="803359" y="89227"/>
                </a:lnTo>
                <a:close/>
                <a:moveTo>
                  <a:pt x="860744" y="108441"/>
                </a:moveTo>
                <a:cubicBezTo>
                  <a:pt x="852423" y="114871"/>
                  <a:pt x="847201" y="118587"/>
                  <a:pt x="845076" y="119589"/>
                </a:cubicBezTo>
                <a:cubicBezTo>
                  <a:pt x="841890" y="121064"/>
                  <a:pt x="838496" y="121801"/>
                  <a:pt x="834897" y="121801"/>
                </a:cubicBezTo>
                <a:cubicBezTo>
                  <a:pt x="829291" y="121801"/>
                  <a:pt x="824673" y="119884"/>
                  <a:pt x="821044" y="116048"/>
                </a:cubicBezTo>
                <a:cubicBezTo>
                  <a:pt x="817414" y="112212"/>
                  <a:pt x="815600" y="107166"/>
                  <a:pt x="815600" y="100911"/>
                </a:cubicBezTo>
                <a:cubicBezTo>
                  <a:pt x="815600" y="96957"/>
                  <a:pt x="816485" y="93535"/>
                  <a:pt x="818255" y="90643"/>
                </a:cubicBezTo>
                <a:cubicBezTo>
                  <a:pt x="820675" y="86630"/>
                  <a:pt x="824879" y="82853"/>
                  <a:pt x="830869" y="79313"/>
                </a:cubicBezTo>
                <a:cubicBezTo>
                  <a:pt x="836859" y="75772"/>
                  <a:pt x="846817" y="71464"/>
                  <a:pt x="860744" y="66389"/>
                </a:cubicBezTo>
                <a:lnTo>
                  <a:pt x="860744" y="63213"/>
                </a:lnTo>
                <a:cubicBezTo>
                  <a:pt x="860744" y="55158"/>
                  <a:pt x="859461" y="49631"/>
                  <a:pt x="856894" y="46633"/>
                </a:cubicBezTo>
                <a:cubicBezTo>
                  <a:pt x="854327" y="43634"/>
                  <a:pt x="850594" y="42135"/>
                  <a:pt x="845696" y="42135"/>
                </a:cubicBezTo>
                <a:cubicBezTo>
                  <a:pt x="841978" y="42135"/>
                  <a:pt x="839028" y="43138"/>
                  <a:pt x="836844" y="45144"/>
                </a:cubicBezTo>
                <a:cubicBezTo>
                  <a:pt x="834602" y="47151"/>
                  <a:pt x="833480" y="49452"/>
                  <a:pt x="833480" y="52049"/>
                </a:cubicBezTo>
                <a:lnTo>
                  <a:pt x="833657" y="57183"/>
                </a:lnTo>
                <a:cubicBezTo>
                  <a:pt x="833657" y="59898"/>
                  <a:pt x="832964" y="61992"/>
                  <a:pt x="831577" y="63468"/>
                </a:cubicBezTo>
                <a:cubicBezTo>
                  <a:pt x="830190" y="64943"/>
                  <a:pt x="828376" y="65681"/>
                  <a:pt x="826133" y="65681"/>
                </a:cubicBezTo>
                <a:cubicBezTo>
                  <a:pt x="823950" y="65681"/>
                  <a:pt x="822165" y="64912"/>
                  <a:pt x="820778" y="63374"/>
                </a:cubicBezTo>
                <a:cubicBezTo>
                  <a:pt x="819391" y="61834"/>
                  <a:pt x="818698" y="59732"/>
                  <a:pt x="818698" y="57070"/>
                </a:cubicBezTo>
                <a:cubicBezTo>
                  <a:pt x="818698" y="51978"/>
                  <a:pt x="821294" y="47301"/>
                  <a:pt x="826487" y="43039"/>
                </a:cubicBezTo>
                <a:cubicBezTo>
                  <a:pt x="831681" y="38778"/>
                  <a:pt x="838969" y="36647"/>
                  <a:pt x="848352" y="36647"/>
                </a:cubicBezTo>
                <a:cubicBezTo>
                  <a:pt x="855551" y="36647"/>
                  <a:pt x="861452" y="37855"/>
                  <a:pt x="866055" y="40270"/>
                </a:cubicBezTo>
                <a:cubicBezTo>
                  <a:pt x="869537" y="42098"/>
                  <a:pt x="872104" y="44957"/>
                  <a:pt x="873756" y="48848"/>
                </a:cubicBezTo>
                <a:cubicBezTo>
                  <a:pt x="874819" y="51382"/>
                  <a:pt x="875350" y="56569"/>
                  <a:pt x="875350" y="64408"/>
                </a:cubicBezTo>
                <a:lnTo>
                  <a:pt x="875350" y="91904"/>
                </a:lnTo>
                <a:cubicBezTo>
                  <a:pt x="875350" y="99626"/>
                  <a:pt x="875497" y="104356"/>
                  <a:pt x="875792" y="106095"/>
                </a:cubicBezTo>
                <a:cubicBezTo>
                  <a:pt x="876087" y="107834"/>
                  <a:pt x="876574" y="108999"/>
                  <a:pt x="877253" y="109589"/>
                </a:cubicBezTo>
                <a:cubicBezTo>
                  <a:pt x="877931" y="110177"/>
                  <a:pt x="878713" y="110471"/>
                  <a:pt x="879599" y="110471"/>
                </a:cubicBezTo>
                <a:cubicBezTo>
                  <a:pt x="880543" y="110471"/>
                  <a:pt x="881369" y="110265"/>
                  <a:pt x="882077" y="109851"/>
                </a:cubicBezTo>
                <a:cubicBezTo>
                  <a:pt x="883316" y="109084"/>
                  <a:pt x="885706" y="106930"/>
                  <a:pt x="889247" y="103390"/>
                </a:cubicBezTo>
                <a:lnTo>
                  <a:pt x="889247" y="108347"/>
                </a:lnTo>
                <a:cubicBezTo>
                  <a:pt x="882638" y="117199"/>
                  <a:pt x="876323" y="121624"/>
                  <a:pt x="870304" y="121624"/>
                </a:cubicBezTo>
                <a:cubicBezTo>
                  <a:pt x="867413" y="121624"/>
                  <a:pt x="865111" y="120629"/>
                  <a:pt x="863400" y="118637"/>
                </a:cubicBezTo>
                <a:cubicBezTo>
                  <a:pt x="861688" y="116643"/>
                  <a:pt x="860803" y="113245"/>
                  <a:pt x="860744" y="108441"/>
                </a:cubicBezTo>
                <a:moveTo>
                  <a:pt x="860744" y="102701"/>
                </a:moveTo>
                <a:lnTo>
                  <a:pt x="860744" y="71877"/>
                </a:lnTo>
                <a:cubicBezTo>
                  <a:pt x="851833" y="75410"/>
                  <a:pt x="846080" y="77913"/>
                  <a:pt x="843483" y="79385"/>
                </a:cubicBezTo>
                <a:cubicBezTo>
                  <a:pt x="838821" y="81976"/>
                  <a:pt x="835487" y="84685"/>
                  <a:pt x="833480" y="87512"/>
                </a:cubicBezTo>
                <a:cubicBezTo>
                  <a:pt x="831474" y="90337"/>
                  <a:pt x="830471" y="93428"/>
                  <a:pt x="830471" y="96784"/>
                </a:cubicBezTo>
                <a:cubicBezTo>
                  <a:pt x="830471" y="101024"/>
                  <a:pt x="831740" y="104542"/>
                  <a:pt x="834277" y="107340"/>
                </a:cubicBezTo>
                <a:cubicBezTo>
                  <a:pt x="836815" y="110135"/>
                  <a:pt x="839736" y="111533"/>
                  <a:pt x="843040" y="111533"/>
                </a:cubicBezTo>
                <a:cubicBezTo>
                  <a:pt x="847525" y="111533"/>
                  <a:pt x="853427" y="108589"/>
                  <a:pt x="860744" y="102701"/>
                </a:cubicBezTo>
                <a:close/>
                <a:moveTo>
                  <a:pt x="918659" y="12216"/>
                </a:moveTo>
                <a:lnTo>
                  <a:pt x="918659" y="38948"/>
                </a:lnTo>
                <a:lnTo>
                  <a:pt x="937602" y="38948"/>
                </a:lnTo>
                <a:lnTo>
                  <a:pt x="937602" y="44967"/>
                </a:lnTo>
                <a:lnTo>
                  <a:pt x="918659" y="45144"/>
                </a:lnTo>
                <a:lnTo>
                  <a:pt x="918659" y="97796"/>
                </a:lnTo>
                <a:cubicBezTo>
                  <a:pt x="918659" y="103054"/>
                  <a:pt x="919411" y="106599"/>
                  <a:pt x="920916" y="108432"/>
                </a:cubicBezTo>
                <a:cubicBezTo>
                  <a:pt x="922421" y="110264"/>
                  <a:pt x="924353" y="111179"/>
                  <a:pt x="926714" y="111179"/>
                </a:cubicBezTo>
                <a:cubicBezTo>
                  <a:pt x="928661" y="111179"/>
                  <a:pt x="930550" y="110567"/>
                  <a:pt x="932379" y="109343"/>
                </a:cubicBezTo>
                <a:cubicBezTo>
                  <a:pt x="934208" y="108118"/>
                  <a:pt x="935625" y="106311"/>
                  <a:pt x="936628" y="103921"/>
                </a:cubicBezTo>
                <a:lnTo>
                  <a:pt x="940080" y="103921"/>
                </a:lnTo>
                <a:cubicBezTo>
                  <a:pt x="938015" y="109733"/>
                  <a:pt x="935094" y="114108"/>
                  <a:pt x="931317" y="117044"/>
                </a:cubicBezTo>
                <a:cubicBezTo>
                  <a:pt x="927540" y="119979"/>
                  <a:pt x="923645" y="121447"/>
                  <a:pt x="919632" y="121447"/>
                </a:cubicBezTo>
                <a:cubicBezTo>
                  <a:pt x="916918" y="121447"/>
                  <a:pt x="914262" y="120692"/>
                  <a:pt x="911666" y="119182"/>
                </a:cubicBezTo>
                <a:cubicBezTo>
                  <a:pt x="909069" y="117672"/>
                  <a:pt x="907151" y="115510"/>
                  <a:pt x="905912" y="112698"/>
                </a:cubicBezTo>
                <a:cubicBezTo>
                  <a:pt x="904673" y="109886"/>
                  <a:pt x="904053" y="105548"/>
                  <a:pt x="904053" y="99686"/>
                </a:cubicBezTo>
                <a:lnTo>
                  <a:pt x="904053" y="44967"/>
                </a:lnTo>
                <a:lnTo>
                  <a:pt x="891218" y="44967"/>
                </a:lnTo>
                <a:lnTo>
                  <a:pt x="891218" y="42129"/>
                </a:lnTo>
                <a:cubicBezTo>
                  <a:pt x="894464" y="40838"/>
                  <a:pt x="897783" y="38653"/>
                  <a:pt x="901176" y="35573"/>
                </a:cubicBezTo>
                <a:cubicBezTo>
                  <a:pt x="904569" y="32494"/>
                  <a:pt x="907594" y="28823"/>
                  <a:pt x="910249" y="24561"/>
                </a:cubicBezTo>
                <a:cubicBezTo>
                  <a:pt x="911607" y="22311"/>
                  <a:pt x="913495" y="18196"/>
                  <a:pt x="915915" y="12216"/>
                </a:cubicBezTo>
                <a:lnTo>
                  <a:pt x="918659" y="12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off">
            <a:extLst xmlns:a="http://schemas.openxmlformats.org/drawingml/2006/main">
              <a:ext uri="{FF2B5EF4-FFF2-40B4-BE49-F238E27FC236}">
                <a16:creationId xmlns:a16="http://schemas.microsoft.com/office/drawing/2014/main" id="{33130D24-CBA1-418C-A00D-2A83045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4" y="3595145"/>
            <a:ext cx="269007" cy="128352"/>
          </a:xfrm>
          <a:custGeom xmlns:a="http://schemas.openxmlformats.org/drawingml/2006/main">
            <a:pathLst>
              <a:path w="269007" h="128352" fill="none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7" y="116785"/>
                  <a:pt x="124369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60" y="125873"/>
                </a:lnTo>
                <a:lnTo>
                  <a:pt x="92060" y="122687"/>
                </a:lnTo>
                <a:lnTo>
                  <a:pt x="95689" y="122687"/>
                </a:lnTo>
                <a:cubicBezTo>
                  <a:pt x="98049" y="122687"/>
                  <a:pt x="100203" y="122097"/>
                  <a:pt x="102151" y="120916"/>
                </a:cubicBezTo>
                <a:cubicBezTo>
                  <a:pt x="104098" y="119736"/>
                  <a:pt x="105441" y="118143"/>
                  <a:pt x="106178" y="116136"/>
                </a:cubicBezTo>
                <a:cubicBezTo>
                  <a:pt x="106916" y="114130"/>
                  <a:pt x="107285" y="110235"/>
                  <a:pt x="107285" y="104452"/>
                </a:cubicBezTo>
                <a:lnTo>
                  <a:pt x="107285" y="51164"/>
                </a:lnTo>
                <a:lnTo>
                  <a:pt x="91529" y="51164"/>
                </a:lnTo>
                <a:lnTo>
                  <a:pt x="91529" y="44790"/>
                </a:lnTo>
                <a:lnTo>
                  <a:pt x="107285" y="44790"/>
                </a:lnTo>
                <a:lnTo>
                  <a:pt x="107285" y="39457"/>
                </a:lnTo>
                <a:cubicBezTo>
                  <a:pt x="107285" y="31341"/>
                  <a:pt x="108583" y="24469"/>
                  <a:pt x="111180" y="18841"/>
                </a:cubicBezTo>
                <a:cubicBezTo>
                  <a:pt x="113776" y="13212"/>
                  <a:pt x="117745" y="8666"/>
                  <a:pt x="123085" y="5200"/>
                </a:cubicBezTo>
                <a:cubicBezTo>
                  <a:pt x="128426" y="1733"/>
                  <a:pt x="134431" y="0"/>
                  <a:pt x="141099" y="0"/>
                </a:cubicBezTo>
                <a:cubicBezTo>
                  <a:pt x="147295" y="0"/>
                  <a:pt x="152990" y="2006"/>
                  <a:pt x="158183" y="6019"/>
                </a:cubicBezTo>
                <a:cubicBezTo>
                  <a:pt x="161606" y="8675"/>
                  <a:pt x="163317" y="11655"/>
                  <a:pt x="163317" y="14960"/>
                </a:cubicBezTo>
                <a:cubicBezTo>
                  <a:pt x="163317" y="16730"/>
                  <a:pt x="162550" y="18397"/>
                  <a:pt x="161016" y="19961"/>
                </a:cubicBezTo>
                <a:cubicBezTo>
                  <a:pt x="159481" y="21525"/>
                  <a:pt x="157829" y="22307"/>
                  <a:pt x="156059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1" y="19872"/>
                  <a:pt x="148416" y="17777"/>
                  <a:pt x="146233" y="14561"/>
                </a:cubicBezTo>
                <a:cubicBezTo>
                  <a:pt x="144050" y="11345"/>
                  <a:pt x="142043" y="9176"/>
                  <a:pt x="140214" y="8055"/>
                </a:cubicBezTo>
                <a:cubicBezTo>
                  <a:pt x="138384" y="6934"/>
                  <a:pt x="136348" y="6373"/>
                  <a:pt x="134106" y="6373"/>
                </a:cubicBezTo>
                <a:cubicBezTo>
                  <a:pt x="131391" y="6373"/>
                  <a:pt x="129090" y="7100"/>
                  <a:pt x="127201" y="8553"/>
                </a:cubicBezTo>
                <a:cubicBezTo>
                  <a:pt x="125313" y="10004"/>
                  <a:pt x="123956" y="12257"/>
                  <a:pt x="123130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1" y="44790"/>
                </a:lnTo>
                <a:lnTo>
                  <a:pt x="142781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34" name="Text ourEMDcat">
            <a:extLst xmlns:a="http://schemas.openxmlformats.org/drawingml/2006/main">
              <a:ext uri="{FF2B5EF4-FFF2-40B4-BE49-F238E27FC236}">
                <a16:creationId xmlns:a16="http://schemas.microsoft.com/office/drawing/2014/main" id="{3FA80C14-39DA-4399-A532-275DD16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34" y="3600988"/>
            <a:ext cx="940080" cy="122510"/>
          </a:xfrm>
          <a:custGeom xmlns:a="http://schemas.openxmlformats.org/drawingml/2006/main">
            <a:pathLst>
              <a:path w="940080" h="122510" fill="none">
                <a:moveTo>
                  <a:pt x="39214" y="36647"/>
                </a:moveTo>
                <a:cubicBezTo>
                  <a:pt x="51488" y="36647"/>
                  <a:pt x="61343" y="41304"/>
                  <a:pt x="68779" y="50619"/>
                </a:cubicBezTo>
                <a:cubicBezTo>
                  <a:pt x="75093" y="58576"/>
                  <a:pt x="78250" y="67714"/>
                  <a:pt x="78250" y="78032"/>
                </a:cubicBezTo>
                <a:cubicBezTo>
                  <a:pt x="78250" y="85283"/>
                  <a:pt x="76509" y="92623"/>
                  <a:pt x="73028" y="100051"/>
                </a:cubicBezTo>
                <a:cubicBezTo>
                  <a:pt x="69546" y="107477"/>
                  <a:pt x="64751" y="113077"/>
                  <a:pt x="58644" y="116850"/>
                </a:cubicBezTo>
                <a:cubicBezTo>
                  <a:pt x="52536" y="120623"/>
                  <a:pt x="45735" y="122510"/>
                  <a:pt x="38240" y="122510"/>
                </a:cubicBezTo>
                <a:cubicBezTo>
                  <a:pt x="26024" y="122510"/>
                  <a:pt x="16317" y="117646"/>
                  <a:pt x="9117" y="107918"/>
                </a:cubicBezTo>
                <a:cubicBezTo>
                  <a:pt x="3039" y="99724"/>
                  <a:pt x="0" y="90529"/>
                  <a:pt x="0" y="80331"/>
                </a:cubicBezTo>
                <a:cubicBezTo>
                  <a:pt x="0" y="72902"/>
                  <a:pt x="1844" y="65518"/>
                  <a:pt x="5532" y="58179"/>
                </a:cubicBezTo>
                <a:cubicBezTo>
                  <a:pt x="9221" y="50839"/>
                  <a:pt x="14074" y="45416"/>
                  <a:pt x="20094" y="41908"/>
                </a:cubicBezTo>
                <a:cubicBezTo>
                  <a:pt x="26113" y="38400"/>
                  <a:pt x="32486" y="36647"/>
                  <a:pt x="39214" y="36647"/>
                </a:cubicBezTo>
                <a:moveTo>
                  <a:pt x="36470" y="42489"/>
                </a:moveTo>
                <a:cubicBezTo>
                  <a:pt x="33342" y="42489"/>
                  <a:pt x="30200" y="43416"/>
                  <a:pt x="27042" y="45269"/>
                </a:cubicBezTo>
                <a:cubicBezTo>
                  <a:pt x="23885" y="47120"/>
                  <a:pt x="21333" y="50369"/>
                  <a:pt x="19386" y="55014"/>
                </a:cubicBezTo>
                <a:cubicBezTo>
                  <a:pt x="17438" y="59660"/>
                  <a:pt x="16464" y="65627"/>
                  <a:pt x="16464" y="72917"/>
                </a:cubicBezTo>
                <a:cubicBezTo>
                  <a:pt x="16464" y="84677"/>
                  <a:pt x="18810" y="94821"/>
                  <a:pt x="23502" y="103348"/>
                </a:cubicBezTo>
                <a:cubicBezTo>
                  <a:pt x="28193" y="111874"/>
                  <a:pt x="34375" y="116136"/>
                  <a:pt x="42046" y="116136"/>
                </a:cubicBezTo>
                <a:cubicBezTo>
                  <a:pt x="47770" y="116136"/>
                  <a:pt x="52491" y="113784"/>
                  <a:pt x="56209" y="109080"/>
                </a:cubicBezTo>
                <a:cubicBezTo>
                  <a:pt x="59927" y="104375"/>
                  <a:pt x="61786" y="96291"/>
                  <a:pt x="61786" y="84826"/>
                </a:cubicBezTo>
                <a:cubicBezTo>
                  <a:pt x="61786" y="70478"/>
                  <a:pt x="58688" y="59188"/>
                  <a:pt x="52491" y="50956"/>
                </a:cubicBezTo>
                <a:cubicBezTo>
                  <a:pt x="48302" y="45311"/>
                  <a:pt x="42961" y="42489"/>
                  <a:pt x="36470" y="42489"/>
                </a:cubicBezTo>
                <a:close/>
                <a:moveTo>
                  <a:pt x="161281" y="38948"/>
                </a:moveTo>
                <a:lnTo>
                  <a:pt x="161281" y="88341"/>
                </a:lnTo>
                <a:cubicBezTo>
                  <a:pt x="161281" y="97608"/>
                  <a:pt x="161502" y="103276"/>
                  <a:pt x="161945" y="105345"/>
                </a:cubicBezTo>
                <a:cubicBezTo>
                  <a:pt x="162388" y="107413"/>
                  <a:pt x="163096" y="108858"/>
                  <a:pt x="164069" y="109680"/>
                </a:cubicBezTo>
                <a:cubicBezTo>
                  <a:pt x="165043" y="110502"/>
                  <a:pt x="166179" y="110914"/>
                  <a:pt x="167477" y="110914"/>
                </a:cubicBezTo>
                <a:cubicBezTo>
                  <a:pt x="169307" y="110914"/>
                  <a:pt x="171372" y="110412"/>
                  <a:pt x="173674" y="109409"/>
                </a:cubicBezTo>
                <a:lnTo>
                  <a:pt x="174913" y="112596"/>
                </a:lnTo>
                <a:lnTo>
                  <a:pt x="150659" y="122510"/>
                </a:lnTo>
                <a:lnTo>
                  <a:pt x="146676" y="122510"/>
                </a:lnTo>
                <a:lnTo>
                  <a:pt x="146676" y="105417"/>
                </a:lnTo>
                <a:cubicBezTo>
                  <a:pt x="139712" y="112936"/>
                  <a:pt x="134401" y="117664"/>
                  <a:pt x="130742" y="119602"/>
                </a:cubicBezTo>
                <a:cubicBezTo>
                  <a:pt x="127083" y="121541"/>
                  <a:pt x="123218" y="122510"/>
                  <a:pt x="119146" y="122510"/>
                </a:cubicBezTo>
                <a:cubicBezTo>
                  <a:pt x="114602" y="122510"/>
                  <a:pt x="110663" y="121197"/>
                  <a:pt x="107329" y="118571"/>
                </a:cubicBezTo>
                <a:cubicBezTo>
                  <a:pt x="103995" y="115945"/>
                  <a:pt x="101679" y="112566"/>
                  <a:pt x="100380" y="108435"/>
                </a:cubicBezTo>
                <a:cubicBezTo>
                  <a:pt x="99082" y="104304"/>
                  <a:pt x="98433" y="98462"/>
                  <a:pt x="98433" y="90909"/>
                </a:cubicBezTo>
                <a:lnTo>
                  <a:pt x="98433" y="54704"/>
                </a:lnTo>
                <a:cubicBezTo>
                  <a:pt x="98433" y="50841"/>
                  <a:pt x="98020" y="48167"/>
                  <a:pt x="97194" y="46682"/>
                </a:cubicBezTo>
                <a:cubicBezTo>
                  <a:pt x="96368" y="45196"/>
                  <a:pt x="95143" y="44052"/>
                  <a:pt x="93520" y="43250"/>
                </a:cubicBezTo>
                <a:cubicBezTo>
                  <a:pt x="91897" y="42447"/>
                  <a:pt x="88961" y="42076"/>
                  <a:pt x="84713" y="42135"/>
                </a:cubicBezTo>
                <a:lnTo>
                  <a:pt x="84713" y="38948"/>
                </a:lnTo>
                <a:lnTo>
                  <a:pt x="113127" y="38948"/>
                </a:lnTo>
                <a:lnTo>
                  <a:pt x="113127" y="93276"/>
                </a:lnTo>
                <a:cubicBezTo>
                  <a:pt x="113127" y="100839"/>
                  <a:pt x="114440" y="105803"/>
                  <a:pt x="117066" y="108167"/>
                </a:cubicBezTo>
                <a:cubicBezTo>
                  <a:pt x="119692" y="110529"/>
                  <a:pt x="122864" y="111710"/>
                  <a:pt x="126582" y="111710"/>
                </a:cubicBezTo>
                <a:cubicBezTo>
                  <a:pt x="129119" y="111710"/>
                  <a:pt x="131996" y="110913"/>
                  <a:pt x="135212" y="109318"/>
                </a:cubicBezTo>
                <a:cubicBezTo>
                  <a:pt x="138429" y="107722"/>
                  <a:pt x="142250" y="104680"/>
                  <a:pt x="146676" y="100189"/>
                </a:cubicBezTo>
                <a:lnTo>
                  <a:pt x="146676" y="54350"/>
                </a:lnTo>
                <a:cubicBezTo>
                  <a:pt x="146676" y="49646"/>
                  <a:pt x="145835" y="46464"/>
                  <a:pt x="144153" y="44804"/>
                </a:cubicBezTo>
                <a:cubicBezTo>
                  <a:pt x="142471" y="43144"/>
                  <a:pt x="138974" y="42255"/>
                  <a:pt x="133663" y="42135"/>
                </a:cubicBezTo>
                <a:lnTo>
                  <a:pt x="133663" y="38948"/>
                </a:lnTo>
                <a:lnTo>
                  <a:pt x="161281" y="38948"/>
                </a:lnTo>
                <a:close/>
                <a:moveTo>
                  <a:pt x="204567" y="36647"/>
                </a:moveTo>
                <a:lnTo>
                  <a:pt x="204567" y="54881"/>
                </a:lnTo>
                <a:cubicBezTo>
                  <a:pt x="211353" y="42725"/>
                  <a:pt x="218317" y="36647"/>
                  <a:pt x="225457" y="36647"/>
                </a:cubicBezTo>
                <a:cubicBezTo>
                  <a:pt x="228703" y="36647"/>
                  <a:pt x="231388" y="37635"/>
                  <a:pt x="233513" y="39612"/>
                </a:cubicBezTo>
                <a:cubicBezTo>
                  <a:pt x="235637" y="41589"/>
                  <a:pt x="236699" y="43876"/>
                  <a:pt x="236699" y="46472"/>
                </a:cubicBezTo>
                <a:cubicBezTo>
                  <a:pt x="236699" y="48774"/>
                  <a:pt x="235932" y="50721"/>
                  <a:pt x="234398" y="52314"/>
                </a:cubicBezTo>
                <a:cubicBezTo>
                  <a:pt x="232863" y="53908"/>
                  <a:pt x="231034" y="54704"/>
                  <a:pt x="228910" y="54704"/>
                </a:cubicBezTo>
                <a:cubicBezTo>
                  <a:pt x="226844" y="54704"/>
                  <a:pt x="224528" y="53701"/>
                  <a:pt x="221961" y="51695"/>
                </a:cubicBezTo>
                <a:cubicBezTo>
                  <a:pt x="219394" y="49688"/>
                  <a:pt x="217491" y="48685"/>
                  <a:pt x="216251" y="48685"/>
                </a:cubicBezTo>
                <a:cubicBezTo>
                  <a:pt x="215189" y="48685"/>
                  <a:pt x="214039" y="49271"/>
                  <a:pt x="212799" y="50442"/>
                </a:cubicBezTo>
                <a:cubicBezTo>
                  <a:pt x="210144" y="52845"/>
                  <a:pt x="207400" y="56799"/>
                  <a:pt x="204567" y="62306"/>
                </a:cubicBezTo>
                <a:lnTo>
                  <a:pt x="204567" y="101088"/>
                </a:lnTo>
                <a:cubicBezTo>
                  <a:pt x="204567" y="105577"/>
                  <a:pt x="205128" y="108972"/>
                  <a:pt x="206249" y="111273"/>
                </a:cubicBezTo>
                <a:cubicBezTo>
                  <a:pt x="207016" y="112868"/>
                  <a:pt x="208373" y="114196"/>
                  <a:pt x="210321" y="115257"/>
                </a:cubicBezTo>
                <a:cubicBezTo>
                  <a:pt x="212268" y="116315"/>
                  <a:pt x="215071" y="116844"/>
                  <a:pt x="218730" y="116844"/>
                </a:cubicBezTo>
                <a:lnTo>
                  <a:pt x="218730" y="120031"/>
                </a:lnTo>
                <a:lnTo>
                  <a:pt x="177215" y="120031"/>
                </a:lnTo>
                <a:lnTo>
                  <a:pt x="177215" y="116844"/>
                </a:lnTo>
                <a:cubicBezTo>
                  <a:pt x="181346" y="116844"/>
                  <a:pt x="184414" y="116188"/>
                  <a:pt x="186421" y="114875"/>
                </a:cubicBezTo>
                <a:cubicBezTo>
                  <a:pt x="187896" y="113920"/>
                  <a:pt x="188929" y="112397"/>
                  <a:pt x="189519" y="110308"/>
                </a:cubicBezTo>
                <a:cubicBezTo>
                  <a:pt x="189814" y="109292"/>
                  <a:pt x="189961" y="106396"/>
                  <a:pt x="189961" y="101619"/>
                </a:cubicBezTo>
                <a:lnTo>
                  <a:pt x="189961" y="70461"/>
                </a:lnTo>
                <a:cubicBezTo>
                  <a:pt x="189961" y="61019"/>
                  <a:pt x="189770" y="55398"/>
                  <a:pt x="189386" y="53598"/>
                </a:cubicBezTo>
                <a:cubicBezTo>
                  <a:pt x="189003" y="51798"/>
                  <a:pt x="188294" y="50485"/>
                  <a:pt x="187262" y="49659"/>
                </a:cubicBezTo>
                <a:cubicBezTo>
                  <a:pt x="186229" y="48833"/>
                  <a:pt x="184945" y="48420"/>
                  <a:pt x="183411" y="48420"/>
                </a:cubicBezTo>
                <a:cubicBezTo>
                  <a:pt x="181582" y="48420"/>
                  <a:pt x="179516" y="48862"/>
                  <a:pt x="177215" y="49747"/>
                </a:cubicBezTo>
                <a:lnTo>
                  <a:pt x="176330" y="46561"/>
                </a:lnTo>
                <a:lnTo>
                  <a:pt x="200849" y="36647"/>
                </a:lnTo>
                <a:lnTo>
                  <a:pt x="204567" y="36647"/>
                </a:lnTo>
                <a:close/>
                <a:moveTo>
                  <a:pt x="318754" y="6550"/>
                </a:moveTo>
                <a:lnTo>
                  <a:pt x="318754" y="53819"/>
                </a:lnTo>
                <a:lnTo>
                  <a:pt x="345133" y="53819"/>
                </a:lnTo>
                <a:cubicBezTo>
                  <a:pt x="351978" y="53819"/>
                  <a:pt x="356552" y="52781"/>
                  <a:pt x="358853" y="50705"/>
                </a:cubicBezTo>
                <a:cubicBezTo>
                  <a:pt x="361922" y="47977"/>
                  <a:pt x="363633" y="43173"/>
                  <a:pt x="363987" y="36293"/>
                </a:cubicBezTo>
                <a:lnTo>
                  <a:pt x="367262" y="36293"/>
                </a:lnTo>
                <a:lnTo>
                  <a:pt x="367262" y="78250"/>
                </a:lnTo>
                <a:lnTo>
                  <a:pt x="363987" y="78250"/>
                </a:lnTo>
                <a:cubicBezTo>
                  <a:pt x="363161" y="72408"/>
                  <a:pt x="362335" y="68661"/>
                  <a:pt x="361509" y="67009"/>
                </a:cubicBezTo>
                <a:cubicBezTo>
                  <a:pt x="360446" y="64943"/>
                  <a:pt x="358706" y="63320"/>
                  <a:pt x="356286" y="62140"/>
                </a:cubicBezTo>
                <a:cubicBezTo>
                  <a:pt x="353867" y="60960"/>
                  <a:pt x="350149" y="60370"/>
                  <a:pt x="345133" y="60370"/>
                </a:cubicBezTo>
                <a:lnTo>
                  <a:pt x="318754" y="60370"/>
                </a:lnTo>
                <a:lnTo>
                  <a:pt x="318754" y="100004"/>
                </a:lnTo>
                <a:cubicBezTo>
                  <a:pt x="318754" y="105324"/>
                  <a:pt x="318990" y="108561"/>
                  <a:pt x="319462" y="109713"/>
                </a:cubicBezTo>
                <a:cubicBezTo>
                  <a:pt x="319935" y="110866"/>
                  <a:pt x="320761" y="111782"/>
                  <a:pt x="321941" y="112463"/>
                </a:cubicBezTo>
                <a:cubicBezTo>
                  <a:pt x="323121" y="113141"/>
                  <a:pt x="325364" y="113481"/>
                  <a:pt x="328668" y="113481"/>
                </a:cubicBezTo>
                <a:lnTo>
                  <a:pt x="349028" y="113481"/>
                </a:lnTo>
                <a:cubicBezTo>
                  <a:pt x="355814" y="113481"/>
                  <a:pt x="360742" y="113009"/>
                  <a:pt x="363810" y="112064"/>
                </a:cubicBezTo>
                <a:cubicBezTo>
                  <a:pt x="366879" y="111120"/>
                  <a:pt x="369829" y="109261"/>
                  <a:pt x="372662" y="106488"/>
                </a:cubicBezTo>
                <a:cubicBezTo>
                  <a:pt x="376321" y="102829"/>
                  <a:pt x="380068" y="97311"/>
                  <a:pt x="383904" y="89935"/>
                </a:cubicBezTo>
                <a:lnTo>
                  <a:pt x="387445" y="89935"/>
                </a:lnTo>
                <a:lnTo>
                  <a:pt x="377088" y="120031"/>
                </a:lnTo>
                <a:lnTo>
                  <a:pt x="284586" y="120031"/>
                </a:lnTo>
                <a:lnTo>
                  <a:pt x="284586" y="116667"/>
                </a:lnTo>
                <a:lnTo>
                  <a:pt x="288835" y="116667"/>
                </a:lnTo>
                <a:cubicBezTo>
                  <a:pt x="291668" y="116667"/>
                  <a:pt x="294353" y="115989"/>
                  <a:pt x="296890" y="114631"/>
                </a:cubicBezTo>
                <a:cubicBezTo>
                  <a:pt x="298779" y="113687"/>
                  <a:pt x="300062" y="112271"/>
                  <a:pt x="300741" y="110383"/>
                </a:cubicBezTo>
                <a:cubicBezTo>
                  <a:pt x="301419" y="108494"/>
                  <a:pt x="301759" y="104629"/>
                  <a:pt x="301759" y="98787"/>
                </a:cubicBezTo>
                <a:lnTo>
                  <a:pt x="301759" y="20890"/>
                </a:lnTo>
                <a:cubicBezTo>
                  <a:pt x="301759" y="13317"/>
                  <a:pt x="300992" y="8649"/>
                  <a:pt x="299457" y="6888"/>
                </a:cubicBezTo>
                <a:cubicBezTo>
                  <a:pt x="297333" y="4538"/>
                  <a:pt x="293792" y="3364"/>
                  <a:pt x="288835" y="3364"/>
                </a:cubicBezTo>
                <a:lnTo>
                  <a:pt x="284586" y="3364"/>
                </a:lnTo>
                <a:lnTo>
                  <a:pt x="284586" y="0"/>
                </a:lnTo>
                <a:lnTo>
                  <a:pt x="377088" y="0"/>
                </a:lnTo>
                <a:lnTo>
                  <a:pt x="378416" y="26379"/>
                </a:lnTo>
                <a:lnTo>
                  <a:pt x="374964" y="26379"/>
                </a:lnTo>
                <a:cubicBezTo>
                  <a:pt x="373724" y="20037"/>
                  <a:pt x="372352" y="15680"/>
                  <a:pt x="370847" y="13308"/>
                </a:cubicBezTo>
                <a:cubicBezTo>
                  <a:pt x="369343" y="10937"/>
                  <a:pt x="367115" y="9128"/>
                  <a:pt x="364164" y="7884"/>
                </a:cubicBezTo>
                <a:cubicBezTo>
                  <a:pt x="361804" y="6995"/>
                  <a:pt x="357643" y="6550"/>
                  <a:pt x="351683" y="6550"/>
                </a:cubicBezTo>
                <a:lnTo>
                  <a:pt x="318754" y="6550"/>
                </a:lnTo>
                <a:close/>
                <a:moveTo>
                  <a:pt x="465632" y="120031"/>
                </a:moveTo>
                <a:lnTo>
                  <a:pt x="419248" y="19031"/>
                </a:lnTo>
                <a:lnTo>
                  <a:pt x="419248" y="99141"/>
                </a:lnTo>
                <a:cubicBezTo>
                  <a:pt x="419248" y="106517"/>
                  <a:pt x="420045" y="111120"/>
                  <a:pt x="421638" y="112950"/>
                </a:cubicBezTo>
                <a:cubicBezTo>
                  <a:pt x="423822" y="115428"/>
                  <a:pt x="427274" y="116667"/>
                  <a:pt x="431995" y="116667"/>
                </a:cubicBezTo>
                <a:lnTo>
                  <a:pt x="436244" y="116667"/>
                </a:lnTo>
                <a:lnTo>
                  <a:pt x="436244" y="120031"/>
                </a:lnTo>
                <a:lnTo>
                  <a:pt x="394463" y="120031"/>
                </a:lnTo>
                <a:lnTo>
                  <a:pt x="394463" y="116667"/>
                </a:lnTo>
                <a:lnTo>
                  <a:pt x="398712" y="116667"/>
                </a:lnTo>
                <a:cubicBezTo>
                  <a:pt x="403787" y="116667"/>
                  <a:pt x="407387" y="115133"/>
                  <a:pt x="409511" y="112064"/>
                </a:cubicBezTo>
                <a:cubicBezTo>
                  <a:pt x="410809" y="110176"/>
                  <a:pt x="411459" y="105868"/>
                  <a:pt x="411459" y="99141"/>
                </a:cubicBezTo>
                <a:lnTo>
                  <a:pt x="411459" y="20890"/>
                </a:lnTo>
                <a:cubicBezTo>
                  <a:pt x="411459" y="15579"/>
                  <a:pt x="410869" y="11743"/>
                  <a:pt x="409688" y="9383"/>
                </a:cubicBezTo>
                <a:cubicBezTo>
                  <a:pt x="408862" y="7672"/>
                  <a:pt x="407343" y="6241"/>
                  <a:pt x="405130" y="5090"/>
                </a:cubicBezTo>
                <a:cubicBezTo>
                  <a:pt x="402917" y="3939"/>
                  <a:pt x="399361" y="3364"/>
                  <a:pt x="394463" y="3364"/>
                </a:cubicBezTo>
                <a:lnTo>
                  <a:pt x="394463" y="0"/>
                </a:lnTo>
                <a:lnTo>
                  <a:pt x="428454" y="0"/>
                </a:lnTo>
                <a:lnTo>
                  <a:pt x="472005" y="93899"/>
                </a:lnTo>
                <a:lnTo>
                  <a:pt x="514848" y="0"/>
                </a:lnTo>
                <a:lnTo>
                  <a:pt x="548839" y="0"/>
                </a:lnTo>
                <a:lnTo>
                  <a:pt x="548839" y="3364"/>
                </a:lnTo>
                <a:lnTo>
                  <a:pt x="544679" y="3364"/>
                </a:lnTo>
                <a:cubicBezTo>
                  <a:pt x="539545" y="3364"/>
                  <a:pt x="535916" y="4898"/>
                  <a:pt x="533791" y="7967"/>
                </a:cubicBezTo>
                <a:cubicBezTo>
                  <a:pt x="532493" y="9855"/>
                  <a:pt x="531844" y="14163"/>
                  <a:pt x="531844" y="20890"/>
                </a:cubicBezTo>
                <a:lnTo>
                  <a:pt x="531844" y="99141"/>
                </a:lnTo>
                <a:cubicBezTo>
                  <a:pt x="531844" y="106517"/>
                  <a:pt x="532670" y="111120"/>
                  <a:pt x="534322" y="112950"/>
                </a:cubicBezTo>
                <a:cubicBezTo>
                  <a:pt x="536506" y="115428"/>
                  <a:pt x="539958" y="116667"/>
                  <a:pt x="544679" y="116667"/>
                </a:cubicBezTo>
                <a:lnTo>
                  <a:pt x="548839" y="116667"/>
                </a:lnTo>
                <a:lnTo>
                  <a:pt x="548839" y="120031"/>
                </a:lnTo>
                <a:lnTo>
                  <a:pt x="497853" y="120031"/>
                </a:lnTo>
                <a:lnTo>
                  <a:pt x="497853" y="116667"/>
                </a:lnTo>
                <a:lnTo>
                  <a:pt x="502102" y="116667"/>
                </a:lnTo>
                <a:cubicBezTo>
                  <a:pt x="507236" y="116667"/>
                  <a:pt x="510835" y="115133"/>
                  <a:pt x="512901" y="112064"/>
                </a:cubicBezTo>
                <a:cubicBezTo>
                  <a:pt x="514199" y="110176"/>
                  <a:pt x="514848" y="105868"/>
                  <a:pt x="514848" y="99141"/>
                </a:cubicBezTo>
                <a:lnTo>
                  <a:pt x="514848" y="19032"/>
                </a:lnTo>
                <a:lnTo>
                  <a:pt x="468553" y="120031"/>
                </a:lnTo>
                <a:lnTo>
                  <a:pt x="465632" y="120031"/>
                </a:lnTo>
                <a:close/>
                <a:moveTo>
                  <a:pt x="555713" y="120031"/>
                </a:moveTo>
                <a:lnTo>
                  <a:pt x="555713" y="116667"/>
                </a:lnTo>
                <a:lnTo>
                  <a:pt x="560228" y="116667"/>
                </a:lnTo>
                <a:cubicBezTo>
                  <a:pt x="565303" y="116667"/>
                  <a:pt x="568903" y="115053"/>
                  <a:pt x="571027" y="111824"/>
                </a:cubicBezTo>
                <a:cubicBezTo>
                  <a:pt x="572325" y="109886"/>
                  <a:pt x="572974" y="105540"/>
                  <a:pt x="572974" y="98787"/>
                </a:cubicBezTo>
                <a:lnTo>
                  <a:pt x="572974" y="21244"/>
                </a:lnTo>
                <a:cubicBezTo>
                  <a:pt x="572974" y="13787"/>
                  <a:pt x="572148" y="9118"/>
                  <a:pt x="570496" y="7239"/>
                </a:cubicBezTo>
                <a:cubicBezTo>
                  <a:pt x="568194" y="4656"/>
                  <a:pt x="564772" y="3364"/>
                  <a:pt x="560228" y="3364"/>
                </a:cubicBezTo>
                <a:lnTo>
                  <a:pt x="555713" y="3364"/>
                </a:lnTo>
                <a:lnTo>
                  <a:pt x="555713" y="0"/>
                </a:lnTo>
                <a:lnTo>
                  <a:pt x="604576" y="0"/>
                </a:lnTo>
                <a:cubicBezTo>
                  <a:pt x="622515" y="0"/>
                  <a:pt x="636162" y="2036"/>
                  <a:pt x="645515" y="6108"/>
                </a:cubicBezTo>
                <a:cubicBezTo>
                  <a:pt x="654869" y="10180"/>
                  <a:pt x="662393" y="16966"/>
                  <a:pt x="668088" y="26467"/>
                </a:cubicBezTo>
                <a:cubicBezTo>
                  <a:pt x="673782" y="35968"/>
                  <a:pt x="676630" y="46944"/>
                  <a:pt x="676630" y="59396"/>
                </a:cubicBezTo>
                <a:cubicBezTo>
                  <a:pt x="676630" y="76096"/>
                  <a:pt x="671555" y="90053"/>
                  <a:pt x="661404" y="101265"/>
                </a:cubicBezTo>
                <a:cubicBezTo>
                  <a:pt x="650015" y="113776"/>
                  <a:pt x="632665" y="120031"/>
                  <a:pt x="609355" y="120031"/>
                </a:cubicBezTo>
                <a:lnTo>
                  <a:pt x="555713" y="120031"/>
                </a:lnTo>
                <a:moveTo>
                  <a:pt x="589970" y="111182"/>
                </a:moveTo>
                <a:cubicBezTo>
                  <a:pt x="597465" y="112833"/>
                  <a:pt x="603749" y="113658"/>
                  <a:pt x="608824" y="113658"/>
                </a:cubicBezTo>
                <a:cubicBezTo>
                  <a:pt x="622515" y="113658"/>
                  <a:pt x="633875" y="108857"/>
                  <a:pt x="642904" y="99254"/>
                </a:cubicBezTo>
                <a:cubicBezTo>
                  <a:pt x="651933" y="89650"/>
                  <a:pt x="656447" y="76629"/>
                  <a:pt x="656447" y="60193"/>
                </a:cubicBezTo>
                <a:cubicBezTo>
                  <a:pt x="656447" y="43638"/>
                  <a:pt x="651933" y="30589"/>
                  <a:pt x="642904" y="21045"/>
                </a:cubicBezTo>
                <a:cubicBezTo>
                  <a:pt x="633875" y="11500"/>
                  <a:pt x="622279" y="6727"/>
                  <a:pt x="608116" y="6727"/>
                </a:cubicBezTo>
                <a:cubicBezTo>
                  <a:pt x="602805" y="6727"/>
                  <a:pt x="596756" y="7581"/>
                  <a:pt x="589970" y="9289"/>
                </a:cubicBezTo>
                <a:lnTo>
                  <a:pt x="589970" y="111182"/>
                </a:lnTo>
                <a:close/>
                <a:moveTo>
                  <a:pt x="803359" y="89227"/>
                </a:moveTo>
                <a:cubicBezTo>
                  <a:pt x="801175" y="99908"/>
                  <a:pt x="796897" y="108125"/>
                  <a:pt x="790524" y="113879"/>
                </a:cubicBezTo>
                <a:cubicBezTo>
                  <a:pt x="784150" y="119633"/>
                  <a:pt x="777098" y="122510"/>
                  <a:pt x="769368" y="122510"/>
                </a:cubicBezTo>
                <a:cubicBezTo>
                  <a:pt x="760162" y="122510"/>
                  <a:pt x="752136" y="118649"/>
                  <a:pt x="745291" y="110928"/>
                </a:cubicBezTo>
                <a:cubicBezTo>
                  <a:pt x="738445" y="103204"/>
                  <a:pt x="735023" y="92769"/>
                  <a:pt x="735023" y="79622"/>
                </a:cubicBezTo>
                <a:cubicBezTo>
                  <a:pt x="735023" y="66889"/>
                  <a:pt x="738814" y="56543"/>
                  <a:pt x="746397" y="48586"/>
                </a:cubicBezTo>
                <a:cubicBezTo>
                  <a:pt x="753980" y="40626"/>
                  <a:pt x="763083" y="36647"/>
                  <a:pt x="773705" y="36647"/>
                </a:cubicBezTo>
                <a:cubicBezTo>
                  <a:pt x="781672" y="36647"/>
                  <a:pt x="788222" y="38764"/>
                  <a:pt x="793356" y="42998"/>
                </a:cubicBezTo>
                <a:cubicBezTo>
                  <a:pt x="798490" y="47230"/>
                  <a:pt x="801057" y="51626"/>
                  <a:pt x="801057" y="56184"/>
                </a:cubicBezTo>
                <a:cubicBezTo>
                  <a:pt x="801057" y="58434"/>
                  <a:pt x="800335" y="60255"/>
                  <a:pt x="798889" y="61648"/>
                </a:cubicBezTo>
                <a:cubicBezTo>
                  <a:pt x="797443" y="63038"/>
                  <a:pt x="795422" y="63733"/>
                  <a:pt x="792825" y="63733"/>
                </a:cubicBezTo>
                <a:cubicBezTo>
                  <a:pt x="789344" y="63733"/>
                  <a:pt x="786717" y="62603"/>
                  <a:pt x="784947" y="60342"/>
                </a:cubicBezTo>
                <a:cubicBezTo>
                  <a:pt x="783944" y="59092"/>
                  <a:pt x="783280" y="56711"/>
                  <a:pt x="782955" y="53200"/>
                </a:cubicBezTo>
                <a:cubicBezTo>
                  <a:pt x="782631" y="49688"/>
                  <a:pt x="781436" y="47011"/>
                  <a:pt x="779370" y="45167"/>
                </a:cubicBezTo>
                <a:cubicBezTo>
                  <a:pt x="777305" y="43381"/>
                  <a:pt x="774443" y="42489"/>
                  <a:pt x="770784" y="42489"/>
                </a:cubicBezTo>
                <a:cubicBezTo>
                  <a:pt x="764883" y="42489"/>
                  <a:pt x="760132" y="44672"/>
                  <a:pt x="756533" y="49039"/>
                </a:cubicBezTo>
                <a:cubicBezTo>
                  <a:pt x="751753" y="54822"/>
                  <a:pt x="749363" y="62465"/>
                  <a:pt x="749363" y="71966"/>
                </a:cubicBezTo>
                <a:cubicBezTo>
                  <a:pt x="749363" y="81644"/>
                  <a:pt x="751738" y="90186"/>
                  <a:pt x="756488" y="97592"/>
                </a:cubicBezTo>
                <a:cubicBezTo>
                  <a:pt x="761239" y="104998"/>
                  <a:pt x="767656" y="108701"/>
                  <a:pt x="775741" y="108701"/>
                </a:cubicBezTo>
                <a:cubicBezTo>
                  <a:pt x="781524" y="108701"/>
                  <a:pt x="786717" y="106724"/>
                  <a:pt x="791320" y="102770"/>
                </a:cubicBezTo>
                <a:cubicBezTo>
                  <a:pt x="794566" y="100055"/>
                  <a:pt x="797723" y="95128"/>
                  <a:pt x="800792" y="87987"/>
                </a:cubicBezTo>
                <a:lnTo>
                  <a:pt x="803359" y="89227"/>
                </a:lnTo>
                <a:close/>
                <a:moveTo>
                  <a:pt x="860744" y="108441"/>
                </a:moveTo>
                <a:cubicBezTo>
                  <a:pt x="852423" y="114871"/>
                  <a:pt x="847201" y="118587"/>
                  <a:pt x="845076" y="119589"/>
                </a:cubicBezTo>
                <a:cubicBezTo>
                  <a:pt x="841890" y="121064"/>
                  <a:pt x="838496" y="121801"/>
                  <a:pt x="834897" y="121801"/>
                </a:cubicBezTo>
                <a:cubicBezTo>
                  <a:pt x="829291" y="121801"/>
                  <a:pt x="824673" y="119884"/>
                  <a:pt x="821044" y="116048"/>
                </a:cubicBezTo>
                <a:cubicBezTo>
                  <a:pt x="817414" y="112212"/>
                  <a:pt x="815600" y="107166"/>
                  <a:pt x="815600" y="100911"/>
                </a:cubicBezTo>
                <a:cubicBezTo>
                  <a:pt x="815600" y="96957"/>
                  <a:pt x="816485" y="93535"/>
                  <a:pt x="818255" y="90643"/>
                </a:cubicBezTo>
                <a:cubicBezTo>
                  <a:pt x="820675" y="86630"/>
                  <a:pt x="824879" y="82853"/>
                  <a:pt x="830869" y="79313"/>
                </a:cubicBezTo>
                <a:cubicBezTo>
                  <a:pt x="836859" y="75772"/>
                  <a:pt x="846817" y="71464"/>
                  <a:pt x="860744" y="66389"/>
                </a:cubicBezTo>
                <a:lnTo>
                  <a:pt x="860744" y="63213"/>
                </a:lnTo>
                <a:cubicBezTo>
                  <a:pt x="860744" y="55158"/>
                  <a:pt x="859461" y="49631"/>
                  <a:pt x="856894" y="46633"/>
                </a:cubicBezTo>
                <a:cubicBezTo>
                  <a:pt x="854327" y="43634"/>
                  <a:pt x="850594" y="42135"/>
                  <a:pt x="845696" y="42135"/>
                </a:cubicBezTo>
                <a:cubicBezTo>
                  <a:pt x="841978" y="42135"/>
                  <a:pt x="839028" y="43138"/>
                  <a:pt x="836844" y="45144"/>
                </a:cubicBezTo>
                <a:cubicBezTo>
                  <a:pt x="834602" y="47151"/>
                  <a:pt x="833480" y="49452"/>
                  <a:pt x="833480" y="52049"/>
                </a:cubicBezTo>
                <a:lnTo>
                  <a:pt x="833657" y="57183"/>
                </a:lnTo>
                <a:cubicBezTo>
                  <a:pt x="833657" y="59898"/>
                  <a:pt x="832964" y="61992"/>
                  <a:pt x="831577" y="63468"/>
                </a:cubicBezTo>
                <a:cubicBezTo>
                  <a:pt x="830190" y="64943"/>
                  <a:pt x="828376" y="65681"/>
                  <a:pt x="826133" y="65681"/>
                </a:cubicBezTo>
                <a:cubicBezTo>
                  <a:pt x="823950" y="65681"/>
                  <a:pt x="822165" y="64912"/>
                  <a:pt x="820778" y="63374"/>
                </a:cubicBezTo>
                <a:cubicBezTo>
                  <a:pt x="819391" y="61834"/>
                  <a:pt x="818698" y="59732"/>
                  <a:pt x="818698" y="57070"/>
                </a:cubicBezTo>
                <a:cubicBezTo>
                  <a:pt x="818698" y="51978"/>
                  <a:pt x="821294" y="47301"/>
                  <a:pt x="826487" y="43039"/>
                </a:cubicBezTo>
                <a:cubicBezTo>
                  <a:pt x="831681" y="38778"/>
                  <a:pt x="838969" y="36647"/>
                  <a:pt x="848352" y="36647"/>
                </a:cubicBezTo>
                <a:cubicBezTo>
                  <a:pt x="855551" y="36647"/>
                  <a:pt x="861452" y="37855"/>
                  <a:pt x="866055" y="40270"/>
                </a:cubicBezTo>
                <a:cubicBezTo>
                  <a:pt x="869537" y="42098"/>
                  <a:pt x="872104" y="44957"/>
                  <a:pt x="873756" y="48848"/>
                </a:cubicBezTo>
                <a:cubicBezTo>
                  <a:pt x="874819" y="51382"/>
                  <a:pt x="875350" y="56569"/>
                  <a:pt x="875350" y="64408"/>
                </a:cubicBezTo>
                <a:lnTo>
                  <a:pt x="875350" y="91904"/>
                </a:lnTo>
                <a:cubicBezTo>
                  <a:pt x="875350" y="99626"/>
                  <a:pt x="875497" y="104356"/>
                  <a:pt x="875792" y="106095"/>
                </a:cubicBezTo>
                <a:cubicBezTo>
                  <a:pt x="876087" y="107834"/>
                  <a:pt x="876574" y="108999"/>
                  <a:pt x="877253" y="109589"/>
                </a:cubicBezTo>
                <a:cubicBezTo>
                  <a:pt x="877931" y="110177"/>
                  <a:pt x="878713" y="110471"/>
                  <a:pt x="879599" y="110471"/>
                </a:cubicBezTo>
                <a:cubicBezTo>
                  <a:pt x="880543" y="110471"/>
                  <a:pt x="881369" y="110265"/>
                  <a:pt x="882077" y="109851"/>
                </a:cubicBezTo>
                <a:cubicBezTo>
                  <a:pt x="883316" y="109084"/>
                  <a:pt x="885706" y="106930"/>
                  <a:pt x="889247" y="103390"/>
                </a:cubicBezTo>
                <a:lnTo>
                  <a:pt x="889247" y="108347"/>
                </a:lnTo>
                <a:cubicBezTo>
                  <a:pt x="882638" y="117199"/>
                  <a:pt x="876323" y="121624"/>
                  <a:pt x="870304" y="121624"/>
                </a:cubicBezTo>
                <a:cubicBezTo>
                  <a:pt x="867413" y="121624"/>
                  <a:pt x="865111" y="120629"/>
                  <a:pt x="863400" y="118637"/>
                </a:cubicBezTo>
                <a:cubicBezTo>
                  <a:pt x="861688" y="116643"/>
                  <a:pt x="860803" y="113245"/>
                  <a:pt x="860744" y="108441"/>
                </a:cubicBezTo>
                <a:moveTo>
                  <a:pt x="860744" y="102701"/>
                </a:moveTo>
                <a:lnTo>
                  <a:pt x="860744" y="71877"/>
                </a:lnTo>
                <a:cubicBezTo>
                  <a:pt x="851833" y="75410"/>
                  <a:pt x="846080" y="77913"/>
                  <a:pt x="843483" y="79385"/>
                </a:cubicBezTo>
                <a:cubicBezTo>
                  <a:pt x="838821" y="81976"/>
                  <a:pt x="835487" y="84685"/>
                  <a:pt x="833480" y="87512"/>
                </a:cubicBezTo>
                <a:cubicBezTo>
                  <a:pt x="831474" y="90337"/>
                  <a:pt x="830471" y="93428"/>
                  <a:pt x="830471" y="96784"/>
                </a:cubicBezTo>
                <a:cubicBezTo>
                  <a:pt x="830471" y="101024"/>
                  <a:pt x="831740" y="104542"/>
                  <a:pt x="834277" y="107340"/>
                </a:cubicBezTo>
                <a:cubicBezTo>
                  <a:pt x="836815" y="110135"/>
                  <a:pt x="839736" y="111533"/>
                  <a:pt x="843040" y="111533"/>
                </a:cubicBezTo>
                <a:cubicBezTo>
                  <a:pt x="847525" y="111533"/>
                  <a:pt x="853427" y="108589"/>
                  <a:pt x="860744" y="102701"/>
                </a:cubicBezTo>
                <a:close/>
                <a:moveTo>
                  <a:pt x="918659" y="12216"/>
                </a:moveTo>
                <a:lnTo>
                  <a:pt x="918659" y="38948"/>
                </a:lnTo>
                <a:lnTo>
                  <a:pt x="937602" y="38948"/>
                </a:lnTo>
                <a:lnTo>
                  <a:pt x="937602" y="44967"/>
                </a:lnTo>
                <a:lnTo>
                  <a:pt x="918659" y="45144"/>
                </a:lnTo>
                <a:lnTo>
                  <a:pt x="918659" y="97796"/>
                </a:lnTo>
                <a:cubicBezTo>
                  <a:pt x="918659" y="103054"/>
                  <a:pt x="919411" y="106599"/>
                  <a:pt x="920916" y="108432"/>
                </a:cubicBezTo>
                <a:cubicBezTo>
                  <a:pt x="922421" y="110264"/>
                  <a:pt x="924353" y="111179"/>
                  <a:pt x="926714" y="111179"/>
                </a:cubicBezTo>
                <a:cubicBezTo>
                  <a:pt x="928661" y="111179"/>
                  <a:pt x="930550" y="110567"/>
                  <a:pt x="932379" y="109343"/>
                </a:cubicBezTo>
                <a:cubicBezTo>
                  <a:pt x="934208" y="108118"/>
                  <a:pt x="935625" y="106311"/>
                  <a:pt x="936628" y="103921"/>
                </a:cubicBezTo>
                <a:lnTo>
                  <a:pt x="940080" y="103921"/>
                </a:lnTo>
                <a:cubicBezTo>
                  <a:pt x="938015" y="109733"/>
                  <a:pt x="935094" y="114108"/>
                  <a:pt x="931317" y="117044"/>
                </a:cubicBezTo>
                <a:cubicBezTo>
                  <a:pt x="927540" y="119979"/>
                  <a:pt x="923645" y="121447"/>
                  <a:pt x="919632" y="121447"/>
                </a:cubicBezTo>
                <a:cubicBezTo>
                  <a:pt x="916918" y="121447"/>
                  <a:pt x="914262" y="120692"/>
                  <a:pt x="911666" y="119182"/>
                </a:cubicBezTo>
                <a:cubicBezTo>
                  <a:pt x="909069" y="117672"/>
                  <a:pt x="907151" y="115510"/>
                  <a:pt x="905912" y="112698"/>
                </a:cubicBezTo>
                <a:cubicBezTo>
                  <a:pt x="904673" y="109886"/>
                  <a:pt x="904053" y="105548"/>
                  <a:pt x="904053" y="99686"/>
                </a:cubicBezTo>
                <a:lnTo>
                  <a:pt x="904053" y="44967"/>
                </a:lnTo>
                <a:lnTo>
                  <a:pt x="891218" y="44967"/>
                </a:lnTo>
                <a:lnTo>
                  <a:pt x="891218" y="42129"/>
                </a:lnTo>
                <a:cubicBezTo>
                  <a:pt x="894464" y="40838"/>
                  <a:pt x="897783" y="38653"/>
                  <a:pt x="901176" y="35573"/>
                </a:cubicBezTo>
                <a:cubicBezTo>
                  <a:pt x="904569" y="32494"/>
                  <a:pt x="907594" y="28823"/>
                  <a:pt x="910249" y="24561"/>
                </a:cubicBezTo>
                <a:cubicBezTo>
                  <a:pt x="911607" y="22311"/>
                  <a:pt x="913495" y="18196"/>
                  <a:pt x="915915" y="12216"/>
                </a:cubicBezTo>
                <a:lnTo>
                  <a:pt x="918659" y="122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35" name="Text egories">
            <a:extLst xmlns:a="http://schemas.openxmlformats.org/drawingml/2006/main">
              <a:ext uri="{FF2B5EF4-FFF2-40B4-BE49-F238E27FC236}">
                <a16:creationId xmlns:a16="http://schemas.microsoft.com/office/drawing/2014/main" id="{B38AD605-B33E-44EE-A48B-D7E66E1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23" y="3595148"/>
            <a:ext cx="509939" cy="164999"/>
          </a:xfrm>
          <a:custGeom xmlns:a="http://schemas.openxmlformats.org/drawingml/2006/main">
            <a:pathLst>
              <a:path w="509939" h="164999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0935" y="96328"/>
                </a:moveTo>
                <a:cubicBezTo>
                  <a:pt x="95977" y="93912"/>
                  <a:pt x="92171" y="90538"/>
                  <a:pt x="89516" y="86206"/>
                </a:cubicBezTo>
                <a:cubicBezTo>
                  <a:pt x="86860" y="81874"/>
                  <a:pt x="85532" y="77085"/>
                  <a:pt x="85532" y="71838"/>
                </a:cubicBezTo>
                <a:cubicBezTo>
                  <a:pt x="85532" y="63824"/>
                  <a:pt x="88557" y="56928"/>
                  <a:pt x="94605" y="51153"/>
                </a:cubicBezTo>
                <a:cubicBezTo>
                  <a:pt x="100654" y="45377"/>
                  <a:pt x="108400" y="42489"/>
                  <a:pt x="117842" y="42489"/>
                </a:cubicBezTo>
                <a:cubicBezTo>
                  <a:pt x="125572" y="42489"/>
                  <a:pt x="132270" y="44377"/>
                  <a:pt x="137935" y="48154"/>
                </a:cubicBezTo>
                <a:lnTo>
                  <a:pt x="155108" y="48154"/>
                </a:lnTo>
                <a:cubicBezTo>
                  <a:pt x="157645" y="48154"/>
                  <a:pt x="159121" y="48228"/>
                  <a:pt x="159534" y="48375"/>
                </a:cubicBezTo>
                <a:cubicBezTo>
                  <a:pt x="159947" y="48523"/>
                  <a:pt x="160242" y="48774"/>
                  <a:pt x="160419" y="49128"/>
                </a:cubicBezTo>
                <a:cubicBezTo>
                  <a:pt x="160773" y="49659"/>
                  <a:pt x="160950" y="50603"/>
                  <a:pt x="160950" y="51960"/>
                </a:cubicBezTo>
                <a:cubicBezTo>
                  <a:pt x="160950" y="53495"/>
                  <a:pt x="160803" y="54557"/>
                  <a:pt x="160507" y="55147"/>
                </a:cubicBezTo>
                <a:cubicBezTo>
                  <a:pt x="160330" y="55442"/>
                  <a:pt x="160021" y="55678"/>
                  <a:pt x="159578" y="55855"/>
                </a:cubicBezTo>
                <a:cubicBezTo>
                  <a:pt x="159135" y="56032"/>
                  <a:pt x="157645" y="56121"/>
                  <a:pt x="155108" y="56121"/>
                </a:cubicBezTo>
                <a:lnTo>
                  <a:pt x="144574" y="56121"/>
                </a:lnTo>
                <a:cubicBezTo>
                  <a:pt x="147879" y="60370"/>
                  <a:pt x="149531" y="65799"/>
                  <a:pt x="149531" y="72408"/>
                </a:cubicBezTo>
                <a:cubicBezTo>
                  <a:pt x="149531" y="79962"/>
                  <a:pt x="146640" y="86424"/>
                  <a:pt x="140856" y="91794"/>
                </a:cubicBezTo>
                <a:cubicBezTo>
                  <a:pt x="135073" y="97164"/>
                  <a:pt x="127313" y="99849"/>
                  <a:pt x="117576" y="99849"/>
                </a:cubicBezTo>
                <a:cubicBezTo>
                  <a:pt x="113563" y="99849"/>
                  <a:pt x="109462" y="99247"/>
                  <a:pt x="105272" y="98043"/>
                </a:cubicBezTo>
                <a:cubicBezTo>
                  <a:pt x="102675" y="100252"/>
                  <a:pt x="100920" y="102184"/>
                  <a:pt x="100005" y="103841"/>
                </a:cubicBezTo>
                <a:cubicBezTo>
                  <a:pt x="99090" y="105497"/>
                  <a:pt x="98633" y="106905"/>
                  <a:pt x="98633" y="108067"/>
                </a:cubicBezTo>
                <a:cubicBezTo>
                  <a:pt x="98633" y="109056"/>
                  <a:pt x="99120" y="110015"/>
                  <a:pt x="100094" y="110944"/>
                </a:cubicBezTo>
                <a:cubicBezTo>
                  <a:pt x="101067" y="111874"/>
                  <a:pt x="102970" y="112542"/>
                  <a:pt x="105803" y="112950"/>
                </a:cubicBezTo>
                <a:cubicBezTo>
                  <a:pt x="107455" y="113219"/>
                  <a:pt x="111586" y="113455"/>
                  <a:pt x="118196" y="113658"/>
                </a:cubicBezTo>
                <a:cubicBezTo>
                  <a:pt x="130352" y="113995"/>
                  <a:pt x="138230" y="114467"/>
                  <a:pt x="141830" y="115074"/>
                </a:cubicBezTo>
                <a:cubicBezTo>
                  <a:pt x="147318" y="115839"/>
                  <a:pt x="151700" y="117872"/>
                  <a:pt x="154975" y="121171"/>
                </a:cubicBezTo>
                <a:cubicBezTo>
                  <a:pt x="158250" y="124470"/>
                  <a:pt x="159888" y="128534"/>
                  <a:pt x="159888" y="133364"/>
                </a:cubicBezTo>
                <a:cubicBezTo>
                  <a:pt x="159888" y="140022"/>
                  <a:pt x="156760" y="146266"/>
                  <a:pt x="150505" y="152097"/>
                </a:cubicBezTo>
                <a:cubicBezTo>
                  <a:pt x="141299" y="160698"/>
                  <a:pt x="129290" y="164999"/>
                  <a:pt x="114478" y="164999"/>
                </a:cubicBezTo>
                <a:cubicBezTo>
                  <a:pt x="103088" y="164999"/>
                  <a:pt x="93469" y="162431"/>
                  <a:pt x="85621" y="157295"/>
                </a:cubicBezTo>
                <a:cubicBezTo>
                  <a:pt x="81195" y="154344"/>
                  <a:pt x="78982" y="151274"/>
                  <a:pt x="78982" y="148086"/>
                </a:cubicBezTo>
                <a:cubicBezTo>
                  <a:pt x="78982" y="146670"/>
                  <a:pt x="79306" y="145253"/>
                  <a:pt x="79956" y="143837"/>
                </a:cubicBezTo>
                <a:cubicBezTo>
                  <a:pt x="80959" y="141654"/>
                  <a:pt x="83024" y="138614"/>
                  <a:pt x="86152" y="134717"/>
                </a:cubicBezTo>
                <a:cubicBezTo>
                  <a:pt x="86565" y="134186"/>
                  <a:pt x="89575" y="130998"/>
                  <a:pt x="95181" y="125154"/>
                </a:cubicBezTo>
                <a:cubicBezTo>
                  <a:pt x="92112" y="123327"/>
                  <a:pt x="89943" y="121691"/>
                  <a:pt x="88675" y="120247"/>
                </a:cubicBezTo>
                <a:cubicBezTo>
                  <a:pt x="87406" y="118803"/>
                  <a:pt x="86772" y="117167"/>
                  <a:pt x="86772" y="115340"/>
                </a:cubicBezTo>
                <a:cubicBezTo>
                  <a:pt x="86772" y="113276"/>
                  <a:pt x="87612" y="110859"/>
                  <a:pt x="89294" y="108089"/>
                </a:cubicBezTo>
                <a:cubicBezTo>
                  <a:pt x="90976" y="105318"/>
                  <a:pt x="94856" y="101397"/>
                  <a:pt x="100935" y="96328"/>
                </a:cubicBezTo>
                <a:moveTo>
                  <a:pt x="116337" y="46915"/>
                </a:moveTo>
                <a:cubicBezTo>
                  <a:pt x="111970" y="46915"/>
                  <a:pt x="108311" y="48646"/>
                  <a:pt x="105360" y="52110"/>
                </a:cubicBezTo>
                <a:cubicBezTo>
                  <a:pt x="102410" y="55571"/>
                  <a:pt x="100935" y="60882"/>
                  <a:pt x="100935" y="68043"/>
                </a:cubicBezTo>
                <a:cubicBezTo>
                  <a:pt x="100935" y="77317"/>
                  <a:pt x="102941" y="84507"/>
                  <a:pt x="106954" y="89611"/>
                </a:cubicBezTo>
                <a:cubicBezTo>
                  <a:pt x="110022" y="93486"/>
                  <a:pt x="113917" y="95423"/>
                  <a:pt x="118638" y="95423"/>
                </a:cubicBezTo>
                <a:cubicBezTo>
                  <a:pt x="123123" y="95423"/>
                  <a:pt x="126811" y="93750"/>
                  <a:pt x="129703" y="90405"/>
                </a:cubicBezTo>
                <a:cubicBezTo>
                  <a:pt x="132595" y="87060"/>
                  <a:pt x="134040" y="81807"/>
                  <a:pt x="134040" y="74646"/>
                </a:cubicBezTo>
                <a:cubicBezTo>
                  <a:pt x="134040" y="65315"/>
                  <a:pt x="132005" y="58007"/>
                  <a:pt x="127933" y="52724"/>
                </a:cubicBezTo>
                <a:cubicBezTo>
                  <a:pt x="124923" y="48851"/>
                  <a:pt x="121058" y="46915"/>
                  <a:pt x="116337" y="46915"/>
                </a:cubicBezTo>
                <a:moveTo>
                  <a:pt x="100049" y="125873"/>
                </a:moveTo>
                <a:cubicBezTo>
                  <a:pt x="97276" y="128865"/>
                  <a:pt x="95181" y="131650"/>
                  <a:pt x="93765" y="134230"/>
                </a:cubicBezTo>
                <a:cubicBezTo>
                  <a:pt x="92348" y="136810"/>
                  <a:pt x="91640" y="139185"/>
                  <a:pt x="91640" y="141356"/>
                </a:cubicBezTo>
                <a:cubicBezTo>
                  <a:pt x="91640" y="144170"/>
                  <a:pt x="93351" y="146633"/>
                  <a:pt x="96774" y="148744"/>
                </a:cubicBezTo>
                <a:cubicBezTo>
                  <a:pt x="102675" y="152381"/>
                  <a:pt x="111203" y="154199"/>
                  <a:pt x="122356" y="154199"/>
                </a:cubicBezTo>
                <a:cubicBezTo>
                  <a:pt x="132978" y="154199"/>
                  <a:pt x="140812" y="152344"/>
                  <a:pt x="145858" y="148634"/>
                </a:cubicBezTo>
                <a:cubicBezTo>
                  <a:pt x="150903" y="144925"/>
                  <a:pt x="153426" y="140968"/>
                  <a:pt x="153426" y="136761"/>
                </a:cubicBezTo>
                <a:cubicBezTo>
                  <a:pt x="153426" y="133724"/>
                  <a:pt x="151921" y="131562"/>
                  <a:pt x="148912" y="130277"/>
                </a:cubicBezTo>
                <a:cubicBezTo>
                  <a:pt x="145843" y="128992"/>
                  <a:pt x="139765" y="128232"/>
                  <a:pt x="130677" y="127998"/>
                </a:cubicBezTo>
                <a:cubicBezTo>
                  <a:pt x="117399" y="127629"/>
                  <a:pt x="107190" y="126921"/>
                  <a:pt x="100049" y="125873"/>
                </a:cubicBezTo>
                <a:close/>
                <a:moveTo>
                  <a:pt x="209547" y="42489"/>
                </a:moveTo>
                <a:cubicBezTo>
                  <a:pt x="221821" y="42489"/>
                  <a:pt x="231677" y="47146"/>
                  <a:pt x="239112" y="56461"/>
                </a:cubicBezTo>
                <a:cubicBezTo>
                  <a:pt x="245426" y="64418"/>
                  <a:pt x="248584" y="73556"/>
                  <a:pt x="248584" y="83874"/>
                </a:cubicBezTo>
                <a:cubicBezTo>
                  <a:pt x="248584" y="91125"/>
                  <a:pt x="246843" y="98465"/>
                  <a:pt x="243361" y="105893"/>
                </a:cubicBezTo>
                <a:cubicBezTo>
                  <a:pt x="239879" y="113319"/>
                  <a:pt x="235084" y="118919"/>
                  <a:pt x="228977" y="122692"/>
                </a:cubicBezTo>
                <a:cubicBezTo>
                  <a:pt x="222869" y="126465"/>
                  <a:pt x="216068" y="128352"/>
                  <a:pt x="208573" y="128352"/>
                </a:cubicBezTo>
                <a:cubicBezTo>
                  <a:pt x="196358" y="128352"/>
                  <a:pt x="186650" y="123488"/>
                  <a:pt x="179451" y="113760"/>
                </a:cubicBezTo>
                <a:cubicBezTo>
                  <a:pt x="173372" y="105567"/>
                  <a:pt x="170333" y="96371"/>
                  <a:pt x="170333" y="86173"/>
                </a:cubicBezTo>
                <a:cubicBezTo>
                  <a:pt x="170333" y="78745"/>
                  <a:pt x="172177" y="71361"/>
                  <a:pt x="175866" y="64021"/>
                </a:cubicBezTo>
                <a:cubicBezTo>
                  <a:pt x="179554" y="56681"/>
                  <a:pt x="184408" y="51258"/>
                  <a:pt x="190427" y="47750"/>
                </a:cubicBezTo>
                <a:cubicBezTo>
                  <a:pt x="196446" y="44243"/>
                  <a:pt x="202819" y="42489"/>
                  <a:pt x="209547" y="42489"/>
                </a:cubicBezTo>
                <a:moveTo>
                  <a:pt x="206803" y="48331"/>
                </a:moveTo>
                <a:cubicBezTo>
                  <a:pt x="203675" y="48331"/>
                  <a:pt x="200533" y="49258"/>
                  <a:pt x="197376" y="51111"/>
                </a:cubicBezTo>
                <a:cubicBezTo>
                  <a:pt x="194218" y="52963"/>
                  <a:pt x="191666" y="56211"/>
                  <a:pt x="189719" y="60856"/>
                </a:cubicBezTo>
                <a:cubicBezTo>
                  <a:pt x="187771" y="65502"/>
                  <a:pt x="186798" y="71469"/>
                  <a:pt x="186798" y="78759"/>
                </a:cubicBezTo>
                <a:cubicBezTo>
                  <a:pt x="186798" y="90519"/>
                  <a:pt x="189143" y="100663"/>
                  <a:pt x="193835" y="109190"/>
                </a:cubicBezTo>
                <a:cubicBezTo>
                  <a:pt x="198526" y="117716"/>
                  <a:pt x="204708" y="121979"/>
                  <a:pt x="212379" y="121979"/>
                </a:cubicBezTo>
                <a:cubicBezTo>
                  <a:pt x="218104" y="121979"/>
                  <a:pt x="222825" y="119626"/>
                  <a:pt x="226542" y="114922"/>
                </a:cubicBezTo>
                <a:cubicBezTo>
                  <a:pt x="230260" y="110218"/>
                  <a:pt x="232119" y="102133"/>
                  <a:pt x="232119" y="90668"/>
                </a:cubicBezTo>
                <a:cubicBezTo>
                  <a:pt x="232119" y="76320"/>
                  <a:pt x="229021" y="65031"/>
                  <a:pt x="222825" y="56798"/>
                </a:cubicBezTo>
                <a:cubicBezTo>
                  <a:pt x="218635" y="51154"/>
                  <a:pt x="213294" y="48331"/>
                  <a:pt x="206803" y="48331"/>
                </a:cubicBezTo>
                <a:close/>
                <a:moveTo>
                  <a:pt x="284257" y="42489"/>
                </a:moveTo>
                <a:lnTo>
                  <a:pt x="284257" y="60724"/>
                </a:lnTo>
                <a:cubicBezTo>
                  <a:pt x="291043" y="48567"/>
                  <a:pt x="298007" y="42489"/>
                  <a:pt x="305147" y="42489"/>
                </a:cubicBezTo>
                <a:cubicBezTo>
                  <a:pt x="308393" y="42489"/>
                  <a:pt x="311078" y="43477"/>
                  <a:pt x="313202" y="45454"/>
                </a:cubicBezTo>
                <a:cubicBezTo>
                  <a:pt x="315327" y="47431"/>
                  <a:pt x="316389" y="49718"/>
                  <a:pt x="316389" y="52314"/>
                </a:cubicBezTo>
                <a:cubicBezTo>
                  <a:pt x="316389" y="54616"/>
                  <a:pt x="315622" y="56563"/>
                  <a:pt x="314088" y="58157"/>
                </a:cubicBezTo>
                <a:cubicBezTo>
                  <a:pt x="312553" y="59750"/>
                  <a:pt x="310724" y="60547"/>
                  <a:pt x="308599" y="60547"/>
                </a:cubicBezTo>
                <a:cubicBezTo>
                  <a:pt x="306534" y="60547"/>
                  <a:pt x="304218" y="59543"/>
                  <a:pt x="301651" y="57537"/>
                </a:cubicBezTo>
                <a:cubicBezTo>
                  <a:pt x="299084" y="55531"/>
                  <a:pt x="297181" y="54527"/>
                  <a:pt x="295941" y="54527"/>
                </a:cubicBezTo>
                <a:cubicBezTo>
                  <a:pt x="294879" y="54527"/>
                  <a:pt x="293728" y="55113"/>
                  <a:pt x="292489" y="56284"/>
                </a:cubicBezTo>
                <a:cubicBezTo>
                  <a:pt x="289834" y="58687"/>
                  <a:pt x="287089" y="62642"/>
                  <a:pt x="284257" y="68148"/>
                </a:cubicBezTo>
                <a:lnTo>
                  <a:pt x="284257" y="106930"/>
                </a:lnTo>
                <a:cubicBezTo>
                  <a:pt x="284257" y="111419"/>
                  <a:pt x="284817" y="114814"/>
                  <a:pt x="285939" y="117116"/>
                </a:cubicBezTo>
                <a:cubicBezTo>
                  <a:pt x="286706" y="118711"/>
                  <a:pt x="288063" y="120038"/>
                  <a:pt x="290011" y="121099"/>
                </a:cubicBezTo>
                <a:cubicBezTo>
                  <a:pt x="291958" y="122157"/>
                  <a:pt x="294761" y="122687"/>
                  <a:pt x="298420" y="122687"/>
                </a:cubicBezTo>
                <a:lnTo>
                  <a:pt x="298420" y="125873"/>
                </a:lnTo>
                <a:lnTo>
                  <a:pt x="256905" y="125873"/>
                </a:lnTo>
                <a:lnTo>
                  <a:pt x="256905" y="122687"/>
                </a:lnTo>
                <a:cubicBezTo>
                  <a:pt x="261036" y="122687"/>
                  <a:pt x="264104" y="122030"/>
                  <a:pt x="266111" y="120717"/>
                </a:cubicBezTo>
                <a:cubicBezTo>
                  <a:pt x="267586" y="119762"/>
                  <a:pt x="268619" y="118240"/>
                  <a:pt x="269209" y="116150"/>
                </a:cubicBezTo>
                <a:cubicBezTo>
                  <a:pt x="269504" y="115134"/>
                  <a:pt x="269651" y="112238"/>
                  <a:pt x="269651" y="107461"/>
                </a:cubicBezTo>
                <a:lnTo>
                  <a:pt x="269651" y="76303"/>
                </a:lnTo>
                <a:cubicBezTo>
                  <a:pt x="269651" y="66861"/>
                  <a:pt x="269460" y="61240"/>
                  <a:pt x="269076" y="59440"/>
                </a:cubicBezTo>
                <a:cubicBezTo>
                  <a:pt x="268692" y="57640"/>
                  <a:pt x="267984" y="56327"/>
                  <a:pt x="266952" y="55501"/>
                </a:cubicBezTo>
                <a:cubicBezTo>
                  <a:pt x="265919" y="54675"/>
                  <a:pt x="264635" y="54262"/>
                  <a:pt x="263101" y="54262"/>
                </a:cubicBezTo>
                <a:cubicBezTo>
                  <a:pt x="261272" y="54262"/>
                  <a:pt x="259206" y="54704"/>
                  <a:pt x="256905" y="55590"/>
                </a:cubicBezTo>
                <a:lnTo>
                  <a:pt x="256019" y="52403"/>
                </a:lnTo>
                <a:lnTo>
                  <a:pt x="280539" y="42489"/>
                </a:lnTo>
                <a:lnTo>
                  <a:pt x="284257" y="42489"/>
                </a:lnTo>
                <a:close/>
                <a:moveTo>
                  <a:pt x="341527" y="0"/>
                </a:moveTo>
                <a:cubicBezTo>
                  <a:pt x="344005" y="0"/>
                  <a:pt x="346115" y="875"/>
                  <a:pt x="347856" y="2625"/>
                </a:cubicBezTo>
                <a:cubicBezTo>
                  <a:pt x="349597" y="4373"/>
                  <a:pt x="350467" y="6493"/>
                  <a:pt x="350467" y="8985"/>
                </a:cubicBezTo>
                <a:cubicBezTo>
                  <a:pt x="350467" y="11476"/>
                  <a:pt x="349597" y="13612"/>
                  <a:pt x="347856" y="15391"/>
                </a:cubicBezTo>
                <a:cubicBezTo>
                  <a:pt x="346115" y="17169"/>
                  <a:pt x="344005" y="18058"/>
                  <a:pt x="341527" y="18058"/>
                </a:cubicBezTo>
                <a:cubicBezTo>
                  <a:pt x="339048" y="18058"/>
                  <a:pt x="336924" y="17169"/>
                  <a:pt x="335153" y="15391"/>
                </a:cubicBezTo>
                <a:cubicBezTo>
                  <a:pt x="333383" y="13612"/>
                  <a:pt x="332498" y="11476"/>
                  <a:pt x="332498" y="8985"/>
                </a:cubicBezTo>
                <a:cubicBezTo>
                  <a:pt x="332498" y="6493"/>
                  <a:pt x="333368" y="4373"/>
                  <a:pt x="335109" y="2625"/>
                </a:cubicBezTo>
                <a:cubicBezTo>
                  <a:pt x="336850" y="875"/>
                  <a:pt x="338989" y="0"/>
                  <a:pt x="341527" y="0"/>
                </a:cubicBezTo>
                <a:moveTo>
                  <a:pt x="348874" y="42489"/>
                </a:moveTo>
                <a:lnTo>
                  <a:pt x="348874" y="107461"/>
                </a:lnTo>
                <a:cubicBezTo>
                  <a:pt x="348874" y="112566"/>
                  <a:pt x="349242" y="115965"/>
                  <a:pt x="349980" y="117658"/>
                </a:cubicBezTo>
                <a:cubicBezTo>
                  <a:pt x="350718" y="119349"/>
                  <a:pt x="351809" y="120610"/>
                  <a:pt x="353255" y="121442"/>
                </a:cubicBezTo>
                <a:cubicBezTo>
                  <a:pt x="354701" y="122272"/>
                  <a:pt x="357342" y="122687"/>
                  <a:pt x="361178" y="122687"/>
                </a:cubicBezTo>
                <a:lnTo>
                  <a:pt x="361178" y="125873"/>
                </a:lnTo>
                <a:lnTo>
                  <a:pt x="321787" y="125873"/>
                </a:lnTo>
                <a:lnTo>
                  <a:pt x="321787" y="122687"/>
                </a:lnTo>
                <a:cubicBezTo>
                  <a:pt x="325741" y="122687"/>
                  <a:pt x="328396" y="122301"/>
                  <a:pt x="329754" y="121530"/>
                </a:cubicBezTo>
                <a:cubicBezTo>
                  <a:pt x="331111" y="120758"/>
                  <a:pt x="332188" y="119482"/>
                  <a:pt x="332985" y="117702"/>
                </a:cubicBezTo>
                <a:cubicBezTo>
                  <a:pt x="333781" y="115921"/>
                  <a:pt x="334180" y="112507"/>
                  <a:pt x="334180" y="107461"/>
                </a:cubicBezTo>
                <a:lnTo>
                  <a:pt x="334180" y="76480"/>
                </a:lnTo>
                <a:cubicBezTo>
                  <a:pt x="334180" y="67650"/>
                  <a:pt x="333914" y="61932"/>
                  <a:pt x="333383" y="59324"/>
                </a:cubicBezTo>
                <a:cubicBezTo>
                  <a:pt x="332970" y="57426"/>
                  <a:pt x="332321" y="56109"/>
                  <a:pt x="331435" y="55371"/>
                </a:cubicBezTo>
                <a:cubicBezTo>
                  <a:pt x="330550" y="54632"/>
                  <a:pt x="329341" y="54262"/>
                  <a:pt x="327806" y="54262"/>
                </a:cubicBezTo>
                <a:cubicBezTo>
                  <a:pt x="326154" y="54262"/>
                  <a:pt x="324147" y="54704"/>
                  <a:pt x="321787" y="55590"/>
                </a:cubicBezTo>
                <a:lnTo>
                  <a:pt x="320548" y="52403"/>
                </a:lnTo>
                <a:lnTo>
                  <a:pt x="344979" y="42489"/>
                </a:lnTo>
                <a:lnTo>
                  <a:pt x="348874" y="42489"/>
                </a:lnTo>
                <a:close/>
                <a:moveTo>
                  <a:pt x="384751" y="75418"/>
                </a:moveTo>
                <a:cubicBezTo>
                  <a:pt x="384692" y="87401"/>
                  <a:pt x="387613" y="96800"/>
                  <a:pt x="393514" y="103614"/>
                </a:cubicBezTo>
                <a:cubicBezTo>
                  <a:pt x="399416" y="110428"/>
                  <a:pt x="406350" y="113835"/>
                  <a:pt x="414316" y="113835"/>
                </a:cubicBezTo>
                <a:cubicBezTo>
                  <a:pt x="419627" y="113835"/>
                  <a:pt x="424245" y="112368"/>
                  <a:pt x="428169" y="109434"/>
                </a:cubicBezTo>
                <a:cubicBezTo>
                  <a:pt x="432094" y="106500"/>
                  <a:pt x="435384" y="101475"/>
                  <a:pt x="438039" y="94361"/>
                </a:cubicBezTo>
                <a:lnTo>
                  <a:pt x="440783" y="96139"/>
                </a:lnTo>
                <a:cubicBezTo>
                  <a:pt x="439544" y="104267"/>
                  <a:pt x="435944" y="111667"/>
                  <a:pt x="429984" y="118341"/>
                </a:cubicBezTo>
                <a:cubicBezTo>
                  <a:pt x="424024" y="125015"/>
                  <a:pt x="416559" y="128352"/>
                  <a:pt x="407589" y="128352"/>
                </a:cubicBezTo>
                <a:cubicBezTo>
                  <a:pt x="397852" y="128352"/>
                  <a:pt x="389516" y="124569"/>
                  <a:pt x="382582" y="117002"/>
                </a:cubicBezTo>
                <a:cubicBezTo>
                  <a:pt x="375648" y="109434"/>
                  <a:pt x="372181" y="99260"/>
                  <a:pt x="372181" y="86480"/>
                </a:cubicBezTo>
                <a:cubicBezTo>
                  <a:pt x="372181" y="72641"/>
                  <a:pt x="375737" y="61850"/>
                  <a:pt x="382848" y="54107"/>
                </a:cubicBezTo>
                <a:cubicBezTo>
                  <a:pt x="389959" y="46362"/>
                  <a:pt x="398884" y="42489"/>
                  <a:pt x="409625" y="42489"/>
                </a:cubicBezTo>
                <a:cubicBezTo>
                  <a:pt x="418713" y="42489"/>
                  <a:pt x="426178" y="45476"/>
                  <a:pt x="432020" y="51451"/>
                </a:cubicBezTo>
                <a:cubicBezTo>
                  <a:pt x="437862" y="57425"/>
                  <a:pt x="440783" y="65413"/>
                  <a:pt x="440783" y="75418"/>
                </a:cubicBezTo>
                <a:lnTo>
                  <a:pt x="384751" y="75418"/>
                </a:lnTo>
                <a:moveTo>
                  <a:pt x="384751" y="70284"/>
                </a:moveTo>
                <a:lnTo>
                  <a:pt x="422283" y="70284"/>
                </a:lnTo>
                <a:cubicBezTo>
                  <a:pt x="421988" y="65133"/>
                  <a:pt x="421368" y="61505"/>
                  <a:pt x="420424" y="59399"/>
                </a:cubicBezTo>
                <a:cubicBezTo>
                  <a:pt x="418949" y="56120"/>
                  <a:pt x="416750" y="53544"/>
                  <a:pt x="413829" y="51673"/>
                </a:cubicBezTo>
                <a:cubicBezTo>
                  <a:pt x="410908" y="49799"/>
                  <a:pt x="407854" y="48862"/>
                  <a:pt x="404668" y="48862"/>
                </a:cubicBezTo>
                <a:cubicBezTo>
                  <a:pt x="399770" y="48862"/>
                  <a:pt x="395388" y="50750"/>
                  <a:pt x="391523" y="54525"/>
                </a:cubicBezTo>
                <a:cubicBezTo>
                  <a:pt x="387657" y="58300"/>
                  <a:pt x="385400" y="63553"/>
                  <a:pt x="384751" y="70284"/>
                </a:cubicBezTo>
                <a:close/>
                <a:moveTo>
                  <a:pt x="503832" y="42489"/>
                </a:moveTo>
                <a:lnTo>
                  <a:pt x="503832" y="70107"/>
                </a:lnTo>
                <a:lnTo>
                  <a:pt x="500910" y="70107"/>
                </a:lnTo>
                <a:cubicBezTo>
                  <a:pt x="498668" y="61467"/>
                  <a:pt x="495791" y="55590"/>
                  <a:pt x="492280" y="52475"/>
                </a:cubicBezTo>
                <a:cubicBezTo>
                  <a:pt x="488769" y="49358"/>
                  <a:pt x="484299" y="47800"/>
                  <a:pt x="478869" y="47800"/>
                </a:cubicBezTo>
                <a:cubicBezTo>
                  <a:pt x="474739" y="47800"/>
                  <a:pt x="471404" y="48888"/>
                  <a:pt x="468867" y="51064"/>
                </a:cubicBezTo>
                <a:cubicBezTo>
                  <a:pt x="466329" y="53240"/>
                  <a:pt x="465060" y="55651"/>
                  <a:pt x="465060" y="58298"/>
                </a:cubicBezTo>
                <a:cubicBezTo>
                  <a:pt x="465060" y="61590"/>
                  <a:pt x="466005" y="64412"/>
                  <a:pt x="467893" y="66765"/>
                </a:cubicBezTo>
                <a:cubicBezTo>
                  <a:pt x="469722" y="69175"/>
                  <a:pt x="473440" y="71733"/>
                  <a:pt x="479046" y="74439"/>
                </a:cubicBezTo>
                <a:lnTo>
                  <a:pt x="491970" y="80701"/>
                </a:lnTo>
                <a:cubicBezTo>
                  <a:pt x="503950" y="86536"/>
                  <a:pt x="509939" y="94227"/>
                  <a:pt x="509939" y="103774"/>
                </a:cubicBezTo>
                <a:cubicBezTo>
                  <a:pt x="509939" y="111141"/>
                  <a:pt x="507151" y="117080"/>
                  <a:pt x="501574" y="121588"/>
                </a:cubicBezTo>
                <a:cubicBezTo>
                  <a:pt x="495998" y="126097"/>
                  <a:pt x="489757" y="128352"/>
                  <a:pt x="482853" y="128352"/>
                </a:cubicBezTo>
                <a:cubicBezTo>
                  <a:pt x="477896" y="128352"/>
                  <a:pt x="472230" y="127511"/>
                  <a:pt x="465857" y="125829"/>
                </a:cubicBezTo>
                <a:cubicBezTo>
                  <a:pt x="463910" y="125268"/>
                  <a:pt x="462316" y="124988"/>
                  <a:pt x="461077" y="124988"/>
                </a:cubicBezTo>
                <a:cubicBezTo>
                  <a:pt x="459720" y="124988"/>
                  <a:pt x="458658" y="125696"/>
                  <a:pt x="457890" y="127113"/>
                </a:cubicBezTo>
                <a:lnTo>
                  <a:pt x="454969" y="127113"/>
                </a:lnTo>
                <a:lnTo>
                  <a:pt x="454969" y="98079"/>
                </a:lnTo>
                <a:lnTo>
                  <a:pt x="457890" y="98079"/>
                </a:lnTo>
                <a:cubicBezTo>
                  <a:pt x="459543" y="106340"/>
                  <a:pt x="462700" y="112566"/>
                  <a:pt x="467362" y="116756"/>
                </a:cubicBezTo>
                <a:cubicBezTo>
                  <a:pt x="472024" y="120946"/>
                  <a:pt x="477247" y="123041"/>
                  <a:pt x="483030" y="123041"/>
                </a:cubicBezTo>
                <a:cubicBezTo>
                  <a:pt x="487102" y="123041"/>
                  <a:pt x="490421" y="121852"/>
                  <a:pt x="492988" y="119475"/>
                </a:cubicBezTo>
                <a:cubicBezTo>
                  <a:pt x="495555" y="117096"/>
                  <a:pt x="496839" y="114233"/>
                  <a:pt x="496839" y="110886"/>
                </a:cubicBezTo>
                <a:cubicBezTo>
                  <a:pt x="496839" y="106834"/>
                  <a:pt x="495408" y="103429"/>
                  <a:pt x="492545" y="100670"/>
                </a:cubicBezTo>
                <a:cubicBezTo>
                  <a:pt x="489683" y="97910"/>
                  <a:pt x="483974" y="94423"/>
                  <a:pt x="475417" y="90211"/>
                </a:cubicBezTo>
                <a:cubicBezTo>
                  <a:pt x="466860" y="85998"/>
                  <a:pt x="461254" y="82177"/>
                  <a:pt x="458599" y="78748"/>
                </a:cubicBezTo>
                <a:cubicBezTo>
                  <a:pt x="455943" y="75379"/>
                  <a:pt x="454615" y="71124"/>
                  <a:pt x="454615" y="65982"/>
                </a:cubicBezTo>
                <a:cubicBezTo>
                  <a:pt x="454615" y="59303"/>
                  <a:pt x="456902" y="53718"/>
                  <a:pt x="461475" y="49227"/>
                </a:cubicBezTo>
                <a:cubicBezTo>
                  <a:pt x="466049" y="44735"/>
                  <a:pt x="471965" y="42489"/>
                  <a:pt x="479223" y="42489"/>
                </a:cubicBezTo>
                <a:cubicBezTo>
                  <a:pt x="482410" y="42489"/>
                  <a:pt x="486275" y="43168"/>
                  <a:pt x="490819" y="44525"/>
                </a:cubicBezTo>
                <a:cubicBezTo>
                  <a:pt x="493829" y="45410"/>
                  <a:pt x="495835" y="45853"/>
                  <a:pt x="496839" y="45853"/>
                </a:cubicBezTo>
                <a:cubicBezTo>
                  <a:pt x="497783" y="45853"/>
                  <a:pt x="498520" y="45646"/>
                  <a:pt x="499052" y="45233"/>
                </a:cubicBezTo>
                <a:cubicBezTo>
                  <a:pt x="499583" y="44820"/>
                  <a:pt x="500202" y="43905"/>
                  <a:pt x="500910" y="42489"/>
                </a:cubicBezTo>
                <a:lnTo>
                  <a:pt x="503832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egories">
            <a:extLst xmlns:a="http://schemas.openxmlformats.org/drawingml/2006/main">
              <a:ext uri="{FF2B5EF4-FFF2-40B4-BE49-F238E27FC236}">
                <a16:creationId xmlns:a16="http://schemas.microsoft.com/office/drawing/2014/main" id="{77272F25-5B4D-433A-B39B-D8FFBC0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23" y="3595148"/>
            <a:ext cx="509939" cy="164999"/>
          </a:xfrm>
          <a:custGeom xmlns:a="http://schemas.openxmlformats.org/drawingml/2006/main">
            <a:pathLst>
              <a:path w="509939" h="164999" fill="none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0935" y="96328"/>
                </a:moveTo>
                <a:cubicBezTo>
                  <a:pt x="95977" y="93912"/>
                  <a:pt x="92171" y="90538"/>
                  <a:pt x="89516" y="86206"/>
                </a:cubicBezTo>
                <a:cubicBezTo>
                  <a:pt x="86860" y="81874"/>
                  <a:pt x="85532" y="77085"/>
                  <a:pt x="85532" y="71838"/>
                </a:cubicBezTo>
                <a:cubicBezTo>
                  <a:pt x="85532" y="63824"/>
                  <a:pt x="88557" y="56928"/>
                  <a:pt x="94605" y="51153"/>
                </a:cubicBezTo>
                <a:cubicBezTo>
                  <a:pt x="100654" y="45377"/>
                  <a:pt x="108400" y="42489"/>
                  <a:pt x="117842" y="42489"/>
                </a:cubicBezTo>
                <a:cubicBezTo>
                  <a:pt x="125572" y="42489"/>
                  <a:pt x="132270" y="44377"/>
                  <a:pt x="137935" y="48154"/>
                </a:cubicBezTo>
                <a:lnTo>
                  <a:pt x="155108" y="48154"/>
                </a:lnTo>
                <a:cubicBezTo>
                  <a:pt x="157645" y="48154"/>
                  <a:pt x="159121" y="48228"/>
                  <a:pt x="159534" y="48375"/>
                </a:cubicBezTo>
                <a:cubicBezTo>
                  <a:pt x="159947" y="48523"/>
                  <a:pt x="160242" y="48774"/>
                  <a:pt x="160419" y="49128"/>
                </a:cubicBezTo>
                <a:cubicBezTo>
                  <a:pt x="160773" y="49659"/>
                  <a:pt x="160950" y="50603"/>
                  <a:pt x="160950" y="51960"/>
                </a:cubicBezTo>
                <a:cubicBezTo>
                  <a:pt x="160950" y="53495"/>
                  <a:pt x="160803" y="54557"/>
                  <a:pt x="160507" y="55147"/>
                </a:cubicBezTo>
                <a:cubicBezTo>
                  <a:pt x="160330" y="55442"/>
                  <a:pt x="160021" y="55678"/>
                  <a:pt x="159578" y="55855"/>
                </a:cubicBezTo>
                <a:cubicBezTo>
                  <a:pt x="159135" y="56032"/>
                  <a:pt x="157645" y="56121"/>
                  <a:pt x="155108" y="56121"/>
                </a:cubicBezTo>
                <a:lnTo>
                  <a:pt x="144574" y="56121"/>
                </a:lnTo>
                <a:cubicBezTo>
                  <a:pt x="147879" y="60370"/>
                  <a:pt x="149531" y="65799"/>
                  <a:pt x="149531" y="72408"/>
                </a:cubicBezTo>
                <a:cubicBezTo>
                  <a:pt x="149531" y="79962"/>
                  <a:pt x="146640" y="86424"/>
                  <a:pt x="140856" y="91794"/>
                </a:cubicBezTo>
                <a:cubicBezTo>
                  <a:pt x="135073" y="97164"/>
                  <a:pt x="127313" y="99849"/>
                  <a:pt x="117576" y="99849"/>
                </a:cubicBezTo>
                <a:cubicBezTo>
                  <a:pt x="113563" y="99849"/>
                  <a:pt x="109462" y="99247"/>
                  <a:pt x="105272" y="98043"/>
                </a:cubicBezTo>
                <a:cubicBezTo>
                  <a:pt x="102675" y="100252"/>
                  <a:pt x="100920" y="102184"/>
                  <a:pt x="100005" y="103841"/>
                </a:cubicBezTo>
                <a:cubicBezTo>
                  <a:pt x="99090" y="105497"/>
                  <a:pt x="98633" y="106905"/>
                  <a:pt x="98633" y="108067"/>
                </a:cubicBezTo>
                <a:cubicBezTo>
                  <a:pt x="98633" y="109056"/>
                  <a:pt x="99120" y="110015"/>
                  <a:pt x="100094" y="110944"/>
                </a:cubicBezTo>
                <a:cubicBezTo>
                  <a:pt x="101067" y="111874"/>
                  <a:pt x="102970" y="112542"/>
                  <a:pt x="105803" y="112950"/>
                </a:cubicBezTo>
                <a:cubicBezTo>
                  <a:pt x="107455" y="113219"/>
                  <a:pt x="111586" y="113455"/>
                  <a:pt x="118196" y="113658"/>
                </a:cubicBezTo>
                <a:cubicBezTo>
                  <a:pt x="130352" y="113995"/>
                  <a:pt x="138230" y="114467"/>
                  <a:pt x="141830" y="115074"/>
                </a:cubicBezTo>
                <a:cubicBezTo>
                  <a:pt x="147318" y="115839"/>
                  <a:pt x="151700" y="117872"/>
                  <a:pt x="154975" y="121171"/>
                </a:cubicBezTo>
                <a:cubicBezTo>
                  <a:pt x="158250" y="124470"/>
                  <a:pt x="159888" y="128534"/>
                  <a:pt x="159888" y="133364"/>
                </a:cubicBezTo>
                <a:cubicBezTo>
                  <a:pt x="159888" y="140022"/>
                  <a:pt x="156760" y="146266"/>
                  <a:pt x="150505" y="152097"/>
                </a:cubicBezTo>
                <a:cubicBezTo>
                  <a:pt x="141299" y="160698"/>
                  <a:pt x="129290" y="164999"/>
                  <a:pt x="114478" y="164999"/>
                </a:cubicBezTo>
                <a:cubicBezTo>
                  <a:pt x="103088" y="164999"/>
                  <a:pt x="93469" y="162431"/>
                  <a:pt x="85621" y="157295"/>
                </a:cubicBezTo>
                <a:cubicBezTo>
                  <a:pt x="81195" y="154344"/>
                  <a:pt x="78982" y="151274"/>
                  <a:pt x="78982" y="148086"/>
                </a:cubicBezTo>
                <a:cubicBezTo>
                  <a:pt x="78982" y="146670"/>
                  <a:pt x="79306" y="145253"/>
                  <a:pt x="79956" y="143837"/>
                </a:cubicBezTo>
                <a:cubicBezTo>
                  <a:pt x="80959" y="141654"/>
                  <a:pt x="83024" y="138614"/>
                  <a:pt x="86152" y="134717"/>
                </a:cubicBezTo>
                <a:cubicBezTo>
                  <a:pt x="86565" y="134186"/>
                  <a:pt x="89575" y="130998"/>
                  <a:pt x="95181" y="125154"/>
                </a:cubicBezTo>
                <a:cubicBezTo>
                  <a:pt x="92112" y="123327"/>
                  <a:pt x="89943" y="121691"/>
                  <a:pt x="88675" y="120247"/>
                </a:cubicBezTo>
                <a:cubicBezTo>
                  <a:pt x="87406" y="118803"/>
                  <a:pt x="86772" y="117167"/>
                  <a:pt x="86772" y="115340"/>
                </a:cubicBezTo>
                <a:cubicBezTo>
                  <a:pt x="86772" y="113276"/>
                  <a:pt x="87612" y="110859"/>
                  <a:pt x="89294" y="108089"/>
                </a:cubicBezTo>
                <a:cubicBezTo>
                  <a:pt x="90976" y="105318"/>
                  <a:pt x="94856" y="101397"/>
                  <a:pt x="100935" y="96328"/>
                </a:cubicBezTo>
                <a:moveTo>
                  <a:pt x="116337" y="46915"/>
                </a:moveTo>
                <a:cubicBezTo>
                  <a:pt x="111970" y="46915"/>
                  <a:pt x="108311" y="48646"/>
                  <a:pt x="105360" y="52110"/>
                </a:cubicBezTo>
                <a:cubicBezTo>
                  <a:pt x="102410" y="55571"/>
                  <a:pt x="100935" y="60882"/>
                  <a:pt x="100935" y="68043"/>
                </a:cubicBezTo>
                <a:cubicBezTo>
                  <a:pt x="100935" y="77317"/>
                  <a:pt x="102941" y="84507"/>
                  <a:pt x="106954" y="89611"/>
                </a:cubicBezTo>
                <a:cubicBezTo>
                  <a:pt x="110022" y="93486"/>
                  <a:pt x="113917" y="95423"/>
                  <a:pt x="118638" y="95423"/>
                </a:cubicBezTo>
                <a:cubicBezTo>
                  <a:pt x="123123" y="95423"/>
                  <a:pt x="126811" y="93750"/>
                  <a:pt x="129703" y="90405"/>
                </a:cubicBezTo>
                <a:cubicBezTo>
                  <a:pt x="132595" y="87060"/>
                  <a:pt x="134040" y="81807"/>
                  <a:pt x="134040" y="74646"/>
                </a:cubicBezTo>
                <a:cubicBezTo>
                  <a:pt x="134040" y="65315"/>
                  <a:pt x="132005" y="58007"/>
                  <a:pt x="127933" y="52724"/>
                </a:cubicBezTo>
                <a:cubicBezTo>
                  <a:pt x="124923" y="48851"/>
                  <a:pt x="121058" y="46915"/>
                  <a:pt x="116337" y="46915"/>
                </a:cubicBezTo>
                <a:moveTo>
                  <a:pt x="100049" y="125873"/>
                </a:moveTo>
                <a:cubicBezTo>
                  <a:pt x="97276" y="128865"/>
                  <a:pt x="95181" y="131650"/>
                  <a:pt x="93765" y="134230"/>
                </a:cubicBezTo>
                <a:cubicBezTo>
                  <a:pt x="92348" y="136810"/>
                  <a:pt x="91640" y="139185"/>
                  <a:pt x="91640" y="141356"/>
                </a:cubicBezTo>
                <a:cubicBezTo>
                  <a:pt x="91640" y="144170"/>
                  <a:pt x="93351" y="146633"/>
                  <a:pt x="96774" y="148744"/>
                </a:cubicBezTo>
                <a:cubicBezTo>
                  <a:pt x="102675" y="152381"/>
                  <a:pt x="111203" y="154199"/>
                  <a:pt x="122356" y="154199"/>
                </a:cubicBezTo>
                <a:cubicBezTo>
                  <a:pt x="132978" y="154199"/>
                  <a:pt x="140812" y="152344"/>
                  <a:pt x="145858" y="148634"/>
                </a:cubicBezTo>
                <a:cubicBezTo>
                  <a:pt x="150903" y="144925"/>
                  <a:pt x="153426" y="140968"/>
                  <a:pt x="153426" y="136761"/>
                </a:cubicBezTo>
                <a:cubicBezTo>
                  <a:pt x="153426" y="133724"/>
                  <a:pt x="151921" y="131562"/>
                  <a:pt x="148912" y="130277"/>
                </a:cubicBezTo>
                <a:cubicBezTo>
                  <a:pt x="145843" y="128992"/>
                  <a:pt x="139765" y="128232"/>
                  <a:pt x="130677" y="127998"/>
                </a:cubicBezTo>
                <a:cubicBezTo>
                  <a:pt x="117399" y="127629"/>
                  <a:pt x="107190" y="126921"/>
                  <a:pt x="100049" y="125873"/>
                </a:cubicBezTo>
                <a:close/>
                <a:moveTo>
                  <a:pt x="209547" y="42489"/>
                </a:moveTo>
                <a:cubicBezTo>
                  <a:pt x="221821" y="42489"/>
                  <a:pt x="231677" y="47146"/>
                  <a:pt x="239112" y="56461"/>
                </a:cubicBezTo>
                <a:cubicBezTo>
                  <a:pt x="245426" y="64418"/>
                  <a:pt x="248584" y="73556"/>
                  <a:pt x="248584" y="83874"/>
                </a:cubicBezTo>
                <a:cubicBezTo>
                  <a:pt x="248584" y="91125"/>
                  <a:pt x="246843" y="98465"/>
                  <a:pt x="243361" y="105893"/>
                </a:cubicBezTo>
                <a:cubicBezTo>
                  <a:pt x="239879" y="113319"/>
                  <a:pt x="235084" y="118919"/>
                  <a:pt x="228977" y="122692"/>
                </a:cubicBezTo>
                <a:cubicBezTo>
                  <a:pt x="222869" y="126465"/>
                  <a:pt x="216068" y="128352"/>
                  <a:pt x="208573" y="128352"/>
                </a:cubicBezTo>
                <a:cubicBezTo>
                  <a:pt x="196358" y="128352"/>
                  <a:pt x="186650" y="123488"/>
                  <a:pt x="179451" y="113760"/>
                </a:cubicBezTo>
                <a:cubicBezTo>
                  <a:pt x="173372" y="105567"/>
                  <a:pt x="170333" y="96371"/>
                  <a:pt x="170333" y="86173"/>
                </a:cubicBezTo>
                <a:cubicBezTo>
                  <a:pt x="170333" y="78745"/>
                  <a:pt x="172177" y="71361"/>
                  <a:pt x="175866" y="64021"/>
                </a:cubicBezTo>
                <a:cubicBezTo>
                  <a:pt x="179554" y="56681"/>
                  <a:pt x="184408" y="51258"/>
                  <a:pt x="190427" y="47750"/>
                </a:cubicBezTo>
                <a:cubicBezTo>
                  <a:pt x="196446" y="44243"/>
                  <a:pt x="202819" y="42489"/>
                  <a:pt x="209547" y="42489"/>
                </a:cubicBezTo>
                <a:moveTo>
                  <a:pt x="206803" y="48331"/>
                </a:moveTo>
                <a:cubicBezTo>
                  <a:pt x="203675" y="48331"/>
                  <a:pt x="200533" y="49258"/>
                  <a:pt x="197376" y="51111"/>
                </a:cubicBezTo>
                <a:cubicBezTo>
                  <a:pt x="194218" y="52963"/>
                  <a:pt x="191666" y="56211"/>
                  <a:pt x="189719" y="60856"/>
                </a:cubicBezTo>
                <a:cubicBezTo>
                  <a:pt x="187771" y="65502"/>
                  <a:pt x="186798" y="71469"/>
                  <a:pt x="186798" y="78759"/>
                </a:cubicBezTo>
                <a:cubicBezTo>
                  <a:pt x="186798" y="90519"/>
                  <a:pt x="189143" y="100663"/>
                  <a:pt x="193835" y="109190"/>
                </a:cubicBezTo>
                <a:cubicBezTo>
                  <a:pt x="198526" y="117716"/>
                  <a:pt x="204708" y="121979"/>
                  <a:pt x="212379" y="121979"/>
                </a:cubicBezTo>
                <a:cubicBezTo>
                  <a:pt x="218104" y="121979"/>
                  <a:pt x="222825" y="119626"/>
                  <a:pt x="226542" y="114922"/>
                </a:cubicBezTo>
                <a:cubicBezTo>
                  <a:pt x="230260" y="110218"/>
                  <a:pt x="232119" y="102133"/>
                  <a:pt x="232119" y="90668"/>
                </a:cubicBezTo>
                <a:cubicBezTo>
                  <a:pt x="232119" y="76320"/>
                  <a:pt x="229021" y="65031"/>
                  <a:pt x="222825" y="56798"/>
                </a:cubicBezTo>
                <a:cubicBezTo>
                  <a:pt x="218635" y="51154"/>
                  <a:pt x="213294" y="48331"/>
                  <a:pt x="206803" y="48331"/>
                </a:cubicBezTo>
                <a:close/>
                <a:moveTo>
                  <a:pt x="284257" y="42489"/>
                </a:moveTo>
                <a:lnTo>
                  <a:pt x="284257" y="60724"/>
                </a:lnTo>
                <a:cubicBezTo>
                  <a:pt x="291043" y="48567"/>
                  <a:pt x="298007" y="42489"/>
                  <a:pt x="305147" y="42489"/>
                </a:cubicBezTo>
                <a:cubicBezTo>
                  <a:pt x="308393" y="42489"/>
                  <a:pt x="311078" y="43477"/>
                  <a:pt x="313202" y="45454"/>
                </a:cubicBezTo>
                <a:cubicBezTo>
                  <a:pt x="315327" y="47431"/>
                  <a:pt x="316389" y="49718"/>
                  <a:pt x="316389" y="52314"/>
                </a:cubicBezTo>
                <a:cubicBezTo>
                  <a:pt x="316389" y="54616"/>
                  <a:pt x="315622" y="56563"/>
                  <a:pt x="314088" y="58157"/>
                </a:cubicBezTo>
                <a:cubicBezTo>
                  <a:pt x="312553" y="59750"/>
                  <a:pt x="310724" y="60547"/>
                  <a:pt x="308599" y="60547"/>
                </a:cubicBezTo>
                <a:cubicBezTo>
                  <a:pt x="306534" y="60547"/>
                  <a:pt x="304218" y="59543"/>
                  <a:pt x="301651" y="57537"/>
                </a:cubicBezTo>
                <a:cubicBezTo>
                  <a:pt x="299084" y="55531"/>
                  <a:pt x="297181" y="54527"/>
                  <a:pt x="295941" y="54527"/>
                </a:cubicBezTo>
                <a:cubicBezTo>
                  <a:pt x="294879" y="54527"/>
                  <a:pt x="293728" y="55113"/>
                  <a:pt x="292489" y="56284"/>
                </a:cubicBezTo>
                <a:cubicBezTo>
                  <a:pt x="289834" y="58687"/>
                  <a:pt x="287089" y="62642"/>
                  <a:pt x="284257" y="68148"/>
                </a:cubicBezTo>
                <a:lnTo>
                  <a:pt x="284257" y="106930"/>
                </a:lnTo>
                <a:cubicBezTo>
                  <a:pt x="284257" y="111419"/>
                  <a:pt x="284817" y="114814"/>
                  <a:pt x="285939" y="117116"/>
                </a:cubicBezTo>
                <a:cubicBezTo>
                  <a:pt x="286706" y="118711"/>
                  <a:pt x="288063" y="120038"/>
                  <a:pt x="290011" y="121099"/>
                </a:cubicBezTo>
                <a:cubicBezTo>
                  <a:pt x="291958" y="122157"/>
                  <a:pt x="294761" y="122687"/>
                  <a:pt x="298420" y="122687"/>
                </a:cubicBezTo>
                <a:lnTo>
                  <a:pt x="298420" y="125873"/>
                </a:lnTo>
                <a:lnTo>
                  <a:pt x="256905" y="125873"/>
                </a:lnTo>
                <a:lnTo>
                  <a:pt x="256905" y="122687"/>
                </a:lnTo>
                <a:cubicBezTo>
                  <a:pt x="261036" y="122687"/>
                  <a:pt x="264104" y="122030"/>
                  <a:pt x="266111" y="120717"/>
                </a:cubicBezTo>
                <a:cubicBezTo>
                  <a:pt x="267586" y="119762"/>
                  <a:pt x="268619" y="118240"/>
                  <a:pt x="269209" y="116150"/>
                </a:cubicBezTo>
                <a:cubicBezTo>
                  <a:pt x="269504" y="115134"/>
                  <a:pt x="269651" y="112238"/>
                  <a:pt x="269651" y="107461"/>
                </a:cubicBezTo>
                <a:lnTo>
                  <a:pt x="269651" y="76303"/>
                </a:lnTo>
                <a:cubicBezTo>
                  <a:pt x="269651" y="66861"/>
                  <a:pt x="269460" y="61240"/>
                  <a:pt x="269076" y="59440"/>
                </a:cubicBezTo>
                <a:cubicBezTo>
                  <a:pt x="268692" y="57640"/>
                  <a:pt x="267984" y="56327"/>
                  <a:pt x="266952" y="55501"/>
                </a:cubicBezTo>
                <a:cubicBezTo>
                  <a:pt x="265919" y="54675"/>
                  <a:pt x="264635" y="54262"/>
                  <a:pt x="263101" y="54262"/>
                </a:cubicBezTo>
                <a:cubicBezTo>
                  <a:pt x="261272" y="54262"/>
                  <a:pt x="259206" y="54704"/>
                  <a:pt x="256905" y="55590"/>
                </a:cubicBezTo>
                <a:lnTo>
                  <a:pt x="256019" y="52403"/>
                </a:lnTo>
                <a:lnTo>
                  <a:pt x="280539" y="42489"/>
                </a:lnTo>
                <a:lnTo>
                  <a:pt x="284257" y="42489"/>
                </a:lnTo>
                <a:close/>
                <a:moveTo>
                  <a:pt x="341527" y="0"/>
                </a:moveTo>
                <a:cubicBezTo>
                  <a:pt x="344005" y="0"/>
                  <a:pt x="346115" y="875"/>
                  <a:pt x="347856" y="2625"/>
                </a:cubicBezTo>
                <a:cubicBezTo>
                  <a:pt x="349597" y="4373"/>
                  <a:pt x="350467" y="6493"/>
                  <a:pt x="350467" y="8985"/>
                </a:cubicBezTo>
                <a:cubicBezTo>
                  <a:pt x="350467" y="11476"/>
                  <a:pt x="349597" y="13612"/>
                  <a:pt x="347856" y="15391"/>
                </a:cubicBezTo>
                <a:cubicBezTo>
                  <a:pt x="346115" y="17169"/>
                  <a:pt x="344005" y="18058"/>
                  <a:pt x="341527" y="18058"/>
                </a:cubicBezTo>
                <a:cubicBezTo>
                  <a:pt x="339048" y="18058"/>
                  <a:pt x="336924" y="17169"/>
                  <a:pt x="335153" y="15391"/>
                </a:cubicBezTo>
                <a:cubicBezTo>
                  <a:pt x="333383" y="13612"/>
                  <a:pt x="332498" y="11476"/>
                  <a:pt x="332498" y="8985"/>
                </a:cubicBezTo>
                <a:cubicBezTo>
                  <a:pt x="332498" y="6493"/>
                  <a:pt x="333368" y="4373"/>
                  <a:pt x="335109" y="2625"/>
                </a:cubicBezTo>
                <a:cubicBezTo>
                  <a:pt x="336850" y="875"/>
                  <a:pt x="338989" y="0"/>
                  <a:pt x="341527" y="0"/>
                </a:cubicBezTo>
                <a:moveTo>
                  <a:pt x="348874" y="42489"/>
                </a:moveTo>
                <a:lnTo>
                  <a:pt x="348874" y="107461"/>
                </a:lnTo>
                <a:cubicBezTo>
                  <a:pt x="348874" y="112566"/>
                  <a:pt x="349242" y="115965"/>
                  <a:pt x="349980" y="117658"/>
                </a:cubicBezTo>
                <a:cubicBezTo>
                  <a:pt x="350718" y="119349"/>
                  <a:pt x="351809" y="120610"/>
                  <a:pt x="353255" y="121442"/>
                </a:cubicBezTo>
                <a:cubicBezTo>
                  <a:pt x="354701" y="122272"/>
                  <a:pt x="357342" y="122687"/>
                  <a:pt x="361178" y="122687"/>
                </a:cubicBezTo>
                <a:lnTo>
                  <a:pt x="361178" y="125873"/>
                </a:lnTo>
                <a:lnTo>
                  <a:pt x="321787" y="125873"/>
                </a:lnTo>
                <a:lnTo>
                  <a:pt x="321787" y="122687"/>
                </a:lnTo>
                <a:cubicBezTo>
                  <a:pt x="325741" y="122687"/>
                  <a:pt x="328396" y="122301"/>
                  <a:pt x="329754" y="121530"/>
                </a:cubicBezTo>
                <a:cubicBezTo>
                  <a:pt x="331111" y="120758"/>
                  <a:pt x="332188" y="119482"/>
                  <a:pt x="332985" y="117702"/>
                </a:cubicBezTo>
                <a:cubicBezTo>
                  <a:pt x="333781" y="115921"/>
                  <a:pt x="334180" y="112507"/>
                  <a:pt x="334180" y="107461"/>
                </a:cubicBezTo>
                <a:lnTo>
                  <a:pt x="334180" y="76480"/>
                </a:lnTo>
                <a:cubicBezTo>
                  <a:pt x="334180" y="67650"/>
                  <a:pt x="333914" y="61932"/>
                  <a:pt x="333383" y="59324"/>
                </a:cubicBezTo>
                <a:cubicBezTo>
                  <a:pt x="332970" y="57426"/>
                  <a:pt x="332321" y="56109"/>
                  <a:pt x="331435" y="55371"/>
                </a:cubicBezTo>
                <a:cubicBezTo>
                  <a:pt x="330550" y="54632"/>
                  <a:pt x="329341" y="54262"/>
                  <a:pt x="327806" y="54262"/>
                </a:cubicBezTo>
                <a:cubicBezTo>
                  <a:pt x="326154" y="54262"/>
                  <a:pt x="324147" y="54704"/>
                  <a:pt x="321787" y="55590"/>
                </a:cubicBezTo>
                <a:lnTo>
                  <a:pt x="320548" y="52403"/>
                </a:lnTo>
                <a:lnTo>
                  <a:pt x="344979" y="42489"/>
                </a:lnTo>
                <a:lnTo>
                  <a:pt x="348874" y="42489"/>
                </a:lnTo>
                <a:close/>
                <a:moveTo>
                  <a:pt x="384751" y="75418"/>
                </a:moveTo>
                <a:cubicBezTo>
                  <a:pt x="384692" y="87401"/>
                  <a:pt x="387613" y="96800"/>
                  <a:pt x="393514" y="103614"/>
                </a:cubicBezTo>
                <a:cubicBezTo>
                  <a:pt x="399416" y="110428"/>
                  <a:pt x="406350" y="113835"/>
                  <a:pt x="414316" y="113835"/>
                </a:cubicBezTo>
                <a:cubicBezTo>
                  <a:pt x="419627" y="113835"/>
                  <a:pt x="424245" y="112368"/>
                  <a:pt x="428169" y="109434"/>
                </a:cubicBezTo>
                <a:cubicBezTo>
                  <a:pt x="432094" y="106500"/>
                  <a:pt x="435384" y="101475"/>
                  <a:pt x="438039" y="94361"/>
                </a:cubicBezTo>
                <a:lnTo>
                  <a:pt x="440783" y="96139"/>
                </a:lnTo>
                <a:cubicBezTo>
                  <a:pt x="439544" y="104267"/>
                  <a:pt x="435944" y="111667"/>
                  <a:pt x="429984" y="118341"/>
                </a:cubicBezTo>
                <a:cubicBezTo>
                  <a:pt x="424024" y="125015"/>
                  <a:pt x="416559" y="128352"/>
                  <a:pt x="407589" y="128352"/>
                </a:cubicBezTo>
                <a:cubicBezTo>
                  <a:pt x="397852" y="128352"/>
                  <a:pt x="389516" y="124569"/>
                  <a:pt x="382582" y="117002"/>
                </a:cubicBezTo>
                <a:cubicBezTo>
                  <a:pt x="375648" y="109434"/>
                  <a:pt x="372181" y="99260"/>
                  <a:pt x="372181" y="86480"/>
                </a:cubicBezTo>
                <a:cubicBezTo>
                  <a:pt x="372181" y="72641"/>
                  <a:pt x="375737" y="61850"/>
                  <a:pt x="382848" y="54107"/>
                </a:cubicBezTo>
                <a:cubicBezTo>
                  <a:pt x="389959" y="46362"/>
                  <a:pt x="398884" y="42489"/>
                  <a:pt x="409625" y="42489"/>
                </a:cubicBezTo>
                <a:cubicBezTo>
                  <a:pt x="418713" y="42489"/>
                  <a:pt x="426178" y="45476"/>
                  <a:pt x="432020" y="51451"/>
                </a:cubicBezTo>
                <a:cubicBezTo>
                  <a:pt x="437862" y="57425"/>
                  <a:pt x="440783" y="65413"/>
                  <a:pt x="440783" y="75418"/>
                </a:cubicBezTo>
                <a:lnTo>
                  <a:pt x="384751" y="75418"/>
                </a:lnTo>
                <a:moveTo>
                  <a:pt x="384751" y="70284"/>
                </a:moveTo>
                <a:lnTo>
                  <a:pt x="422283" y="70284"/>
                </a:lnTo>
                <a:cubicBezTo>
                  <a:pt x="421988" y="65133"/>
                  <a:pt x="421368" y="61505"/>
                  <a:pt x="420424" y="59399"/>
                </a:cubicBezTo>
                <a:cubicBezTo>
                  <a:pt x="418949" y="56120"/>
                  <a:pt x="416750" y="53544"/>
                  <a:pt x="413829" y="51673"/>
                </a:cubicBezTo>
                <a:cubicBezTo>
                  <a:pt x="410908" y="49799"/>
                  <a:pt x="407854" y="48862"/>
                  <a:pt x="404668" y="48862"/>
                </a:cubicBezTo>
                <a:cubicBezTo>
                  <a:pt x="399770" y="48862"/>
                  <a:pt x="395388" y="50750"/>
                  <a:pt x="391523" y="54525"/>
                </a:cubicBezTo>
                <a:cubicBezTo>
                  <a:pt x="387657" y="58300"/>
                  <a:pt x="385400" y="63553"/>
                  <a:pt x="384751" y="70284"/>
                </a:cubicBezTo>
                <a:close/>
                <a:moveTo>
                  <a:pt x="503832" y="42489"/>
                </a:moveTo>
                <a:lnTo>
                  <a:pt x="503832" y="70107"/>
                </a:lnTo>
                <a:lnTo>
                  <a:pt x="500910" y="70107"/>
                </a:lnTo>
                <a:cubicBezTo>
                  <a:pt x="498668" y="61467"/>
                  <a:pt x="495791" y="55590"/>
                  <a:pt x="492280" y="52475"/>
                </a:cubicBezTo>
                <a:cubicBezTo>
                  <a:pt x="488769" y="49358"/>
                  <a:pt x="484299" y="47800"/>
                  <a:pt x="478869" y="47800"/>
                </a:cubicBezTo>
                <a:cubicBezTo>
                  <a:pt x="474739" y="47800"/>
                  <a:pt x="471404" y="48888"/>
                  <a:pt x="468867" y="51064"/>
                </a:cubicBezTo>
                <a:cubicBezTo>
                  <a:pt x="466329" y="53240"/>
                  <a:pt x="465060" y="55651"/>
                  <a:pt x="465060" y="58298"/>
                </a:cubicBezTo>
                <a:cubicBezTo>
                  <a:pt x="465060" y="61590"/>
                  <a:pt x="466005" y="64412"/>
                  <a:pt x="467893" y="66765"/>
                </a:cubicBezTo>
                <a:cubicBezTo>
                  <a:pt x="469722" y="69175"/>
                  <a:pt x="473440" y="71733"/>
                  <a:pt x="479046" y="74439"/>
                </a:cubicBezTo>
                <a:lnTo>
                  <a:pt x="491970" y="80701"/>
                </a:lnTo>
                <a:cubicBezTo>
                  <a:pt x="503950" y="86536"/>
                  <a:pt x="509939" y="94227"/>
                  <a:pt x="509939" y="103774"/>
                </a:cubicBezTo>
                <a:cubicBezTo>
                  <a:pt x="509939" y="111141"/>
                  <a:pt x="507151" y="117080"/>
                  <a:pt x="501574" y="121588"/>
                </a:cubicBezTo>
                <a:cubicBezTo>
                  <a:pt x="495998" y="126097"/>
                  <a:pt x="489757" y="128352"/>
                  <a:pt x="482853" y="128352"/>
                </a:cubicBezTo>
                <a:cubicBezTo>
                  <a:pt x="477896" y="128352"/>
                  <a:pt x="472230" y="127511"/>
                  <a:pt x="465857" y="125829"/>
                </a:cubicBezTo>
                <a:cubicBezTo>
                  <a:pt x="463910" y="125268"/>
                  <a:pt x="462316" y="124988"/>
                  <a:pt x="461077" y="124988"/>
                </a:cubicBezTo>
                <a:cubicBezTo>
                  <a:pt x="459720" y="124988"/>
                  <a:pt x="458658" y="125696"/>
                  <a:pt x="457890" y="127113"/>
                </a:cubicBezTo>
                <a:lnTo>
                  <a:pt x="454969" y="127113"/>
                </a:lnTo>
                <a:lnTo>
                  <a:pt x="454969" y="98079"/>
                </a:lnTo>
                <a:lnTo>
                  <a:pt x="457890" y="98079"/>
                </a:lnTo>
                <a:cubicBezTo>
                  <a:pt x="459543" y="106340"/>
                  <a:pt x="462700" y="112566"/>
                  <a:pt x="467362" y="116756"/>
                </a:cubicBezTo>
                <a:cubicBezTo>
                  <a:pt x="472024" y="120946"/>
                  <a:pt x="477247" y="123041"/>
                  <a:pt x="483030" y="123041"/>
                </a:cubicBezTo>
                <a:cubicBezTo>
                  <a:pt x="487102" y="123041"/>
                  <a:pt x="490421" y="121852"/>
                  <a:pt x="492988" y="119475"/>
                </a:cubicBezTo>
                <a:cubicBezTo>
                  <a:pt x="495555" y="117096"/>
                  <a:pt x="496839" y="114233"/>
                  <a:pt x="496839" y="110886"/>
                </a:cubicBezTo>
                <a:cubicBezTo>
                  <a:pt x="496839" y="106834"/>
                  <a:pt x="495408" y="103429"/>
                  <a:pt x="492545" y="100670"/>
                </a:cubicBezTo>
                <a:cubicBezTo>
                  <a:pt x="489683" y="97910"/>
                  <a:pt x="483974" y="94423"/>
                  <a:pt x="475417" y="90211"/>
                </a:cubicBezTo>
                <a:cubicBezTo>
                  <a:pt x="466860" y="85998"/>
                  <a:pt x="461254" y="82177"/>
                  <a:pt x="458599" y="78748"/>
                </a:cubicBezTo>
                <a:cubicBezTo>
                  <a:pt x="455943" y="75379"/>
                  <a:pt x="454615" y="71124"/>
                  <a:pt x="454615" y="65982"/>
                </a:cubicBezTo>
                <a:cubicBezTo>
                  <a:pt x="454615" y="59303"/>
                  <a:pt x="456902" y="53718"/>
                  <a:pt x="461475" y="49227"/>
                </a:cubicBezTo>
                <a:cubicBezTo>
                  <a:pt x="466049" y="44735"/>
                  <a:pt x="471965" y="42489"/>
                  <a:pt x="479223" y="42489"/>
                </a:cubicBezTo>
                <a:cubicBezTo>
                  <a:pt x="482410" y="42489"/>
                  <a:pt x="486275" y="43168"/>
                  <a:pt x="490819" y="44525"/>
                </a:cubicBezTo>
                <a:cubicBezTo>
                  <a:pt x="493829" y="45410"/>
                  <a:pt x="495835" y="45853"/>
                  <a:pt x="496839" y="45853"/>
                </a:cubicBezTo>
                <a:cubicBezTo>
                  <a:pt x="497783" y="45853"/>
                  <a:pt x="498520" y="45646"/>
                  <a:pt x="499052" y="45233"/>
                </a:cubicBezTo>
                <a:cubicBezTo>
                  <a:pt x="499583" y="44820"/>
                  <a:pt x="500202" y="43905"/>
                  <a:pt x="500910" y="42489"/>
                </a:cubicBezTo>
                <a:lnTo>
                  <a:pt x="503832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37" name="Text LLM-based">
            <a:extLst xmlns:a="http://schemas.openxmlformats.org/drawingml/2006/main">
              <a:ext uri="{FF2B5EF4-FFF2-40B4-BE49-F238E27FC236}">
                <a16:creationId xmlns:a16="http://schemas.microsoft.com/office/drawing/2014/main" id="{7A289B29-17DF-4B3C-A285-AB0C9ED7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5" y="2409202"/>
            <a:ext cx="685652" cy="103299"/>
          </a:xfrm>
          <a:custGeom xmlns:a="http://schemas.openxmlformats.org/drawingml/2006/main">
            <a:pathLst>
              <a:path w="685652" h="103299">
                <a:moveTo>
                  <a:pt x="80716" y="74518"/>
                </a:moveTo>
                <a:lnTo>
                  <a:pt x="83067" y="75019"/>
                </a:lnTo>
                <a:lnTo>
                  <a:pt x="74803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81"/>
                  <a:pt x="12396" y="94648"/>
                </a:cubicBezTo>
                <a:cubicBezTo>
                  <a:pt x="13393" y="93143"/>
                  <a:pt x="13892" y="89663"/>
                  <a:pt x="13892" y="84207"/>
                </a:cubicBezTo>
                <a:lnTo>
                  <a:pt x="13892" y="21800"/>
                </a:lnTo>
                <a:cubicBezTo>
                  <a:pt x="13892" y="15798"/>
                  <a:pt x="13227" y="12040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43742" y="4702"/>
                </a:lnTo>
                <a:lnTo>
                  <a:pt x="43742" y="7409"/>
                </a:lnTo>
                <a:cubicBezTo>
                  <a:pt x="38613" y="7362"/>
                  <a:pt x="35015" y="7832"/>
                  <a:pt x="32949" y="8821"/>
                </a:cubicBezTo>
                <a:cubicBezTo>
                  <a:pt x="30883" y="9809"/>
                  <a:pt x="29470" y="11056"/>
                  <a:pt x="28710" y="12563"/>
                </a:cubicBezTo>
                <a:cubicBezTo>
                  <a:pt x="27950" y="14069"/>
                  <a:pt x="27570" y="17671"/>
                  <a:pt x="27570" y="23367"/>
                </a:cubicBezTo>
                <a:lnTo>
                  <a:pt x="27570" y="84124"/>
                </a:lnTo>
                <a:cubicBezTo>
                  <a:pt x="27570" y="88071"/>
                  <a:pt x="27950" y="90781"/>
                  <a:pt x="28710" y="92255"/>
                </a:cubicBezTo>
                <a:cubicBezTo>
                  <a:pt x="29280" y="93252"/>
                  <a:pt x="30159" y="93989"/>
                  <a:pt x="31346" y="94465"/>
                </a:cubicBezTo>
                <a:cubicBezTo>
                  <a:pt x="32533" y="94940"/>
                  <a:pt x="36238" y="95178"/>
                  <a:pt x="42460" y="95178"/>
                </a:cubicBezTo>
                <a:lnTo>
                  <a:pt x="49512" y="95178"/>
                </a:lnTo>
                <a:cubicBezTo>
                  <a:pt x="56921" y="95178"/>
                  <a:pt x="62122" y="94630"/>
                  <a:pt x="65114" y="93535"/>
                </a:cubicBezTo>
                <a:cubicBezTo>
                  <a:pt x="68106" y="92438"/>
                  <a:pt x="70837" y="90496"/>
                  <a:pt x="73307" y="87709"/>
                </a:cubicBezTo>
                <a:cubicBezTo>
                  <a:pt x="75776" y="84920"/>
                  <a:pt x="78246" y="80523"/>
                  <a:pt x="80716" y="74518"/>
                </a:cubicBezTo>
                <a:close/>
                <a:moveTo>
                  <a:pt x="169716" y="74518"/>
                </a:moveTo>
                <a:lnTo>
                  <a:pt x="172067" y="75019"/>
                </a:lnTo>
                <a:lnTo>
                  <a:pt x="163803" y="101304"/>
                </a:lnTo>
                <a:lnTo>
                  <a:pt x="89000" y="101304"/>
                </a:lnTo>
                <a:lnTo>
                  <a:pt x="89000" y="98597"/>
                </a:lnTo>
                <a:lnTo>
                  <a:pt x="92634" y="98597"/>
                </a:lnTo>
                <a:cubicBezTo>
                  <a:pt x="96718" y="98597"/>
                  <a:pt x="99639" y="97281"/>
                  <a:pt x="101396" y="94648"/>
                </a:cubicBezTo>
                <a:cubicBezTo>
                  <a:pt x="102394" y="93143"/>
                  <a:pt x="102892" y="89663"/>
                  <a:pt x="102892" y="84207"/>
                </a:cubicBezTo>
                <a:lnTo>
                  <a:pt x="102892" y="21800"/>
                </a:lnTo>
                <a:cubicBezTo>
                  <a:pt x="102892" y="15798"/>
                  <a:pt x="102227" y="12040"/>
                  <a:pt x="100898" y="10528"/>
                </a:cubicBezTo>
                <a:cubicBezTo>
                  <a:pt x="99045" y="8449"/>
                  <a:pt x="96291" y="7409"/>
                  <a:pt x="92634" y="7409"/>
                </a:cubicBezTo>
                <a:lnTo>
                  <a:pt x="89000" y="7409"/>
                </a:lnTo>
                <a:lnTo>
                  <a:pt x="89000" y="4702"/>
                </a:lnTo>
                <a:lnTo>
                  <a:pt x="132742" y="4702"/>
                </a:lnTo>
                <a:lnTo>
                  <a:pt x="132742" y="7409"/>
                </a:lnTo>
                <a:cubicBezTo>
                  <a:pt x="127613" y="7362"/>
                  <a:pt x="124015" y="7832"/>
                  <a:pt x="121949" y="8821"/>
                </a:cubicBezTo>
                <a:cubicBezTo>
                  <a:pt x="119883" y="9809"/>
                  <a:pt x="118470" y="11056"/>
                  <a:pt x="117710" y="12563"/>
                </a:cubicBezTo>
                <a:cubicBezTo>
                  <a:pt x="116951" y="14069"/>
                  <a:pt x="116571" y="17671"/>
                  <a:pt x="116571" y="23367"/>
                </a:cubicBezTo>
                <a:lnTo>
                  <a:pt x="116571" y="84124"/>
                </a:lnTo>
                <a:cubicBezTo>
                  <a:pt x="116571" y="88071"/>
                  <a:pt x="116951" y="90781"/>
                  <a:pt x="117710" y="92255"/>
                </a:cubicBezTo>
                <a:cubicBezTo>
                  <a:pt x="118280" y="93252"/>
                  <a:pt x="119159" y="93989"/>
                  <a:pt x="120346" y="94465"/>
                </a:cubicBezTo>
                <a:cubicBezTo>
                  <a:pt x="121534" y="94940"/>
                  <a:pt x="125238" y="95178"/>
                  <a:pt x="131460" y="95178"/>
                </a:cubicBezTo>
                <a:lnTo>
                  <a:pt x="138513" y="95178"/>
                </a:lnTo>
                <a:cubicBezTo>
                  <a:pt x="145922" y="95178"/>
                  <a:pt x="151122" y="94630"/>
                  <a:pt x="154114" y="93535"/>
                </a:cubicBezTo>
                <a:cubicBezTo>
                  <a:pt x="157107" y="92438"/>
                  <a:pt x="159838" y="90496"/>
                  <a:pt x="162307" y="87709"/>
                </a:cubicBezTo>
                <a:cubicBezTo>
                  <a:pt x="164777" y="84920"/>
                  <a:pt x="167247" y="80523"/>
                  <a:pt x="169716" y="74518"/>
                </a:cubicBezTo>
                <a:close/>
                <a:moveTo>
                  <a:pt x="234778" y="101304"/>
                </a:moveTo>
                <a:lnTo>
                  <a:pt x="197448" y="20019"/>
                </a:lnTo>
                <a:lnTo>
                  <a:pt x="197448" y="84492"/>
                </a:lnTo>
                <a:cubicBezTo>
                  <a:pt x="197448" y="90428"/>
                  <a:pt x="198089" y="94133"/>
                  <a:pt x="199371" y="95605"/>
                </a:cubicBezTo>
                <a:cubicBezTo>
                  <a:pt x="201129" y="97600"/>
                  <a:pt x="203907" y="98597"/>
                  <a:pt x="207706" y="98597"/>
                </a:cubicBezTo>
                <a:lnTo>
                  <a:pt x="211126" y="98597"/>
                </a:lnTo>
                <a:lnTo>
                  <a:pt x="211126" y="101304"/>
                </a:lnTo>
                <a:lnTo>
                  <a:pt x="177500" y="101304"/>
                </a:lnTo>
                <a:lnTo>
                  <a:pt x="177500" y="98597"/>
                </a:lnTo>
                <a:lnTo>
                  <a:pt x="180920" y="98597"/>
                </a:lnTo>
                <a:cubicBezTo>
                  <a:pt x="185004" y="98597"/>
                  <a:pt x="187901" y="97362"/>
                  <a:pt x="189611" y="94893"/>
                </a:cubicBezTo>
                <a:cubicBezTo>
                  <a:pt x="190656" y="93373"/>
                  <a:pt x="191179" y="89906"/>
                  <a:pt x="191179" y="84492"/>
                </a:cubicBezTo>
                <a:lnTo>
                  <a:pt x="191179" y="21515"/>
                </a:lnTo>
                <a:cubicBezTo>
                  <a:pt x="191179" y="17240"/>
                  <a:pt x="190704" y="14153"/>
                  <a:pt x="189754" y="12253"/>
                </a:cubicBezTo>
                <a:cubicBezTo>
                  <a:pt x="189089" y="10876"/>
                  <a:pt x="187866" y="9724"/>
                  <a:pt x="186085" y="8798"/>
                </a:cubicBezTo>
                <a:cubicBezTo>
                  <a:pt x="184304" y="7872"/>
                  <a:pt x="181442" y="7409"/>
                  <a:pt x="177500" y="7409"/>
                </a:cubicBezTo>
                <a:lnTo>
                  <a:pt x="177500" y="4702"/>
                </a:lnTo>
                <a:lnTo>
                  <a:pt x="204857" y="4702"/>
                </a:lnTo>
                <a:lnTo>
                  <a:pt x="239907" y="80273"/>
                </a:lnTo>
                <a:lnTo>
                  <a:pt x="274388" y="4702"/>
                </a:lnTo>
                <a:lnTo>
                  <a:pt x="301744" y="4702"/>
                </a:lnTo>
                <a:lnTo>
                  <a:pt x="301744" y="7409"/>
                </a:lnTo>
                <a:lnTo>
                  <a:pt x="298396" y="7409"/>
                </a:lnTo>
                <a:cubicBezTo>
                  <a:pt x="294264" y="7409"/>
                  <a:pt x="291343" y="8644"/>
                  <a:pt x="289633" y="11114"/>
                </a:cubicBezTo>
                <a:cubicBezTo>
                  <a:pt x="288589" y="12633"/>
                  <a:pt x="288066" y="16100"/>
                  <a:pt x="288066" y="21515"/>
                </a:cubicBezTo>
                <a:lnTo>
                  <a:pt x="288066" y="84492"/>
                </a:lnTo>
                <a:cubicBezTo>
                  <a:pt x="288066" y="90428"/>
                  <a:pt x="288731" y="94133"/>
                  <a:pt x="290061" y="95605"/>
                </a:cubicBezTo>
                <a:cubicBezTo>
                  <a:pt x="291818" y="97600"/>
                  <a:pt x="294596" y="98597"/>
                  <a:pt x="298396" y="98597"/>
                </a:cubicBezTo>
                <a:lnTo>
                  <a:pt x="301744" y="98597"/>
                </a:lnTo>
                <a:lnTo>
                  <a:pt x="301744" y="101305"/>
                </a:lnTo>
                <a:lnTo>
                  <a:pt x="260710" y="101304"/>
                </a:lnTo>
                <a:lnTo>
                  <a:pt x="260710" y="98597"/>
                </a:lnTo>
                <a:lnTo>
                  <a:pt x="264129" y="98597"/>
                </a:lnTo>
                <a:cubicBezTo>
                  <a:pt x="268261" y="98597"/>
                  <a:pt x="271158" y="97362"/>
                  <a:pt x="272821" y="94893"/>
                </a:cubicBezTo>
                <a:cubicBezTo>
                  <a:pt x="273865" y="93373"/>
                  <a:pt x="274388" y="89906"/>
                  <a:pt x="274388" y="84492"/>
                </a:cubicBezTo>
                <a:lnTo>
                  <a:pt x="274388" y="20019"/>
                </a:lnTo>
                <a:lnTo>
                  <a:pt x="237129" y="101304"/>
                </a:lnTo>
                <a:lnTo>
                  <a:pt x="234778" y="101304"/>
                </a:lnTo>
                <a:close/>
                <a:moveTo>
                  <a:pt x="310697" y="63119"/>
                </a:moveTo>
                <a:lnTo>
                  <a:pt x="347528" y="63119"/>
                </a:lnTo>
                <a:lnTo>
                  <a:pt x="347528" y="73948"/>
                </a:lnTo>
                <a:lnTo>
                  <a:pt x="310697" y="73948"/>
                </a:lnTo>
                <a:lnTo>
                  <a:pt x="310697" y="63119"/>
                </a:lnTo>
                <a:close/>
                <a:moveTo>
                  <a:pt x="375811" y="47502"/>
                </a:moveTo>
                <a:cubicBezTo>
                  <a:pt x="382128" y="38631"/>
                  <a:pt x="388943" y="34196"/>
                  <a:pt x="396257" y="34196"/>
                </a:cubicBezTo>
                <a:cubicBezTo>
                  <a:pt x="402954" y="34196"/>
                  <a:pt x="408796" y="37054"/>
                  <a:pt x="413782" y="42771"/>
                </a:cubicBezTo>
                <a:cubicBezTo>
                  <a:pt x="418769" y="48488"/>
                  <a:pt x="421263" y="56305"/>
                  <a:pt x="421263" y="66221"/>
                </a:cubicBezTo>
                <a:cubicBezTo>
                  <a:pt x="421263" y="77797"/>
                  <a:pt x="417416" y="87120"/>
                  <a:pt x="409722" y="94189"/>
                </a:cubicBezTo>
                <a:cubicBezTo>
                  <a:pt x="403120" y="100263"/>
                  <a:pt x="395758" y="103299"/>
                  <a:pt x="387637" y="103299"/>
                </a:cubicBezTo>
                <a:cubicBezTo>
                  <a:pt x="383837" y="103299"/>
                  <a:pt x="379979" y="102606"/>
                  <a:pt x="376060" y="101220"/>
                </a:cubicBezTo>
                <a:cubicBezTo>
                  <a:pt x="372142" y="99834"/>
                  <a:pt x="368141" y="97754"/>
                  <a:pt x="364056" y="94980"/>
                </a:cubicBezTo>
                <a:lnTo>
                  <a:pt x="364056" y="27499"/>
                </a:lnTo>
                <a:cubicBezTo>
                  <a:pt x="364056" y="20090"/>
                  <a:pt x="363878" y="15531"/>
                  <a:pt x="363522" y="13821"/>
                </a:cubicBezTo>
                <a:cubicBezTo>
                  <a:pt x="363166" y="12111"/>
                  <a:pt x="362608" y="10947"/>
                  <a:pt x="361848" y="10330"/>
                </a:cubicBezTo>
                <a:cubicBezTo>
                  <a:pt x="361088" y="9713"/>
                  <a:pt x="360138" y="9404"/>
                  <a:pt x="358998" y="9404"/>
                </a:cubicBezTo>
                <a:cubicBezTo>
                  <a:pt x="357668" y="9404"/>
                  <a:pt x="356006" y="9784"/>
                  <a:pt x="354011" y="10544"/>
                </a:cubicBezTo>
                <a:lnTo>
                  <a:pt x="353014" y="7979"/>
                </a:lnTo>
                <a:lnTo>
                  <a:pt x="372605" y="0"/>
                </a:lnTo>
                <a:lnTo>
                  <a:pt x="375811" y="0"/>
                </a:lnTo>
                <a:lnTo>
                  <a:pt x="375811" y="47502"/>
                </a:lnTo>
                <a:moveTo>
                  <a:pt x="375811" y="52037"/>
                </a:moveTo>
                <a:lnTo>
                  <a:pt x="375811" y="90870"/>
                </a:lnTo>
                <a:cubicBezTo>
                  <a:pt x="378233" y="93233"/>
                  <a:pt x="380739" y="95017"/>
                  <a:pt x="383327" y="96222"/>
                </a:cubicBezTo>
                <a:cubicBezTo>
                  <a:pt x="385915" y="97426"/>
                  <a:pt x="388563" y="98027"/>
                  <a:pt x="391270" y="98027"/>
                </a:cubicBezTo>
                <a:cubicBezTo>
                  <a:pt x="395592" y="98027"/>
                  <a:pt x="399617" y="95665"/>
                  <a:pt x="403346" y="90941"/>
                </a:cubicBezTo>
                <a:cubicBezTo>
                  <a:pt x="407074" y="86217"/>
                  <a:pt x="408938" y="79343"/>
                  <a:pt x="408938" y="70319"/>
                </a:cubicBezTo>
                <a:cubicBezTo>
                  <a:pt x="408938" y="62005"/>
                  <a:pt x="407074" y="55615"/>
                  <a:pt x="403346" y="51151"/>
                </a:cubicBezTo>
                <a:cubicBezTo>
                  <a:pt x="399617" y="46687"/>
                  <a:pt x="395379" y="44454"/>
                  <a:pt x="390629" y="44454"/>
                </a:cubicBezTo>
                <a:cubicBezTo>
                  <a:pt x="388112" y="44454"/>
                  <a:pt x="385595" y="45092"/>
                  <a:pt x="383078" y="46367"/>
                </a:cubicBezTo>
                <a:cubicBezTo>
                  <a:pt x="381178" y="47312"/>
                  <a:pt x="378756" y="49202"/>
                  <a:pt x="375811" y="52037"/>
                </a:cubicBezTo>
                <a:close/>
                <a:moveTo>
                  <a:pt x="467853" y="91976"/>
                </a:moveTo>
                <a:cubicBezTo>
                  <a:pt x="461157" y="97152"/>
                  <a:pt x="456953" y="100142"/>
                  <a:pt x="455244" y="100948"/>
                </a:cubicBezTo>
                <a:cubicBezTo>
                  <a:pt x="452679" y="102136"/>
                  <a:pt x="449948" y="102729"/>
                  <a:pt x="447051" y="102729"/>
                </a:cubicBezTo>
                <a:cubicBezTo>
                  <a:pt x="442539" y="102729"/>
                  <a:pt x="438823" y="101186"/>
                  <a:pt x="435902" y="98099"/>
                </a:cubicBezTo>
                <a:cubicBezTo>
                  <a:pt x="432981" y="95012"/>
                  <a:pt x="431520" y="90951"/>
                  <a:pt x="431520" y="85916"/>
                </a:cubicBezTo>
                <a:cubicBezTo>
                  <a:pt x="431520" y="82734"/>
                  <a:pt x="432233" y="79980"/>
                  <a:pt x="433658" y="77653"/>
                </a:cubicBezTo>
                <a:cubicBezTo>
                  <a:pt x="435605" y="74423"/>
                  <a:pt x="438989" y="71383"/>
                  <a:pt x="443809" y="68534"/>
                </a:cubicBezTo>
                <a:cubicBezTo>
                  <a:pt x="448630" y="65684"/>
                  <a:pt x="456645" y="62217"/>
                  <a:pt x="467853" y="58133"/>
                </a:cubicBezTo>
                <a:lnTo>
                  <a:pt x="467853" y="55577"/>
                </a:lnTo>
                <a:cubicBezTo>
                  <a:pt x="467853" y="49094"/>
                  <a:pt x="466820" y="44646"/>
                  <a:pt x="464754" y="42232"/>
                </a:cubicBezTo>
                <a:cubicBezTo>
                  <a:pt x="462688" y="39819"/>
                  <a:pt x="459684" y="38613"/>
                  <a:pt x="455742" y="38613"/>
                </a:cubicBezTo>
                <a:cubicBezTo>
                  <a:pt x="452750" y="38613"/>
                  <a:pt x="450375" y="39420"/>
                  <a:pt x="448618" y="41035"/>
                </a:cubicBezTo>
                <a:cubicBezTo>
                  <a:pt x="446813" y="42650"/>
                  <a:pt x="445911" y="44502"/>
                  <a:pt x="445911" y="46592"/>
                </a:cubicBezTo>
                <a:lnTo>
                  <a:pt x="446054" y="50723"/>
                </a:lnTo>
                <a:cubicBezTo>
                  <a:pt x="446054" y="52908"/>
                  <a:pt x="445495" y="54594"/>
                  <a:pt x="444379" y="55782"/>
                </a:cubicBezTo>
                <a:cubicBezTo>
                  <a:pt x="443263" y="56969"/>
                  <a:pt x="441803" y="57563"/>
                  <a:pt x="439998" y="57563"/>
                </a:cubicBezTo>
                <a:cubicBezTo>
                  <a:pt x="438241" y="57563"/>
                  <a:pt x="436804" y="56944"/>
                  <a:pt x="435688" y="55706"/>
                </a:cubicBezTo>
                <a:cubicBezTo>
                  <a:pt x="434572" y="54467"/>
                  <a:pt x="434014" y="52775"/>
                  <a:pt x="434014" y="50632"/>
                </a:cubicBezTo>
                <a:cubicBezTo>
                  <a:pt x="434014" y="46534"/>
                  <a:pt x="436104" y="42770"/>
                  <a:pt x="440283" y="39341"/>
                </a:cubicBezTo>
                <a:cubicBezTo>
                  <a:pt x="444462" y="35911"/>
                  <a:pt x="450328" y="34196"/>
                  <a:pt x="457879" y="34196"/>
                </a:cubicBezTo>
                <a:cubicBezTo>
                  <a:pt x="463674" y="34196"/>
                  <a:pt x="468423" y="35168"/>
                  <a:pt x="472128" y="37112"/>
                </a:cubicBezTo>
                <a:cubicBezTo>
                  <a:pt x="474930" y="38583"/>
                  <a:pt x="476996" y="40884"/>
                  <a:pt x="478326" y="44016"/>
                </a:cubicBezTo>
                <a:cubicBezTo>
                  <a:pt x="479180" y="46055"/>
                  <a:pt x="479608" y="50229"/>
                  <a:pt x="479608" y="56539"/>
                </a:cubicBezTo>
                <a:lnTo>
                  <a:pt x="479608" y="78668"/>
                </a:lnTo>
                <a:cubicBezTo>
                  <a:pt x="479608" y="84882"/>
                  <a:pt x="479727" y="88689"/>
                  <a:pt x="479964" y="90089"/>
                </a:cubicBezTo>
                <a:cubicBezTo>
                  <a:pt x="480202" y="91488"/>
                  <a:pt x="480593" y="92425"/>
                  <a:pt x="481140" y="92900"/>
                </a:cubicBezTo>
                <a:cubicBezTo>
                  <a:pt x="481686" y="93374"/>
                  <a:pt x="482315" y="93610"/>
                  <a:pt x="483027" y="93610"/>
                </a:cubicBezTo>
                <a:cubicBezTo>
                  <a:pt x="483787" y="93610"/>
                  <a:pt x="484452" y="93444"/>
                  <a:pt x="485022" y="93112"/>
                </a:cubicBezTo>
                <a:cubicBezTo>
                  <a:pt x="486020" y="92494"/>
                  <a:pt x="487943" y="90761"/>
                  <a:pt x="490793" y="87911"/>
                </a:cubicBezTo>
                <a:lnTo>
                  <a:pt x="490793" y="91901"/>
                </a:lnTo>
                <a:cubicBezTo>
                  <a:pt x="485473" y="99025"/>
                  <a:pt x="480392" y="102587"/>
                  <a:pt x="475547" y="102587"/>
                </a:cubicBezTo>
                <a:cubicBezTo>
                  <a:pt x="473220" y="102587"/>
                  <a:pt x="471368" y="101785"/>
                  <a:pt x="469990" y="100182"/>
                </a:cubicBezTo>
                <a:cubicBezTo>
                  <a:pt x="468613" y="98578"/>
                  <a:pt x="467901" y="95843"/>
                  <a:pt x="467853" y="91976"/>
                </a:cubicBezTo>
                <a:moveTo>
                  <a:pt x="467853" y="87357"/>
                </a:moveTo>
                <a:lnTo>
                  <a:pt x="467853" y="62549"/>
                </a:lnTo>
                <a:cubicBezTo>
                  <a:pt x="460682" y="65393"/>
                  <a:pt x="456051" y="67407"/>
                  <a:pt x="453961" y="68592"/>
                </a:cubicBezTo>
                <a:cubicBezTo>
                  <a:pt x="450209" y="70677"/>
                  <a:pt x="447526" y="72857"/>
                  <a:pt x="445911" y="75132"/>
                </a:cubicBezTo>
                <a:cubicBezTo>
                  <a:pt x="444296" y="77406"/>
                  <a:pt x="443489" y="79894"/>
                  <a:pt x="443489" y="82595"/>
                </a:cubicBezTo>
                <a:cubicBezTo>
                  <a:pt x="443489" y="86007"/>
                  <a:pt x="444510" y="88839"/>
                  <a:pt x="446552" y="91090"/>
                </a:cubicBezTo>
                <a:cubicBezTo>
                  <a:pt x="448594" y="93340"/>
                  <a:pt x="450945" y="94465"/>
                  <a:pt x="453605" y="94465"/>
                </a:cubicBezTo>
                <a:cubicBezTo>
                  <a:pt x="457215" y="94465"/>
                  <a:pt x="461964" y="92096"/>
                  <a:pt x="467853" y="87357"/>
                </a:cubicBezTo>
                <a:close/>
                <a:moveTo>
                  <a:pt x="537689" y="34196"/>
                </a:moveTo>
                <a:lnTo>
                  <a:pt x="537689" y="56423"/>
                </a:lnTo>
                <a:lnTo>
                  <a:pt x="535338" y="56423"/>
                </a:lnTo>
                <a:cubicBezTo>
                  <a:pt x="533534" y="49469"/>
                  <a:pt x="531218" y="44739"/>
                  <a:pt x="528392" y="42232"/>
                </a:cubicBezTo>
                <a:cubicBezTo>
                  <a:pt x="525567" y="39724"/>
                  <a:pt x="521969" y="38470"/>
                  <a:pt x="517599" y="38470"/>
                </a:cubicBezTo>
                <a:cubicBezTo>
                  <a:pt x="514275" y="38470"/>
                  <a:pt x="511591" y="39346"/>
                  <a:pt x="509549" y="41097"/>
                </a:cubicBezTo>
                <a:cubicBezTo>
                  <a:pt x="507507" y="42848"/>
                  <a:pt x="506486" y="44789"/>
                  <a:pt x="506486" y="46919"/>
                </a:cubicBezTo>
                <a:cubicBezTo>
                  <a:pt x="506486" y="49568"/>
                  <a:pt x="507246" y="51840"/>
                  <a:pt x="508766" y="53733"/>
                </a:cubicBezTo>
                <a:cubicBezTo>
                  <a:pt x="510238" y="55673"/>
                  <a:pt x="513230" y="57732"/>
                  <a:pt x="517742" y="59909"/>
                </a:cubicBezTo>
                <a:lnTo>
                  <a:pt x="528143" y="64949"/>
                </a:lnTo>
                <a:cubicBezTo>
                  <a:pt x="537784" y="69645"/>
                  <a:pt x="542605" y="75835"/>
                  <a:pt x="542605" y="83519"/>
                </a:cubicBezTo>
                <a:cubicBezTo>
                  <a:pt x="542605" y="89448"/>
                  <a:pt x="540361" y="94227"/>
                  <a:pt x="535873" y="97856"/>
                </a:cubicBezTo>
                <a:cubicBezTo>
                  <a:pt x="531385" y="101485"/>
                  <a:pt x="526362" y="103299"/>
                  <a:pt x="520805" y="103299"/>
                </a:cubicBezTo>
                <a:cubicBezTo>
                  <a:pt x="516816" y="103299"/>
                  <a:pt x="512256" y="102622"/>
                  <a:pt x="507127" y="101269"/>
                </a:cubicBezTo>
                <a:cubicBezTo>
                  <a:pt x="505560" y="100818"/>
                  <a:pt x="504277" y="100592"/>
                  <a:pt x="503280" y="100592"/>
                </a:cubicBezTo>
                <a:cubicBezTo>
                  <a:pt x="502188" y="100592"/>
                  <a:pt x="501333" y="101162"/>
                  <a:pt x="500715" y="102302"/>
                </a:cubicBezTo>
                <a:lnTo>
                  <a:pt x="498364" y="102302"/>
                </a:lnTo>
                <a:lnTo>
                  <a:pt x="498364" y="78935"/>
                </a:lnTo>
                <a:lnTo>
                  <a:pt x="500715" y="78935"/>
                </a:lnTo>
                <a:cubicBezTo>
                  <a:pt x="502045" y="85584"/>
                  <a:pt x="504586" y="90595"/>
                  <a:pt x="508338" y="93967"/>
                </a:cubicBezTo>
                <a:cubicBezTo>
                  <a:pt x="512090" y="97339"/>
                  <a:pt x="516293" y="99025"/>
                  <a:pt x="520948" y="99025"/>
                </a:cubicBezTo>
                <a:cubicBezTo>
                  <a:pt x="524225" y="99025"/>
                  <a:pt x="526896" y="98068"/>
                  <a:pt x="528962" y="96155"/>
                </a:cubicBezTo>
                <a:cubicBezTo>
                  <a:pt x="531028" y="94241"/>
                  <a:pt x="532061" y="91936"/>
                  <a:pt x="532061" y="89243"/>
                </a:cubicBezTo>
                <a:cubicBezTo>
                  <a:pt x="532061" y="85982"/>
                  <a:pt x="530910" y="83241"/>
                  <a:pt x="528606" y="81021"/>
                </a:cubicBezTo>
                <a:cubicBezTo>
                  <a:pt x="526303" y="78799"/>
                  <a:pt x="521708" y="75993"/>
                  <a:pt x="514821" y="72603"/>
                </a:cubicBezTo>
                <a:cubicBezTo>
                  <a:pt x="507934" y="69212"/>
                  <a:pt x="503423" y="66137"/>
                  <a:pt x="501285" y="63378"/>
                </a:cubicBezTo>
                <a:cubicBezTo>
                  <a:pt x="499148" y="60666"/>
                  <a:pt x="498079" y="57241"/>
                  <a:pt x="498079" y="53103"/>
                </a:cubicBezTo>
                <a:cubicBezTo>
                  <a:pt x="498079" y="47728"/>
                  <a:pt x="499920" y="43233"/>
                  <a:pt x="503601" y="39619"/>
                </a:cubicBezTo>
                <a:cubicBezTo>
                  <a:pt x="507281" y="36003"/>
                  <a:pt x="512043" y="34196"/>
                  <a:pt x="517884" y="34196"/>
                </a:cubicBezTo>
                <a:cubicBezTo>
                  <a:pt x="520449" y="34196"/>
                  <a:pt x="523560" y="34742"/>
                  <a:pt x="527217" y="35834"/>
                </a:cubicBezTo>
                <a:cubicBezTo>
                  <a:pt x="529639" y="36547"/>
                  <a:pt x="531254" y="36903"/>
                  <a:pt x="532061" y="36903"/>
                </a:cubicBezTo>
                <a:cubicBezTo>
                  <a:pt x="532821" y="36903"/>
                  <a:pt x="533415" y="36737"/>
                  <a:pt x="533842" y="36404"/>
                </a:cubicBezTo>
                <a:cubicBezTo>
                  <a:pt x="534270" y="36072"/>
                  <a:pt x="534769" y="35335"/>
                  <a:pt x="535338" y="34196"/>
                </a:cubicBezTo>
                <a:lnTo>
                  <a:pt x="537689" y="34196"/>
                </a:lnTo>
                <a:close/>
                <a:moveTo>
                  <a:pt x="563240" y="60697"/>
                </a:moveTo>
                <a:cubicBezTo>
                  <a:pt x="563192" y="70341"/>
                  <a:pt x="565543" y="77906"/>
                  <a:pt x="570293" y="83390"/>
                </a:cubicBezTo>
                <a:cubicBezTo>
                  <a:pt x="575042" y="88874"/>
                  <a:pt x="580623" y="91616"/>
                  <a:pt x="587034" y="91616"/>
                </a:cubicBezTo>
                <a:cubicBezTo>
                  <a:pt x="591309" y="91616"/>
                  <a:pt x="595025" y="90435"/>
                  <a:pt x="598184" y="88074"/>
                </a:cubicBezTo>
                <a:cubicBezTo>
                  <a:pt x="601342" y="85712"/>
                  <a:pt x="603990" y="81669"/>
                  <a:pt x="606127" y="75943"/>
                </a:cubicBezTo>
                <a:lnTo>
                  <a:pt x="608335" y="77374"/>
                </a:lnTo>
                <a:cubicBezTo>
                  <a:pt x="607338" y="83915"/>
                  <a:pt x="604441" y="89871"/>
                  <a:pt x="599644" y="95242"/>
                </a:cubicBezTo>
                <a:cubicBezTo>
                  <a:pt x="594847" y="100614"/>
                  <a:pt x="588839" y="103299"/>
                  <a:pt x="581620" y="103299"/>
                </a:cubicBezTo>
                <a:cubicBezTo>
                  <a:pt x="573784" y="103299"/>
                  <a:pt x="567075" y="100254"/>
                  <a:pt x="561495" y="94165"/>
                </a:cubicBezTo>
                <a:cubicBezTo>
                  <a:pt x="555914" y="88074"/>
                  <a:pt x="553124" y="79885"/>
                  <a:pt x="553124" y="69600"/>
                </a:cubicBezTo>
                <a:cubicBezTo>
                  <a:pt x="553124" y="58463"/>
                  <a:pt x="555985" y="49778"/>
                  <a:pt x="561708" y="43546"/>
                </a:cubicBezTo>
                <a:cubicBezTo>
                  <a:pt x="567431" y="37312"/>
                  <a:pt x="574615" y="34196"/>
                  <a:pt x="583259" y="34196"/>
                </a:cubicBezTo>
                <a:cubicBezTo>
                  <a:pt x="590573" y="34196"/>
                  <a:pt x="596581" y="36600"/>
                  <a:pt x="601283" y="41409"/>
                </a:cubicBezTo>
                <a:cubicBezTo>
                  <a:pt x="605984" y="46216"/>
                  <a:pt x="608335" y="52646"/>
                  <a:pt x="608335" y="60697"/>
                </a:cubicBezTo>
                <a:lnTo>
                  <a:pt x="563240" y="60697"/>
                </a:lnTo>
                <a:moveTo>
                  <a:pt x="563240" y="56565"/>
                </a:moveTo>
                <a:lnTo>
                  <a:pt x="593446" y="56565"/>
                </a:lnTo>
                <a:cubicBezTo>
                  <a:pt x="593209" y="52420"/>
                  <a:pt x="592710" y="49500"/>
                  <a:pt x="591950" y="47805"/>
                </a:cubicBezTo>
                <a:cubicBezTo>
                  <a:pt x="590763" y="45166"/>
                  <a:pt x="588994" y="43093"/>
                  <a:pt x="586643" y="41587"/>
                </a:cubicBezTo>
                <a:cubicBezTo>
                  <a:pt x="584292" y="40079"/>
                  <a:pt x="581834" y="39325"/>
                  <a:pt x="579269" y="39325"/>
                </a:cubicBezTo>
                <a:cubicBezTo>
                  <a:pt x="575327" y="39325"/>
                  <a:pt x="571801" y="40844"/>
                  <a:pt x="568690" y="43882"/>
                </a:cubicBezTo>
                <a:cubicBezTo>
                  <a:pt x="565579" y="46920"/>
                  <a:pt x="563762" y="51148"/>
                  <a:pt x="563240" y="56565"/>
                </a:cubicBezTo>
                <a:close/>
                <a:moveTo>
                  <a:pt x="662997" y="93971"/>
                </a:moveTo>
                <a:cubicBezTo>
                  <a:pt x="659815" y="97294"/>
                  <a:pt x="656704" y="99680"/>
                  <a:pt x="653665" y="101129"/>
                </a:cubicBezTo>
                <a:cubicBezTo>
                  <a:pt x="650625" y="102576"/>
                  <a:pt x="647348" y="103299"/>
                  <a:pt x="643834" y="103299"/>
                </a:cubicBezTo>
                <a:cubicBezTo>
                  <a:pt x="636709" y="103299"/>
                  <a:pt x="630488" y="100326"/>
                  <a:pt x="625168" y="94379"/>
                </a:cubicBezTo>
                <a:cubicBezTo>
                  <a:pt x="619849" y="88430"/>
                  <a:pt x="617189" y="80786"/>
                  <a:pt x="617189" y="71448"/>
                </a:cubicBezTo>
                <a:cubicBezTo>
                  <a:pt x="617189" y="62111"/>
                  <a:pt x="620134" y="53568"/>
                  <a:pt x="626023" y="45819"/>
                </a:cubicBezTo>
                <a:cubicBezTo>
                  <a:pt x="631913" y="38070"/>
                  <a:pt x="639488" y="34196"/>
                  <a:pt x="648749" y="34196"/>
                </a:cubicBezTo>
                <a:cubicBezTo>
                  <a:pt x="654496" y="34196"/>
                  <a:pt x="659245" y="36023"/>
                  <a:pt x="662997" y="39679"/>
                </a:cubicBezTo>
                <a:lnTo>
                  <a:pt x="662997" y="27499"/>
                </a:lnTo>
                <a:cubicBezTo>
                  <a:pt x="662997" y="20074"/>
                  <a:pt x="662819" y="15510"/>
                  <a:pt x="662463" y="13807"/>
                </a:cubicBezTo>
                <a:cubicBezTo>
                  <a:pt x="662107" y="12105"/>
                  <a:pt x="661549" y="10946"/>
                  <a:pt x="660789" y="10330"/>
                </a:cubicBezTo>
                <a:cubicBezTo>
                  <a:pt x="660029" y="9713"/>
                  <a:pt x="659079" y="9404"/>
                  <a:pt x="657939" y="9404"/>
                </a:cubicBezTo>
                <a:cubicBezTo>
                  <a:pt x="656704" y="9404"/>
                  <a:pt x="655066" y="9784"/>
                  <a:pt x="653024" y="10544"/>
                </a:cubicBezTo>
                <a:lnTo>
                  <a:pt x="652097" y="7979"/>
                </a:lnTo>
                <a:lnTo>
                  <a:pt x="671546" y="0"/>
                </a:lnTo>
                <a:lnTo>
                  <a:pt x="674752" y="0"/>
                </a:lnTo>
                <a:lnTo>
                  <a:pt x="674752" y="75515"/>
                </a:lnTo>
                <a:cubicBezTo>
                  <a:pt x="674752" y="83131"/>
                  <a:pt x="674930" y="87778"/>
                  <a:pt x="675286" y="89456"/>
                </a:cubicBezTo>
                <a:cubicBezTo>
                  <a:pt x="675643" y="91135"/>
                  <a:pt x="676212" y="92307"/>
                  <a:pt x="676996" y="92972"/>
                </a:cubicBezTo>
                <a:cubicBezTo>
                  <a:pt x="677780" y="93635"/>
                  <a:pt x="678694" y="93967"/>
                  <a:pt x="679739" y="93967"/>
                </a:cubicBezTo>
                <a:cubicBezTo>
                  <a:pt x="681021" y="93967"/>
                  <a:pt x="682731" y="93563"/>
                  <a:pt x="684868" y="92756"/>
                </a:cubicBezTo>
                <a:lnTo>
                  <a:pt x="685652" y="95320"/>
                </a:lnTo>
                <a:lnTo>
                  <a:pt x="666274" y="103299"/>
                </a:lnTo>
                <a:lnTo>
                  <a:pt x="662997" y="103299"/>
                </a:lnTo>
                <a:lnTo>
                  <a:pt x="662997" y="93971"/>
                </a:lnTo>
                <a:moveTo>
                  <a:pt x="662997" y="88995"/>
                </a:moveTo>
                <a:lnTo>
                  <a:pt x="662997" y="55454"/>
                </a:lnTo>
                <a:cubicBezTo>
                  <a:pt x="662712" y="52232"/>
                  <a:pt x="661857" y="49295"/>
                  <a:pt x="660433" y="46643"/>
                </a:cubicBezTo>
                <a:cubicBezTo>
                  <a:pt x="659008" y="43989"/>
                  <a:pt x="657120" y="41988"/>
                  <a:pt x="654769" y="40638"/>
                </a:cubicBezTo>
                <a:cubicBezTo>
                  <a:pt x="652418" y="39288"/>
                  <a:pt x="650126" y="38613"/>
                  <a:pt x="647894" y="38613"/>
                </a:cubicBezTo>
                <a:cubicBezTo>
                  <a:pt x="643715" y="38613"/>
                  <a:pt x="639987" y="40484"/>
                  <a:pt x="636709" y="44227"/>
                </a:cubicBezTo>
                <a:cubicBezTo>
                  <a:pt x="632388" y="49153"/>
                  <a:pt x="630227" y="56354"/>
                  <a:pt x="630227" y="65829"/>
                </a:cubicBezTo>
                <a:cubicBezTo>
                  <a:pt x="630227" y="75399"/>
                  <a:pt x="632316" y="82731"/>
                  <a:pt x="636496" y="87824"/>
                </a:cubicBezTo>
                <a:cubicBezTo>
                  <a:pt x="640675" y="92917"/>
                  <a:pt x="645330" y="95463"/>
                  <a:pt x="650459" y="95463"/>
                </a:cubicBezTo>
                <a:cubicBezTo>
                  <a:pt x="654781" y="95463"/>
                  <a:pt x="658960" y="93307"/>
                  <a:pt x="662997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LLM-based">
            <a:extLst xmlns:a="http://schemas.openxmlformats.org/drawingml/2006/main">
              <a:ext uri="{FF2B5EF4-FFF2-40B4-BE49-F238E27FC236}">
                <a16:creationId xmlns:a16="http://schemas.microsoft.com/office/drawing/2014/main" id="{DB1C030F-E64D-4D9D-816A-AEF0D01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5" y="2409202"/>
            <a:ext cx="685652" cy="103299"/>
          </a:xfrm>
          <a:custGeom xmlns:a="http://schemas.openxmlformats.org/drawingml/2006/main">
            <a:pathLst>
              <a:path w="685652" h="103299" fill="none">
                <a:moveTo>
                  <a:pt x="80716" y="74518"/>
                </a:moveTo>
                <a:lnTo>
                  <a:pt x="83067" y="75019"/>
                </a:lnTo>
                <a:lnTo>
                  <a:pt x="74803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81"/>
                  <a:pt x="12396" y="94648"/>
                </a:cubicBezTo>
                <a:cubicBezTo>
                  <a:pt x="13393" y="93143"/>
                  <a:pt x="13892" y="89663"/>
                  <a:pt x="13892" y="84207"/>
                </a:cubicBezTo>
                <a:lnTo>
                  <a:pt x="13892" y="21800"/>
                </a:lnTo>
                <a:cubicBezTo>
                  <a:pt x="13892" y="15798"/>
                  <a:pt x="13227" y="12040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43742" y="4702"/>
                </a:lnTo>
                <a:lnTo>
                  <a:pt x="43742" y="7409"/>
                </a:lnTo>
                <a:cubicBezTo>
                  <a:pt x="38613" y="7362"/>
                  <a:pt x="35015" y="7832"/>
                  <a:pt x="32949" y="8821"/>
                </a:cubicBezTo>
                <a:cubicBezTo>
                  <a:pt x="30883" y="9809"/>
                  <a:pt x="29470" y="11056"/>
                  <a:pt x="28710" y="12563"/>
                </a:cubicBezTo>
                <a:cubicBezTo>
                  <a:pt x="27950" y="14069"/>
                  <a:pt x="27570" y="17671"/>
                  <a:pt x="27570" y="23367"/>
                </a:cubicBezTo>
                <a:lnTo>
                  <a:pt x="27570" y="84124"/>
                </a:lnTo>
                <a:cubicBezTo>
                  <a:pt x="27570" y="88071"/>
                  <a:pt x="27950" y="90781"/>
                  <a:pt x="28710" y="92255"/>
                </a:cubicBezTo>
                <a:cubicBezTo>
                  <a:pt x="29280" y="93252"/>
                  <a:pt x="30159" y="93989"/>
                  <a:pt x="31346" y="94465"/>
                </a:cubicBezTo>
                <a:cubicBezTo>
                  <a:pt x="32533" y="94940"/>
                  <a:pt x="36238" y="95178"/>
                  <a:pt x="42460" y="95178"/>
                </a:cubicBezTo>
                <a:lnTo>
                  <a:pt x="49512" y="95178"/>
                </a:lnTo>
                <a:cubicBezTo>
                  <a:pt x="56921" y="95178"/>
                  <a:pt x="62122" y="94630"/>
                  <a:pt x="65114" y="93535"/>
                </a:cubicBezTo>
                <a:cubicBezTo>
                  <a:pt x="68106" y="92438"/>
                  <a:pt x="70837" y="90496"/>
                  <a:pt x="73307" y="87709"/>
                </a:cubicBezTo>
                <a:cubicBezTo>
                  <a:pt x="75776" y="84920"/>
                  <a:pt x="78246" y="80523"/>
                  <a:pt x="80716" y="74518"/>
                </a:cubicBezTo>
                <a:close/>
                <a:moveTo>
                  <a:pt x="169716" y="74518"/>
                </a:moveTo>
                <a:lnTo>
                  <a:pt x="172067" y="75019"/>
                </a:lnTo>
                <a:lnTo>
                  <a:pt x="163803" y="101304"/>
                </a:lnTo>
                <a:lnTo>
                  <a:pt x="89000" y="101304"/>
                </a:lnTo>
                <a:lnTo>
                  <a:pt x="89000" y="98597"/>
                </a:lnTo>
                <a:lnTo>
                  <a:pt x="92634" y="98597"/>
                </a:lnTo>
                <a:cubicBezTo>
                  <a:pt x="96718" y="98597"/>
                  <a:pt x="99639" y="97281"/>
                  <a:pt x="101396" y="94648"/>
                </a:cubicBezTo>
                <a:cubicBezTo>
                  <a:pt x="102394" y="93143"/>
                  <a:pt x="102892" y="89663"/>
                  <a:pt x="102892" y="84207"/>
                </a:cubicBezTo>
                <a:lnTo>
                  <a:pt x="102892" y="21800"/>
                </a:lnTo>
                <a:cubicBezTo>
                  <a:pt x="102892" y="15798"/>
                  <a:pt x="102227" y="12040"/>
                  <a:pt x="100898" y="10528"/>
                </a:cubicBezTo>
                <a:cubicBezTo>
                  <a:pt x="99045" y="8449"/>
                  <a:pt x="96291" y="7409"/>
                  <a:pt x="92634" y="7409"/>
                </a:cubicBezTo>
                <a:lnTo>
                  <a:pt x="89000" y="7409"/>
                </a:lnTo>
                <a:lnTo>
                  <a:pt x="89000" y="4702"/>
                </a:lnTo>
                <a:lnTo>
                  <a:pt x="132742" y="4702"/>
                </a:lnTo>
                <a:lnTo>
                  <a:pt x="132742" y="7409"/>
                </a:lnTo>
                <a:cubicBezTo>
                  <a:pt x="127613" y="7362"/>
                  <a:pt x="124015" y="7832"/>
                  <a:pt x="121949" y="8821"/>
                </a:cubicBezTo>
                <a:cubicBezTo>
                  <a:pt x="119883" y="9809"/>
                  <a:pt x="118470" y="11056"/>
                  <a:pt x="117710" y="12563"/>
                </a:cubicBezTo>
                <a:cubicBezTo>
                  <a:pt x="116951" y="14069"/>
                  <a:pt x="116571" y="17671"/>
                  <a:pt x="116571" y="23367"/>
                </a:cubicBezTo>
                <a:lnTo>
                  <a:pt x="116571" y="84124"/>
                </a:lnTo>
                <a:cubicBezTo>
                  <a:pt x="116571" y="88071"/>
                  <a:pt x="116951" y="90781"/>
                  <a:pt x="117710" y="92255"/>
                </a:cubicBezTo>
                <a:cubicBezTo>
                  <a:pt x="118280" y="93252"/>
                  <a:pt x="119159" y="93989"/>
                  <a:pt x="120346" y="94465"/>
                </a:cubicBezTo>
                <a:cubicBezTo>
                  <a:pt x="121534" y="94940"/>
                  <a:pt x="125238" y="95178"/>
                  <a:pt x="131460" y="95178"/>
                </a:cubicBezTo>
                <a:lnTo>
                  <a:pt x="138513" y="95178"/>
                </a:lnTo>
                <a:cubicBezTo>
                  <a:pt x="145922" y="95178"/>
                  <a:pt x="151122" y="94630"/>
                  <a:pt x="154114" y="93535"/>
                </a:cubicBezTo>
                <a:cubicBezTo>
                  <a:pt x="157107" y="92438"/>
                  <a:pt x="159838" y="90496"/>
                  <a:pt x="162307" y="87709"/>
                </a:cubicBezTo>
                <a:cubicBezTo>
                  <a:pt x="164777" y="84920"/>
                  <a:pt x="167247" y="80523"/>
                  <a:pt x="169716" y="74518"/>
                </a:cubicBezTo>
                <a:close/>
                <a:moveTo>
                  <a:pt x="234778" y="101304"/>
                </a:moveTo>
                <a:lnTo>
                  <a:pt x="197448" y="20019"/>
                </a:lnTo>
                <a:lnTo>
                  <a:pt x="197448" y="84492"/>
                </a:lnTo>
                <a:cubicBezTo>
                  <a:pt x="197448" y="90428"/>
                  <a:pt x="198089" y="94133"/>
                  <a:pt x="199371" y="95605"/>
                </a:cubicBezTo>
                <a:cubicBezTo>
                  <a:pt x="201129" y="97600"/>
                  <a:pt x="203907" y="98597"/>
                  <a:pt x="207706" y="98597"/>
                </a:cubicBezTo>
                <a:lnTo>
                  <a:pt x="211126" y="98597"/>
                </a:lnTo>
                <a:lnTo>
                  <a:pt x="211126" y="101304"/>
                </a:lnTo>
                <a:lnTo>
                  <a:pt x="177500" y="101304"/>
                </a:lnTo>
                <a:lnTo>
                  <a:pt x="177500" y="98597"/>
                </a:lnTo>
                <a:lnTo>
                  <a:pt x="180920" y="98597"/>
                </a:lnTo>
                <a:cubicBezTo>
                  <a:pt x="185004" y="98597"/>
                  <a:pt x="187901" y="97362"/>
                  <a:pt x="189611" y="94893"/>
                </a:cubicBezTo>
                <a:cubicBezTo>
                  <a:pt x="190656" y="93373"/>
                  <a:pt x="191179" y="89906"/>
                  <a:pt x="191179" y="84492"/>
                </a:cubicBezTo>
                <a:lnTo>
                  <a:pt x="191179" y="21515"/>
                </a:lnTo>
                <a:cubicBezTo>
                  <a:pt x="191179" y="17240"/>
                  <a:pt x="190704" y="14153"/>
                  <a:pt x="189754" y="12253"/>
                </a:cubicBezTo>
                <a:cubicBezTo>
                  <a:pt x="189089" y="10876"/>
                  <a:pt x="187866" y="9724"/>
                  <a:pt x="186085" y="8798"/>
                </a:cubicBezTo>
                <a:cubicBezTo>
                  <a:pt x="184304" y="7872"/>
                  <a:pt x="181442" y="7409"/>
                  <a:pt x="177500" y="7409"/>
                </a:cubicBezTo>
                <a:lnTo>
                  <a:pt x="177500" y="4702"/>
                </a:lnTo>
                <a:lnTo>
                  <a:pt x="204857" y="4702"/>
                </a:lnTo>
                <a:lnTo>
                  <a:pt x="239907" y="80273"/>
                </a:lnTo>
                <a:lnTo>
                  <a:pt x="274388" y="4702"/>
                </a:lnTo>
                <a:lnTo>
                  <a:pt x="301744" y="4702"/>
                </a:lnTo>
                <a:lnTo>
                  <a:pt x="301744" y="7409"/>
                </a:lnTo>
                <a:lnTo>
                  <a:pt x="298396" y="7409"/>
                </a:lnTo>
                <a:cubicBezTo>
                  <a:pt x="294264" y="7409"/>
                  <a:pt x="291343" y="8644"/>
                  <a:pt x="289633" y="11114"/>
                </a:cubicBezTo>
                <a:cubicBezTo>
                  <a:pt x="288589" y="12633"/>
                  <a:pt x="288066" y="16100"/>
                  <a:pt x="288066" y="21515"/>
                </a:cubicBezTo>
                <a:lnTo>
                  <a:pt x="288066" y="84492"/>
                </a:lnTo>
                <a:cubicBezTo>
                  <a:pt x="288066" y="90428"/>
                  <a:pt x="288731" y="94133"/>
                  <a:pt x="290061" y="95605"/>
                </a:cubicBezTo>
                <a:cubicBezTo>
                  <a:pt x="291818" y="97600"/>
                  <a:pt x="294596" y="98597"/>
                  <a:pt x="298396" y="98597"/>
                </a:cubicBezTo>
                <a:lnTo>
                  <a:pt x="301744" y="98597"/>
                </a:lnTo>
                <a:lnTo>
                  <a:pt x="301744" y="101305"/>
                </a:lnTo>
                <a:lnTo>
                  <a:pt x="260710" y="101304"/>
                </a:lnTo>
                <a:lnTo>
                  <a:pt x="260710" y="98597"/>
                </a:lnTo>
                <a:lnTo>
                  <a:pt x="264129" y="98597"/>
                </a:lnTo>
                <a:cubicBezTo>
                  <a:pt x="268261" y="98597"/>
                  <a:pt x="271158" y="97362"/>
                  <a:pt x="272821" y="94893"/>
                </a:cubicBezTo>
                <a:cubicBezTo>
                  <a:pt x="273865" y="93373"/>
                  <a:pt x="274388" y="89906"/>
                  <a:pt x="274388" y="84492"/>
                </a:cubicBezTo>
                <a:lnTo>
                  <a:pt x="274388" y="20019"/>
                </a:lnTo>
                <a:lnTo>
                  <a:pt x="237129" y="101304"/>
                </a:lnTo>
                <a:lnTo>
                  <a:pt x="234778" y="101304"/>
                </a:lnTo>
                <a:close/>
                <a:moveTo>
                  <a:pt x="310697" y="63119"/>
                </a:moveTo>
                <a:lnTo>
                  <a:pt x="347528" y="63119"/>
                </a:lnTo>
                <a:lnTo>
                  <a:pt x="347528" y="73948"/>
                </a:lnTo>
                <a:lnTo>
                  <a:pt x="310697" y="73948"/>
                </a:lnTo>
                <a:lnTo>
                  <a:pt x="310697" y="63119"/>
                </a:lnTo>
                <a:close/>
                <a:moveTo>
                  <a:pt x="375811" y="47502"/>
                </a:moveTo>
                <a:cubicBezTo>
                  <a:pt x="382128" y="38631"/>
                  <a:pt x="388943" y="34196"/>
                  <a:pt x="396257" y="34196"/>
                </a:cubicBezTo>
                <a:cubicBezTo>
                  <a:pt x="402954" y="34196"/>
                  <a:pt x="408796" y="37054"/>
                  <a:pt x="413782" y="42771"/>
                </a:cubicBezTo>
                <a:cubicBezTo>
                  <a:pt x="418769" y="48488"/>
                  <a:pt x="421263" y="56305"/>
                  <a:pt x="421263" y="66221"/>
                </a:cubicBezTo>
                <a:cubicBezTo>
                  <a:pt x="421263" y="77797"/>
                  <a:pt x="417416" y="87120"/>
                  <a:pt x="409722" y="94189"/>
                </a:cubicBezTo>
                <a:cubicBezTo>
                  <a:pt x="403120" y="100263"/>
                  <a:pt x="395758" y="103299"/>
                  <a:pt x="387637" y="103299"/>
                </a:cubicBezTo>
                <a:cubicBezTo>
                  <a:pt x="383837" y="103299"/>
                  <a:pt x="379979" y="102606"/>
                  <a:pt x="376060" y="101220"/>
                </a:cubicBezTo>
                <a:cubicBezTo>
                  <a:pt x="372142" y="99834"/>
                  <a:pt x="368141" y="97754"/>
                  <a:pt x="364056" y="94980"/>
                </a:cubicBezTo>
                <a:lnTo>
                  <a:pt x="364056" y="27499"/>
                </a:lnTo>
                <a:cubicBezTo>
                  <a:pt x="364056" y="20090"/>
                  <a:pt x="363878" y="15531"/>
                  <a:pt x="363522" y="13821"/>
                </a:cubicBezTo>
                <a:cubicBezTo>
                  <a:pt x="363166" y="12111"/>
                  <a:pt x="362608" y="10947"/>
                  <a:pt x="361848" y="10330"/>
                </a:cubicBezTo>
                <a:cubicBezTo>
                  <a:pt x="361088" y="9713"/>
                  <a:pt x="360138" y="9404"/>
                  <a:pt x="358998" y="9404"/>
                </a:cubicBezTo>
                <a:cubicBezTo>
                  <a:pt x="357668" y="9404"/>
                  <a:pt x="356006" y="9784"/>
                  <a:pt x="354011" y="10544"/>
                </a:cubicBezTo>
                <a:lnTo>
                  <a:pt x="353014" y="7979"/>
                </a:lnTo>
                <a:lnTo>
                  <a:pt x="372605" y="0"/>
                </a:lnTo>
                <a:lnTo>
                  <a:pt x="375811" y="0"/>
                </a:lnTo>
                <a:lnTo>
                  <a:pt x="375811" y="47502"/>
                </a:lnTo>
                <a:moveTo>
                  <a:pt x="375811" y="52037"/>
                </a:moveTo>
                <a:lnTo>
                  <a:pt x="375811" y="90870"/>
                </a:lnTo>
                <a:cubicBezTo>
                  <a:pt x="378233" y="93233"/>
                  <a:pt x="380739" y="95017"/>
                  <a:pt x="383327" y="96222"/>
                </a:cubicBezTo>
                <a:cubicBezTo>
                  <a:pt x="385915" y="97426"/>
                  <a:pt x="388563" y="98027"/>
                  <a:pt x="391270" y="98027"/>
                </a:cubicBezTo>
                <a:cubicBezTo>
                  <a:pt x="395592" y="98027"/>
                  <a:pt x="399617" y="95665"/>
                  <a:pt x="403346" y="90941"/>
                </a:cubicBezTo>
                <a:cubicBezTo>
                  <a:pt x="407074" y="86217"/>
                  <a:pt x="408938" y="79343"/>
                  <a:pt x="408938" y="70319"/>
                </a:cubicBezTo>
                <a:cubicBezTo>
                  <a:pt x="408938" y="62005"/>
                  <a:pt x="407074" y="55615"/>
                  <a:pt x="403346" y="51151"/>
                </a:cubicBezTo>
                <a:cubicBezTo>
                  <a:pt x="399617" y="46687"/>
                  <a:pt x="395379" y="44454"/>
                  <a:pt x="390629" y="44454"/>
                </a:cubicBezTo>
                <a:cubicBezTo>
                  <a:pt x="388112" y="44454"/>
                  <a:pt x="385595" y="45092"/>
                  <a:pt x="383078" y="46367"/>
                </a:cubicBezTo>
                <a:cubicBezTo>
                  <a:pt x="381178" y="47312"/>
                  <a:pt x="378756" y="49202"/>
                  <a:pt x="375811" y="52037"/>
                </a:cubicBezTo>
                <a:close/>
                <a:moveTo>
                  <a:pt x="467853" y="91976"/>
                </a:moveTo>
                <a:cubicBezTo>
                  <a:pt x="461157" y="97152"/>
                  <a:pt x="456953" y="100142"/>
                  <a:pt x="455244" y="100948"/>
                </a:cubicBezTo>
                <a:cubicBezTo>
                  <a:pt x="452679" y="102136"/>
                  <a:pt x="449948" y="102729"/>
                  <a:pt x="447051" y="102729"/>
                </a:cubicBezTo>
                <a:cubicBezTo>
                  <a:pt x="442539" y="102729"/>
                  <a:pt x="438823" y="101186"/>
                  <a:pt x="435902" y="98099"/>
                </a:cubicBezTo>
                <a:cubicBezTo>
                  <a:pt x="432981" y="95012"/>
                  <a:pt x="431520" y="90951"/>
                  <a:pt x="431520" y="85916"/>
                </a:cubicBezTo>
                <a:cubicBezTo>
                  <a:pt x="431520" y="82734"/>
                  <a:pt x="432233" y="79980"/>
                  <a:pt x="433658" y="77653"/>
                </a:cubicBezTo>
                <a:cubicBezTo>
                  <a:pt x="435605" y="74423"/>
                  <a:pt x="438989" y="71383"/>
                  <a:pt x="443809" y="68534"/>
                </a:cubicBezTo>
                <a:cubicBezTo>
                  <a:pt x="448630" y="65684"/>
                  <a:pt x="456645" y="62217"/>
                  <a:pt x="467853" y="58133"/>
                </a:cubicBezTo>
                <a:lnTo>
                  <a:pt x="467853" y="55577"/>
                </a:lnTo>
                <a:cubicBezTo>
                  <a:pt x="467853" y="49094"/>
                  <a:pt x="466820" y="44646"/>
                  <a:pt x="464754" y="42232"/>
                </a:cubicBezTo>
                <a:cubicBezTo>
                  <a:pt x="462688" y="39819"/>
                  <a:pt x="459684" y="38613"/>
                  <a:pt x="455742" y="38613"/>
                </a:cubicBezTo>
                <a:cubicBezTo>
                  <a:pt x="452750" y="38613"/>
                  <a:pt x="450375" y="39420"/>
                  <a:pt x="448618" y="41035"/>
                </a:cubicBezTo>
                <a:cubicBezTo>
                  <a:pt x="446813" y="42650"/>
                  <a:pt x="445911" y="44502"/>
                  <a:pt x="445911" y="46592"/>
                </a:cubicBezTo>
                <a:lnTo>
                  <a:pt x="446054" y="50723"/>
                </a:lnTo>
                <a:cubicBezTo>
                  <a:pt x="446054" y="52908"/>
                  <a:pt x="445495" y="54594"/>
                  <a:pt x="444379" y="55782"/>
                </a:cubicBezTo>
                <a:cubicBezTo>
                  <a:pt x="443263" y="56969"/>
                  <a:pt x="441803" y="57563"/>
                  <a:pt x="439998" y="57563"/>
                </a:cubicBezTo>
                <a:cubicBezTo>
                  <a:pt x="438241" y="57563"/>
                  <a:pt x="436804" y="56944"/>
                  <a:pt x="435688" y="55706"/>
                </a:cubicBezTo>
                <a:cubicBezTo>
                  <a:pt x="434572" y="54467"/>
                  <a:pt x="434014" y="52775"/>
                  <a:pt x="434014" y="50632"/>
                </a:cubicBezTo>
                <a:cubicBezTo>
                  <a:pt x="434014" y="46534"/>
                  <a:pt x="436104" y="42770"/>
                  <a:pt x="440283" y="39341"/>
                </a:cubicBezTo>
                <a:cubicBezTo>
                  <a:pt x="444462" y="35911"/>
                  <a:pt x="450328" y="34196"/>
                  <a:pt x="457879" y="34196"/>
                </a:cubicBezTo>
                <a:cubicBezTo>
                  <a:pt x="463674" y="34196"/>
                  <a:pt x="468423" y="35168"/>
                  <a:pt x="472128" y="37112"/>
                </a:cubicBezTo>
                <a:cubicBezTo>
                  <a:pt x="474930" y="38583"/>
                  <a:pt x="476996" y="40884"/>
                  <a:pt x="478326" y="44016"/>
                </a:cubicBezTo>
                <a:cubicBezTo>
                  <a:pt x="479180" y="46055"/>
                  <a:pt x="479608" y="50229"/>
                  <a:pt x="479608" y="56539"/>
                </a:cubicBezTo>
                <a:lnTo>
                  <a:pt x="479608" y="78668"/>
                </a:lnTo>
                <a:cubicBezTo>
                  <a:pt x="479608" y="84882"/>
                  <a:pt x="479727" y="88689"/>
                  <a:pt x="479964" y="90089"/>
                </a:cubicBezTo>
                <a:cubicBezTo>
                  <a:pt x="480202" y="91488"/>
                  <a:pt x="480593" y="92425"/>
                  <a:pt x="481140" y="92900"/>
                </a:cubicBezTo>
                <a:cubicBezTo>
                  <a:pt x="481686" y="93374"/>
                  <a:pt x="482315" y="93610"/>
                  <a:pt x="483027" y="93610"/>
                </a:cubicBezTo>
                <a:cubicBezTo>
                  <a:pt x="483787" y="93610"/>
                  <a:pt x="484452" y="93444"/>
                  <a:pt x="485022" y="93112"/>
                </a:cubicBezTo>
                <a:cubicBezTo>
                  <a:pt x="486020" y="92494"/>
                  <a:pt x="487943" y="90761"/>
                  <a:pt x="490793" y="87911"/>
                </a:cubicBezTo>
                <a:lnTo>
                  <a:pt x="490793" y="91901"/>
                </a:lnTo>
                <a:cubicBezTo>
                  <a:pt x="485473" y="99025"/>
                  <a:pt x="480392" y="102587"/>
                  <a:pt x="475547" y="102587"/>
                </a:cubicBezTo>
                <a:cubicBezTo>
                  <a:pt x="473220" y="102587"/>
                  <a:pt x="471368" y="101785"/>
                  <a:pt x="469990" y="100182"/>
                </a:cubicBezTo>
                <a:cubicBezTo>
                  <a:pt x="468613" y="98578"/>
                  <a:pt x="467901" y="95843"/>
                  <a:pt x="467853" y="91976"/>
                </a:cubicBezTo>
                <a:moveTo>
                  <a:pt x="467853" y="87357"/>
                </a:moveTo>
                <a:lnTo>
                  <a:pt x="467853" y="62549"/>
                </a:lnTo>
                <a:cubicBezTo>
                  <a:pt x="460682" y="65393"/>
                  <a:pt x="456051" y="67407"/>
                  <a:pt x="453961" y="68592"/>
                </a:cubicBezTo>
                <a:cubicBezTo>
                  <a:pt x="450209" y="70677"/>
                  <a:pt x="447526" y="72857"/>
                  <a:pt x="445911" y="75132"/>
                </a:cubicBezTo>
                <a:cubicBezTo>
                  <a:pt x="444296" y="77406"/>
                  <a:pt x="443489" y="79894"/>
                  <a:pt x="443489" y="82595"/>
                </a:cubicBezTo>
                <a:cubicBezTo>
                  <a:pt x="443489" y="86007"/>
                  <a:pt x="444510" y="88839"/>
                  <a:pt x="446552" y="91090"/>
                </a:cubicBezTo>
                <a:cubicBezTo>
                  <a:pt x="448594" y="93340"/>
                  <a:pt x="450945" y="94465"/>
                  <a:pt x="453605" y="94465"/>
                </a:cubicBezTo>
                <a:cubicBezTo>
                  <a:pt x="457215" y="94465"/>
                  <a:pt x="461964" y="92096"/>
                  <a:pt x="467853" y="87357"/>
                </a:cubicBezTo>
                <a:close/>
                <a:moveTo>
                  <a:pt x="537689" y="34196"/>
                </a:moveTo>
                <a:lnTo>
                  <a:pt x="537689" y="56423"/>
                </a:lnTo>
                <a:lnTo>
                  <a:pt x="535338" y="56423"/>
                </a:lnTo>
                <a:cubicBezTo>
                  <a:pt x="533534" y="49469"/>
                  <a:pt x="531218" y="44739"/>
                  <a:pt x="528392" y="42232"/>
                </a:cubicBezTo>
                <a:cubicBezTo>
                  <a:pt x="525567" y="39724"/>
                  <a:pt x="521969" y="38470"/>
                  <a:pt x="517599" y="38470"/>
                </a:cubicBezTo>
                <a:cubicBezTo>
                  <a:pt x="514275" y="38470"/>
                  <a:pt x="511591" y="39346"/>
                  <a:pt x="509549" y="41097"/>
                </a:cubicBezTo>
                <a:cubicBezTo>
                  <a:pt x="507507" y="42848"/>
                  <a:pt x="506486" y="44789"/>
                  <a:pt x="506486" y="46919"/>
                </a:cubicBezTo>
                <a:cubicBezTo>
                  <a:pt x="506486" y="49568"/>
                  <a:pt x="507246" y="51840"/>
                  <a:pt x="508766" y="53733"/>
                </a:cubicBezTo>
                <a:cubicBezTo>
                  <a:pt x="510238" y="55673"/>
                  <a:pt x="513230" y="57732"/>
                  <a:pt x="517742" y="59909"/>
                </a:cubicBezTo>
                <a:lnTo>
                  <a:pt x="528143" y="64949"/>
                </a:lnTo>
                <a:cubicBezTo>
                  <a:pt x="537784" y="69645"/>
                  <a:pt x="542605" y="75835"/>
                  <a:pt x="542605" y="83519"/>
                </a:cubicBezTo>
                <a:cubicBezTo>
                  <a:pt x="542605" y="89448"/>
                  <a:pt x="540361" y="94227"/>
                  <a:pt x="535873" y="97856"/>
                </a:cubicBezTo>
                <a:cubicBezTo>
                  <a:pt x="531385" y="101485"/>
                  <a:pt x="526362" y="103299"/>
                  <a:pt x="520805" y="103299"/>
                </a:cubicBezTo>
                <a:cubicBezTo>
                  <a:pt x="516816" y="103299"/>
                  <a:pt x="512256" y="102622"/>
                  <a:pt x="507127" y="101269"/>
                </a:cubicBezTo>
                <a:cubicBezTo>
                  <a:pt x="505560" y="100818"/>
                  <a:pt x="504277" y="100592"/>
                  <a:pt x="503280" y="100592"/>
                </a:cubicBezTo>
                <a:cubicBezTo>
                  <a:pt x="502188" y="100592"/>
                  <a:pt x="501333" y="101162"/>
                  <a:pt x="500715" y="102302"/>
                </a:cubicBezTo>
                <a:lnTo>
                  <a:pt x="498364" y="102302"/>
                </a:lnTo>
                <a:lnTo>
                  <a:pt x="498364" y="78935"/>
                </a:lnTo>
                <a:lnTo>
                  <a:pt x="500715" y="78935"/>
                </a:lnTo>
                <a:cubicBezTo>
                  <a:pt x="502045" y="85584"/>
                  <a:pt x="504586" y="90595"/>
                  <a:pt x="508338" y="93967"/>
                </a:cubicBezTo>
                <a:cubicBezTo>
                  <a:pt x="512090" y="97339"/>
                  <a:pt x="516293" y="99025"/>
                  <a:pt x="520948" y="99025"/>
                </a:cubicBezTo>
                <a:cubicBezTo>
                  <a:pt x="524225" y="99025"/>
                  <a:pt x="526896" y="98068"/>
                  <a:pt x="528962" y="96155"/>
                </a:cubicBezTo>
                <a:cubicBezTo>
                  <a:pt x="531028" y="94241"/>
                  <a:pt x="532061" y="91936"/>
                  <a:pt x="532061" y="89243"/>
                </a:cubicBezTo>
                <a:cubicBezTo>
                  <a:pt x="532061" y="85982"/>
                  <a:pt x="530910" y="83241"/>
                  <a:pt x="528606" y="81021"/>
                </a:cubicBezTo>
                <a:cubicBezTo>
                  <a:pt x="526303" y="78799"/>
                  <a:pt x="521708" y="75993"/>
                  <a:pt x="514821" y="72603"/>
                </a:cubicBezTo>
                <a:cubicBezTo>
                  <a:pt x="507934" y="69212"/>
                  <a:pt x="503423" y="66137"/>
                  <a:pt x="501285" y="63378"/>
                </a:cubicBezTo>
                <a:cubicBezTo>
                  <a:pt x="499148" y="60666"/>
                  <a:pt x="498079" y="57241"/>
                  <a:pt x="498079" y="53103"/>
                </a:cubicBezTo>
                <a:cubicBezTo>
                  <a:pt x="498079" y="47728"/>
                  <a:pt x="499920" y="43233"/>
                  <a:pt x="503601" y="39619"/>
                </a:cubicBezTo>
                <a:cubicBezTo>
                  <a:pt x="507281" y="36003"/>
                  <a:pt x="512043" y="34196"/>
                  <a:pt x="517884" y="34196"/>
                </a:cubicBezTo>
                <a:cubicBezTo>
                  <a:pt x="520449" y="34196"/>
                  <a:pt x="523560" y="34742"/>
                  <a:pt x="527217" y="35834"/>
                </a:cubicBezTo>
                <a:cubicBezTo>
                  <a:pt x="529639" y="36547"/>
                  <a:pt x="531254" y="36903"/>
                  <a:pt x="532061" y="36903"/>
                </a:cubicBezTo>
                <a:cubicBezTo>
                  <a:pt x="532821" y="36903"/>
                  <a:pt x="533415" y="36737"/>
                  <a:pt x="533842" y="36404"/>
                </a:cubicBezTo>
                <a:cubicBezTo>
                  <a:pt x="534270" y="36072"/>
                  <a:pt x="534769" y="35335"/>
                  <a:pt x="535338" y="34196"/>
                </a:cubicBezTo>
                <a:lnTo>
                  <a:pt x="537689" y="34196"/>
                </a:lnTo>
                <a:close/>
                <a:moveTo>
                  <a:pt x="563240" y="60697"/>
                </a:moveTo>
                <a:cubicBezTo>
                  <a:pt x="563192" y="70341"/>
                  <a:pt x="565543" y="77906"/>
                  <a:pt x="570293" y="83390"/>
                </a:cubicBezTo>
                <a:cubicBezTo>
                  <a:pt x="575042" y="88874"/>
                  <a:pt x="580623" y="91616"/>
                  <a:pt x="587034" y="91616"/>
                </a:cubicBezTo>
                <a:cubicBezTo>
                  <a:pt x="591309" y="91616"/>
                  <a:pt x="595025" y="90435"/>
                  <a:pt x="598184" y="88074"/>
                </a:cubicBezTo>
                <a:cubicBezTo>
                  <a:pt x="601342" y="85712"/>
                  <a:pt x="603990" y="81669"/>
                  <a:pt x="606127" y="75943"/>
                </a:cubicBezTo>
                <a:lnTo>
                  <a:pt x="608335" y="77374"/>
                </a:lnTo>
                <a:cubicBezTo>
                  <a:pt x="607338" y="83915"/>
                  <a:pt x="604441" y="89871"/>
                  <a:pt x="599644" y="95242"/>
                </a:cubicBezTo>
                <a:cubicBezTo>
                  <a:pt x="594847" y="100614"/>
                  <a:pt x="588839" y="103299"/>
                  <a:pt x="581620" y="103299"/>
                </a:cubicBezTo>
                <a:cubicBezTo>
                  <a:pt x="573784" y="103299"/>
                  <a:pt x="567075" y="100254"/>
                  <a:pt x="561495" y="94165"/>
                </a:cubicBezTo>
                <a:cubicBezTo>
                  <a:pt x="555914" y="88074"/>
                  <a:pt x="553124" y="79885"/>
                  <a:pt x="553124" y="69600"/>
                </a:cubicBezTo>
                <a:cubicBezTo>
                  <a:pt x="553124" y="58463"/>
                  <a:pt x="555985" y="49778"/>
                  <a:pt x="561708" y="43546"/>
                </a:cubicBezTo>
                <a:cubicBezTo>
                  <a:pt x="567431" y="37312"/>
                  <a:pt x="574615" y="34196"/>
                  <a:pt x="583259" y="34196"/>
                </a:cubicBezTo>
                <a:cubicBezTo>
                  <a:pt x="590573" y="34196"/>
                  <a:pt x="596581" y="36600"/>
                  <a:pt x="601283" y="41409"/>
                </a:cubicBezTo>
                <a:cubicBezTo>
                  <a:pt x="605984" y="46216"/>
                  <a:pt x="608335" y="52646"/>
                  <a:pt x="608335" y="60697"/>
                </a:cubicBezTo>
                <a:lnTo>
                  <a:pt x="563240" y="60697"/>
                </a:lnTo>
                <a:moveTo>
                  <a:pt x="563240" y="56565"/>
                </a:moveTo>
                <a:lnTo>
                  <a:pt x="593446" y="56565"/>
                </a:lnTo>
                <a:cubicBezTo>
                  <a:pt x="593209" y="52420"/>
                  <a:pt x="592710" y="49500"/>
                  <a:pt x="591950" y="47805"/>
                </a:cubicBezTo>
                <a:cubicBezTo>
                  <a:pt x="590763" y="45166"/>
                  <a:pt x="588994" y="43093"/>
                  <a:pt x="586643" y="41587"/>
                </a:cubicBezTo>
                <a:cubicBezTo>
                  <a:pt x="584292" y="40079"/>
                  <a:pt x="581834" y="39325"/>
                  <a:pt x="579269" y="39325"/>
                </a:cubicBezTo>
                <a:cubicBezTo>
                  <a:pt x="575327" y="39325"/>
                  <a:pt x="571801" y="40844"/>
                  <a:pt x="568690" y="43882"/>
                </a:cubicBezTo>
                <a:cubicBezTo>
                  <a:pt x="565579" y="46920"/>
                  <a:pt x="563762" y="51148"/>
                  <a:pt x="563240" y="56565"/>
                </a:cubicBezTo>
                <a:close/>
                <a:moveTo>
                  <a:pt x="662997" y="93971"/>
                </a:moveTo>
                <a:cubicBezTo>
                  <a:pt x="659815" y="97294"/>
                  <a:pt x="656704" y="99680"/>
                  <a:pt x="653665" y="101129"/>
                </a:cubicBezTo>
                <a:cubicBezTo>
                  <a:pt x="650625" y="102576"/>
                  <a:pt x="647348" y="103299"/>
                  <a:pt x="643834" y="103299"/>
                </a:cubicBezTo>
                <a:cubicBezTo>
                  <a:pt x="636709" y="103299"/>
                  <a:pt x="630488" y="100326"/>
                  <a:pt x="625168" y="94379"/>
                </a:cubicBezTo>
                <a:cubicBezTo>
                  <a:pt x="619849" y="88430"/>
                  <a:pt x="617189" y="80786"/>
                  <a:pt x="617189" y="71448"/>
                </a:cubicBezTo>
                <a:cubicBezTo>
                  <a:pt x="617189" y="62111"/>
                  <a:pt x="620134" y="53568"/>
                  <a:pt x="626023" y="45819"/>
                </a:cubicBezTo>
                <a:cubicBezTo>
                  <a:pt x="631913" y="38070"/>
                  <a:pt x="639488" y="34196"/>
                  <a:pt x="648749" y="34196"/>
                </a:cubicBezTo>
                <a:cubicBezTo>
                  <a:pt x="654496" y="34196"/>
                  <a:pt x="659245" y="36023"/>
                  <a:pt x="662997" y="39679"/>
                </a:cubicBezTo>
                <a:lnTo>
                  <a:pt x="662997" y="27499"/>
                </a:lnTo>
                <a:cubicBezTo>
                  <a:pt x="662997" y="20074"/>
                  <a:pt x="662819" y="15510"/>
                  <a:pt x="662463" y="13807"/>
                </a:cubicBezTo>
                <a:cubicBezTo>
                  <a:pt x="662107" y="12105"/>
                  <a:pt x="661549" y="10946"/>
                  <a:pt x="660789" y="10330"/>
                </a:cubicBezTo>
                <a:cubicBezTo>
                  <a:pt x="660029" y="9713"/>
                  <a:pt x="659079" y="9404"/>
                  <a:pt x="657939" y="9404"/>
                </a:cubicBezTo>
                <a:cubicBezTo>
                  <a:pt x="656704" y="9404"/>
                  <a:pt x="655066" y="9784"/>
                  <a:pt x="653024" y="10544"/>
                </a:cubicBezTo>
                <a:lnTo>
                  <a:pt x="652097" y="7979"/>
                </a:lnTo>
                <a:lnTo>
                  <a:pt x="671546" y="0"/>
                </a:lnTo>
                <a:lnTo>
                  <a:pt x="674752" y="0"/>
                </a:lnTo>
                <a:lnTo>
                  <a:pt x="674752" y="75515"/>
                </a:lnTo>
                <a:cubicBezTo>
                  <a:pt x="674752" y="83131"/>
                  <a:pt x="674930" y="87778"/>
                  <a:pt x="675286" y="89456"/>
                </a:cubicBezTo>
                <a:cubicBezTo>
                  <a:pt x="675643" y="91135"/>
                  <a:pt x="676212" y="92307"/>
                  <a:pt x="676996" y="92972"/>
                </a:cubicBezTo>
                <a:cubicBezTo>
                  <a:pt x="677780" y="93635"/>
                  <a:pt x="678694" y="93967"/>
                  <a:pt x="679739" y="93967"/>
                </a:cubicBezTo>
                <a:cubicBezTo>
                  <a:pt x="681021" y="93967"/>
                  <a:pt x="682731" y="93563"/>
                  <a:pt x="684868" y="92756"/>
                </a:cubicBezTo>
                <a:lnTo>
                  <a:pt x="685652" y="95320"/>
                </a:lnTo>
                <a:lnTo>
                  <a:pt x="666274" y="103299"/>
                </a:lnTo>
                <a:lnTo>
                  <a:pt x="662997" y="103299"/>
                </a:lnTo>
                <a:lnTo>
                  <a:pt x="662997" y="93971"/>
                </a:lnTo>
                <a:moveTo>
                  <a:pt x="662997" y="88995"/>
                </a:moveTo>
                <a:lnTo>
                  <a:pt x="662997" y="55454"/>
                </a:lnTo>
                <a:cubicBezTo>
                  <a:pt x="662712" y="52232"/>
                  <a:pt x="661857" y="49295"/>
                  <a:pt x="660433" y="46643"/>
                </a:cubicBezTo>
                <a:cubicBezTo>
                  <a:pt x="659008" y="43989"/>
                  <a:pt x="657120" y="41988"/>
                  <a:pt x="654769" y="40638"/>
                </a:cubicBezTo>
                <a:cubicBezTo>
                  <a:pt x="652418" y="39288"/>
                  <a:pt x="650126" y="38613"/>
                  <a:pt x="647894" y="38613"/>
                </a:cubicBezTo>
                <a:cubicBezTo>
                  <a:pt x="643715" y="38613"/>
                  <a:pt x="639987" y="40484"/>
                  <a:pt x="636709" y="44227"/>
                </a:cubicBezTo>
                <a:cubicBezTo>
                  <a:pt x="632388" y="49153"/>
                  <a:pt x="630227" y="56354"/>
                  <a:pt x="630227" y="65829"/>
                </a:cubicBezTo>
                <a:cubicBezTo>
                  <a:pt x="630227" y="75399"/>
                  <a:pt x="632316" y="82731"/>
                  <a:pt x="636496" y="87824"/>
                </a:cubicBezTo>
                <a:cubicBezTo>
                  <a:pt x="640675" y="92917"/>
                  <a:pt x="645330" y="95463"/>
                  <a:pt x="650459" y="95463"/>
                </a:cubicBezTo>
                <a:cubicBezTo>
                  <a:pt x="654781" y="95463"/>
                  <a:pt x="658960" y="93307"/>
                  <a:pt x="662997" y="889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F5248-A3CB-48D8-B70B-7945AB1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3" y="2534720"/>
            <a:ext cx="688215" cy="7296"/>
          </a:xfrm>
          <a:custGeom xmlns:a="http://schemas.openxmlformats.org/drawingml/2006/main">
            <a:pathLst>
              <a:path w="688215" h="7296">
                <a:moveTo>
                  <a:pt x="688215" y="7296"/>
                </a:moveTo>
                <a:lnTo>
                  <a:pt x="0" y="7296"/>
                </a:lnTo>
                <a:lnTo>
                  <a:pt x="0" y="0"/>
                </a:lnTo>
                <a:lnTo>
                  <a:pt x="688215" y="0"/>
                </a:lnTo>
                <a:lnTo>
                  <a:pt x="688215" y="7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Tree-basedNN">
            <a:extLst xmlns:a="http://schemas.openxmlformats.org/drawingml/2006/main">
              <a:ext uri="{FF2B5EF4-FFF2-40B4-BE49-F238E27FC236}">
                <a16:creationId xmlns:a16="http://schemas.microsoft.com/office/drawing/2014/main" id="{0713B5A8-9408-49DF-BB6A-C59B917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2" y="430451"/>
            <a:ext cx="888064" cy="103299"/>
          </a:xfrm>
          <a:custGeom xmlns:a="http://schemas.openxmlformats.org/drawingml/2006/main">
            <a:pathLst>
              <a:path w="888064" h="103299">
                <a:moveTo>
                  <a:pt x="80003" y="4702"/>
                </a:moveTo>
                <a:lnTo>
                  <a:pt x="81072" y="27428"/>
                </a:lnTo>
                <a:lnTo>
                  <a:pt x="78365" y="27428"/>
                </a:lnTo>
                <a:cubicBezTo>
                  <a:pt x="77842" y="23438"/>
                  <a:pt x="77130" y="20589"/>
                  <a:pt x="76228" y="18879"/>
                </a:cubicBezTo>
                <a:cubicBezTo>
                  <a:pt x="74755" y="16124"/>
                  <a:pt x="72796" y="14094"/>
                  <a:pt x="70350" y="12788"/>
                </a:cubicBezTo>
                <a:cubicBezTo>
                  <a:pt x="67904" y="11482"/>
                  <a:pt x="64687" y="10829"/>
                  <a:pt x="60697" y="10829"/>
                </a:cubicBezTo>
                <a:lnTo>
                  <a:pt x="47090" y="10829"/>
                </a:lnTo>
                <a:lnTo>
                  <a:pt x="47090" y="84492"/>
                </a:lnTo>
                <a:cubicBezTo>
                  <a:pt x="47090" y="90428"/>
                  <a:pt x="47731" y="94133"/>
                  <a:pt x="49014" y="95605"/>
                </a:cubicBezTo>
                <a:cubicBezTo>
                  <a:pt x="50818" y="97600"/>
                  <a:pt x="53597" y="98597"/>
                  <a:pt x="57349" y="98597"/>
                </a:cubicBezTo>
                <a:lnTo>
                  <a:pt x="60697" y="98597"/>
                </a:lnTo>
                <a:lnTo>
                  <a:pt x="60697" y="101304"/>
                </a:lnTo>
                <a:lnTo>
                  <a:pt x="19734" y="101304"/>
                </a:lnTo>
                <a:lnTo>
                  <a:pt x="19734" y="98597"/>
                </a:lnTo>
                <a:lnTo>
                  <a:pt x="23153" y="98597"/>
                </a:lnTo>
                <a:cubicBezTo>
                  <a:pt x="27238" y="98597"/>
                  <a:pt x="30135" y="97362"/>
                  <a:pt x="31845" y="94893"/>
                </a:cubicBezTo>
                <a:cubicBezTo>
                  <a:pt x="32889" y="93373"/>
                  <a:pt x="33412" y="89906"/>
                  <a:pt x="33412" y="84492"/>
                </a:cubicBezTo>
                <a:lnTo>
                  <a:pt x="33412" y="10829"/>
                </a:lnTo>
                <a:lnTo>
                  <a:pt x="21800" y="10829"/>
                </a:lnTo>
                <a:cubicBezTo>
                  <a:pt x="17288" y="10829"/>
                  <a:pt x="14082" y="11161"/>
                  <a:pt x="12182" y="11826"/>
                </a:cubicBezTo>
                <a:cubicBezTo>
                  <a:pt x="9713" y="12728"/>
                  <a:pt x="7599" y="14462"/>
                  <a:pt x="5842" y="17027"/>
                </a:cubicBezTo>
                <a:cubicBezTo>
                  <a:pt x="4084" y="19591"/>
                  <a:pt x="3040" y="23058"/>
                  <a:pt x="2707" y="27428"/>
                </a:cubicBezTo>
                <a:lnTo>
                  <a:pt x="0" y="27428"/>
                </a:lnTo>
                <a:lnTo>
                  <a:pt x="1140" y="4702"/>
                </a:lnTo>
                <a:lnTo>
                  <a:pt x="80003" y="4702"/>
                </a:lnTo>
                <a:close/>
                <a:moveTo>
                  <a:pt x="108235" y="34196"/>
                </a:moveTo>
                <a:lnTo>
                  <a:pt x="108235" y="48871"/>
                </a:lnTo>
                <a:cubicBezTo>
                  <a:pt x="113697" y="39087"/>
                  <a:pt x="119302" y="34196"/>
                  <a:pt x="125048" y="34196"/>
                </a:cubicBezTo>
                <a:cubicBezTo>
                  <a:pt x="127660" y="34196"/>
                  <a:pt x="129821" y="34991"/>
                  <a:pt x="131531" y="36582"/>
                </a:cubicBezTo>
                <a:cubicBezTo>
                  <a:pt x="133241" y="38173"/>
                  <a:pt x="134096" y="40014"/>
                  <a:pt x="134096" y="42103"/>
                </a:cubicBezTo>
                <a:cubicBezTo>
                  <a:pt x="134096" y="43956"/>
                  <a:pt x="133478" y="45523"/>
                  <a:pt x="132244" y="46805"/>
                </a:cubicBezTo>
                <a:cubicBezTo>
                  <a:pt x="131009" y="48088"/>
                  <a:pt x="129536" y="48729"/>
                  <a:pt x="127827" y="48729"/>
                </a:cubicBezTo>
                <a:cubicBezTo>
                  <a:pt x="126164" y="48729"/>
                  <a:pt x="124300" y="47921"/>
                  <a:pt x="122234" y="46307"/>
                </a:cubicBezTo>
                <a:cubicBezTo>
                  <a:pt x="120168" y="44692"/>
                  <a:pt x="118637" y="43884"/>
                  <a:pt x="117639" y="43884"/>
                </a:cubicBezTo>
                <a:cubicBezTo>
                  <a:pt x="116784" y="43884"/>
                  <a:pt x="115858" y="44356"/>
                  <a:pt x="114861" y="45298"/>
                </a:cubicBezTo>
                <a:cubicBezTo>
                  <a:pt x="112724" y="47232"/>
                  <a:pt x="110515" y="50415"/>
                  <a:pt x="108235" y="54847"/>
                </a:cubicBezTo>
                <a:lnTo>
                  <a:pt x="108235" y="86059"/>
                </a:lnTo>
                <a:cubicBezTo>
                  <a:pt x="108235" y="89671"/>
                  <a:pt x="108687" y="92404"/>
                  <a:pt x="109589" y="94256"/>
                </a:cubicBezTo>
                <a:cubicBezTo>
                  <a:pt x="110206" y="95540"/>
                  <a:pt x="111299" y="96609"/>
                  <a:pt x="112866" y="97462"/>
                </a:cubicBezTo>
                <a:cubicBezTo>
                  <a:pt x="114433" y="98314"/>
                  <a:pt x="116689" y="98740"/>
                  <a:pt x="119634" y="98740"/>
                </a:cubicBezTo>
                <a:lnTo>
                  <a:pt x="119634" y="101304"/>
                </a:lnTo>
                <a:lnTo>
                  <a:pt x="86222" y="101304"/>
                </a:lnTo>
                <a:lnTo>
                  <a:pt x="86222" y="98740"/>
                </a:lnTo>
                <a:cubicBezTo>
                  <a:pt x="89547" y="98740"/>
                  <a:pt x="92016" y="98211"/>
                  <a:pt x="93631" y="97155"/>
                </a:cubicBezTo>
                <a:cubicBezTo>
                  <a:pt x="94818" y="96386"/>
                  <a:pt x="95650" y="95161"/>
                  <a:pt x="96124" y="93479"/>
                </a:cubicBezTo>
                <a:cubicBezTo>
                  <a:pt x="96362" y="92661"/>
                  <a:pt x="96481" y="90330"/>
                  <a:pt x="96481" y="86486"/>
                </a:cubicBezTo>
                <a:lnTo>
                  <a:pt x="96481" y="61410"/>
                </a:lnTo>
                <a:cubicBezTo>
                  <a:pt x="96481" y="53811"/>
                  <a:pt x="96326" y="49287"/>
                  <a:pt x="96018" y="47838"/>
                </a:cubicBezTo>
                <a:cubicBezTo>
                  <a:pt x="95709" y="46390"/>
                  <a:pt x="95139" y="45333"/>
                  <a:pt x="94308" y="44668"/>
                </a:cubicBezTo>
                <a:cubicBezTo>
                  <a:pt x="93477" y="44003"/>
                  <a:pt x="92444" y="43671"/>
                  <a:pt x="91209" y="43671"/>
                </a:cubicBezTo>
                <a:cubicBezTo>
                  <a:pt x="89737" y="43671"/>
                  <a:pt x="88074" y="44027"/>
                  <a:pt x="86222" y="44739"/>
                </a:cubicBezTo>
                <a:lnTo>
                  <a:pt x="85510" y="42175"/>
                </a:lnTo>
                <a:lnTo>
                  <a:pt x="105243" y="34196"/>
                </a:lnTo>
                <a:lnTo>
                  <a:pt x="108235" y="34196"/>
                </a:lnTo>
                <a:close/>
                <a:moveTo>
                  <a:pt x="148699" y="60697"/>
                </a:moveTo>
                <a:cubicBezTo>
                  <a:pt x="148651" y="70341"/>
                  <a:pt x="151002" y="77906"/>
                  <a:pt x="155752" y="83390"/>
                </a:cubicBezTo>
                <a:cubicBezTo>
                  <a:pt x="160501" y="88874"/>
                  <a:pt x="166082" y="91616"/>
                  <a:pt x="172493" y="91616"/>
                </a:cubicBezTo>
                <a:cubicBezTo>
                  <a:pt x="176768" y="91616"/>
                  <a:pt x="180484" y="90435"/>
                  <a:pt x="183642" y="88074"/>
                </a:cubicBezTo>
                <a:cubicBezTo>
                  <a:pt x="186801" y="85712"/>
                  <a:pt x="189449" y="81669"/>
                  <a:pt x="191586" y="75943"/>
                </a:cubicBezTo>
                <a:lnTo>
                  <a:pt x="193794" y="77374"/>
                </a:lnTo>
                <a:cubicBezTo>
                  <a:pt x="192797" y="83915"/>
                  <a:pt x="189900" y="89871"/>
                  <a:pt x="185103" y="95242"/>
                </a:cubicBezTo>
                <a:cubicBezTo>
                  <a:pt x="180306" y="100614"/>
                  <a:pt x="174298" y="103299"/>
                  <a:pt x="167079" y="103299"/>
                </a:cubicBezTo>
                <a:cubicBezTo>
                  <a:pt x="159242" y="103299"/>
                  <a:pt x="152534" y="100254"/>
                  <a:pt x="146953" y="94165"/>
                </a:cubicBezTo>
                <a:cubicBezTo>
                  <a:pt x="141373" y="88074"/>
                  <a:pt x="138583" y="79885"/>
                  <a:pt x="138583" y="69600"/>
                </a:cubicBezTo>
                <a:cubicBezTo>
                  <a:pt x="138583" y="58463"/>
                  <a:pt x="141444" y="49778"/>
                  <a:pt x="147167" y="43546"/>
                </a:cubicBezTo>
                <a:cubicBezTo>
                  <a:pt x="152890" y="37312"/>
                  <a:pt x="160074" y="34196"/>
                  <a:pt x="168717" y="34196"/>
                </a:cubicBezTo>
                <a:cubicBezTo>
                  <a:pt x="176032" y="34196"/>
                  <a:pt x="182039" y="36600"/>
                  <a:pt x="186741" y="41409"/>
                </a:cubicBezTo>
                <a:cubicBezTo>
                  <a:pt x="191443" y="46216"/>
                  <a:pt x="193794" y="52646"/>
                  <a:pt x="193794" y="60697"/>
                </a:cubicBezTo>
                <a:lnTo>
                  <a:pt x="148699" y="60697"/>
                </a:lnTo>
                <a:moveTo>
                  <a:pt x="148699" y="56565"/>
                </a:moveTo>
                <a:lnTo>
                  <a:pt x="178905" y="56565"/>
                </a:lnTo>
                <a:cubicBezTo>
                  <a:pt x="178667" y="52420"/>
                  <a:pt x="178169" y="49500"/>
                  <a:pt x="177409" y="47805"/>
                </a:cubicBezTo>
                <a:cubicBezTo>
                  <a:pt x="176221" y="45166"/>
                  <a:pt x="174452" y="43093"/>
                  <a:pt x="172101" y="41587"/>
                </a:cubicBezTo>
                <a:cubicBezTo>
                  <a:pt x="169750" y="40079"/>
                  <a:pt x="167293" y="39325"/>
                  <a:pt x="164728" y="39325"/>
                </a:cubicBezTo>
                <a:cubicBezTo>
                  <a:pt x="160786" y="39325"/>
                  <a:pt x="157260" y="40844"/>
                  <a:pt x="154149" y="43882"/>
                </a:cubicBezTo>
                <a:cubicBezTo>
                  <a:pt x="151038" y="46920"/>
                  <a:pt x="149221" y="51148"/>
                  <a:pt x="148699" y="56565"/>
                </a:cubicBezTo>
                <a:close/>
                <a:moveTo>
                  <a:pt x="213333" y="60697"/>
                </a:moveTo>
                <a:cubicBezTo>
                  <a:pt x="213285" y="70341"/>
                  <a:pt x="215636" y="77906"/>
                  <a:pt x="220385" y="83390"/>
                </a:cubicBezTo>
                <a:cubicBezTo>
                  <a:pt x="225135" y="88874"/>
                  <a:pt x="230715" y="91616"/>
                  <a:pt x="237127" y="91616"/>
                </a:cubicBezTo>
                <a:cubicBezTo>
                  <a:pt x="241402" y="91616"/>
                  <a:pt x="245118" y="90435"/>
                  <a:pt x="248276" y="88074"/>
                </a:cubicBezTo>
                <a:cubicBezTo>
                  <a:pt x="251435" y="85712"/>
                  <a:pt x="254082" y="81669"/>
                  <a:pt x="256220" y="75943"/>
                </a:cubicBezTo>
                <a:lnTo>
                  <a:pt x="258428" y="77374"/>
                </a:lnTo>
                <a:cubicBezTo>
                  <a:pt x="257431" y="83915"/>
                  <a:pt x="254534" y="89871"/>
                  <a:pt x="249737" y="95242"/>
                </a:cubicBezTo>
                <a:cubicBezTo>
                  <a:pt x="244940" y="100614"/>
                  <a:pt x="238932" y="103299"/>
                  <a:pt x="231713" y="103299"/>
                </a:cubicBezTo>
                <a:cubicBezTo>
                  <a:pt x="223876" y="103299"/>
                  <a:pt x="217168" y="100254"/>
                  <a:pt x="211587" y="94165"/>
                </a:cubicBezTo>
                <a:cubicBezTo>
                  <a:pt x="206007" y="88074"/>
                  <a:pt x="203216" y="79885"/>
                  <a:pt x="203216" y="69600"/>
                </a:cubicBezTo>
                <a:cubicBezTo>
                  <a:pt x="203216" y="58463"/>
                  <a:pt x="206078" y="49778"/>
                  <a:pt x="211801" y="43546"/>
                </a:cubicBezTo>
                <a:cubicBezTo>
                  <a:pt x="217524" y="37312"/>
                  <a:pt x="224707" y="34196"/>
                  <a:pt x="233351" y="34196"/>
                </a:cubicBezTo>
                <a:cubicBezTo>
                  <a:pt x="240665" y="34196"/>
                  <a:pt x="246673" y="36600"/>
                  <a:pt x="251375" y="41409"/>
                </a:cubicBezTo>
                <a:cubicBezTo>
                  <a:pt x="256077" y="46216"/>
                  <a:pt x="258428" y="52646"/>
                  <a:pt x="258428" y="60697"/>
                </a:cubicBezTo>
                <a:lnTo>
                  <a:pt x="213333" y="60697"/>
                </a:lnTo>
                <a:moveTo>
                  <a:pt x="213333" y="56565"/>
                </a:moveTo>
                <a:lnTo>
                  <a:pt x="243539" y="56565"/>
                </a:lnTo>
                <a:cubicBezTo>
                  <a:pt x="243301" y="52420"/>
                  <a:pt x="242803" y="49500"/>
                  <a:pt x="242043" y="47805"/>
                </a:cubicBezTo>
                <a:cubicBezTo>
                  <a:pt x="240855" y="45166"/>
                  <a:pt x="239086" y="43093"/>
                  <a:pt x="236735" y="41587"/>
                </a:cubicBezTo>
                <a:cubicBezTo>
                  <a:pt x="234384" y="40079"/>
                  <a:pt x="231926" y="39325"/>
                  <a:pt x="229362" y="39325"/>
                </a:cubicBezTo>
                <a:cubicBezTo>
                  <a:pt x="225420" y="39325"/>
                  <a:pt x="221893" y="40844"/>
                  <a:pt x="218783" y="43882"/>
                </a:cubicBezTo>
                <a:cubicBezTo>
                  <a:pt x="215672" y="46920"/>
                  <a:pt x="213855" y="51148"/>
                  <a:pt x="213333" y="56565"/>
                </a:cubicBezTo>
                <a:close/>
                <a:moveTo>
                  <a:pt x="268351" y="63119"/>
                </a:moveTo>
                <a:lnTo>
                  <a:pt x="305182" y="63119"/>
                </a:lnTo>
                <a:lnTo>
                  <a:pt x="305182" y="73948"/>
                </a:lnTo>
                <a:lnTo>
                  <a:pt x="268351" y="73948"/>
                </a:lnTo>
                <a:lnTo>
                  <a:pt x="268351" y="63119"/>
                </a:lnTo>
                <a:close/>
                <a:moveTo>
                  <a:pt x="333463" y="47502"/>
                </a:moveTo>
                <a:cubicBezTo>
                  <a:pt x="339780" y="38631"/>
                  <a:pt x="346595" y="34196"/>
                  <a:pt x="353910" y="34196"/>
                </a:cubicBezTo>
                <a:cubicBezTo>
                  <a:pt x="360606" y="34196"/>
                  <a:pt x="366448" y="37054"/>
                  <a:pt x="371435" y="42771"/>
                </a:cubicBezTo>
                <a:cubicBezTo>
                  <a:pt x="376422" y="48488"/>
                  <a:pt x="378915" y="56305"/>
                  <a:pt x="378915" y="66221"/>
                </a:cubicBezTo>
                <a:cubicBezTo>
                  <a:pt x="378915" y="77797"/>
                  <a:pt x="375068" y="87120"/>
                  <a:pt x="367374" y="94189"/>
                </a:cubicBezTo>
                <a:cubicBezTo>
                  <a:pt x="360772" y="100263"/>
                  <a:pt x="353411" y="103299"/>
                  <a:pt x="345289" y="103299"/>
                </a:cubicBezTo>
                <a:cubicBezTo>
                  <a:pt x="341490" y="103299"/>
                  <a:pt x="337631" y="102606"/>
                  <a:pt x="333713" y="101220"/>
                </a:cubicBezTo>
                <a:cubicBezTo>
                  <a:pt x="329794" y="99834"/>
                  <a:pt x="325793" y="97754"/>
                  <a:pt x="321709" y="94980"/>
                </a:cubicBezTo>
                <a:lnTo>
                  <a:pt x="321709" y="27499"/>
                </a:lnTo>
                <a:cubicBezTo>
                  <a:pt x="321709" y="20090"/>
                  <a:pt x="321531" y="15531"/>
                  <a:pt x="321174" y="13821"/>
                </a:cubicBezTo>
                <a:cubicBezTo>
                  <a:pt x="320818" y="12111"/>
                  <a:pt x="320260" y="10947"/>
                  <a:pt x="319500" y="10330"/>
                </a:cubicBezTo>
                <a:cubicBezTo>
                  <a:pt x="318740" y="9713"/>
                  <a:pt x="317790" y="9404"/>
                  <a:pt x="316651" y="9404"/>
                </a:cubicBezTo>
                <a:cubicBezTo>
                  <a:pt x="315321" y="9404"/>
                  <a:pt x="313658" y="9784"/>
                  <a:pt x="311664" y="10544"/>
                </a:cubicBezTo>
                <a:lnTo>
                  <a:pt x="310666" y="7979"/>
                </a:lnTo>
                <a:lnTo>
                  <a:pt x="330258" y="0"/>
                </a:lnTo>
                <a:lnTo>
                  <a:pt x="333463" y="0"/>
                </a:lnTo>
                <a:lnTo>
                  <a:pt x="333463" y="47502"/>
                </a:lnTo>
                <a:moveTo>
                  <a:pt x="333463" y="52037"/>
                </a:moveTo>
                <a:lnTo>
                  <a:pt x="333463" y="90870"/>
                </a:lnTo>
                <a:cubicBezTo>
                  <a:pt x="335886" y="93233"/>
                  <a:pt x="338391" y="95017"/>
                  <a:pt x="340979" y="96222"/>
                </a:cubicBezTo>
                <a:cubicBezTo>
                  <a:pt x="343568" y="97426"/>
                  <a:pt x="346215" y="98027"/>
                  <a:pt x="348923" y="98027"/>
                </a:cubicBezTo>
                <a:cubicBezTo>
                  <a:pt x="353245" y="98027"/>
                  <a:pt x="357270" y="95665"/>
                  <a:pt x="360998" y="90941"/>
                </a:cubicBezTo>
                <a:cubicBezTo>
                  <a:pt x="364726" y="86217"/>
                  <a:pt x="366590" y="79343"/>
                  <a:pt x="366590" y="70319"/>
                </a:cubicBezTo>
                <a:cubicBezTo>
                  <a:pt x="366590" y="62005"/>
                  <a:pt x="364726" y="55615"/>
                  <a:pt x="360998" y="51151"/>
                </a:cubicBezTo>
                <a:cubicBezTo>
                  <a:pt x="357270" y="46687"/>
                  <a:pt x="353031" y="44454"/>
                  <a:pt x="348281" y="44454"/>
                </a:cubicBezTo>
                <a:cubicBezTo>
                  <a:pt x="345764" y="44454"/>
                  <a:pt x="343247" y="45092"/>
                  <a:pt x="340730" y="46367"/>
                </a:cubicBezTo>
                <a:cubicBezTo>
                  <a:pt x="338830" y="47312"/>
                  <a:pt x="336408" y="49202"/>
                  <a:pt x="333463" y="52037"/>
                </a:cubicBezTo>
                <a:close/>
                <a:moveTo>
                  <a:pt x="425507" y="91976"/>
                </a:moveTo>
                <a:cubicBezTo>
                  <a:pt x="418811" y="97152"/>
                  <a:pt x="414607" y="100142"/>
                  <a:pt x="412898" y="100948"/>
                </a:cubicBezTo>
                <a:cubicBezTo>
                  <a:pt x="410333" y="102136"/>
                  <a:pt x="407602" y="102729"/>
                  <a:pt x="404705" y="102729"/>
                </a:cubicBezTo>
                <a:cubicBezTo>
                  <a:pt x="400193" y="102729"/>
                  <a:pt x="396477" y="101186"/>
                  <a:pt x="393556" y="98099"/>
                </a:cubicBezTo>
                <a:cubicBezTo>
                  <a:pt x="390635" y="95012"/>
                  <a:pt x="389174" y="90951"/>
                  <a:pt x="389174" y="85916"/>
                </a:cubicBezTo>
                <a:cubicBezTo>
                  <a:pt x="389174" y="82734"/>
                  <a:pt x="389887" y="79980"/>
                  <a:pt x="391312" y="77653"/>
                </a:cubicBezTo>
                <a:cubicBezTo>
                  <a:pt x="393259" y="74423"/>
                  <a:pt x="396643" y="71383"/>
                  <a:pt x="401464" y="68534"/>
                </a:cubicBezTo>
                <a:cubicBezTo>
                  <a:pt x="406284" y="65684"/>
                  <a:pt x="414299" y="62217"/>
                  <a:pt x="425507" y="58133"/>
                </a:cubicBezTo>
                <a:lnTo>
                  <a:pt x="425507" y="55577"/>
                </a:lnTo>
                <a:cubicBezTo>
                  <a:pt x="425507" y="49094"/>
                  <a:pt x="424474" y="44646"/>
                  <a:pt x="422408" y="42232"/>
                </a:cubicBezTo>
                <a:cubicBezTo>
                  <a:pt x="420342" y="39819"/>
                  <a:pt x="417338" y="38613"/>
                  <a:pt x="413396" y="38613"/>
                </a:cubicBezTo>
                <a:cubicBezTo>
                  <a:pt x="410404" y="38613"/>
                  <a:pt x="408030" y="39420"/>
                  <a:pt x="406272" y="41035"/>
                </a:cubicBezTo>
                <a:cubicBezTo>
                  <a:pt x="404468" y="42650"/>
                  <a:pt x="403565" y="44502"/>
                  <a:pt x="403565" y="46592"/>
                </a:cubicBezTo>
                <a:lnTo>
                  <a:pt x="403708" y="50723"/>
                </a:lnTo>
                <a:cubicBezTo>
                  <a:pt x="403708" y="52908"/>
                  <a:pt x="403150" y="54594"/>
                  <a:pt x="402033" y="55782"/>
                </a:cubicBezTo>
                <a:cubicBezTo>
                  <a:pt x="400917" y="56969"/>
                  <a:pt x="399457" y="57563"/>
                  <a:pt x="397652" y="57563"/>
                </a:cubicBezTo>
                <a:cubicBezTo>
                  <a:pt x="395895" y="57563"/>
                  <a:pt x="394458" y="56944"/>
                  <a:pt x="393342" y="55706"/>
                </a:cubicBezTo>
                <a:cubicBezTo>
                  <a:pt x="392226" y="54467"/>
                  <a:pt x="391668" y="52775"/>
                  <a:pt x="391668" y="50632"/>
                </a:cubicBezTo>
                <a:cubicBezTo>
                  <a:pt x="391668" y="46534"/>
                  <a:pt x="393758" y="42770"/>
                  <a:pt x="397937" y="39341"/>
                </a:cubicBezTo>
                <a:cubicBezTo>
                  <a:pt x="402117" y="35911"/>
                  <a:pt x="407982" y="34196"/>
                  <a:pt x="415534" y="34196"/>
                </a:cubicBezTo>
                <a:cubicBezTo>
                  <a:pt x="421328" y="34196"/>
                  <a:pt x="426077" y="35168"/>
                  <a:pt x="429782" y="37112"/>
                </a:cubicBezTo>
                <a:cubicBezTo>
                  <a:pt x="432584" y="38583"/>
                  <a:pt x="434650" y="40884"/>
                  <a:pt x="435980" y="44016"/>
                </a:cubicBezTo>
                <a:cubicBezTo>
                  <a:pt x="436835" y="46055"/>
                  <a:pt x="437262" y="50229"/>
                  <a:pt x="437262" y="56539"/>
                </a:cubicBezTo>
                <a:lnTo>
                  <a:pt x="437262" y="78668"/>
                </a:lnTo>
                <a:cubicBezTo>
                  <a:pt x="437262" y="84882"/>
                  <a:pt x="437381" y="88689"/>
                  <a:pt x="437618" y="90089"/>
                </a:cubicBezTo>
                <a:cubicBezTo>
                  <a:pt x="437856" y="91488"/>
                  <a:pt x="438248" y="92425"/>
                  <a:pt x="438794" y="92900"/>
                </a:cubicBezTo>
                <a:cubicBezTo>
                  <a:pt x="439340" y="93374"/>
                  <a:pt x="439969" y="93610"/>
                  <a:pt x="440682" y="93610"/>
                </a:cubicBezTo>
                <a:cubicBezTo>
                  <a:pt x="441442" y="93610"/>
                  <a:pt x="442106" y="93444"/>
                  <a:pt x="442676" y="93112"/>
                </a:cubicBezTo>
                <a:cubicBezTo>
                  <a:pt x="443674" y="92494"/>
                  <a:pt x="445597" y="90761"/>
                  <a:pt x="448447" y="87911"/>
                </a:cubicBezTo>
                <a:lnTo>
                  <a:pt x="448447" y="91901"/>
                </a:lnTo>
                <a:cubicBezTo>
                  <a:pt x="443128" y="99025"/>
                  <a:pt x="438046" y="102587"/>
                  <a:pt x="433201" y="102587"/>
                </a:cubicBezTo>
                <a:cubicBezTo>
                  <a:pt x="430874" y="102587"/>
                  <a:pt x="429022" y="101785"/>
                  <a:pt x="427645" y="100182"/>
                </a:cubicBezTo>
                <a:cubicBezTo>
                  <a:pt x="426267" y="98578"/>
                  <a:pt x="425555" y="95843"/>
                  <a:pt x="425507" y="91976"/>
                </a:cubicBezTo>
                <a:moveTo>
                  <a:pt x="425507" y="87357"/>
                </a:moveTo>
                <a:lnTo>
                  <a:pt x="425507" y="62549"/>
                </a:lnTo>
                <a:cubicBezTo>
                  <a:pt x="418336" y="65393"/>
                  <a:pt x="413705" y="67407"/>
                  <a:pt x="411615" y="68592"/>
                </a:cubicBezTo>
                <a:cubicBezTo>
                  <a:pt x="407863" y="70677"/>
                  <a:pt x="405180" y="72857"/>
                  <a:pt x="403565" y="75132"/>
                </a:cubicBezTo>
                <a:cubicBezTo>
                  <a:pt x="401950" y="77406"/>
                  <a:pt x="401143" y="79894"/>
                  <a:pt x="401143" y="82595"/>
                </a:cubicBezTo>
                <a:cubicBezTo>
                  <a:pt x="401143" y="86007"/>
                  <a:pt x="402164" y="88839"/>
                  <a:pt x="404206" y="91090"/>
                </a:cubicBezTo>
                <a:cubicBezTo>
                  <a:pt x="406249" y="93340"/>
                  <a:pt x="408599" y="94465"/>
                  <a:pt x="411259" y="94465"/>
                </a:cubicBezTo>
                <a:cubicBezTo>
                  <a:pt x="414869" y="94465"/>
                  <a:pt x="419618" y="92096"/>
                  <a:pt x="425507" y="87357"/>
                </a:cubicBezTo>
                <a:close/>
                <a:moveTo>
                  <a:pt x="495342" y="34196"/>
                </a:moveTo>
                <a:lnTo>
                  <a:pt x="495342" y="56423"/>
                </a:lnTo>
                <a:lnTo>
                  <a:pt x="492991" y="56423"/>
                </a:lnTo>
                <a:cubicBezTo>
                  <a:pt x="491186" y="49469"/>
                  <a:pt x="488871" y="44739"/>
                  <a:pt x="486045" y="42232"/>
                </a:cubicBezTo>
                <a:cubicBezTo>
                  <a:pt x="483219" y="39724"/>
                  <a:pt x="479621" y="38470"/>
                  <a:pt x="475252" y="38470"/>
                </a:cubicBezTo>
                <a:cubicBezTo>
                  <a:pt x="471927" y="38470"/>
                  <a:pt x="469244" y="39346"/>
                  <a:pt x="467202" y="41097"/>
                </a:cubicBezTo>
                <a:cubicBezTo>
                  <a:pt x="465159" y="42848"/>
                  <a:pt x="464138" y="44789"/>
                  <a:pt x="464138" y="46919"/>
                </a:cubicBezTo>
                <a:cubicBezTo>
                  <a:pt x="464138" y="49568"/>
                  <a:pt x="464898" y="51840"/>
                  <a:pt x="466418" y="53733"/>
                </a:cubicBezTo>
                <a:cubicBezTo>
                  <a:pt x="467890" y="55673"/>
                  <a:pt x="470882" y="57732"/>
                  <a:pt x="475394" y="59909"/>
                </a:cubicBezTo>
                <a:lnTo>
                  <a:pt x="485795" y="64949"/>
                </a:lnTo>
                <a:cubicBezTo>
                  <a:pt x="495437" y="69645"/>
                  <a:pt x="500257" y="75835"/>
                  <a:pt x="500257" y="83519"/>
                </a:cubicBezTo>
                <a:cubicBezTo>
                  <a:pt x="500257" y="89448"/>
                  <a:pt x="498013" y="94227"/>
                  <a:pt x="493525" y="97856"/>
                </a:cubicBezTo>
                <a:cubicBezTo>
                  <a:pt x="489037" y="101485"/>
                  <a:pt x="484014" y="103299"/>
                  <a:pt x="478458" y="103299"/>
                </a:cubicBezTo>
                <a:cubicBezTo>
                  <a:pt x="474468" y="103299"/>
                  <a:pt x="469909" y="102622"/>
                  <a:pt x="464779" y="101269"/>
                </a:cubicBezTo>
                <a:cubicBezTo>
                  <a:pt x="463212" y="100818"/>
                  <a:pt x="461930" y="100592"/>
                  <a:pt x="460932" y="100592"/>
                </a:cubicBezTo>
                <a:cubicBezTo>
                  <a:pt x="459840" y="100592"/>
                  <a:pt x="458985" y="101162"/>
                  <a:pt x="458368" y="102302"/>
                </a:cubicBezTo>
                <a:lnTo>
                  <a:pt x="456017" y="102302"/>
                </a:lnTo>
                <a:lnTo>
                  <a:pt x="456017" y="78935"/>
                </a:lnTo>
                <a:lnTo>
                  <a:pt x="458368" y="78935"/>
                </a:lnTo>
                <a:cubicBezTo>
                  <a:pt x="459698" y="85584"/>
                  <a:pt x="462239" y="90595"/>
                  <a:pt x="465991" y="93967"/>
                </a:cubicBezTo>
                <a:cubicBezTo>
                  <a:pt x="469743" y="97339"/>
                  <a:pt x="473946" y="99025"/>
                  <a:pt x="478600" y="99025"/>
                </a:cubicBezTo>
                <a:cubicBezTo>
                  <a:pt x="481877" y="99025"/>
                  <a:pt x="484549" y="98068"/>
                  <a:pt x="486615" y="96155"/>
                </a:cubicBezTo>
                <a:cubicBezTo>
                  <a:pt x="488681" y="94241"/>
                  <a:pt x="489714" y="91936"/>
                  <a:pt x="489714" y="89243"/>
                </a:cubicBezTo>
                <a:cubicBezTo>
                  <a:pt x="489714" y="85982"/>
                  <a:pt x="488562" y="83241"/>
                  <a:pt x="486259" y="81021"/>
                </a:cubicBezTo>
                <a:cubicBezTo>
                  <a:pt x="483955" y="78799"/>
                  <a:pt x="479360" y="75993"/>
                  <a:pt x="472473" y="72603"/>
                </a:cubicBezTo>
                <a:cubicBezTo>
                  <a:pt x="465587" y="69212"/>
                  <a:pt x="461075" y="66137"/>
                  <a:pt x="458938" y="63378"/>
                </a:cubicBezTo>
                <a:cubicBezTo>
                  <a:pt x="456800" y="60666"/>
                  <a:pt x="455732" y="57241"/>
                  <a:pt x="455732" y="53103"/>
                </a:cubicBezTo>
                <a:cubicBezTo>
                  <a:pt x="455732" y="47728"/>
                  <a:pt x="457572" y="43233"/>
                  <a:pt x="461253" y="39619"/>
                </a:cubicBezTo>
                <a:cubicBezTo>
                  <a:pt x="464934" y="36003"/>
                  <a:pt x="469695" y="34196"/>
                  <a:pt x="475537" y="34196"/>
                </a:cubicBezTo>
                <a:cubicBezTo>
                  <a:pt x="478101" y="34196"/>
                  <a:pt x="481212" y="34742"/>
                  <a:pt x="484869" y="35834"/>
                </a:cubicBezTo>
                <a:cubicBezTo>
                  <a:pt x="487292" y="36547"/>
                  <a:pt x="488906" y="36903"/>
                  <a:pt x="489714" y="36903"/>
                </a:cubicBezTo>
                <a:cubicBezTo>
                  <a:pt x="490474" y="36903"/>
                  <a:pt x="491067" y="36737"/>
                  <a:pt x="491495" y="36404"/>
                </a:cubicBezTo>
                <a:cubicBezTo>
                  <a:pt x="491922" y="36072"/>
                  <a:pt x="492421" y="35335"/>
                  <a:pt x="492991" y="34196"/>
                </a:cubicBezTo>
                <a:lnTo>
                  <a:pt x="495342" y="34196"/>
                </a:lnTo>
                <a:close/>
                <a:moveTo>
                  <a:pt x="520894" y="60697"/>
                </a:moveTo>
                <a:cubicBezTo>
                  <a:pt x="520847" y="70341"/>
                  <a:pt x="523198" y="77906"/>
                  <a:pt x="527947" y="83390"/>
                </a:cubicBezTo>
                <a:cubicBezTo>
                  <a:pt x="532696" y="88874"/>
                  <a:pt x="538277" y="91616"/>
                  <a:pt x="544688" y="91616"/>
                </a:cubicBezTo>
                <a:cubicBezTo>
                  <a:pt x="548963" y="91616"/>
                  <a:pt x="552679" y="90435"/>
                  <a:pt x="555838" y="88074"/>
                </a:cubicBezTo>
                <a:cubicBezTo>
                  <a:pt x="558996" y="85712"/>
                  <a:pt x="561644" y="81669"/>
                  <a:pt x="563781" y="75943"/>
                </a:cubicBezTo>
                <a:lnTo>
                  <a:pt x="565990" y="77374"/>
                </a:lnTo>
                <a:cubicBezTo>
                  <a:pt x="564992" y="83915"/>
                  <a:pt x="562095" y="89871"/>
                  <a:pt x="557298" y="95242"/>
                </a:cubicBezTo>
                <a:cubicBezTo>
                  <a:pt x="552501" y="100614"/>
                  <a:pt x="546493" y="103299"/>
                  <a:pt x="539274" y="103299"/>
                </a:cubicBezTo>
                <a:cubicBezTo>
                  <a:pt x="531438" y="103299"/>
                  <a:pt x="524729" y="100254"/>
                  <a:pt x="519149" y="94165"/>
                </a:cubicBezTo>
                <a:cubicBezTo>
                  <a:pt x="513568" y="88074"/>
                  <a:pt x="510778" y="79885"/>
                  <a:pt x="510778" y="69600"/>
                </a:cubicBezTo>
                <a:cubicBezTo>
                  <a:pt x="510778" y="58463"/>
                  <a:pt x="513639" y="49778"/>
                  <a:pt x="519362" y="43546"/>
                </a:cubicBezTo>
                <a:cubicBezTo>
                  <a:pt x="525085" y="37312"/>
                  <a:pt x="532269" y="34196"/>
                  <a:pt x="540913" y="34196"/>
                </a:cubicBezTo>
                <a:cubicBezTo>
                  <a:pt x="548227" y="34196"/>
                  <a:pt x="554235" y="36600"/>
                  <a:pt x="558937" y="41409"/>
                </a:cubicBezTo>
                <a:cubicBezTo>
                  <a:pt x="563639" y="46216"/>
                  <a:pt x="565990" y="52646"/>
                  <a:pt x="565990" y="60697"/>
                </a:cubicBezTo>
                <a:lnTo>
                  <a:pt x="520894" y="60697"/>
                </a:lnTo>
                <a:moveTo>
                  <a:pt x="520894" y="56565"/>
                </a:moveTo>
                <a:lnTo>
                  <a:pt x="551100" y="56565"/>
                </a:lnTo>
                <a:cubicBezTo>
                  <a:pt x="550863" y="52420"/>
                  <a:pt x="550364" y="49500"/>
                  <a:pt x="549604" y="47805"/>
                </a:cubicBezTo>
                <a:cubicBezTo>
                  <a:pt x="548417" y="45166"/>
                  <a:pt x="546648" y="43093"/>
                  <a:pt x="544297" y="41587"/>
                </a:cubicBezTo>
                <a:cubicBezTo>
                  <a:pt x="541946" y="40079"/>
                  <a:pt x="539488" y="39325"/>
                  <a:pt x="536923" y="39325"/>
                </a:cubicBezTo>
                <a:cubicBezTo>
                  <a:pt x="532981" y="39325"/>
                  <a:pt x="529455" y="40844"/>
                  <a:pt x="526344" y="43882"/>
                </a:cubicBezTo>
                <a:cubicBezTo>
                  <a:pt x="523233" y="46920"/>
                  <a:pt x="521417" y="51148"/>
                  <a:pt x="520894" y="56565"/>
                </a:cubicBezTo>
                <a:close/>
                <a:moveTo>
                  <a:pt x="620650" y="93971"/>
                </a:moveTo>
                <a:cubicBezTo>
                  <a:pt x="617468" y="97294"/>
                  <a:pt x="614357" y="99680"/>
                  <a:pt x="611317" y="101129"/>
                </a:cubicBezTo>
                <a:cubicBezTo>
                  <a:pt x="608278" y="102576"/>
                  <a:pt x="605000" y="103299"/>
                  <a:pt x="601486" y="103299"/>
                </a:cubicBezTo>
                <a:cubicBezTo>
                  <a:pt x="594362" y="103299"/>
                  <a:pt x="588140" y="100326"/>
                  <a:pt x="582821" y="94379"/>
                </a:cubicBezTo>
                <a:cubicBezTo>
                  <a:pt x="577501" y="88430"/>
                  <a:pt x="574842" y="80786"/>
                  <a:pt x="574842" y="71448"/>
                </a:cubicBezTo>
                <a:cubicBezTo>
                  <a:pt x="574842" y="62111"/>
                  <a:pt x="577786" y="53568"/>
                  <a:pt x="583676" y="45819"/>
                </a:cubicBezTo>
                <a:cubicBezTo>
                  <a:pt x="589565" y="38070"/>
                  <a:pt x="597140" y="34196"/>
                  <a:pt x="606402" y="34196"/>
                </a:cubicBezTo>
                <a:cubicBezTo>
                  <a:pt x="612148" y="34196"/>
                  <a:pt x="616898" y="36023"/>
                  <a:pt x="620650" y="39679"/>
                </a:cubicBezTo>
                <a:lnTo>
                  <a:pt x="620650" y="27499"/>
                </a:lnTo>
                <a:cubicBezTo>
                  <a:pt x="620650" y="20074"/>
                  <a:pt x="620472" y="15510"/>
                  <a:pt x="620115" y="13807"/>
                </a:cubicBezTo>
                <a:cubicBezTo>
                  <a:pt x="619759" y="12105"/>
                  <a:pt x="619201" y="10946"/>
                  <a:pt x="618441" y="10330"/>
                </a:cubicBezTo>
                <a:cubicBezTo>
                  <a:pt x="617681" y="9713"/>
                  <a:pt x="616731" y="9404"/>
                  <a:pt x="615592" y="9404"/>
                </a:cubicBezTo>
                <a:cubicBezTo>
                  <a:pt x="614357" y="9404"/>
                  <a:pt x="612718" y="9784"/>
                  <a:pt x="610676" y="10544"/>
                </a:cubicBezTo>
                <a:lnTo>
                  <a:pt x="609750" y="7979"/>
                </a:lnTo>
                <a:lnTo>
                  <a:pt x="629199" y="0"/>
                </a:lnTo>
                <a:lnTo>
                  <a:pt x="632404" y="0"/>
                </a:lnTo>
                <a:lnTo>
                  <a:pt x="632404" y="75515"/>
                </a:lnTo>
                <a:cubicBezTo>
                  <a:pt x="632404" y="83131"/>
                  <a:pt x="632583" y="87778"/>
                  <a:pt x="632939" y="89456"/>
                </a:cubicBezTo>
                <a:cubicBezTo>
                  <a:pt x="633295" y="91135"/>
                  <a:pt x="633865" y="92307"/>
                  <a:pt x="634648" y="92972"/>
                </a:cubicBezTo>
                <a:cubicBezTo>
                  <a:pt x="635432" y="93635"/>
                  <a:pt x="636346" y="93967"/>
                  <a:pt x="637391" y="93967"/>
                </a:cubicBezTo>
                <a:cubicBezTo>
                  <a:pt x="638674" y="93967"/>
                  <a:pt x="640383" y="93563"/>
                  <a:pt x="642521" y="92756"/>
                </a:cubicBezTo>
                <a:lnTo>
                  <a:pt x="643304" y="95320"/>
                </a:lnTo>
                <a:lnTo>
                  <a:pt x="623927" y="103299"/>
                </a:lnTo>
                <a:lnTo>
                  <a:pt x="620650" y="103299"/>
                </a:lnTo>
                <a:lnTo>
                  <a:pt x="620650" y="93971"/>
                </a:lnTo>
                <a:moveTo>
                  <a:pt x="620650" y="88995"/>
                </a:moveTo>
                <a:lnTo>
                  <a:pt x="620650" y="55454"/>
                </a:lnTo>
                <a:cubicBezTo>
                  <a:pt x="620365" y="52232"/>
                  <a:pt x="619510" y="49295"/>
                  <a:pt x="618085" y="46643"/>
                </a:cubicBezTo>
                <a:cubicBezTo>
                  <a:pt x="616660" y="43989"/>
                  <a:pt x="614772" y="41988"/>
                  <a:pt x="612421" y="40638"/>
                </a:cubicBezTo>
                <a:cubicBezTo>
                  <a:pt x="610070" y="39288"/>
                  <a:pt x="607779" y="38613"/>
                  <a:pt x="605547" y="38613"/>
                </a:cubicBezTo>
                <a:cubicBezTo>
                  <a:pt x="601367" y="38613"/>
                  <a:pt x="597639" y="40484"/>
                  <a:pt x="594362" y="44227"/>
                </a:cubicBezTo>
                <a:cubicBezTo>
                  <a:pt x="590040" y="49153"/>
                  <a:pt x="587879" y="56354"/>
                  <a:pt x="587879" y="65829"/>
                </a:cubicBezTo>
                <a:cubicBezTo>
                  <a:pt x="587879" y="75399"/>
                  <a:pt x="589969" y="82731"/>
                  <a:pt x="594148" y="87824"/>
                </a:cubicBezTo>
                <a:cubicBezTo>
                  <a:pt x="598328" y="92917"/>
                  <a:pt x="602982" y="95463"/>
                  <a:pt x="608111" y="95463"/>
                </a:cubicBezTo>
                <a:cubicBezTo>
                  <a:pt x="612433" y="95463"/>
                  <a:pt x="616613" y="93307"/>
                  <a:pt x="620650" y="88995"/>
                </a:cubicBezTo>
                <a:close/>
                <a:moveTo>
                  <a:pt x="677501" y="4702"/>
                </a:moveTo>
                <a:lnTo>
                  <a:pt x="703718" y="4702"/>
                </a:lnTo>
                <a:lnTo>
                  <a:pt x="762776" y="77154"/>
                </a:lnTo>
                <a:lnTo>
                  <a:pt x="762776" y="21515"/>
                </a:lnTo>
                <a:cubicBezTo>
                  <a:pt x="762776" y="15578"/>
                  <a:pt x="762111" y="11873"/>
                  <a:pt x="760782" y="10401"/>
                </a:cubicBezTo>
                <a:cubicBezTo>
                  <a:pt x="759024" y="8406"/>
                  <a:pt x="756246" y="7409"/>
                  <a:pt x="752446" y="7409"/>
                </a:cubicBezTo>
                <a:lnTo>
                  <a:pt x="749098" y="7409"/>
                </a:lnTo>
                <a:lnTo>
                  <a:pt x="749098" y="4702"/>
                </a:lnTo>
                <a:lnTo>
                  <a:pt x="782724" y="4702"/>
                </a:lnTo>
                <a:lnTo>
                  <a:pt x="782724" y="7409"/>
                </a:lnTo>
                <a:lnTo>
                  <a:pt x="779304" y="7409"/>
                </a:lnTo>
                <a:cubicBezTo>
                  <a:pt x="775220" y="7409"/>
                  <a:pt x="772323" y="8644"/>
                  <a:pt x="770613" y="11114"/>
                </a:cubicBezTo>
                <a:cubicBezTo>
                  <a:pt x="769568" y="12633"/>
                  <a:pt x="769045" y="16100"/>
                  <a:pt x="769045" y="21515"/>
                </a:cubicBezTo>
                <a:lnTo>
                  <a:pt x="769045" y="102872"/>
                </a:lnTo>
                <a:lnTo>
                  <a:pt x="766481" y="102872"/>
                </a:lnTo>
                <a:lnTo>
                  <a:pt x="702791" y="25046"/>
                </a:lnTo>
                <a:lnTo>
                  <a:pt x="702791" y="84492"/>
                </a:lnTo>
                <a:cubicBezTo>
                  <a:pt x="702791" y="90428"/>
                  <a:pt x="703433" y="94133"/>
                  <a:pt x="704715" y="95605"/>
                </a:cubicBezTo>
                <a:cubicBezTo>
                  <a:pt x="706520" y="97600"/>
                  <a:pt x="709298" y="98597"/>
                  <a:pt x="713050" y="98597"/>
                </a:cubicBezTo>
                <a:lnTo>
                  <a:pt x="716470" y="98597"/>
                </a:lnTo>
                <a:lnTo>
                  <a:pt x="716470" y="101304"/>
                </a:lnTo>
                <a:lnTo>
                  <a:pt x="682844" y="101304"/>
                </a:lnTo>
                <a:lnTo>
                  <a:pt x="682844" y="98597"/>
                </a:lnTo>
                <a:lnTo>
                  <a:pt x="686192" y="98597"/>
                </a:lnTo>
                <a:cubicBezTo>
                  <a:pt x="690324" y="98597"/>
                  <a:pt x="693245" y="97362"/>
                  <a:pt x="694955" y="94893"/>
                </a:cubicBezTo>
                <a:cubicBezTo>
                  <a:pt x="696000" y="93373"/>
                  <a:pt x="696522" y="89906"/>
                  <a:pt x="696522" y="84492"/>
                </a:cubicBezTo>
                <a:lnTo>
                  <a:pt x="696522" y="17383"/>
                </a:lnTo>
                <a:cubicBezTo>
                  <a:pt x="693720" y="14129"/>
                  <a:pt x="691595" y="11984"/>
                  <a:pt x="690146" y="10947"/>
                </a:cubicBezTo>
                <a:cubicBezTo>
                  <a:pt x="688698" y="9909"/>
                  <a:pt x="686572" y="8942"/>
                  <a:pt x="683770" y="8046"/>
                </a:cubicBezTo>
                <a:cubicBezTo>
                  <a:pt x="682393" y="7621"/>
                  <a:pt x="680303" y="7409"/>
                  <a:pt x="677501" y="7409"/>
                </a:cubicBezTo>
                <a:lnTo>
                  <a:pt x="677501" y="4702"/>
                </a:lnTo>
                <a:close/>
                <a:moveTo>
                  <a:pt x="782842" y="4702"/>
                </a:moveTo>
                <a:lnTo>
                  <a:pt x="809058" y="4702"/>
                </a:lnTo>
                <a:lnTo>
                  <a:pt x="868117" y="77154"/>
                </a:lnTo>
                <a:lnTo>
                  <a:pt x="868117" y="21515"/>
                </a:lnTo>
                <a:cubicBezTo>
                  <a:pt x="868117" y="15578"/>
                  <a:pt x="867452" y="11873"/>
                  <a:pt x="866122" y="10401"/>
                </a:cubicBezTo>
                <a:cubicBezTo>
                  <a:pt x="864365" y="8406"/>
                  <a:pt x="861587" y="7409"/>
                  <a:pt x="857787" y="7409"/>
                </a:cubicBezTo>
                <a:lnTo>
                  <a:pt x="854439" y="7409"/>
                </a:lnTo>
                <a:lnTo>
                  <a:pt x="854439" y="4702"/>
                </a:lnTo>
                <a:lnTo>
                  <a:pt x="888064" y="4702"/>
                </a:lnTo>
                <a:lnTo>
                  <a:pt x="888064" y="7409"/>
                </a:lnTo>
                <a:lnTo>
                  <a:pt x="884645" y="7409"/>
                </a:lnTo>
                <a:cubicBezTo>
                  <a:pt x="880560" y="7409"/>
                  <a:pt x="877663" y="8644"/>
                  <a:pt x="875953" y="11114"/>
                </a:cubicBezTo>
                <a:cubicBezTo>
                  <a:pt x="874909" y="12633"/>
                  <a:pt x="874386" y="16100"/>
                  <a:pt x="874386" y="21515"/>
                </a:cubicBezTo>
                <a:lnTo>
                  <a:pt x="874386" y="102872"/>
                </a:lnTo>
                <a:lnTo>
                  <a:pt x="871821" y="102872"/>
                </a:lnTo>
                <a:lnTo>
                  <a:pt x="808132" y="25046"/>
                </a:lnTo>
                <a:lnTo>
                  <a:pt x="808132" y="84492"/>
                </a:lnTo>
                <a:cubicBezTo>
                  <a:pt x="808132" y="90428"/>
                  <a:pt x="808773" y="94133"/>
                  <a:pt x="810056" y="95605"/>
                </a:cubicBezTo>
                <a:cubicBezTo>
                  <a:pt x="811860" y="97600"/>
                  <a:pt x="814639" y="98597"/>
                  <a:pt x="818391" y="98597"/>
                </a:cubicBezTo>
                <a:lnTo>
                  <a:pt x="821810" y="98597"/>
                </a:lnTo>
                <a:lnTo>
                  <a:pt x="821810" y="101304"/>
                </a:lnTo>
                <a:lnTo>
                  <a:pt x="788185" y="101304"/>
                </a:lnTo>
                <a:lnTo>
                  <a:pt x="788185" y="98597"/>
                </a:lnTo>
                <a:lnTo>
                  <a:pt x="791533" y="98597"/>
                </a:lnTo>
                <a:cubicBezTo>
                  <a:pt x="795665" y="98597"/>
                  <a:pt x="798586" y="97362"/>
                  <a:pt x="800296" y="94893"/>
                </a:cubicBezTo>
                <a:cubicBezTo>
                  <a:pt x="801341" y="93373"/>
                  <a:pt x="801863" y="89906"/>
                  <a:pt x="801863" y="84492"/>
                </a:cubicBezTo>
                <a:lnTo>
                  <a:pt x="801863" y="17383"/>
                </a:lnTo>
                <a:cubicBezTo>
                  <a:pt x="799061" y="14129"/>
                  <a:pt x="796936" y="11984"/>
                  <a:pt x="795487" y="10947"/>
                </a:cubicBezTo>
                <a:cubicBezTo>
                  <a:pt x="794038" y="9909"/>
                  <a:pt x="791913" y="8942"/>
                  <a:pt x="789111" y="8046"/>
                </a:cubicBezTo>
                <a:cubicBezTo>
                  <a:pt x="787734" y="7621"/>
                  <a:pt x="785644" y="7409"/>
                  <a:pt x="782842" y="7409"/>
                </a:cubicBezTo>
                <a:lnTo>
                  <a:pt x="782842" y="4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ML-based">
            <a:extLst xmlns:a="http://schemas.openxmlformats.org/drawingml/2006/main">
              <a:ext uri="{FF2B5EF4-FFF2-40B4-BE49-F238E27FC236}">
                <a16:creationId xmlns:a16="http://schemas.microsoft.com/office/drawing/2014/main" id="{FF11DF6C-B067-4258-8890-CA5E845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785" y="430449"/>
            <a:ext cx="597149" cy="103299"/>
          </a:xfrm>
          <a:custGeom xmlns:a="http://schemas.openxmlformats.org/drawingml/2006/main">
            <a:pathLst>
              <a:path w="597149" h="103299">
                <a:moveTo>
                  <a:pt x="57278" y="101304"/>
                </a:moveTo>
                <a:lnTo>
                  <a:pt x="19947" y="20019"/>
                </a:lnTo>
                <a:lnTo>
                  <a:pt x="19947" y="84492"/>
                </a:lnTo>
                <a:cubicBezTo>
                  <a:pt x="19947" y="90428"/>
                  <a:pt x="20589" y="94133"/>
                  <a:pt x="21871" y="95605"/>
                </a:cubicBezTo>
                <a:cubicBezTo>
                  <a:pt x="23628" y="97600"/>
                  <a:pt x="26407" y="98597"/>
                  <a:pt x="30206" y="98597"/>
                </a:cubicBezTo>
                <a:lnTo>
                  <a:pt x="33626" y="98597"/>
                </a:lnTo>
                <a:lnTo>
                  <a:pt x="33626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504" y="98597"/>
                  <a:pt x="10401" y="97362"/>
                  <a:pt x="12111" y="94893"/>
                </a:cubicBezTo>
                <a:cubicBezTo>
                  <a:pt x="13156" y="93373"/>
                  <a:pt x="13678" y="89906"/>
                  <a:pt x="13678" y="84492"/>
                </a:cubicBezTo>
                <a:lnTo>
                  <a:pt x="13678" y="21515"/>
                </a:lnTo>
                <a:cubicBezTo>
                  <a:pt x="13678" y="17240"/>
                  <a:pt x="13203" y="14153"/>
                  <a:pt x="12253" y="12253"/>
                </a:cubicBezTo>
                <a:cubicBezTo>
                  <a:pt x="11589" y="10876"/>
                  <a:pt x="10366" y="9724"/>
                  <a:pt x="8585" y="8798"/>
                </a:cubicBezTo>
                <a:cubicBezTo>
                  <a:pt x="6804" y="7872"/>
                  <a:pt x="3942" y="7409"/>
                  <a:pt x="0" y="7409"/>
                </a:cubicBezTo>
                <a:lnTo>
                  <a:pt x="0" y="4702"/>
                </a:lnTo>
                <a:lnTo>
                  <a:pt x="27357" y="4702"/>
                </a:lnTo>
                <a:lnTo>
                  <a:pt x="62407" y="80273"/>
                </a:lnTo>
                <a:lnTo>
                  <a:pt x="96888" y="4702"/>
                </a:lnTo>
                <a:lnTo>
                  <a:pt x="124244" y="4702"/>
                </a:lnTo>
                <a:lnTo>
                  <a:pt x="124244" y="7409"/>
                </a:lnTo>
                <a:lnTo>
                  <a:pt x="120896" y="7409"/>
                </a:lnTo>
                <a:cubicBezTo>
                  <a:pt x="116764" y="7409"/>
                  <a:pt x="113843" y="8644"/>
                  <a:pt x="112133" y="11114"/>
                </a:cubicBezTo>
                <a:cubicBezTo>
                  <a:pt x="111088" y="12633"/>
                  <a:pt x="110566" y="16100"/>
                  <a:pt x="110566" y="21515"/>
                </a:cubicBezTo>
                <a:lnTo>
                  <a:pt x="110566" y="84492"/>
                </a:lnTo>
                <a:cubicBezTo>
                  <a:pt x="110566" y="90428"/>
                  <a:pt x="111231" y="94133"/>
                  <a:pt x="112561" y="95605"/>
                </a:cubicBezTo>
                <a:cubicBezTo>
                  <a:pt x="114318" y="97600"/>
                  <a:pt x="117096" y="98597"/>
                  <a:pt x="120896" y="98597"/>
                </a:cubicBezTo>
                <a:lnTo>
                  <a:pt x="124244" y="98597"/>
                </a:lnTo>
                <a:lnTo>
                  <a:pt x="124244" y="101305"/>
                </a:lnTo>
                <a:lnTo>
                  <a:pt x="83209" y="101304"/>
                </a:lnTo>
                <a:lnTo>
                  <a:pt x="83209" y="98597"/>
                </a:lnTo>
                <a:lnTo>
                  <a:pt x="86629" y="98597"/>
                </a:lnTo>
                <a:cubicBezTo>
                  <a:pt x="90761" y="98597"/>
                  <a:pt x="93658" y="97362"/>
                  <a:pt x="95320" y="94893"/>
                </a:cubicBezTo>
                <a:cubicBezTo>
                  <a:pt x="96365" y="93373"/>
                  <a:pt x="96888" y="89906"/>
                  <a:pt x="96888" y="84492"/>
                </a:cubicBezTo>
                <a:lnTo>
                  <a:pt x="96888" y="20019"/>
                </a:lnTo>
                <a:lnTo>
                  <a:pt x="59629" y="101304"/>
                </a:lnTo>
                <a:lnTo>
                  <a:pt x="57278" y="101304"/>
                </a:lnTo>
                <a:close/>
                <a:moveTo>
                  <a:pt x="210920" y="74518"/>
                </a:moveTo>
                <a:lnTo>
                  <a:pt x="213271" y="75019"/>
                </a:lnTo>
                <a:lnTo>
                  <a:pt x="205007" y="101304"/>
                </a:lnTo>
                <a:lnTo>
                  <a:pt x="130204" y="101304"/>
                </a:lnTo>
                <a:lnTo>
                  <a:pt x="130204" y="98597"/>
                </a:lnTo>
                <a:lnTo>
                  <a:pt x="133837" y="98597"/>
                </a:lnTo>
                <a:cubicBezTo>
                  <a:pt x="137922" y="98597"/>
                  <a:pt x="140843" y="97281"/>
                  <a:pt x="142600" y="94648"/>
                </a:cubicBezTo>
                <a:cubicBezTo>
                  <a:pt x="143597" y="93143"/>
                  <a:pt x="144096" y="89663"/>
                  <a:pt x="144096" y="84207"/>
                </a:cubicBezTo>
                <a:lnTo>
                  <a:pt x="144096" y="21800"/>
                </a:lnTo>
                <a:cubicBezTo>
                  <a:pt x="144096" y="15798"/>
                  <a:pt x="143431" y="12040"/>
                  <a:pt x="142101" y="10528"/>
                </a:cubicBezTo>
                <a:cubicBezTo>
                  <a:pt x="140249" y="8449"/>
                  <a:pt x="137494" y="7409"/>
                  <a:pt x="133837" y="7409"/>
                </a:cubicBezTo>
                <a:lnTo>
                  <a:pt x="130204" y="7409"/>
                </a:lnTo>
                <a:lnTo>
                  <a:pt x="130204" y="4702"/>
                </a:lnTo>
                <a:lnTo>
                  <a:pt x="173946" y="4702"/>
                </a:lnTo>
                <a:lnTo>
                  <a:pt x="173946" y="7409"/>
                </a:lnTo>
                <a:cubicBezTo>
                  <a:pt x="168817" y="7362"/>
                  <a:pt x="165219" y="7832"/>
                  <a:pt x="163153" y="8821"/>
                </a:cubicBezTo>
                <a:cubicBezTo>
                  <a:pt x="161087" y="9809"/>
                  <a:pt x="159674" y="11056"/>
                  <a:pt x="158914" y="12563"/>
                </a:cubicBezTo>
                <a:cubicBezTo>
                  <a:pt x="158154" y="14069"/>
                  <a:pt x="157774" y="17671"/>
                  <a:pt x="157774" y="23367"/>
                </a:cubicBezTo>
                <a:lnTo>
                  <a:pt x="157774" y="84124"/>
                </a:lnTo>
                <a:cubicBezTo>
                  <a:pt x="157774" y="88071"/>
                  <a:pt x="158154" y="90781"/>
                  <a:pt x="158914" y="92255"/>
                </a:cubicBezTo>
                <a:cubicBezTo>
                  <a:pt x="159484" y="93252"/>
                  <a:pt x="160363" y="93989"/>
                  <a:pt x="161550" y="94465"/>
                </a:cubicBezTo>
                <a:cubicBezTo>
                  <a:pt x="162737" y="94940"/>
                  <a:pt x="166442" y="95178"/>
                  <a:pt x="172664" y="95178"/>
                </a:cubicBezTo>
                <a:lnTo>
                  <a:pt x="179716" y="95178"/>
                </a:lnTo>
                <a:cubicBezTo>
                  <a:pt x="187126" y="95178"/>
                  <a:pt x="192326" y="94630"/>
                  <a:pt x="195318" y="93535"/>
                </a:cubicBezTo>
                <a:cubicBezTo>
                  <a:pt x="198310" y="92438"/>
                  <a:pt x="201041" y="90496"/>
                  <a:pt x="203511" y="87709"/>
                </a:cubicBezTo>
                <a:cubicBezTo>
                  <a:pt x="205981" y="84920"/>
                  <a:pt x="208450" y="80523"/>
                  <a:pt x="210920" y="74518"/>
                </a:cubicBezTo>
                <a:close/>
                <a:moveTo>
                  <a:pt x="222195" y="63119"/>
                </a:moveTo>
                <a:lnTo>
                  <a:pt x="259026" y="63119"/>
                </a:lnTo>
                <a:lnTo>
                  <a:pt x="259026" y="73948"/>
                </a:lnTo>
                <a:lnTo>
                  <a:pt x="222195" y="73948"/>
                </a:lnTo>
                <a:lnTo>
                  <a:pt x="222195" y="63119"/>
                </a:lnTo>
                <a:close/>
                <a:moveTo>
                  <a:pt x="287309" y="47502"/>
                </a:moveTo>
                <a:cubicBezTo>
                  <a:pt x="293626" y="38631"/>
                  <a:pt x="300441" y="34196"/>
                  <a:pt x="307755" y="34196"/>
                </a:cubicBezTo>
                <a:cubicBezTo>
                  <a:pt x="314452" y="34196"/>
                  <a:pt x="320294" y="37054"/>
                  <a:pt x="325281" y="42771"/>
                </a:cubicBezTo>
                <a:cubicBezTo>
                  <a:pt x="330268" y="48488"/>
                  <a:pt x="332761" y="56305"/>
                  <a:pt x="332761" y="66221"/>
                </a:cubicBezTo>
                <a:cubicBezTo>
                  <a:pt x="332761" y="77797"/>
                  <a:pt x="328914" y="87120"/>
                  <a:pt x="321220" y="94189"/>
                </a:cubicBezTo>
                <a:cubicBezTo>
                  <a:pt x="314618" y="100263"/>
                  <a:pt x="307257" y="103299"/>
                  <a:pt x="299135" y="103299"/>
                </a:cubicBezTo>
                <a:cubicBezTo>
                  <a:pt x="295336" y="103299"/>
                  <a:pt x="291477" y="102606"/>
                  <a:pt x="287559" y="101220"/>
                </a:cubicBezTo>
                <a:cubicBezTo>
                  <a:pt x="283640" y="99834"/>
                  <a:pt x="279639" y="97754"/>
                  <a:pt x="275555" y="94980"/>
                </a:cubicBezTo>
                <a:lnTo>
                  <a:pt x="275555" y="27499"/>
                </a:lnTo>
                <a:cubicBezTo>
                  <a:pt x="275555" y="20090"/>
                  <a:pt x="275376" y="15531"/>
                  <a:pt x="275020" y="13821"/>
                </a:cubicBezTo>
                <a:cubicBezTo>
                  <a:pt x="274664" y="12111"/>
                  <a:pt x="274106" y="10947"/>
                  <a:pt x="273346" y="10330"/>
                </a:cubicBezTo>
                <a:cubicBezTo>
                  <a:pt x="272586" y="9713"/>
                  <a:pt x="271636" y="9404"/>
                  <a:pt x="270496" y="9404"/>
                </a:cubicBezTo>
                <a:cubicBezTo>
                  <a:pt x="269167" y="9404"/>
                  <a:pt x="267504" y="9784"/>
                  <a:pt x="265510" y="10544"/>
                </a:cubicBezTo>
                <a:lnTo>
                  <a:pt x="264512" y="7979"/>
                </a:lnTo>
                <a:lnTo>
                  <a:pt x="284103" y="0"/>
                </a:lnTo>
                <a:lnTo>
                  <a:pt x="287309" y="0"/>
                </a:lnTo>
                <a:lnTo>
                  <a:pt x="287309" y="47502"/>
                </a:lnTo>
                <a:moveTo>
                  <a:pt x="287309" y="52037"/>
                </a:moveTo>
                <a:lnTo>
                  <a:pt x="287309" y="90870"/>
                </a:lnTo>
                <a:cubicBezTo>
                  <a:pt x="289731" y="93233"/>
                  <a:pt x="292237" y="95017"/>
                  <a:pt x="294825" y="96222"/>
                </a:cubicBezTo>
                <a:cubicBezTo>
                  <a:pt x="297414" y="97426"/>
                  <a:pt x="300061" y="98027"/>
                  <a:pt x="302769" y="98027"/>
                </a:cubicBezTo>
                <a:cubicBezTo>
                  <a:pt x="307090" y="98027"/>
                  <a:pt x="311116" y="95665"/>
                  <a:pt x="314844" y="90941"/>
                </a:cubicBezTo>
                <a:cubicBezTo>
                  <a:pt x="318572" y="86217"/>
                  <a:pt x="320436" y="79343"/>
                  <a:pt x="320436" y="70319"/>
                </a:cubicBezTo>
                <a:cubicBezTo>
                  <a:pt x="320436" y="62005"/>
                  <a:pt x="318572" y="55615"/>
                  <a:pt x="314844" y="51151"/>
                </a:cubicBezTo>
                <a:cubicBezTo>
                  <a:pt x="311116" y="46687"/>
                  <a:pt x="306877" y="44454"/>
                  <a:pt x="302127" y="44454"/>
                </a:cubicBezTo>
                <a:cubicBezTo>
                  <a:pt x="299610" y="44454"/>
                  <a:pt x="297093" y="45092"/>
                  <a:pt x="294576" y="46367"/>
                </a:cubicBezTo>
                <a:cubicBezTo>
                  <a:pt x="292676" y="47312"/>
                  <a:pt x="290254" y="49202"/>
                  <a:pt x="287309" y="52037"/>
                </a:cubicBezTo>
                <a:close/>
                <a:moveTo>
                  <a:pt x="379353" y="91976"/>
                </a:moveTo>
                <a:cubicBezTo>
                  <a:pt x="372657" y="97152"/>
                  <a:pt x="368453" y="100142"/>
                  <a:pt x="366744" y="100948"/>
                </a:cubicBezTo>
                <a:cubicBezTo>
                  <a:pt x="364179" y="102136"/>
                  <a:pt x="361448" y="102729"/>
                  <a:pt x="358551" y="102729"/>
                </a:cubicBezTo>
                <a:cubicBezTo>
                  <a:pt x="354039" y="102729"/>
                  <a:pt x="350323" y="101186"/>
                  <a:pt x="347402" y="98099"/>
                </a:cubicBezTo>
                <a:cubicBezTo>
                  <a:pt x="344481" y="95012"/>
                  <a:pt x="343020" y="90951"/>
                  <a:pt x="343020" y="85916"/>
                </a:cubicBezTo>
                <a:cubicBezTo>
                  <a:pt x="343020" y="82734"/>
                  <a:pt x="343733" y="79980"/>
                  <a:pt x="345158" y="77653"/>
                </a:cubicBezTo>
                <a:cubicBezTo>
                  <a:pt x="347105" y="74423"/>
                  <a:pt x="350489" y="71383"/>
                  <a:pt x="355309" y="68534"/>
                </a:cubicBezTo>
                <a:cubicBezTo>
                  <a:pt x="360130" y="65684"/>
                  <a:pt x="368145" y="62217"/>
                  <a:pt x="379353" y="58133"/>
                </a:cubicBezTo>
                <a:lnTo>
                  <a:pt x="379353" y="55577"/>
                </a:lnTo>
                <a:cubicBezTo>
                  <a:pt x="379353" y="49094"/>
                  <a:pt x="378320" y="44646"/>
                  <a:pt x="376254" y="42232"/>
                </a:cubicBezTo>
                <a:cubicBezTo>
                  <a:pt x="374188" y="39819"/>
                  <a:pt x="371184" y="38613"/>
                  <a:pt x="367242" y="38613"/>
                </a:cubicBezTo>
                <a:cubicBezTo>
                  <a:pt x="364250" y="38613"/>
                  <a:pt x="361875" y="39420"/>
                  <a:pt x="360118" y="41035"/>
                </a:cubicBezTo>
                <a:cubicBezTo>
                  <a:pt x="358313" y="42650"/>
                  <a:pt x="357411" y="44502"/>
                  <a:pt x="357411" y="46592"/>
                </a:cubicBezTo>
                <a:lnTo>
                  <a:pt x="357554" y="50723"/>
                </a:lnTo>
                <a:cubicBezTo>
                  <a:pt x="357554" y="52908"/>
                  <a:pt x="356995" y="54594"/>
                  <a:pt x="355879" y="55782"/>
                </a:cubicBezTo>
                <a:cubicBezTo>
                  <a:pt x="354763" y="56969"/>
                  <a:pt x="353303" y="57563"/>
                  <a:pt x="351498" y="57563"/>
                </a:cubicBezTo>
                <a:cubicBezTo>
                  <a:pt x="349741" y="57563"/>
                  <a:pt x="348304" y="56944"/>
                  <a:pt x="347188" y="55706"/>
                </a:cubicBezTo>
                <a:cubicBezTo>
                  <a:pt x="346072" y="54467"/>
                  <a:pt x="345514" y="52775"/>
                  <a:pt x="345514" y="50632"/>
                </a:cubicBezTo>
                <a:cubicBezTo>
                  <a:pt x="345514" y="46534"/>
                  <a:pt x="347604" y="42770"/>
                  <a:pt x="351783" y="39341"/>
                </a:cubicBezTo>
                <a:cubicBezTo>
                  <a:pt x="355963" y="35911"/>
                  <a:pt x="361828" y="34196"/>
                  <a:pt x="369380" y="34196"/>
                </a:cubicBezTo>
                <a:cubicBezTo>
                  <a:pt x="375174" y="34196"/>
                  <a:pt x="379923" y="35168"/>
                  <a:pt x="383628" y="37112"/>
                </a:cubicBezTo>
                <a:cubicBezTo>
                  <a:pt x="386430" y="38583"/>
                  <a:pt x="388496" y="40884"/>
                  <a:pt x="389826" y="44016"/>
                </a:cubicBezTo>
                <a:cubicBezTo>
                  <a:pt x="390681" y="46055"/>
                  <a:pt x="391108" y="50229"/>
                  <a:pt x="391108" y="56539"/>
                </a:cubicBezTo>
                <a:lnTo>
                  <a:pt x="391108" y="78668"/>
                </a:lnTo>
                <a:cubicBezTo>
                  <a:pt x="391108" y="84882"/>
                  <a:pt x="391227" y="88689"/>
                  <a:pt x="391464" y="90089"/>
                </a:cubicBezTo>
                <a:cubicBezTo>
                  <a:pt x="391702" y="91488"/>
                  <a:pt x="392093" y="92425"/>
                  <a:pt x="392640" y="92900"/>
                </a:cubicBezTo>
                <a:cubicBezTo>
                  <a:pt x="393186" y="93374"/>
                  <a:pt x="393815" y="93610"/>
                  <a:pt x="394528" y="93610"/>
                </a:cubicBezTo>
                <a:cubicBezTo>
                  <a:pt x="395287" y="93610"/>
                  <a:pt x="395952" y="93444"/>
                  <a:pt x="396522" y="93112"/>
                </a:cubicBezTo>
                <a:cubicBezTo>
                  <a:pt x="397520" y="92494"/>
                  <a:pt x="399443" y="90761"/>
                  <a:pt x="402293" y="87911"/>
                </a:cubicBezTo>
                <a:lnTo>
                  <a:pt x="402293" y="91901"/>
                </a:lnTo>
                <a:cubicBezTo>
                  <a:pt x="396973" y="99025"/>
                  <a:pt x="391892" y="102587"/>
                  <a:pt x="387047" y="102587"/>
                </a:cubicBezTo>
                <a:cubicBezTo>
                  <a:pt x="384720" y="102587"/>
                  <a:pt x="382868" y="101785"/>
                  <a:pt x="381490" y="100182"/>
                </a:cubicBezTo>
                <a:cubicBezTo>
                  <a:pt x="380113" y="98578"/>
                  <a:pt x="379401" y="95843"/>
                  <a:pt x="379353" y="91976"/>
                </a:cubicBezTo>
                <a:moveTo>
                  <a:pt x="379353" y="87357"/>
                </a:moveTo>
                <a:lnTo>
                  <a:pt x="379353" y="62549"/>
                </a:lnTo>
                <a:cubicBezTo>
                  <a:pt x="372182" y="65393"/>
                  <a:pt x="367551" y="67407"/>
                  <a:pt x="365461" y="68592"/>
                </a:cubicBezTo>
                <a:cubicBezTo>
                  <a:pt x="361709" y="70677"/>
                  <a:pt x="359026" y="72857"/>
                  <a:pt x="357411" y="75132"/>
                </a:cubicBezTo>
                <a:cubicBezTo>
                  <a:pt x="355796" y="77406"/>
                  <a:pt x="354989" y="79894"/>
                  <a:pt x="354989" y="82595"/>
                </a:cubicBezTo>
                <a:cubicBezTo>
                  <a:pt x="354989" y="86007"/>
                  <a:pt x="356010" y="88839"/>
                  <a:pt x="358052" y="91090"/>
                </a:cubicBezTo>
                <a:cubicBezTo>
                  <a:pt x="360094" y="93340"/>
                  <a:pt x="362445" y="94465"/>
                  <a:pt x="365105" y="94465"/>
                </a:cubicBezTo>
                <a:cubicBezTo>
                  <a:pt x="368715" y="94465"/>
                  <a:pt x="373464" y="92096"/>
                  <a:pt x="379353" y="87357"/>
                </a:cubicBezTo>
                <a:close/>
                <a:moveTo>
                  <a:pt x="449188" y="34196"/>
                </a:moveTo>
                <a:lnTo>
                  <a:pt x="449188" y="56423"/>
                </a:lnTo>
                <a:lnTo>
                  <a:pt x="446837" y="56423"/>
                </a:lnTo>
                <a:cubicBezTo>
                  <a:pt x="445032" y="49469"/>
                  <a:pt x="442717" y="44739"/>
                  <a:pt x="439891" y="42232"/>
                </a:cubicBezTo>
                <a:cubicBezTo>
                  <a:pt x="437065" y="39724"/>
                  <a:pt x="433467" y="38470"/>
                  <a:pt x="429098" y="38470"/>
                </a:cubicBezTo>
                <a:cubicBezTo>
                  <a:pt x="425773" y="38470"/>
                  <a:pt x="423090" y="39346"/>
                  <a:pt x="421047" y="41097"/>
                </a:cubicBezTo>
                <a:cubicBezTo>
                  <a:pt x="419005" y="42848"/>
                  <a:pt x="417984" y="44789"/>
                  <a:pt x="417984" y="46919"/>
                </a:cubicBezTo>
                <a:cubicBezTo>
                  <a:pt x="417984" y="49568"/>
                  <a:pt x="418744" y="51840"/>
                  <a:pt x="420264" y="53733"/>
                </a:cubicBezTo>
                <a:cubicBezTo>
                  <a:pt x="421736" y="55673"/>
                  <a:pt x="424728" y="57732"/>
                  <a:pt x="429240" y="59909"/>
                </a:cubicBezTo>
                <a:lnTo>
                  <a:pt x="439641" y="64949"/>
                </a:lnTo>
                <a:cubicBezTo>
                  <a:pt x="449283" y="69645"/>
                  <a:pt x="454103" y="75835"/>
                  <a:pt x="454103" y="83519"/>
                </a:cubicBezTo>
                <a:cubicBezTo>
                  <a:pt x="454103" y="89448"/>
                  <a:pt x="451859" y="94227"/>
                  <a:pt x="447371" y="97856"/>
                </a:cubicBezTo>
                <a:cubicBezTo>
                  <a:pt x="442883" y="101485"/>
                  <a:pt x="437860" y="103299"/>
                  <a:pt x="432304" y="103299"/>
                </a:cubicBezTo>
                <a:cubicBezTo>
                  <a:pt x="428314" y="103299"/>
                  <a:pt x="423755" y="102622"/>
                  <a:pt x="418625" y="101269"/>
                </a:cubicBezTo>
                <a:cubicBezTo>
                  <a:pt x="417058" y="100818"/>
                  <a:pt x="415776" y="100592"/>
                  <a:pt x="414778" y="100592"/>
                </a:cubicBezTo>
                <a:cubicBezTo>
                  <a:pt x="413686" y="100592"/>
                  <a:pt x="412831" y="101162"/>
                  <a:pt x="412214" y="102302"/>
                </a:cubicBezTo>
                <a:lnTo>
                  <a:pt x="409863" y="102302"/>
                </a:lnTo>
                <a:lnTo>
                  <a:pt x="409863" y="78935"/>
                </a:lnTo>
                <a:lnTo>
                  <a:pt x="412214" y="78935"/>
                </a:lnTo>
                <a:cubicBezTo>
                  <a:pt x="413543" y="85584"/>
                  <a:pt x="416084" y="90595"/>
                  <a:pt x="419836" y="93967"/>
                </a:cubicBezTo>
                <a:cubicBezTo>
                  <a:pt x="423588" y="97339"/>
                  <a:pt x="427792" y="99025"/>
                  <a:pt x="432446" y="99025"/>
                </a:cubicBezTo>
                <a:cubicBezTo>
                  <a:pt x="435723" y="99025"/>
                  <a:pt x="438395" y="98068"/>
                  <a:pt x="440461" y="96155"/>
                </a:cubicBezTo>
                <a:cubicBezTo>
                  <a:pt x="442527" y="94241"/>
                  <a:pt x="443560" y="91936"/>
                  <a:pt x="443560" y="89243"/>
                </a:cubicBezTo>
                <a:cubicBezTo>
                  <a:pt x="443560" y="85982"/>
                  <a:pt x="442408" y="83241"/>
                  <a:pt x="440104" y="81021"/>
                </a:cubicBezTo>
                <a:cubicBezTo>
                  <a:pt x="437801" y="78799"/>
                  <a:pt x="433206" y="75993"/>
                  <a:pt x="426319" y="72603"/>
                </a:cubicBezTo>
                <a:cubicBezTo>
                  <a:pt x="419433" y="69212"/>
                  <a:pt x="414921" y="66137"/>
                  <a:pt x="412784" y="63378"/>
                </a:cubicBezTo>
                <a:cubicBezTo>
                  <a:pt x="410646" y="60666"/>
                  <a:pt x="409578" y="57241"/>
                  <a:pt x="409578" y="53103"/>
                </a:cubicBezTo>
                <a:cubicBezTo>
                  <a:pt x="409578" y="47728"/>
                  <a:pt x="411418" y="43233"/>
                  <a:pt x="415099" y="39619"/>
                </a:cubicBezTo>
                <a:cubicBezTo>
                  <a:pt x="418780" y="36003"/>
                  <a:pt x="423541" y="34196"/>
                  <a:pt x="429383" y="34196"/>
                </a:cubicBezTo>
                <a:cubicBezTo>
                  <a:pt x="431947" y="34196"/>
                  <a:pt x="435058" y="34742"/>
                  <a:pt x="438715" y="35834"/>
                </a:cubicBezTo>
                <a:cubicBezTo>
                  <a:pt x="441137" y="36547"/>
                  <a:pt x="442752" y="36903"/>
                  <a:pt x="443560" y="36903"/>
                </a:cubicBezTo>
                <a:cubicBezTo>
                  <a:pt x="444319" y="36903"/>
                  <a:pt x="444913" y="36737"/>
                  <a:pt x="445341" y="36404"/>
                </a:cubicBezTo>
                <a:cubicBezTo>
                  <a:pt x="445768" y="36072"/>
                  <a:pt x="446267" y="35335"/>
                  <a:pt x="446837" y="34196"/>
                </a:cubicBezTo>
                <a:lnTo>
                  <a:pt x="449188" y="34196"/>
                </a:lnTo>
                <a:close/>
                <a:moveTo>
                  <a:pt x="474739" y="60697"/>
                </a:moveTo>
                <a:cubicBezTo>
                  <a:pt x="474692" y="70341"/>
                  <a:pt x="477043" y="77906"/>
                  <a:pt x="481792" y="83390"/>
                </a:cubicBezTo>
                <a:cubicBezTo>
                  <a:pt x="486541" y="88874"/>
                  <a:pt x="492122" y="91616"/>
                  <a:pt x="498534" y="91616"/>
                </a:cubicBezTo>
                <a:cubicBezTo>
                  <a:pt x="502808" y="91616"/>
                  <a:pt x="506524" y="90435"/>
                  <a:pt x="509683" y="88074"/>
                </a:cubicBezTo>
                <a:cubicBezTo>
                  <a:pt x="512841" y="85712"/>
                  <a:pt x="515489" y="81669"/>
                  <a:pt x="517626" y="75943"/>
                </a:cubicBezTo>
                <a:lnTo>
                  <a:pt x="519835" y="77374"/>
                </a:lnTo>
                <a:cubicBezTo>
                  <a:pt x="518837" y="83915"/>
                  <a:pt x="515940" y="89871"/>
                  <a:pt x="511143" y="95242"/>
                </a:cubicBezTo>
                <a:cubicBezTo>
                  <a:pt x="506346" y="100614"/>
                  <a:pt x="500338" y="103299"/>
                  <a:pt x="493119" y="103299"/>
                </a:cubicBezTo>
                <a:cubicBezTo>
                  <a:pt x="485283" y="103299"/>
                  <a:pt x="478574" y="100254"/>
                  <a:pt x="472994" y="94165"/>
                </a:cubicBezTo>
                <a:cubicBezTo>
                  <a:pt x="467413" y="88074"/>
                  <a:pt x="464623" y="79885"/>
                  <a:pt x="464623" y="69600"/>
                </a:cubicBezTo>
                <a:cubicBezTo>
                  <a:pt x="464623" y="58463"/>
                  <a:pt x="467484" y="49778"/>
                  <a:pt x="473207" y="43546"/>
                </a:cubicBezTo>
                <a:cubicBezTo>
                  <a:pt x="478931" y="37312"/>
                  <a:pt x="486114" y="34196"/>
                  <a:pt x="494758" y="34196"/>
                </a:cubicBezTo>
                <a:cubicBezTo>
                  <a:pt x="502072" y="34196"/>
                  <a:pt x="508080" y="36600"/>
                  <a:pt x="512782" y="41409"/>
                </a:cubicBezTo>
                <a:cubicBezTo>
                  <a:pt x="517484" y="46216"/>
                  <a:pt x="519835" y="52646"/>
                  <a:pt x="519835" y="60697"/>
                </a:cubicBezTo>
                <a:lnTo>
                  <a:pt x="474739" y="60697"/>
                </a:lnTo>
                <a:moveTo>
                  <a:pt x="474739" y="56565"/>
                </a:moveTo>
                <a:lnTo>
                  <a:pt x="504945" y="56565"/>
                </a:lnTo>
                <a:cubicBezTo>
                  <a:pt x="504708" y="52420"/>
                  <a:pt x="504209" y="49500"/>
                  <a:pt x="503449" y="47805"/>
                </a:cubicBezTo>
                <a:cubicBezTo>
                  <a:pt x="502262" y="45166"/>
                  <a:pt x="500493" y="43093"/>
                  <a:pt x="498142" y="41587"/>
                </a:cubicBezTo>
                <a:cubicBezTo>
                  <a:pt x="495791" y="40079"/>
                  <a:pt x="493333" y="39325"/>
                  <a:pt x="490768" y="39325"/>
                </a:cubicBezTo>
                <a:cubicBezTo>
                  <a:pt x="486826" y="39325"/>
                  <a:pt x="483300" y="40844"/>
                  <a:pt x="480189" y="43882"/>
                </a:cubicBezTo>
                <a:cubicBezTo>
                  <a:pt x="477078" y="46920"/>
                  <a:pt x="475262" y="51148"/>
                  <a:pt x="474739" y="56565"/>
                </a:cubicBezTo>
                <a:close/>
                <a:moveTo>
                  <a:pt x="574495" y="93971"/>
                </a:moveTo>
                <a:cubicBezTo>
                  <a:pt x="571313" y="97294"/>
                  <a:pt x="568202" y="99680"/>
                  <a:pt x="565162" y="101129"/>
                </a:cubicBezTo>
                <a:cubicBezTo>
                  <a:pt x="562123" y="102576"/>
                  <a:pt x="558845" y="103299"/>
                  <a:pt x="555331" y="103299"/>
                </a:cubicBezTo>
                <a:cubicBezTo>
                  <a:pt x="548207" y="103299"/>
                  <a:pt x="541985" y="100326"/>
                  <a:pt x="536666" y="94379"/>
                </a:cubicBezTo>
                <a:cubicBezTo>
                  <a:pt x="531347" y="88430"/>
                  <a:pt x="528687" y="80786"/>
                  <a:pt x="528687" y="71448"/>
                </a:cubicBezTo>
                <a:cubicBezTo>
                  <a:pt x="528687" y="62111"/>
                  <a:pt x="531631" y="53568"/>
                  <a:pt x="537521" y="45819"/>
                </a:cubicBezTo>
                <a:cubicBezTo>
                  <a:pt x="543410" y="38070"/>
                  <a:pt x="550985" y="34196"/>
                  <a:pt x="560247" y="34196"/>
                </a:cubicBezTo>
                <a:cubicBezTo>
                  <a:pt x="565993" y="34196"/>
                  <a:pt x="570743" y="36023"/>
                  <a:pt x="574495" y="39679"/>
                </a:cubicBezTo>
                <a:lnTo>
                  <a:pt x="574495" y="27499"/>
                </a:lnTo>
                <a:cubicBezTo>
                  <a:pt x="574495" y="20074"/>
                  <a:pt x="574317" y="15510"/>
                  <a:pt x="573960" y="13807"/>
                </a:cubicBezTo>
                <a:cubicBezTo>
                  <a:pt x="573604" y="12105"/>
                  <a:pt x="573046" y="10946"/>
                  <a:pt x="572286" y="10330"/>
                </a:cubicBezTo>
                <a:cubicBezTo>
                  <a:pt x="571526" y="9713"/>
                  <a:pt x="570576" y="9404"/>
                  <a:pt x="569437" y="9404"/>
                </a:cubicBezTo>
                <a:cubicBezTo>
                  <a:pt x="568202" y="9404"/>
                  <a:pt x="566563" y="9784"/>
                  <a:pt x="564521" y="10544"/>
                </a:cubicBezTo>
                <a:lnTo>
                  <a:pt x="563595" y="7979"/>
                </a:lnTo>
                <a:lnTo>
                  <a:pt x="583044" y="0"/>
                </a:lnTo>
                <a:lnTo>
                  <a:pt x="586249" y="0"/>
                </a:lnTo>
                <a:lnTo>
                  <a:pt x="586249" y="75515"/>
                </a:lnTo>
                <a:cubicBezTo>
                  <a:pt x="586249" y="83131"/>
                  <a:pt x="586428" y="87778"/>
                  <a:pt x="586784" y="89456"/>
                </a:cubicBezTo>
                <a:cubicBezTo>
                  <a:pt x="587140" y="91135"/>
                  <a:pt x="587710" y="92307"/>
                  <a:pt x="588494" y="92972"/>
                </a:cubicBezTo>
                <a:cubicBezTo>
                  <a:pt x="589277" y="93635"/>
                  <a:pt x="590191" y="93967"/>
                  <a:pt x="591236" y="93967"/>
                </a:cubicBezTo>
                <a:cubicBezTo>
                  <a:pt x="592519" y="93967"/>
                  <a:pt x="594228" y="93563"/>
                  <a:pt x="596366" y="92756"/>
                </a:cubicBezTo>
                <a:lnTo>
                  <a:pt x="597149" y="95320"/>
                </a:lnTo>
                <a:lnTo>
                  <a:pt x="577772" y="103299"/>
                </a:lnTo>
                <a:lnTo>
                  <a:pt x="574495" y="103299"/>
                </a:lnTo>
                <a:lnTo>
                  <a:pt x="574495" y="93971"/>
                </a:lnTo>
                <a:moveTo>
                  <a:pt x="574495" y="88995"/>
                </a:moveTo>
                <a:lnTo>
                  <a:pt x="574495" y="55454"/>
                </a:lnTo>
                <a:cubicBezTo>
                  <a:pt x="574210" y="52232"/>
                  <a:pt x="573355" y="49295"/>
                  <a:pt x="571930" y="46643"/>
                </a:cubicBezTo>
                <a:cubicBezTo>
                  <a:pt x="570505" y="43989"/>
                  <a:pt x="568617" y="41988"/>
                  <a:pt x="566266" y="40638"/>
                </a:cubicBezTo>
                <a:cubicBezTo>
                  <a:pt x="563915" y="39288"/>
                  <a:pt x="561624" y="38613"/>
                  <a:pt x="559392" y="38613"/>
                </a:cubicBezTo>
                <a:cubicBezTo>
                  <a:pt x="555212" y="38613"/>
                  <a:pt x="551484" y="40484"/>
                  <a:pt x="548207" y="44227"/>
                </a:cubicBezTo>
                <a:cubicBezTo>
                  <a:pt x="543885" y="49153"/>
                  <a:pt x="541724" y="56354"/>
                  <a:pt x="541724" y="65829"/>
                </a:cubicBezTo>
                <a:cubicBezTo>
                  <a:pt x="541724" y="75399"/>
                  <a:pt x="543814" y="82731"/>
                  <a:pt x="547993" y="87824"/>
                </a:cubicBezTo>
                <a:cubicBezTo>
                  <a:pt x="552173" y="92917"/>
                  <a:pt x="556827" y="95463"/>
                  <a:pt x="561956" y="95463"/>
                </a:cubicBezTo>
                <a:cubicBezTo>
                  <a:pt x="566278" y="95463"/>
                  <a:pt x="570458" y="93307"/>
                  <a:pt x="574495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ompiler-based">
            <a:extLst xmlns:a="http://schemas.openxmlformats.org/drawingml/2006/main">
              <a:ext uri="{FF2B5EF4-FFF2-40B4-BE49-F238E27FC236}">
                <a16:creationId xmlns:a16="http://schemas.microsoft.com/office/drawing/2014/main" id="{EC4A3E5A-9B5C-477B-8406-7FE7E29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296" y="2683800"/>
            <a:ext cx="926082" cy="132508"/>
          </a:xfrm>
          <a:custGeom xmlns:a="http://schemas.openxmlformats.org/drawingml/2006/main">
            <a:pathLst>
              <a:path w="926082" h="132508">
                <a:moveTo>
                  <a:pt x="82568" y="2565"/>
                </a:moveTo>
                <a:lnTo>
                  <a:pt x="84777" y="35478"/>
                </a:lnTo>
                <a:lnTo>
                  <a:pt x="82568" y="35478"/>
                </a:lnTo>
                <a:cubicBezTo>
                  <a:pt x="79624" y="25621"/>
                  <a:pt x="75420" y="18527"/>
                  <a:pt x="69959" y="14195"/>
                </a:cubicBezTo>
                <a:cubicBezTo>
                  <a:pt x="64497" y="9861"/>
                  <a:pt x="57943" y="7694"/>
                  <a:pt x="50296" y="7694"/>
                </a:cubicBezTo>
                <a:cubicBezTo>
                  <a:pt x="43884" y="7694"/>
                  <a:pt x="38090" y="9318"/>
                  <a:pt x="32913" y="12567"/>
                </a:cubicBezTo>
                <a:cubicBezTo>
                  <a:pt x="27736" y="15815"/>
                  <a:pt x="23664" y="20995"/>
                  <a:pt x="20695" y="28109"/>
                </a:cubicBezTo>
                <a:cubicBezTo>
                  <a:pt x="17727" y="35221"/>
                  <a:pt x="16243" y="44064"/>
                  <a:pt x="16243" y="54637"/>
                </a:cubicBezTo>
                <a:cubicBezTo>
                  <a:pt x="16243" y="63363"/>
                  <a:pt x="17644" y="70926"/>
                  <a:pt x="20446" y="77327"/>
                </a:cubicBezTo>
                <a:cubicBezTo>
                  <a:pt x="23248" y="83729"/>
                  <a:pt x="27463" y="88637"/>
                  <a:pt x="33091" y="92052"/>
                </a:cubicBezTo>
                <a:cubicBezTo>
                  <a:pt x="38719" y="95466"/>
                  <a:pt x="45143" y="97173"/>
                  <a:pt x="52362" y="97173"/>
                </a:cubicBezTo>
                <a:cubicBezTo>
                  <a:pt x="58631" y="97173"/>
                  <a:pt x="64164" y="95826"/>
                  <a:pt x="68961" y="93134"/>
                </a:cubicBezTo>
                <a:cubicBezTo>
                  <a:pt x="73758" y="90440"/>
                  <a:pt x="79030" y="85090"/>
                  <a:pt x="84777" y="77083"/>
                </a:cubicBezTo>
                <a:lnTo>
                  <a:pt x="86985" y="78507"/>
                </a:lnTo>
                <a:cubicBezTo>
                  <a:pt x="82141" y="87129"/>
                  <a:pt x="76489" y="93441"/>
                  <a:pt x="70030" y="97442"/>
                </a:cubicBezTo>
                <a:cubicBezTo>
                  <a:pt x="63571" y="101442"/>
                  <a:pt x="55900" y="103442"/>
                  <a:pt x="47019" y="103442"/>
                </a:cubicBezTo>
                <a:cubicBezTo>
                  <a:pt x="31013" y="103442"/>
                  <a:pt x="18618" y="97513"/>
                  <a:pt x="9831" y="85656"/>
                </a:cubicBezTo>
                <a:cubicBezTo>
                  <a:pt x="3277" y="76835"/>
                  <a:pt x="0" y="66449"/>
                  <a:pt x="0" y="54497"/>
                </a:cubicBezTo>
                <a:cubicBezTo>
                  <a:pt x="0" y="44869"/>
                  <a:pt x="2161" y="36024"/>
                  <a:pt x="6483" y="27962"/>
                </a:cubicBezTo>
                <a:cubicBezTo>
                  <a:pt x="10805" y="19900"/>
                  <a:pt x="16753" y="13652"/>
                  <a:pt x="24329" y="9217"/>
                </a:cubicBezTo>
                <a:cubicBezTo>
                  <a:pt x="31904" y="4782"/>
                  <a:pt x="40180" y="2565"/>
                  <a:pt x="49156" y="2565"/>
                </a:cubicBezTo>
                <a:cubicBezTo>
                  <a:pt x="56138" y="2565"/>
                  <a:pt x="63024" y="4274"/>
                  <a:pt x="69816" y="7694"/>
                </a:cubicBezTo>
                <a:cubicBezTo>
                  <a:pt x="71811" y="8739"/>
                  <a:pt x="73236" y="9261"/>
                  <a:pt x="74090" y="9261"/>
                </a:cubicBezTo>
                <a:cubicBezTo>
                  <a:pt x="75373" y="9261"/>
                  <a:pt x="76489" y="8810"/>
                  <a:pt x="77439" y="7908"/>
                </a:cubicBezTo>
                <a:cubicBezTo>
                  <a:pt x="78674" y="6625"/>
                  <a:pt x="79552" y="4844"/>
                  <a:pt x="80075" y="2565"/>
                </a:cubicBezTo>
                <a:lnTo>
                  <a:pt x="82568" y="2565"/>
                </a:lnTo>
                <a:close/>
                <a:moveTo>
                  <a:pt x="128373" y="34196"/>
                </a:moveTo>
                <a:cubicBezTo>
                  <a:pt x="138252" y="34196"/>
                  <a:pt x="146183" y="37944"/>
                  <a:pt x="152168" y="45441"/>
                </a:cubicBezTo>
                <a:cubicBezTo>
                  <a:pt x="157249" y="51845"/>
                  <a:pt x="159790" y="59199"/>
                  <a:pt x="159790" y="67503"/>
                </a:cubicBezTo>
                <a:cubicBezTo>
                  <a:pt x="159790" y="73339"/>
                  <a:pt x="158389" y="79246"/>
                  <a:pt x="155587" y="85224"/>
                </a:cubicBezTo>
                <a:cubicBezTo>
                  <a:pt x="152785" y="91201"/>
                  <a:pt x="148926" y="95708"/>
                  <a:pt x="144010" y="98744"/>
                </a:cubicBezTo>
                <a:cubicBezTo>
                  <a:pt x="139095" y="101781"/>
                  <a:pt x="133621" y="103299"/>
                  <a:pt x="127589" y="103299"/>
                </a:cubicBezTo>
                <a:cubicBezTo>
                  <a:pt x="117758" y="103299"/>
                  <a:pt x="109945" y="99385"/>
                  <a:pt x="104151" y="91556"/>
                </a:cubicBezTo>
                <a:cubicBezTo>
                  <a:pt x="99259" y="84961"/>
                  <a:pt x="96813" y="77560"/>
                  <a:pt x="96813" y="69353"/>
                </a:cubicBezTo>
                <a:cubicBezTo>
                  <a:pt x="96813" y="63375"/>
                  <a:pt x="98298" y="57432"/>
                  <a:pt x="101266" y="51525"/>
                </a:cubicBezTo>
                <a:cubicBezTo>
                  <a:pt x="104234" y="45618"/>
                  <a:pt x="108141" y="41253"/>
                  <a:pt x="112985" y="38430"/>
                </a:cubicBezTo>
                <a:cubicBezTo>
                  <a:pt x="117829" y="35607"/>
                  <a:pt x="122959" y="34196"/>
                  <a:pt x="128373" y="34196"/>
                </a:cubicBezTo>
                <a:moveTo>
                  <a:pt x="126165" y="38898"/>
                </a:moveTo>
                <a:cubicBezTo>
                  <a:pt x="123647" y="38898"/>
                  <a:pt x="121118" y="39643"/>
                  <a:pt x="118577" y="41135"/>
                </a:cubicBezTo>
                <a:cubicBezTo>
                  <a:pt x="116037" y="42625"/>
                  <a:pt x="113982" y="45239"/>
                  <a:pt x="112415" y="48978"/>
                </a:cubicBezTo>
                <a:cubicBezTo>
                  <a:pt x="110848" y="52717"/>
                  <a:pt x="110064" y="57520"/>
                  <a:pt x="110064" y="63387"/>
                </a:cubicBezTo>
                <a:cubicBezTo>
                  <a:pt x="110064" y="72851"/>
                  <a:pt x="111952" y="81015"/>
                  <a:pt x="115728" y="87878"/>
                </a:cubicBezTo>
                <a:cubicBezTo>
                  <a:pt x="119504" y="94739"/>
                  <a:pt x="124479" y="98170"/>
                  <a:pt x="130653" y="98170"/>
                </a:cubicBezTo>
                <a:cubicBezTo>
                  <a:pt x="135260" y="98170"/>
                  <a:pt x="139059" y="96277"/>
                  <a:pt x="142051" y="92491"/>
                </a:cubicBezTo>
                <a:cubicBezTo>
                  <a:pt x="145043" y="88704"/>
                  <a:pt x="146539" y="82198"/>
                  <a:pt x="146539" y="72971"/>
                </a:cubicBezTo>
                <a:cubicBezTo>
                  <a:pt x="146539" y="61424"/>
                  <a:pt x="144046" y="52338"/>
                  <a:pt x="139059" y="45712"/>
                </a:cubicBezTo>
                <a:cubicBezTo>
                  <a:pt x="135687" y="41169"/>
                  <a:pt x="131389" y="38898"/>
                  <a:pt x="126165" y="38898"/>
                </a:cubicBezTo>
                <a:close/>
                <a:moveTo>
                  <a:pt x="188784" y="48210"/>
                </a:moveTo>
                <a:cubicBezTo>
                  <a:pt x="193534" y="43419"/>
                  <a:pt x="196336" y="40664"/>
                  <a:pt x="197191" y="39946"/>
                </a:cubicBezTo>
                <a:cubicBezTo>
                  <a:pt x="199328" y="38125"/>
                  <a:pt x="201631" y="36711"/>
                  <a:pt x="204101" y="35705"/>
                </a:cubicBezTo>
                <a:cubicBezTo>
                  <a:pt x="206571" y="34699"/>
                  <a:pt x="209017" y="34196"/>
                  <a:pt x="211439" y="34196"/>
                </a:cubicBezTo>
                <a:cubicBezTo>
                  <a:pt x="215523" y="34196"/>
                  <a:pt x="219038" y="35393"/>
                  <a:pt x="221983" y="37789"/>
                </a:cubicBezTo>
                <a:cubicBezTo>
                  <a:pt x="224927" y="40184"/>
                  <a:pt x="226898" y="43658"/>
                  <a:pt x="227896" y="48210"/>
                </a:cubicBezTo>
                <a:cubicBezTo>
                  <a:pt x="232787" y="42460"/>
                  <a:pt x="236919" y="38688"/>
                  <a:pt x="240291" y="36892"/>
                </a:cubicBezTo>
                <a:cubicBezTo>
                  <a:pt x="243664" y="35094"/>
                  <a:pt x="247131" y="34196"/>
                  <a:pt x="250693" y="34196"/>
                </a:cubicBezTo>
                <a:cubicBezTo>
                  <a:pt x="254160" y="34196"/>
                  <a:pt x="257235" y="35084"/>
                  <a:pt x="259918" y="36860"/>
                </a:cubicBezTo>
                <a:cubicBezTo>
                  <a:pt x="262602" y="38636"/>
                  <a:pt x="264727" y="41536"/>
                  <a:pt x="266294" y="45563"/>
                </a:cubicBezTo>
                <a:cubicBezTo>
                  <a:pt x="267339" y="48310"/>
                  <a:pt x="267862" y="52620"/>
                  <a:pt x="267862" y="58493"/>
                </a:cubicBezTo>
                <a:lnTo>
                  <a:pt x="267862" y="86486"/>
                </a:lnTo>
                <a:cubicBezTo>
                  <a:pt x="267862" y="90595"/>
                  <a:pt x="268170" y="93413"/>
                  <a:pt x="268788" y="94942"/>
                </a:cubicBezTo>
                <a:cubicBezTo>
                  <a:pt x="269263" y="95993"/>
                  <a:pt x="270141" y="96888"/>
                  <a:pt x="271424" y="97629"/>
                </a:cubicBezTo>
                <a:cubicBezTo>
                  <a:pt x="272706" y="98370"/>
                  <a:pt x="274796" y="98740"/>
                  <a:pt x="277693" y="98740"/>
                </a:cubicBezTo>
                <a:lnTo>
                  <a:pt x="277693" y="101304"/>
                </a:lnTo>
                <a:lnTo>
                  <a:pt x="245492" y="101304"/>
                </a:lnTo>
                <a:lnTo>
                  <a:pt x="245492" y="98740"/>
                </a:lnTo>
                <a:lnTo>
                  <a:pt x="246846" y="98740"/>
                </a:lnTo>
                <a:cubicBezTo>
                  <a:pt x="249648" y="98740"/>
                  <a:pt x="251832" y="98191"/>
                  <a:pt x="253400" y="97092"/>
                </a:cubicBezTo>
                <a:cubicBezTo>
                  <a:pt x="254492" y="96328"/>
                  <a:pt x="255276" y="95110"/>
                  <a:pt x="255751" y="93437"/>
                </a:cubicBezTo>
                <a:cubicBezTo>
                  <a:pt x="255941" y="92625"/>
                  <a:pt x="256036" y="90308"/>
                  <a:pt x="256036" y="86486"/>
                </a:cubicBezTo>
                <a:lnTo>
                  <a:pt x="256036" y="58600"/>
                </a:lnTo>
                <a:cubicBezTo>
                  <a:pt x="256036" y="53315"/>
                  <a:pt x="255395" y="49587"/>
                  <a:pt x="254112" y="47417"/>
                </a:cubicBezTo>
                <a:cubicBezTo>
                  <a:pt x="252260" y="44397"/>
                  <a:pt x="249292" y="42887"/>
                  <a:pt x="245207" y="42887"/>
                </a:cubicBezTo>
                <a:cubicBezTo>
                  <a:pt x="242690" y="42887"/>
                  <a:pt x="240161" y="43514"/>
                  <a:pt x="237620" y="44768"/>
                </a:cubicBezTo>
                <a:cubicBezTo>
                  <a:pt x="235079" y="46022"/>
                  <a:pt x="232004" y="48353"/>
                  <a:pt x="228394" y="51759"/>
                </a:cubicBezTo>
                <a:lnTo>
                  <a:pt x="228252" y="52540"/>
                </a:lnTo>
                <a:lnTo>
                  <a:pt x="228394" y="55581"/>
                </a:lnTo>
                <a:lnTo>
                  <a:pt x="228394" y="86486"/>
                </a:lnTo>
                <a:cubicBezTo>
                  <a:pt x="228394" y="90978"/>
                  <a:pt x="228644" y="93772"/>
                  <a:pt x="229142" y="94871"/>
                </a:cubicBezTo>
                <a:cubicBezTo>
                  <a:pt x="229641" y="95969"/>
                  <a:pt x="230579" y="96888"/>
                  <a:pt x="231956" y="97629"/>
                </a:cubicBezTo>
                <a:cubicBezTo>
                  <a:pt x="233334" y="98370"/>
                  <a:pt x="235685" y="98740"/>
                  <a:pt x="239009" y="98740"/>
                </a:cubicBezTo>
                <a:lnTo>
                  <a:pt x="239009" y="101304"/>
                </a:lnTo>
                <a:lnTo>
                  <a:pt x="206025" y="101304"/>
                </a:lnTo>
                <a:lnTo>
                  <a:pt x="206025" y="98740"/>
                </a:lnTo>
                <a:cubicBezTo>
                  <a:pt x="209634" y="98740"/>
                  <a:pt x="212116" y="98310"/>
                  <a:pt x="213469" y="97451"/>
                </a:cubicBezTo>
                <a:cubicBezTo>
                  <a:pt x="214823" y="96590"/>
                  <a:pt x="215761" y="95300"/>
                  <a:pt x="216283" y="93582"/>
                </a:cubicBezTo>
                <a:cubicBezTo>
                  <a:pt x="216521" y="92768"/>
                  <a:pt x="216640" y="90403"/>
                  <a:pt x="216640" y="86486"/>
                </a:cubicBezTo>
                <a:lnTo>
                  <a:pt x="216640" y="58618"/>
                </a:lnTo>
                <a:cubicBezTo>
                  <a:pt x="216640" y="53336"/>
                  <a:pt x="215856" y="49525"/>
                  <a:pt x="214289" y="47186"/>
                </a:cubicBezTo>
                <a:cubicBezTo>
                  <a:pt x="212199" y="44130"/>
                  <a:pt x="209278" y="42602"/>
                  <a:pt x="205526" y="42602"/>
                </a:cubicBezTo>
                <a:cubicBezTo>
                  <a:pt x="202961" y="42602"/>
                  <a:pt x="200420" y="43294"/>
                  <a:pt x="197903" y="44677"/>
                </a:cubicBezTo>
                <a:cubicBezTo>
                  <a:pt x="193961" y="46776"/>
                  <a:pt x="190922" y="49136"/>
                  <a:pt x="188784" y="51759"/>
                </a:cubicBezTo>
                <a:lnTo>
                  <a:pt x="188784" y="86486"/>
                </a:lnTo>
                <a:cubicBezTo>
                  <a:pt x="188784" y="90786"/>
                  <a:pt x="189081" y="93581"/>
                  <a:pt x="189675" y="94871"/>
                </a:cubicBezTo>
                <a:cubicBezTo>
                  <a:pt x="190269" y="96160"/>
                  <a:pt x="191147" y="97128"/>
                  <a:pt x="192311" y="97774"/>
                </a:cubicBezTo>
                <a:cubicBezTo>
                  <a:pt x="193474" y="98418"/>
                  <a:pt x="195837" y="98740"/>
                  <a:pt x="199399" y="98740"/>
                </a:cubicBezTo>
                <a:lnTo>
                  <a:pt x="199399" y="101304"/>
                </a:lnTo>
                <a:lnTo>
                  <a:pt x="167127" y="101304"/>
                </a:lnTo>
                <a:lnTo>
                  <a:pt x="167127" y="98740"/>
                </a:lnTo>
                <a:cubicBezTo>
                  <a:pt x="170119" y="98740"/>
                  <a:pt x="172209" y="98418"/>
                  <a:pt x="173396" y="97774"/>
                </a:cubicBezTo>
                <a:cubicBezTo>
                  <a:pt x="174584" y="97128"/>
                  <a:pt x="175486" y="96101"/>
                  <a:pt x="176103" y="94692"/>
                </a:cubicBezTo>
                <a:cubicBezTo>
                  <a:pt x="176721" y="93282"/>
                  <a:pt x="177030" y="90547"/>
                  <a:pt x="177030" y="86486"/>
                </a:cubicBezTo>
                <a:lnTo>
                  <a:pt x="177030" y="61695"/>
                </a:lnTo>
                <a:cubicBezTo>
                  <a:pt x="177030" y="54523"/>
                  <a:pt x="176816" y="49892"/>
                  <a:pt x="176388" y="47803"/>
                </a:cubicBezTo>
                <a:cubicBezTo>
                  <a:pt x="176056" y="46235"/>
                  <a:pt x="175534" y="45155"/>
                  <a:pt x="174821" y="44561"/>
                </a:cubicBezTo>
                <a:cubicBezTo>
                  <a:pt x="174109" y="43967"/>
                  <a:pt x="173135" y="43671"/>
                  <a:pt x="171900" y="43671"/>
                </a:cubicBezTo>
                <a:cubicBezTo>
                  <a:pt x="170570" y="43671"/>
                  <a:pt x="168979" y="44027"/>
                  <a:pt x="167127" y="44739"/>
                </a:cubicBezTo>
                <a:lnTo>
                  <a:pt x="166059" y="42175"/>
                </a:lnTo>
                <a:lnTo>
                  <a:pt x="185721" y="34196"/>
                </a:lnTo>
                <a:lnTo>
                  <a:pt x="188784" y="34196"/>
                </a:lnTo>
                <a:lnTo>
                  <a:pt x="188784" y="48210"/>
                </a:lnTo>
                <a:close/>
                <a:moveTo>
                  <a:pt x="278072" y="42317"/>
                </a:moveTo>
                <a:lnTo>
                  <a:pt x="298162" y="34338"/>
                </a:lnTo>
                <a:lnTo>
                  <a:pt x="300869" y="34338"/>
                </a:lnTo>
                <a:lnTo>
                  <a:pt x="300869" y="49655"/>
                </a:lnTo>
                <a:cubicBezTo>
                  <a:pt x="304241" y="43935"/>
                  <a:pt x="307625" y="39928"/>
                  <a:pt x="311021" y="37635"/>
                </a:cubicBezTo>
                <a:cubicBezTo>
                  <a:pt x="314416" y="35342"/>
                  <a:pt x="317990" y="34196"/>
                  <a:pt x="321742" y="34196"/>
                </a:cubicBezTo>
                <a:cubicBezTo>
                  <a:pt x="328297" y="34196"/>
                  <a:pt x="333758" y="36757"/>
                  <a:pt x="338128" y="41881"/>
                </a:cubicBezTo>
                <a:cubicBezTo>
                  <a:pt x="343495" y="48144"/>
                  <a:pt x="346178" y="56305"/>
                  <a:pt x="346178" y="66363"/>
                </a:cubicBezTo>
                <a:cubicBezTo>
                  <a:pt x="346178" y="77607"/>
                  <a:pt x="342948" y="86906"/>
                  <a:pt x="336489" y="94261"/>
                </a:cubicBezTo>
                <a:cubicBezTo>
                  <a:pt x="331170" y="100286"/>
                  <a:pt x="324473" y="103299"/>
                  <a:pt x="316399" y="103299"/>
                </a:cubicBezTo>
                <a:cubicBezTo>
                  <a:pt x="312885" y="103299"/>
                  <a:pt x="309845" y="102801"/>
                  <a:pt x="307280" y="101803"/>
                </a:cubicBezTo>
                <a:cubicBezTo>
                  <a:pt x="305381" y="101091"/>
                  <a:pt x="303243" y="99666"/>
                  <a:pt x="300869" y="97529"/>
                </a:cubicBezTo>
                <a:lnTo>
                  <a:pt x="300869" y="117405"/>
                </a:lnTo>
                <a:cubicBezTo>
                  <a:pt x="300869" y="121895"/>
                  <a:pt x="301142" y="124749"/>
                  <a:pt x="301688" y="125967"/>
                </a:cubicBezTo>
                <a:cubicBezTo>
                  <a:pt x="302234" y="127186"/>
                  <a:pt x="303184" y="128153"/>
                  <a:pt x="304538" y="128868"/>
                </a:cubicBezTo>
                <a:cubicBezTo>
                  <a:pt x="305891" y="129585"/>
                  <a:pt x="308349" y="129943"/>
                  <a:pt x="311911" y="129943"/>
                </a:cubicBezTo>
                <a:lnTo>
                  <a:pt x="311911" y="132508"/>
                </a:lnTo>
                <a:lnTo>
                  <a:pt x="277716" y="132508"/>
                </a:lnTo>
                <a:lnTo>
                  <a:pt x="277716" y="129943"/>
                </a:lnTo>
                <a:lnTo>
                  <a:pt x="279497" y="129943"/>
                </a:lnTo>
                <a:cubicBezTo>
                  <a:pt x="282109" y="129991"/>
                  <a:pt x="284341" y="129489"/>
                  <a:pt x="286193" y="128438"/>
                </a:cubicBezTo>
                <a:cubicBezTo>
                  <a:pt x="287096" y="127913"/>
                  <a:pt x="287796" y="127065"/>
                  <a:pt x="288295" y="125896"/>
                </a:cubicBezTo>
                <a:cubicBezTo>
                  <a:pt x="288793" y="124726"/>
                  <a:pt x="289043" y="121754"/>
                  <a:pt x="289043" y="116977"/>
                </a:cubicBezTo>
                <a:lnTo>
                  <a:pt x="289043" y="55140"/>
                </a:lnTo>
                <a:cubicBezTo>
                  <a:pt x="289043" y="50885"/>
                  <a:pt x="288853" y="48184"/>
                  <a:pt x="288473" y="47037"/>
                </a:cubicBezTo>
                <a:cubicBezTo>
                  <a:pt x="288093" y="45888"/>
                  <a:pt x="287487" y="45028"/>
                  <a:pt x="286656" y="44457"/>
                </a:cubicBezTo>
                <a:cubicBezTo>
                  <a:pt x="285825" y="43885"/>
                  <a:pt x="284697" y="43599"/>
                  <a:pt x="283272" y="43599"/>
                </a:cubicBezTo>
                <a:cubicBezTo>
                  <a:pt x="282132" y="43599"/>
                  <a:pt x="280684" y="43932"/>
                  <a:pt x="278927" y="44597"/>
                </a:cubicBezTo>
                <a:lnTo>
                  <a:pt x="278072" y="42317"/>
                </a:lnTo>
                <a:moveTo>
                  <a:pt x="300869" y="53858"/>
                </a:moveTo>
                <a:lnTo>
                  <a:pt x="300869" y="78222"/>
                </a:lnTo>
                <a:cubicBezTo>
                  <a:pt x="300869" y="83494"/>
                  <a:pt x="301083" y="86961"/>
                  <a:pt x="301510" y="88624"/>
                </a:cubicBezTo>
                <a:cubicBezTo>
                  <a:pt x="302175" y="91378"/>
                  <a:pt x="303802" y="93800"/>
                  <a:pt x="306390" y="95890"/>
                </a:cubicBezTo>
                <a:cubicBezTo>
                  <a:pt x="308978" y="97980"/>
                  <a:pt x="312244" y="99025"/>
                  <a:pt x="316186" y="99025"/>
                </a:cubicBezTo>
                <a:cubicBezTo>
                  <a:pt x="320935" y="99025"/>
                  <a:pt x="324782" y="97173"/>
                  <a:pt x="327727" y="93468"/>
                </a:cubicBezTo>
                <a:cubicBezTo>
                  <a:pt x="331574" y="88624"/>
                  <a:pt x="333497" y="81808"/>
                  <a:pt x="333497" y="73022"/>
                </a:cubicBezTo>
                <a:cubicBezTo>
                  <a:pt x="333497" y="63048"/>
                  <a:pt x="331312" y="55378"/>
                  <a:pt x="326943" y="50011"/>
                </a:cubicBezTo>
                <a:cubicBezTo>
                  <a:pt x="323903" y="46307"/>
                  <a:pt x="320294" y="44454"/>
                  <a:pt x="316114" y="44454"/>
                </a:cubicBezTo>
                <a:cubicBezTo>
                  <a:pt x="313835" y="44454"/>
                  <a:pt x="311579" y="45024"/>
                  <a:pt x="309346" y="46164"/>
                </a:cubicBezTo>
                <a:cubicBezTo>
                  <a:pt x="307637" y="47019"/>
                  <a:pt x="304811" y="49584"/>
                  <a:pt x="300869" y="53858"/>
                </a:cubicBezTo>
                <a:close/>
                <a:moveTo>
                  <a:pt x="372323" y="0"/>
                </a:moveTo>
                <a:cubicBezTo>
                  <a:pt x="374318" y="0"/>
                  <a:pt x="376016" y="704"/>
                  <a:pt x="377417" y="2113"/>
                </a:cubicBezTo>
                <a:cubicBezTo>
                  <a:pt x="378818" y="3520"/>
                  <a:pt x="379519" y="5226"/>
                  <a:pt x="379519" y="7231"/>
                </a:cubicBezTo>
                <a:cubicBezTo>
                  <a:pt x="379519" y="9236"/>
                  <a:pt x="378818" y="10955"/>
                  <a:pt x="377417" y="12387"/>
                </a:cubicBezTo>
                <a:cubicBezTo>
                  <a:pt x="376016" y="13818"/>
                  <a:pt x="374318" y="14533"/>
                  <a:pt x="372323" y="14533"/>
                </a:cubicBezTo>
                <a:cubicBezTo>
                  <a:pt x="370329" y="14533"/>
                  <a:pt x="368619" y="13818"/>
                  <a:pt x="367194" y="12387"/>
                </a:cubicBezTo>
                <a:cubicBezTo>
                  <a:pt x="365769" y="10955"/>
                  <a:pt x="365057" y="9236"/>
                  <a:pt x="365057" y="7231"/>
                </a:cubicBezTo>
                <a:cubicBezTo>
                  <a:pt x="365057" y="5226"/>
                  <a:pt x="365757" y="3520"/>
                  <a:pt x="367158" y="2113"/>
                </a:cubicBezTo>
                <a:cubicBezTo>
                  <a:pt x="368559" y="704"/>
                  <a:pt x="370281" y="0"/>
                  <a:pt x="372323" y="0"/>
                </a:cubicBezTo>
                <a:moveTo>
                  <a:pt x="378236" y="34196"/>
                </a:moveTo>
                <a:lnTo>
                  <a:pt x="378236" y="86486"/>
                </a:lnTo>
                <a:cubicBezTo>
                  <a:pt x="378236" y="90595"/>
                  <a:pt x="378533" y="93330"/>
                  <a:pt x="379127" y="94692"/>
                </a:cubicBezTo>
                <a:cubicBezTo>
                  <a:pt x="379720" y="96053"/>
                  <a:pt x="380599" y="97069"/>
                  <a:pt x="381763" y="97738"/>
                </a:cubicBezTo>
                <a:cubicBezTo>
                  <a:pt x="382926" y="98406"/>
                  <a:pt x="385052" y="98740"/>
                  <a:pt x="388139" y="98740"/>
                </a:cubicBezTo>
                <a:lnTo>
                  <a:pt x="388139" y="101304"/>
                </a:lnTo>
                <a:lnTo>
                  <a:pt x="356437" y="101304"/>
                </a:lnTo>
                <a:lnTo>
                  <a:pt x="356437" y="98740"/>
                </a:lnTo>
                <a:cubicBezTo>
                  <a:pt x="359619" y="98740"/>
                  <a:pt x="361756" y="98430"/>
                  <a:pt x="362848" y="97809"/>
                </a:cubicBezTo>
                <a:cubicBezTo>
                  <a:pt x="363941" y="97187"/>
                  <a:pt x="364807" y="96160"/>
                  <a:pt x="365449" y="94728"/>
                </a:cubicBezTo>
                <a:cubicBezTo>
                  <a:pt x="366090" y="93294"/>
                  <a:pt x="366410" y="90547"/>
                  <a:pt x="366410" y="86486"/>
                </a:cubicBezTo>
                <a:lnTo>
                  <a:pt x="366410" y="61552"/>
                </a:lnTo>
                <a:cubicBezTo>
                  <a:pt x="366410" y="54446"/>
                  <a:pt x="366197" y="49843"/>
                  <a:pt x="365769" y="47745"/>
                </a:cubicBezTo>
                <a:cubicBezTo>
                  <a:pt x="365437" y="46217"/>
                  <a:pt x="364914" y="45157"/>
                  <a:pt x="364202" y="44563"/>
                </a:cubicBezTo>
                <a:cubicBezTo>
                  <a:pt x="363489" y="43968"/>
                  <a:pt x="362516" y="43671"/>
                  <a:pt x="361281" y="43671"/>
                </a:cubicBezTo>
                <a:cubicBezTo>
                  <a:pt x="359951" y="43671"/>
                  <a:pt x="358336" y="44027"/>
                  <a:pt x="356437" y="44739"/>
                </a:cubicBezTo>
                <a:lnTo>
                  <a:pt x="355439" y="42175"/>
                </a:lnTo>
                <a:lnTo>
                  <a:pt x="375102" y="34196"/>
                </a:lnTo>
                <a:lnTo>
                  <a:pt x="378236" y="34196"/>
                </a:lnTo>
                <a:close/>
                <a:moveTo>
                  <a:pt x="418580" y="0"/>
                </a:moveTo>
                <a:lnTo>
                  <a:pt x="418580" y="86486"/>
                </a:lnTo>
                <a:cubicBezTo>
                  <a:pt x="418580" y="90595"/>
                  <a:pt x="418877" y="93318"/>
                  <a:pt x="419470" y="94657"/>
                </a:cubicBezTo>
                <a:cubicBezTo>
                  <a:pt x="420064" y="95994"/>
                  <a:pt x="420978" y="97009"/>
                  <a:pt x="422213" y="97702"/>
                </a:cubicBezTo>
                <a:cubicBezTo>
                  <a:pt x="423448" y="98394"/>
                  <a:pt x="425751" y="98740"/>
                  <a:pt x="429123" y="98740"/>
                </a:cubicBezTo>
                <a:lnTo>
                  <a:pt x="429123" y="101304"/>
                </a:lnTo>
                <a:lnTo>
                  <a:pt x="397136" y="101304"/>
                </a:lnTo>
                <a:lnTo>
                  <a:pt x="397136" y="98740"/>
                </a:lnTo>
                <a:cubicBezTo>
                  <a:pt x="400128" y="98740"/>
                  <a:pt x="402171" y="98430"/>
                  <a:pt x="403263" y="97809"/>
                </a:cubicBezTo>
                <a:cubicBezTo>
                  <a:pt x="404355" y="97187"/>
                  <a:pt x="405210" y="96160"/>
                  <a:pt x="405828" y="94728"/>
                </a:cubicBezTo>
                <a:cubicBezTo>
                  <a:pt x="406445" y="93294"/>
                  <a:pt x="406754" y="90547"/>
                  <a:pt x="406754" y="86486"/>
                </a:cubicBezTo>
                <a:lnTo>
                  <a:pt x="406754" y="27356"/>
                </a:lnTo>
                <a:cubicBezTo>
                  <a:pt x="406754" y="19995"/>
                  <a:pt x="406588" y="15471"/>
                  <a:pt x="406255" y="13785"/>
                </a:cubicBezTo>
                <a:cubicBezTo>
                  <a:pt x="405923" y="12099"/>
                  <a:pt x="405388" y="10947"/>
                  <a:pt x="404652" y="10330"/>
                </a:cubicBezTo>
                <a:cubicBezTo>
                  <a:pt x="403916" y="9713"/>
                  <a:pt x="402978" y="9404"/>
                  <a:pt x="401838" y="9404"/>
                </a:cubicBezTo>
                <a:cubicBezTo>
                  <a:pt x="400603" y="9404"/>
                  <a:pt x="399036" y="9784"/>
                  <a:pt x="397136" y="10544"/>
                </a:cubicBezTo>
                <a:lnTo>
                  <a:pt x="395925" y="7979"/>
                </a:lnTo>
                <a:lnTo>
                  <a:pt x="415374" y="0"/>
                </a:lnTo>
                <a:lnTo>
                  <a:pt x="418580" y="0"/>
                </a:lnTo>
                <a:close/>
                <a:moveTo>
                  <a:pt x="447526" y="60697"/>
                </a:moveTo>
                <a:cubicBezTo>
                  <a:pt x="447478" y="70341"/>
                  <a:pt x="449829" y="77906"/>
                  <a:pt x="454578" y="83390"/>
                </a:cubicBezTo>
                <a:cubicBezTo>
                  <a:pt x="459328" y="88874"/>
                  <a:pt x="464908" y="91616"/>
                  <a:pt x="471320" y="91616"/>
                </a:cubicBezTo>
                <a:cubicBezTo>
                  <a:pt x="475594" y="91616"/>
                  <a:pt x="479311" y="90435"/>
                  <a:pt x="482469" y="88074"/>
                </a:cubicBezTo>
                <a:cubicBezTo>
                  <a:pt x="485628" y="85712"/>
                  <a:pt x="488275" y="81669"/>
                  <a:pt x="490413" y="75943"/>
                </a:cubicBezTo>
                <a:lnTo>
                  <a:pt x="492621" y="77374"/>
                </a:lnTo>
                <a:cubicBezTo>
                  <a:pt x="491624" y="83915"/>
                  <a:pt x="488727" y="89871"/>
                  <a:pt x="483930" y="95242"/>
                </a:cubicBezTo>
                <a:cubicBezTo>
                  <a:pt x="479133" y="100614"/>
                  <a:pt x="473125" y="103299"/>
                  <a:pt x="465906" y="103299"/>
                </a:cubicBezTo>
                <a:cubicBezTo>
                  <a:pt x="458069" y="103299"/>
                  <a:pt x="451361" y="100254"/>
                  <a:pt x="445780" y="94165"/>
                </a:cubicBezTo>
                <a:cubicBezTo>
                  <a:pt x="440200" y="88074"/>
                  <a:pt x="437409" y="79885"/>
                  <a:pt x="437409" y="69600"/>
                </a:cubicBezTo>
                <a:cubicBezTo>
                  <a:pt x="437409" y="58463"/>
                  <a:pt x="440271" y="49778"/>
                  <a:pt x="445994" y="43546"/>
                </a:cubicBezTo>
                <a:cubicBezTo>
                  <a:pt x="451717" y="37312"/>
                  <a:pt x="458900" y="34196"/>
                  <a:pt x="467544" y="34196"/>
                </a:cubicBezTo>
                <a:cubicBezTo>
                  <a:pt x="474858" y="34196"/>
                  <a:pt x="480866" y="36600"/>
                  <a:pt x="485568" y="41409"/>
                </a:cubicBezTo>
                <a:cubicBezTo>
                  <a:pt x="490270" y="46216"/>
                  <a:pt x="492621" y="52646"/>
                  <a:pt x="492621" y="60697"/>
                </a:cubicBezTo>
                <a:lnTo>
                  <a:pt x="447526" y="60697"/>
                </a:lnTo>
                <a:moveTo>
                  <a:pt x="447526" y="56565"/>
                </a:moveTo>
                <a:lnTo>
                  <a:pt x="477732" y="56565"/>
                </a:lnTo>
                <a:cubicBezTo>
                  <a:pt x="477494" y="52420"/>
                  <a:pt x="476996" y="49500"/>
                  <a:pt x="476236" y="47805"/>
                </a:cubicBezTo>
                <a:cubicBezTo>
                  <a:pt x="475048" y="45166"/>
                  <a:pt x="473279" y="43093"/>
                  <a:pt x="470928" y="41587"/>
                </a:cubicBezTo>
                <a:cubicBezTo>
                  <a:pt x="468577" y="40079"/>
                  <a:pt x="466119" y="39325"/>
                  <a:pt x="463555" y="39325"/>
                </a:cubicBezTo>
                <a:cubicBezTo>
                  <a:pt x="459613" y="39325"/>
                  <a:pt x="456086" y="40844"/>
                  <a:pt x="452976" y="43882"/>
                </a:cubicBezTo>
                <a:cubicBezTo>
                  <a:pt x="449865" y="46920"/>
                  <a:pt x="448048" y="51148"/>
                  <a:pt x="447526" y="56565"/>
                </a:cubicBezTo>
                <a:close/>
                <a:moveTo>
                  <a:pt x="520281" y="34196"/>
                </a:moveTo>
                <a:lnTo>
                  <a:pt x="520281" y="48871"/>
                </a:lnTo>
                <a:cubicBezTo>
                  <a:pt x="525743" y="39087"/>
                  <a:pt x="531347" y="34196"/>
                  <a:pt x="537094" y="34196"/>
                </a:cubicBezTo>
                <a:cubicBezTo>
                  <a:pt x="539706" y="34196"/>
                  <a:pt x="541867" y="34991"/>
                  <a:pt x="543577" y="36582"/>
                </a:cubicBezTo>
                <a:cubicBezTo>
                  <a:pt x="545286" y="38173"/>
                  <a:pt x="546141" y="40014"/>
                  <a:pt x="546141" y="42103"/>
                </a:cubicBezTo>
                <a:cubicBezTo>
                  <a:pt x="546141" y="43956"/>
                  <a:pt x="545524" y="45523"/>
                  <a:pt x="544289" y="46805"/>
                </a:cubicBezTo>
                <a:cubicBezTo>
                  <a:pt x="543054" y="48088"/>
                  <a:pt x="541582" y="48729"/>
                  <a:pt x="539872" y="48729"/>
                </a:cubicBezTo>
                <a:cubicBezTo>
                  <a:pt x="538210" y="48729"/>
                  <a:pt x="536346" y="47921"/>
                  <a:pt x="534280" y="46307"/>
                </a:cubicBezTo>
                <a:cubicBezTo>
                  <a:pt x="532214" y="44692"/>
                  <a:pt x="530682" y="43884"/>
                  <a:pt x="529685" y="43884"/>
                </a:cubicBezTo>
                <a:cubicBezTo>
                  <a:pt x="528830" y="43884"/>
                  <a:pt x="527904" y="44356"/>
                  <a:pt x="526906" y="45298"/>
                </a:cubicBezTo>
                <a:cubicBezTo>
                  <a:pt x="524769" y="47232"/>
                  <a:pt x="522561" y="50415"/>
                  <a:pt x="520281" y="54847"/>
                </a:cubicBezTo>
                <a:lnTo>
                  <a:pt x="520281" y="86059"/>
                </a:lnTo>
                <a:cubicBezTo>
                  <a:pt x="520281" y="89671"/>
                  <a:pt x="520732" y="92404"/>
                  <a:pt x="521634" y="94256"/>
                </a:cubicBezTo>
                <a:cubicBezTo>
                  <a:pt x="522252" y="95540"/>
                  <a:pt x="523344" y="96609"/>
                  <a:pt x="524912" y="97462"/>
                </a:cubicBezTo>
                <a:cubicBezTo>
                  <a:pt x="526479" y="98314"/>
                  <a:pt x="528735" y="98740"/>
                  <a:pt x="531679" y="98740"/>
                </a:cubicBezTo>
                <a:lnTo>
                  <a:pt x="531679" y="101304"/>
                </a:lnTo>
                <a:lnTo>
                  <a:pt x="498267" y="101304"/>
                </a:lnTo>
                <a:lnTo>
                  <a:pt x="498267" y="98740"/>
                </a:lnTo>
                <a:cubicBezTo>
                  <a:pt x="501592" y="98740"/>
                  <a:pt x="504062" y="98211"/>
                  <a:pt x="505677" y="97155"/>
                </a:cubicBezTo>
                <a:cubicBezTo>
                  <a:pt x="506864" y="96386"/>
                  <a:pt x="507695" y="95161"/>
                  <a:pt x="508170" y="93479"/>
                </a:cubicBezTo>
                <a:cubicBezTo>
                  <a:pt x="508407" y="92661"/>
                  <a:pt x="508526" y="90330"/>
                  <a:pt x="508526" y="86486"/>
                </a:cubicBezTo>
                <a:lnTo>
                  <a:pt x="508526" y="61410"/>
                </a:lnTo>
                <a:cubicBezTo>
                  <a:pt x="508526" y="53811"/>
                  <a:pt x="508372" y="49287"/>
                  <a:pt x="508063" y="47838"/>
                </a:cubicBezTo>
                <a:cubicBezTo>
                  <a:pt x="507754" y="46390"/>
                  <a:pt x="507184" y="45333"/>
                  <a:pt x="506353" y="44668"/>
                </a:cubicBezTo>
                <a:cubicBezTo>
                  <a:pt x="505522" y="44003"/>
                  <a:pt x="504489" y="43671"/>
                  <a:pt x="503254" y="43671"/>
                </a:cubicBezTo>
                <a:cubicBezTo>
                  <a:pt x="501782" y="43671"/>
                  <a:pt x="500120" y="44027"/>
                  <a:pt x="498267" y="44739"/>
                </a:cubicBezTo>
                <a:lnTo>
                  <a:pt x="497555" y="42175"/>
                </a:lnTo>
                <a:lnTo>
                  <a:pt x="517289" y="34196"/>
                </a:lnTo>
                <a:lnTo>
                  <a:pt x="520281" y="34196"/>
                </a:lnTo>
                <a:close/>
                <a:moveTo>
                  <a:pt x="551128" y="63119"/>
                </a:moveTo>
                <a:lnTo>
                  <a:pt x="587960" y="63119"/>
                </a:lnTo>
                <a:lnTo>
                  <a:pt x="587960" y="73948"/>
                </a:lnTo>
                <a:lnTo>
                  <a:pt x="551128" y="73948"/>
                </a:lnTo>
                <a:lnTo>
                  <a:pt x="551128" y="63119"/>
                </a:lnTo>
                <a:close/>
                <a:moveTo>
                  <a:pt x="616242" y="47502"/>
                </a:moveTo>
                <a:cubicBezTo>
                  <a:pt x="622559" y="38631"/>
                  <a:pt x="629374" y="34196"/>
                  <a:pt x="636688" y="34196"/>
                </a:cubicBezTo>
                <a:cubicBezTo>
                  <a:pt x="643385" y="34196"/>
                  <a:pt x="649226" y="37054"/>
                  <a:pt x="654213" y="42771"/>
                </a:cubicBezTo>
                <a:cubicBezTo>
                  <a:pt x="659200" y="48488"/>
                  <a:pt x="661694" y="56305"/>
                  <a:pt x="661694" y="66221"/>
                </a:cubicBezTo>
                <a:cubicBezTo>
                  <a:pt x="661694" y="77797"/>
                  <a:pt x="657847" y="87120"/>
                  <a:pt x="650153" y="94189"/>
                </a:cubicBezTo>
                <a:cubicBezTo>
                  <a:pt x="643551" y="100263"/>
                  <a:pt x="636189" y="103299"/>
                  <a:pt x="628068" y="103299"/>
                </a:cubicBezTo>
                <a:cubicBezTo>
                  <a:pt x="624268" y="103299"/>
                  <a:pt x="620410" y="102606"/>
                  <a:pt x="616491" y="101220"/>
                </a:cubicBezTo>
                <a:cubicBezTo>
                  <a:pt x="612573" y="99834"/>
                  <a:pt x="608572" y="97754"/>
                  <a:pt x="604487" y="94980"/>
                </a:cubicBezTo>
                <a:lnTo>
                  <a:pt x="604487" y="27499"/>
                </a:lnTo>
                <a:cubicBezTo>
                  <a:pt x="604487" y="20090"/>
                  <a:pt x="604309" y="15531"/>
                  <a:pt x="603953" y="13821"/>
                </a:cubicBezTo>
                <a:cubicBezTo>
                  <a:pt x="603597" y="12111"/>
                  <a:pt x="603039" y="10947"/>
                  <a:pt x="602279" y="10330"/>
                </a:cubicBezTo>
                <a:cubicBezTo>
                  <a:pt x="601519" y="9713"/>
                  <a:pt x="600569" y="9404"/>
                  <a:pt x="599429" y="9404"/>
                </a:cubicBezTo>
                <a:cubicBezTo>
                  <a:pt x="598099" y="9404"/>
                  <a:pt x="596437" y="9784"/>
                  <a:pt x="594442" y="10544"/>
                </a:cubicBezTo>
                <a:lnTo>
                  <a:pt x="593445" y="7979"/>
                </a:lnTo>
                <a:lnTo>
                  <a:pt x="613036" y="0"/>
                </a:lnTo>
                <a:lnTo>
                  <a:pt x="616242" y="0"/>
                </a:lnTo>
                <a:lnTo>
                  <a:pt x="616242" y="47502"/>
                </a:lnTo>
                <a:moveTo>
                  <a:pt x="616242" y="52037"/>
                </a:moveTo>
                <a:lnTo>
                  <a:pt x="616242" y="90870"/>
                </a:lnTo>
                <a:cubicBezTo>
                  <a:pt x="618664" y="93233"/>
                  <a:pt x="621169" y="95017"/>
                  <a:pt x="623758" y="96222"/>
                </a:cubicBezTo>
                <a:cubicBezTo>
                  <a:pt x="626346" y="97426"/>
                  <a:pt x="628994" y="98027"/>
                  <a:pt x="631701" y="98027"/>
                </a:cubicBezTo>
                <a:cubicBezTo>
                  <a:pt x="636023" y="98027"/>
                  <a:pt x="640048" y="95665"/>
                  <a:pt x="643777" y="90941"/>
                </a:cubicBezTo>
                <a:cubicBezTo>
                  <a:pt x="647505" y="86217"/>
                  <a:pt x="649369" y="79343"/>
                  <a:pt x="649369" y="70319"/>
                </a:cubicBezTo>
                <a:cubicBezTo>
                  <a:pt x="649369" y="62005"/>
                  <a:pt x="647505" y="55615"/>
                  <a:pt x="643777" y="51151"/>
                </a:cubicBezTo>
                <a:cubicBezTo>
                  <a:pt x="640048" y="46687"/>
                  <a:pt x="635809" y="44454"/>
                  <a:pt x="631060" y="44454"/>
                </a:cubicBezTo>
                <a:cubicBezTo>
                  <a:pt x="628543" y="44454"/>
                  <a:pt x="626026" y="45092"/>
                  <a:pt x="623509" y="46367"/>
                </a:cubicBezTo>
                <a:cubicBezTo>
                  <a:pt x="621609" y="47312"/>
                  <a:pt x="619187" y="49202"/>
                  <a:pt x="616242" y="52037"/>
                </a:cubicBezTo>
                <a:close/>
                <a:moveTo>
                  <a:pt x="708285" y="91976"/>
                </a:moveTo>
                <a:cubicBezTo>
                  <a:pt x="701588" y="97152"/>
                  <a:pt x="697385" y="100142"/>
                  <a:pt x="695675" y="100948"/>
                </a:cubicBezTo>
                <a:cubicBezTo>
                  <a:pt x="693111" y="102136"/>
                  <a:pt x="690380" y="102729"/>
                  <a:pt x="687483" y="102729"/>
                </a:cubicBezTo>
                <a:cubicBezTo>
                  <a:pt x="682971" y="102729"/>
                  <a:pt x="679254" y="101186"/>
                  <a:pt x="676334" y="98099"/>
                </a:cubicBezTo>
                <a:cubicBezTo>
                  <a:pt x="673413" y="95012"/>
                  <a:pt x="671952" y="90951"/>
                  <a:pt x="671952" y="85916"/>
                </a:cubicBezTo>
                <a:cubicBezTo>
                  <a:pt x="671952" y="82734"/>
                  <a:pt x="672665" y="79980"/>
                  <a:pt x="674089" y="77653"/>
                </a:cubicBezTo>
                <a:cubicBezTo>
                  <a:pt x="676037" y="74423"/>
                  <a:pt x="679421" y="71383"/>
                  <a:pt x="684241" y="68534"/>
                </a:cubicBezTo>
                <a:cubicBezTo>
                  <a:pt x="689062" y="65684"/>
                  <a:pt x="697076" y="62217"/>
                  <a:pt x="708285" y="58133"/>
                </a:cubicBezTo>
                <a:lnTo>
                  <a:pt x="708285" y="55577"/>
                </a:lnTo>
                <a:cubicBezTo>
                  <a:pt x="708285" y="49094"/>
                  <a:pt x="707252" y="44646"/>
                  <a:pt x="705186" y="42232"/>
                </a:cubicBezTo>
                <a:cubicBezTo>
                  <a:pt x="703120" y="39819"/>
                  <a:pt x="700116" y="38613"/>
                  <a:pt x="696174" y="38613"/>
                </a:cubicBezTo>
                <a:cubicBezTo>
                  <a:pt x="693182" y="38613"/>
                  <a:pt x="690807" y="39420"/>
                  <a:pt x="689050" y="41035"/>
                </a:cubicBezTo>
                <a:cubicBezTo>
                  <a:pt x="687245" y="42650"/>
                  <a:pt x="686343" y="44502"/>
                  <a:pt x="686343" y="46592"/>
                </a:cubicBezTo>
                <a:lnTo>
                  <a:pt x="686485" y="50723"/>
                </a:lnTo>
                <a:cubicBezTo>
                  <a:pt x="686485" y="52908"/>
                  <a:pt x="685927" y="54594"/>
                  <a:pt x="684811" y="55782"/>
                </a:cubicBezTo>
                <a:cubicBezTo>
                  <a:pt x="683695" y="56969"/>
                  <a:pt x="682235" y="57563"/>
                  <a:pt x="680430" y="57563"/>
                </a:cubicBezTo>
                <a:cubicBezTo>
                  <a:pt x="678673" y="57563"/>
                  <a:pt x="677236" y="56944"/>
                  <a:pt x="676120" y="55706"/>
                </a:cubicBezTo>
                <a:cubicBezTo>
                  <a:pt x="675004" y="54467"/>
                  <a:pt x="674446" y="52775"/>
                  <a:pt x="674446" y="50632"/>
                </a:cubicBezTo>
                <a:cubicBezTo>
                  <a:pt x="674446" y="46534"/>
                  <a:pt x="676535" y="42770"/>
                  <a:pt x="680715" y="39341"/>
                </a:cubicBezTo>
                <a:cubicBezTo>
                  <a:pt x="684894" y="35911"/>
                  <a:pt x="690760" y="34196"/>
                  <a:pt x="698311" y="34196"/>
                </a:cubicBezTo>
                <a:cubicBezTo>
                  <a:pt x="704106" y="34196"/>
                  <a:pt x="708855" y="35168"/>
                  <a:pt x="712559" y="37112"/>
                </a:cubicBezTo>
                <a:cubicBezTo>
                  <a:pt x="715362" y="38583"/>
                  <a:pt x="717428" y="40884"/>
                  <a:pt x="718757" y="44016"/>
                </a:cubicBezTo>
                <a:cubicBezTo>
                  <a:pt x="719612" y="46055"/>
                  <a:pt x="720040" y="50229"/>
                  <a:pt x="720040" y="56539"/>
                </a:cubicBezTo>
                <a:lnTo>
                  <a:pt x="720040" y="78668"/>
                </a:lnTo>
                <a:cubicBezTo>
                  <a:pt x="720040" y="84882"/>
                  <a:pt x="720158" y="88689"/>
                  <a:pt x="720396" y="90089"/>
                </a:cubicBezTo>
                <a:cubicBezTo>
                  <a:pt x="720633" y="91488"/>
                  <a:pt x="721025" y="92425"/>
                  <a:pt x="721571" y="92900"/>
                </a:cubicBezTo>
                <a:cubicBezTo>
                  <a:pt x="722118" y="93374"/>
                  <a:pt x="722747" y="93610"/>
                  <a:pt x="723459" y="93610"/>
                </a:cubicBezTo>
                <a:cubicBezTo>
                  <a:pt x="724219" y="93610"/>
                  <a:pt x="724884" y="93444"/>
                  <a:pt x="725454" y="93112"/>
                </a:cubicBezTo>
                <a:cubicBezTo>
                  <a:pt x="726451" y="92494"/>
                  <a:pt x="728375" y="90761"/>
                  <a:pt x="731225" y="87911"/>
                </a:cubicBezTo>
                <a:lnTo>
                  <a:pt x="731225" y="91901"/>
                </a:lnTo>
                <a:cubicBezTo>
                  <a:pt x="725905" y="99025"/>
                  <a:pt x="720823" y="102587"/>
                  <a:pt x="715979" y="102587"/>
                </a:cubicBezTo>
                <a:cubicBezTo>
                  <a:pt x="713652" y="102587"/>
                  <a:pt x="711800" y="101785"/>
                  <a:pt x="710422" y="100182"/>
                </a:cubicBezTo>
                <a:cubicBezTo>
                  <a:pt x="709045" y="98578"/>
                  <a:pt x="708333" y="95843"/>
                  <a:pt x="708285" y="91976"/>
                </a:cubicBezTo>
                <a:moveTo>
                  <a:pt x="708285" y="87357"/>
                </a:moveTo>
                <a:lnTo>
                  <a:pt x="708285" y="62549"/>
                </a:lnTo>
                <a:cubicBezTo>
                  <a:pt x="701113" y="65393"/>
                  <a:pt x="696483" y="67407"/>
                  <a:pt x="694393" y="68592"/>
                </a:cubicBezTo>
                <a:cubicBezTo>
                  <a:pt x="690641" y="70677"/>
                  <a:pt x="687958" y="72857"/>
                  <a:pt x="686343" y="75132"/>
                </a:cubicBezTo>
                <a:cubicBezTo>
                  <a:pt x="684728" y="77406"/>
                  <a:pt x="683921" y="79894"/>
                  <a:pt x="683921" y="82595"/>
                </a:cubicBezTo>
                <a:cubicBezTo>
                  <a:pt x="683921" y="86007"/>
                  <a:pt x="684942" y="88839"/>
                  <a:pt x="686984" y="91090"/>
                </a:cubicBezTo>
                <a:cubicBezTo>
                  <a:pt x="689026" y="93340"/>
                  <a:pt x="691377" y="94465"/>
                  <a:pt x="694037" y="94465"/>
                </a:cubicBezTo>
                <a:cubicBezTo>
                  <a:pt x="697646" y="94465"/>
                  <a:pt x="702396" y="92096"/>
                  <a:pt x="708285" y="87357"/>
                </a:cubicBezTo>
                <a:close/>
                <a:moveTo>
                  <a:pt x="778120" y="34196"/>
                </a:moveTo>
                <a:lnTo>
                  <a:pt x="778120" y="56423"/>
                </a:lnTo>
                <a:lnTo>
                  <a:pt x="775769" y="56423"/>
                </a:lnTo>
                <a:cubicBezTo>
                  <a:pt x="773965" y="49469"/>
                  <a:pt x="771649" y="44739"/>
                  <a:pt x="768823" y="42232"/>
                </a:cubicBezTo>
                <a:cubicBezTo>
                  <a:pt x="765997" y="39724"/>
                  <a:pt x="762400" y="38470"/>
                  <a:pt x="758030" y="38470"/>
                </a:cubicBezTo>
                <a:cubicBezTo>
                  <a:pt x="754706" y="38470"/>
                  <a:pt x="752022" y="39346"/>
                  <a:pt x="749980" y="41097"/>
                </a:cubicBezTo>
                <a:cubicBezTo>
                  <a:pt x="747938" y="42848"/>
                  <a:pt x="746917" y="44789"/>
                  <a:pt x="746917" y="46919"/>
                </a:cubicBezTo>
                <a:cubicBezTo>
                  <a:pt x="746917" y="49568"/>
                  <a:pt x="747677" y="51840"/>
                  <a:pt x="749196" y="53733"/>
                </a:cubicBezTo>
                <a:cubicBezTo>
                  <a:pt x="750669" y="55673"/>
                  <a:pt x="753661" y="57732"/>
                  <a:pt x="758173" y="59909"/>
                </a:cubicBezTo>
                <a:lnTo>
                  <a:pt x="768574" y="64949"/>
                </a:lnTo>
                <a:cubicBezTo>
                  <a:pt x="778215" y="69645"/>
                  <a:pt x="783036" y="75835"/>
                  <a:pt x="783036" y="83519"/>
                </a:cubicBezTo>
                <a:cubicBezTo>
                  <a:pt x="783036" y="89448"/>
                  <a:pt x="780792" y="94227"/>
                  <a:pt x="776304" y="97856"/>
                </a:cubicBezTo>
                <a:cubicBezTo>
                  <a:pt x="771815" y="101485"/>
                  <a:pt x="766793" y="103299"/>
                  <a:pt x="761236" y="103299"/>
                </a:cubicBezTo>
                <a:cubicBezTo>
                  <a:pt x="757247" y="103299"/>
                  <a:pt x="752687" y="102622"/>
                  <a:pt x="747558" y="101269"/>
                </a:cubicBezTo>
                <a:cubicBezTo>
                  <a:pt x="745991" y="100818"/>
                  <a:pt x="744708" y="100592"/>
                  <a:pt x="743711" y="100592"/>
                </a:cubicBezTo>
                <a:cubicBezTo>
                  <a:pt x="742619" y="100592"/>
                  <a:pt x="741764" y="101162"/>
                  <a:pt x="741146" y="102302"/>
                </a:cubicBezTo>
                <a:lnTo>
                  <a:pt x="738795" y="102302"/>
                </a:lnTo>
                <a:lnTo>
                  <a:pt x="738795" y="78935"/>
                </a:lnTo>
                <a:lnTo>
                  <a:pt x="741146" y="78935"/>
                </a:lnTo>
                <a:cubicBezTo>
                  <a:pt x="742476" y="85584"/>
                  <a:pt x="745017" y="90595"/>
                  <a:pt x="748769" y="93967"/>
                </a:cubicBezTo>
                <a:cubicBezTo>
                  <a:pt x="752521" y="97339"/>
                  <a:pt x="756724" y="99025"/>
                  <a:pt x="761379" y="99025"/>
                </a:cubicBezTo>
                <a:cubicBezTo>
                  <a:pt x="764656" y="99025"/>
                  <a:pt x="767327" y="98068"/>
                  <a:pt x="769393" y="96155"/>
                </a:cubicBezTo>
                <a:cubicBezTo>
                  <a:pt x="771459" y="94241"/>
                  <a:pt x="772492" y="91936"/>
                  <a:pt x="772492" y="89243"/>
                </a:cubicBezTo>
                <a:cubicBezTo>
                  <a:pt x="772492" y="85982"/>
                  <a:pt x="771341" y="83241"/>
                  <a:pt x="769037" y="81021"/>
                </a:cubicBezTo>
                <a:cubicBezTo>
                  <a:pt x="766734" y="78799"/>
                  <a:pt x="762139" y="75993"/>
                  <a:pt x="755252" y="72603"/>
                </a:cubicBezTo>
                <a:cubicBezTo>
                  <a:pt x="748365" y="69212"/>
                  <a:pt x="743853" y="66137"/>
                  <a:pt x="741716" y="63378"/>
                </a:cubicBezTo>
                <a:cubicBezTo>
                  <a:pt x="739579" y="60666"/>
                  <a:pt x="738510" y="57241"/>
                  <a:pt x="738510" y="53103"/>
                </a:cubicBezTo>
                <a:cubicBezTo>
                  <a:pt x="738510" y="47728"/>
                  <a:pt x="740351" y="43233"/>
                  <a:pt x="744032" y="39619"/>
                </a:cubicBezTo>
                <a:cubicBezTo>
                  <a:pt x="747712" y="36003"/>
                  <a:pt x="752474" y="34196"/>
                  <a:pt x="758315" y="34196"/>
                </a:cubicBezTo>
                <a:cubicBezTo>
                  <a:pt x="760880" y="34196"/>
                  <a:pt x="763991" y="34742"/>
                  <a:pt x="767648" y="35834"/>
                </a:cubicBezTo>
                <a:cubicBezTo>
                  <a:pt x="770070" y="36547"/>
                  <a:pt x="771685" y="36903"/>
                  <a:pt x="772492" y="36903"/>
                </a:cubicBezTo>
                <a:cubicBezTo>
                  <a:pt x="773252" y="36903"/>
                  <a:pt x="773846" y="36737"/>
                  <a:pt x="774273" y="36404"/>
                </a:cubicBezTo>
                <a:cubicBezTo>
                  <a:pt x="774701" y="36072"/>
                  <a:pt x="775199" y="35335"/>
                  <a:pt x="775769" y="34196"/>
                </a:cubicBezTo>
                <a:lnTo>
                  <a:pt x="778120" y="34196"/>
                </a:lnTo>
                <a:close/>
                <a:moveTo>
                  <a:pt x="803672" y="60697"/>
                </a:moveTo>
                <a:cubicBezTo>
                  <a:pt x="803624" y="70341"/>
                  <a:pt x="805975" y="77906"/>
                  <a:pt x="810725" y="83390"/>
                </a:cubicBezTo>
                <a:cubicBezTo>
                  <a:pt x="815474" y="88874"/>
                  <a:pt x="821055" y="91616"/>
                  <a:pt x="827466" y="91616"/>
                </a:cubicBezTo>
                <a:cubicBezTo>
                  <a:pt x="831741" y="91616"/>
                  <a:pt x="835457" y="90435"/>
                  <a:pt x="838615" y="88074"/>
                </a:cubicBezTo>
                <a:cubicBezTo>
                  <a:pt x="841774" y="85712"/>
                  <a:pt x="844422" y="81669"/>
                  <a:pt x="846559" y="75943"/>
                </a:cubicBezTo>
                <a:lnTo>
                  <a:pt x="848767" y="77374"/>
                </a:lnTo>
                <a:cubicBezTo>
                  <a:pt x="847770" y="83915"/>
                  <a:pt x="844873" y="89871"/>
                  <a:pt x="840076" y="95242"/>
                </a:cubicBezTo>
                <a:cubicBezTo>
                  <a:pt x="835279" y="100614"/>
                  <a:pt x="829271" y="103299"/>
                  <a:pt x="822052" y="103299"/>
                </a:cubicBezTo>
                <a:cubicBezTo>
                  <a:pt x="814216" y="103299"/>
                  <a:pt x="807507" y="100254"/>
                  <a:pt x="801926" y="94165"/>
                </a:cubicBezTo>
                <a:cubicBezTo>
                  <a:pt x="796346" y="88074"/>
                  <a:pt x="793556" y="79885"/>
                  <a:pt x="793556" y="69600"/>
                </a:cubicBezTo>
                <a:cubicBezTo>
                  <a:pt x="793556" y="58463"/>
                  <a:pt x="796417" y="49778"/>
                  <a:pt x="802140" y="43546"/>
                </a:cubicBezTo>
                <a:cubicBezTo>
                  <a:pt x="807863" y="37312"/>
                  <a:pt x="815047" y="34196"/>
                  <a:pt x="823691" y="34196"/>
                </a:cubicBezTo>
                <a:cubicBezTo>
                  <a:pt x="831005" y="34196"/>
                  <a:pt x="837013" y="36600"/>
                  <a:pt x="841714" y="41409"/>
                </a:cubicBezTo>
                <a:cubicBezTo>
                  <a:pt x="846416" y="46216"/>
                  <a:pt x="848767" y="52646"/>
                  <a:pt x="848767" y="60697"/>
                </a:cubicBezTo>
                <a:lnTo>
                  <a:pt x="803672" y="60697"/>
                </a:lnTo>
                <a:moveTo>
                  <a:pt x="803672" y="56565"/>
                </a:moveTo>
                <a:lnTo>
                  <a:pt x="833878" y="56565"/>
                </a:lnTo>
                <a:cubicBezTo>
                  <a:pt x="833641" y="52420"/>
                  <a:pt x="833142" y="49500"/>
                  <a:pt x="832382" y="47805"/>
                </a:cubicBezTo>
                <a:cubicBezTo>
                  <a:pt x="831195" y="45166"/>
                  <a:pt x="829425" y="43093"/>
                  <a:pt x="827074" y="41587"/>
                </a:cubicBezTo>
                <a:cubicBezTo>
                  <a:pt x="824724" y="40079"/>
                  <a:pt x="822266" y="39325"/>
                  <a:pt x="819701" y="39325"/>
                </a:cubicBezTo>
                <a:cubicBezTo>
                  <a:pt x="815759" y="39325"/>
                  <a:pt x="812233" y="40844"/>
                  <a:pt x="809122" y="43882"/>
                </a:cubicBezTo>
                <a:cubicBezTo>
                  <a:pt x="806011" y="46920"/>
                  <a:pt x="804194" y="51148"/>
                  <a:pt x="803672" y="56565"/>
                </a:cubicBezTo>
                <a:close/>
                <a:moveTo>
                  <a:pt x="903427" y="93971"/>
                </a:moveTo>
                <a:cubicBezTo>
                  <a:pt x="900245" y="97294"/>
                  <a:pt x="897134" y="99680"/>
                  <a:pt x="894095" y="101129"/>
                </a:cubicBezTo>
                <a:cubicBezTo>
                  <a:pt x="891055" y="102576"/>
                  <a:pt x="887778" y="103299"/>
                  <a:pt x="884264" y="103299"/>
                </a:cubicBezTo>
                <a:cubicBezTo>
                  <a:pt x="877140" y="103299"/>
                  <a:pt x="870918" y="100326"/>
                  <a:pt x="865599" y="94379"/>
                </a:cubicBezTo>
                <a:cubicBezTo>
                  <a:pt x="860279" y="88430"/>
                  <a:pt x="857620" y="80786"/>
                  <a:pt x="857620" y="71448"/>
                </a:cubicBezTo>
                <a:cubicBezTo>
                  <a:pt x="857620" y="62111"/>
                  <a:pt x="860564" y="53568"/>
                  <a:pt x="866453" y="45819"/>
                </a:cubicBezTo>
                <a:cubicBezTo>
                  <a:pt x="872343" y="38070"/>
                  <a:pt x="879918" y="34196"/>
                  <a:pt x="889179" y="34196"/>
                </a:cubicBezTo>
                <a:cubicBezTo>
                  <a:pt x="894926" y="34196"/>
                  <a:pt x="899675" y="36023"/>
                  <a:pt x="903427" y="39679"/>
                </a:cubicBezTo>
                <a:lnTo>
                  <a:pt x="903427" y="27499"/>
                </a:lnTo>
                <a:cubicBezTo>
                  <a:pt x="903427" y="20074"/>
                  <a:pt x="903249" y="15510"/>
                  <a:pt x="902893" y="13807"/>
                </a:cubicBezTo>
                <a:cubicBezTo>
                  <a:pt x="902537" y="12105"/>
                  <a:pt x="901979" y="10946"/>
                  <a:pt x="901219" y="10330"/>
                </a:cubicBezTo>
                <a:cubicBezTo>
                  <a:pt x="900459" y="9713"/>
                  <a:pt x="899509" y="9404"/>
                  <a:pt x="898369" y="9404"/>
                </a:cubicBezTo>
                <a:cubicBezTo>
                  <a:pt x="897134" y="9404"/>
                  <a:pt x="895496" y="9784"/>
                  <a:pt x="893454" y="10544"/>
                </a:cubicBezTo>
                <a:lnTo>
                  <a:pt x="892528" y="7979"/>
                </a:lnTo>
                <a:lnTo>
                  <a:pt x="911976" y="0"/>
                </a:lnTo>
                <a:lnTo>
                  <a:pt x="915182" y="0"/>
                </a:lnTo>
                <a:lnTo>
                  <a:pt x="915182" y="75515"/>
                </a:lnTo>
                <a:cubicBezTo>
                  <a:pt x="915182" y="83131"/>
                  <a:pt x="915360" y="87778"/>
                  <a:pt x="915716" y="89456"/>
                </a:cubicBezTo>
                <a:cubicBezTo>
                  <a:pt x="916073" y="91135"/>
                  <a:pt x="916643" y="92307"/>
                  <a:pt x="917426" y="92972"/>
                </a:cubicBezTo>
                <a:cubicBezTo>
                  <a:pt x="918210" y="93635"/>
                  <a:pt x="919124" y="93967"/>
                  <a:pt x="920169" y="93967"/>
                </a:cubicBezTo>
                <a:cubicBezTo>
                  <a:pt x="921451" y="93967"/>
                  <a:pt x="923161" y="93563"/>
                  <a:pt x="925298" y="92756"/>
                </a:cubicBezTo>
                <a:lnTo>
                  <a:pt x="926082" y="95320"/>
                </a:lnTo>
                <a:lnTo>
                  <a:pt x="906704" y="103299"/>
                </a:lnTo>
                <a:lnTo>
                  <a:pt x="903427" y="103299"/>
                </a:lnTo>
                <a:lnTo>
                  <a:pt x="903427" y="93971"/>
                </a:lnTo>
                <a:moveTo>
                  <a:pt x="903427" y="88995"/>
                </a:moveTo>
                <a:lnTo>
                  <a:pt x="903427" y="55454"/>
                </a:lnTo>
                <a:cubicBezTo>
                  <a:pt x="903142" y="52232"/>
                  <a:pt x="902288" y="49295"/>
                  <a:pt x="900863" y="46643"/>
                </a:cubicBezTo>
                <a:cubicBezTo>
                  <a:pt x="899438" y="43989"/>
                  <a:pt x="897550" y="41988"/>
                  <a:pt x="895199" y="40638"/>
                </a:cubicBezTo>
                <a:cubicBezTo>
                  <a:pt x="892848" y="39288"/>
                  <a:pt x="890557" y="38613"/>
                  <a:pt x="888324" y="38613"/>
                </a:cubicBezTo>
                <a:cubicBezTo>
                  <a:pt x="884145" y="38613"/>
                  <a:pt x="880417" y="40484"/>
                  <a:pt x="877140" y="44227"/>
                </a:cubicBezTo>
                <a:cubicBezTo>
                  <a:pt x="872818" y="49153"/>
                  <a:pt x="870657" y="56354"/>
                  <a:pt x="870657" y="65829"/>
                </a:cubicBezTo>
                <a:cubicBezTo>
                  <a:pt x="870657" y="75399"/>
                  <a:pt x="872746" y="82731"/>
                  <a:pt x="876926" y="87824"/>
                </a:cubicBezTo>
                <a:cubicBezTo>
                  <a:pt x="881105" y="92917"/>
                  <a:pt x="885760" y="95463"/>
                  <a:pt x="890889" y="95463"/>
                </a:cubicBezTo>
                <a:cubicBezTo>
                  <a:pt x="895211" y="95463"/>
                  <a:pt x="899390" y="93307"/>
                  <a:pt x="903427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40372-1E4E-44E4-A410-9F7D0666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97" y="1110003"/>
            <a:ext cx="2064794" cy="2062855"/>
          </a:xfrm>
          <a:custGeom xmlns:a="http://schemas.openxmlformats.org/drawingml/2006/main">
            <a:pathLst>
              <a:path w="2064794" h="2062855">
                <a:moveTo>
                  <a:pt x="410924" y="43262"/>
                </a:moveTo>
                <a:lnTo>
                  <a:pt x="389474" y="52957"/>
                </a:lnTo>
                <a:lnTo>
                  <a:pt x="369358" y="62773"/>
                </a:lnTo>
                <a:lnTo>
                  <a:pt x="350698" y="72830"/>
                </a:lnTo>
                <a:lnTo>
                  <a:pt x="333125" y="83010"/>
                </a:lnTo>
                <a:lnTo>
                  <a:pt x="316644" y="93431"/>
                </a:lnTo>
                <a:lnTo>
                  <a:pt x="301133" y="103973"/>
                </a:lnTo>
                <a:lnTo>
                  <a:pt x="286471" y="114879"/>
                </a:lnTo>
                <a:lnTo>
                  <a:pt x="272414" y="125907"/>
                </a:lnTo>
                <a:lnTo>
                  <a:pt x="258964" y="137298"/>
                </a:lnTo>
                <a:lnTo>
                  <a:pt x="245876" y="148809"/>
                </a:lnTo>
                <a:lnTo>
                  <a:pt x="220428" y="172803"/>
                </a:lnTo>
                <a:lnTo>
                  <a:pt x="168925" y="224547"/>
                </a:lnTo>
                <a:lnTo>
                  <a:pt x="148447" y="245753"/>
                </a:lnTo>
                <a:lnTo>
                  <a:pt x="129300" y="267688"/>
                </a:lnTo>
                <a:lnTo>
                  <a:pt x="111486" y="290348"/>
                </a:lnTo>
                <a:lnTo>
                  <a:pt x="94885" y="313616"/>
                </a:lnTo>
                <a:lnTo>
                  <a:pt x="79738" y="337610"/>
                </a:lnTo>
                <a:lnTo>
                  <a:pt x="65922" y="362088"/>
                </a:lnTo>
                <a:lnTo>
                  <a:pt x="53321" y="387051"/>
                </a:lnTo>
                <a:lnTo>
                  <a:pt x="42051" y="412499"/>
                </a:lnTo>
                <a:lnTo>
                  <a:pt x="32235" y="438431"/>
                </a:lnTo>
                <a:lnTo>
                  <a:pt x="23630" y="464607"/>
                </a:lnTo>
                <a:lnTo>
                  <a:pt x="16360" y="491144"/>
                </a:lnTo>
                <a:lnTo>
                  <a:pt x="10421" y="517925"/>
                </a:lnTo>
                <a:lnTo>
                  <a:pt x="5818" y="544950"/>
                </a:lnTo>
                <a:lnTo>
                  <a:pt x="2546" y="572093"/>
                </a:lnTo>
                <a:lnTo>
                  <a:pt x="605" y="599358"/>
                </a:lnTo>
                <a:lnTo>
                  <a:pt x="0" y="626745"/>
                </a:lnTo>
                <a:lnTo>
                  <a:pt x="728" y="654010"/>
                </a:lnTo>
                <a:lnTo>
                  <a:pt x="2787" y="681276"/>
                </a:lnTo>
                <a:lnTo>
                  <a:pt x="6180" y="708542"/>
                </a:lnTo>
                <a:lnTo>
                  <a:pt x="10785" y="735566"/>
                </a:lnTo>
                <a:lnTo>
                  <a:pt x="16845" y="762347"/>
                </a:lnTo>
                <a:lnTo>
                  <a:pt x="24237" y="789006"/>
                </a:lnTo>
                <a:lnTo>
                  <a:pt x="32840" y="815302"/>
                </a:lnTo>
                <a:lnTo>
                  <a:pt x="42897" y="841234"/>
                </a:lnTo>
                <a:lnTo>
                  <a:pt x="54290" y="866805"/>
                </a:lnTo>
                <a:lnTo>
                  <a:pt x="66891" y="891888"/>
                </a:lnTo>
                <a:lnTo>
                  <a:pt x="80948" y="916487"/>
                </a:lnTo>
                <a:lnTo>
                  <a:pt x="96218" y="940604"/>
                </a:lnTo>
                <a:lnTo>
                  <a:pt x="112940" y="964113"/>
                </a:lnTo>
                <a:lnTo>
                  <a:pt x="130874" y="986894"/>
                </a:lnTo>
                <a:lnTo>
                  <a:pt x="150265" y="1008949"/>
                </a:lnTo>
                <a:lnTo>
                  <a:pt x="170864" y="1030397"/>
                </a:lnTo>
                <a:lnTo>
                  <a:pt x="1034156" y="1893688"/>
                </a:lnTo>
                <a:lnTo>
                  <a:pt x="1055603" y="1914046"/>
                </a:lnTo>
                <a:lnTo>
                  <a:pt x="1077779" y="1933193"/>
                </a:lnTo>
                <a:lnTo>
                  <a:pt x="1100683" y="1951005"/>
                </a:lnTo>
                <a:lnTo>
                  <a:pt x="1124192" y="1967485"/>
                </a:lnTo>
                <a:lnTo>
                  <a:pt x="1148306" y="1982755"/>
                </a:lnTo>
                <a:lnTo>
                  <a:pt x="1172905" y="1996569"/>
                </a:lnTo>
                <a:lnTo>
                  <a:pt x="1197991" y="2009172"/>
                </a:lnTo>
                <a:lnTo>
                  <a:pt x="1223559" y="2020442"/>
                </a:lnTo>
                <a:lnTo>
                  <a:pt x="1249492" y="2030379"/>
                </a:lnTo>
                <a:lnTo>
                  <a:pt x="1275788" y="2038982"/>
                </a:lnTo>
                <a:lnTo>
                  <a:pt x="1302449" y="2046254"/>
                </a:lnTo>
                <a:lnTo>
                  <a:pt x="1329350" y="2052193"/>
                </a:lnTo>
                <a:lnTo>
                  <a:pt x="1356375" y="2056919"/>
                </a:lnTo>
                <a:lnTo>
                  <a:pt x="1383517" y="2060191"/>
                </a:lnTo>
                <a:lnTo>
                  <a:pt x="1410904" y="2062250"/>
                </a:lnTo>
                <a:lnTo>
                  <a:pt x="1438169" y="2062855"/>
                </a:lnTo>
                <a:lnTo>
                  <a:pt x="1465558" y="2062250"/>
                </a:lnTo>
                <a:lnTo>
                  <a:pt x="1492944" y="2060432"/>
                </a:lnTo>
                <a:lnTo>
                  <a:pt x="1520331" y="2057160"/>
                </a:lnTo>
                <a:lnTo>
                  <a:pt x="1547476" y="2052677"/>
                </a:lnTo>
                <a:lnTo>
                  <a:pt x="1574377" y="2046859"/>
                </a:lnTo>
                <a:lnTo>
                  <a:pt x="1601158" y="2039710"/>
                </a:lnTo>
                <a:lnTo>
                  <a:pt x="1627575" y="2031348"/>
                </a:lnTo>
                <a:lnTo>
                  <a:pt x="1653628" y="2021532"/>
                </a:lnTo>
                <a:lnTo>
                  <a:pt x="1679319" y="2010385"/>
                </a:lnTo>
                <a:lnTo>
                  <a:pt x="1704526" y="1997902"/>
                </a:lnTo>
                <a:lnTo>
                  <a:pt x="1729125" y="1984089"/>
                </a:lnTo>
                <a:lnTo>
                  <a:pt x="1753239" y="1968942"/>
                </a:lnTo>
                <a:lnTo>
                  <a:pt x="1776628" y="1952461"/>
                </a:lnTo>
                <a:lnTo>
                  <a:pt x="1799409" y="1934524"/>
                </a:lnTo>
                <a:lnTo>
                  <a:pt x="1821464" y="1915257"/>
                </a:lnTo>
                <a:lnTo>
                  <a:pt x="1842550" y="1894658"/>
                </a:lnTo>
                <a:lnTo>
                  <a:pt x="1870056" y="1867269"/>
                </a:lnTo>
                <a:lnTo>
                  <a:pt x="1897445" y="1839762"/>
                </a:lnTo>
                <a:lnTo>
                  <a:pt x="1914531" y="1822069"/>
                </a:lnTo>
                <a:lnTo>
                  <a:pt x="1930647" y="1803770"/>
                </a:lnTo>
                <a:lnTo>
                  <a:pt x="1945794" y="1784990"/>
                </a:lnTo>
                <a:lnTo>
                  <a:pt x="1960095" y="1765722"/>
                </a:lnTo>
                <a:lnTo>
                  <a:pt x="1973424" y="1745969"/>
                </a:lnTo>
                <a:lnTo>
                  <a:pt x="1985907" y="1725853"/>
                </a:lnTo>
                <a:lnTo>
                  <a:pt x="1997418" y="1705372"/>
                </a:lnTo>
                <a:lnTo>
                  <a:pt x="2007962" y="1684409"/>
                </a:lnTo>
                <a:lnTo>
                  <a:pt x="2017655" y="1663324"/>
                </a:lnTo>
                <a:lnTo>
                  <a:pt x="2026381" y="1641753"/>
                </a:lnTo>
                <a:lnTo>
                  <a:pt x="2034258" y="1620062"/>
                </a:lnTo>
                <a:lnTo>
                  <a:pt x="2041284" y="1598128"/>
                </a:lnTo>
                <a:lnTo>
                  <a:pt x="2047344" y="1575952"/>
                </a:lnTo>
                <a:lnTo>
                  <a:pt x="2052434" y="1553535"/>
                </a:lnTo>
                <a:lnTo>
                  <a:pt x="2056796" y="1531116"/>
                </a:lnTo>
                <a:lnTo>
                  <a:pt x="2060191" y="1508576"/>
                </a:lnTo>
                <a:lnTo>
                  <a:pt x="2063340" y="1476705"/>
                </a:lnTo>
                <a:lnTo>
                  <a:pt x="2064794" y="1444713"/>
                </a:lnTo>
                <a:lnTo>
                  <a:pt x="2064432" y="1412722"/>
                </a:lnTo>
                <a:lnTo>
                  <a:pt x="2062250" y="1380851"/>
                </a:lnTo>
                <a:lnTo>
                  <a:pt x="2058373" y="1348982"/>
                </a:lnTo>
                <a:lnTo>
                  <a:pt x="2052677" y="1317475"/>
                </a:lnTo>
                <a:lnTo>
                  <a:pt x="2045164" y="1286089"/>
                </a:lnTo>
                <a:lnTo>
                  <a:pt x="2035833" y="1255187"/>
                </a:lnTo>
                <a:lnTo>
                  <a:pt x="2024683" y="1224772"/>
                </a:lnTo>
                <a:lnTo>
                  <a:pt x="2011839" y="1194840"/>
                </a:lnTo>
                <a:lnTo>
                  <a:pt x="1997177" y="1165515"/>
                </a:lnTo>
                <a:lnTo>
                  <a:pt x="1980696" y="1136916"/>
                </a:lnTo>
                <a:lnTo>
                  <a:pt x="1962398" y="1109045"/>
                </a:lnTo>
                <a:lnTo>
                  <a:pt x="1952582" y="1095472"/>
                </a:lnTo>
                <a:lnTo>
                  <a:pt x="1942402" y="1082141"/>
                </a:lnTo>
                <a:lnTo>
                  <a:pt x="1931616" y="1068932"/>
                </a:lnTo>
                <a:lnTo>
                  <a:pt x="1920470" y="1056088"/>
                </a:lnTo>
                <a:lnTo>
                  <a:pt x="1908836" y="1043364"/>
                </a:lnTo>
                <a:lnTo>
                  <a:pt x="1896837" y="1031004"/>
                </a:lnTo>
                <a:lnTo>
                  <a:pt x="1844852" y="979137"/>
                </a:lnTo>
                <a:lnTo>
                  <a:pt x="1438169" y="572457"/>
                </a:lnTo>
                <a:lnTo>
                  <a:pt x="1236527" y="370327"/>
                </a:lnTo>
                <a:lnTo>
                  <a:pt x="1033548" y="167715"/>
                </a:lnTo>
                <a:lnTo>
                  <a:pt x="1020099" y="154748"/>
                </a:lnTo>
                <a:lnTo>
                  <a:pt x="1006405" y="142267"/>
                </a:lnTo>
                <a:lnTo>
                  <a:pt x="992348" y="130269"/>
                </a:lnTo>
                <a:lnTo>
                  <a:pt x="978047" y="118758"/>
                </a:lnTo>
                <a:lnTo>
                  <a:pt x="962416" y="107124"/>
                </a:lnTo>
                <a:lnTo>
                  <a:pt x="946540" y="96095"/>
                </a:lnTo>
                <a:lnTo>
                  <a:pt x="930424" y="85674"/>
                </a:lnTo>
                <a:lnTo>
                  <a:pt x="914064" y="75858"/>
                </a:lnTo>
                <a:lnTo>
                  <a:pt x="897343" y="66650"/>
                </a:lnTo>
                <a:lnTo>
                  <a:pt x="880498" y="58045"/>
                </a:lnTo>
                <a:lnTo>
                  <a:pt x="863412" y="50047"/>
                </a:lnTo>
                <a:lnTo>
                  <a:pt x="846083" y="42536"/>
                </a:lnTo>
                <a:lnTo>
                  <a:pt x="828633" y="35748"/>
                </a:lnTo>
                <a:lnTo>
                  <a:pt x="810940" y="29568"/>
                </a:lnTo>
                <a:lnTo>
                  <a:pt x="793126" y="23873"/>
                </a:lnTo>
                <a:lnTo>
                  <a:pt x="775071" y="18904"/>
                </a:lnTo>
                <a:lnTo>
                  <a:pt x="757014" y="14421"/>
                </a:lnTo>
                <a:lnTo>
                  <a:pt x="738838" y="10542"/>
                </a:lnTo>
                <a:lnTo>
                  <a:pt x="720540" y="7272"/>
                </a:lnTo>
                <a:lnTo>
                  <a:pt x="702121" y="4726"/>
                </a:lnTo>
                <a:lnTo>
                  <a:pt x="683702" y="2667"/>
                </a:lnTo>
                <a:lnTo>
                  <a:pt x="665280" y="1213"/>
                </a:lnTo>
                <a:lnTo>
                  <a:pt x="646741" y="364"/>
                </a:lnTo>
                <a:lnTo>
                  <a:pt x="628322" y="0"/>
                </a:lnTo>
                <a:lnTo>
                  <a:pt x="609780" y="364"/>
                </a:lnTo>
                <a:lnTo>
                  <a:pt x="591240" y="1333"/>
                </a:lnTo>
                <a:lnTo>
                  <a:pt x="572821" y="2787"/>
                </a:lnTo>
                <a:lnTo>
                  <a:pt x="554402" y="4969"/>
                </a:lnTo>
                <a:lnTo>
                  <a:pt x="536103" y="7634"/>
                </a:lnTo>
                <a:lnTo>
                  <a:pt x="517805" y="10906"/>
                </a:lnTo>
                <a:lnTo>
                  <a:pt x="499750" y="14906"/>
                </a:lnTo>
                <a:lnTo>
                  <a:pt x="481692" y="19388"/>
                </a:lnTo>
                <a:lnTo>
                  <a:pt x="463758" y="24478"/>
                </a:lnTo>
                <a:lnTo>
                  <a:pt x="445944" y="30053"/>
                </a:lnTo>
                <a:lnTo>
                  <a:pt x="428374" y="36353"/>
                </a:lnTo>
                <a:lnTo>
                  <a:pt x="410924" y="43262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5278B-C3E6-4F75-92E3-70B8570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151" y="599841"/>
            <a:ext cx="2062611" cy="2062855"/>
          </a:xfrm>
          <a:custGeom xmlns:a="http://schemas.openxmlformats.org/drawingml/2006/main">
            <a:pathLst>
              <a:path w="2062611" h="2062855">
                <a:moveTo>
                  <a:pt x="1031730" y="168320"/>
                </a:moveTo>
                <a:lnTo>
                  <a:pt x="1010403" y="147960"/>
                </a:lnTo>
                <a:lnTo>
                  <a:pt x="988225" y="128936"/>
                </a:lnTo>
                <a:lnTo>
                  <a:pt x="965444" y="111243"/>
                </a:lnTo>
                <a:lnTo>
                  <a:pt x="941935" y="94885"/>
                </a:lnTo>
                <a:lnTo>
                  <a:pt x="917821" y="79736"/>
                </a:lnTo>
                <a:lnTo>
                  <a:pt x="893219" y="65922"/>
                </a:lnTo>
                <a:lnTo>
                  <a:pt x="868015" y="53442"/>
                </a:lnTo>
                <a:lnTo>
                  <a:pt x="842447" y="42292"/>
                </a:lnTo>
                <a:lnTo>
                  <a:pt x="816392" y="32476"/>
                </a:lnTo>
                <a:lnTo>
                  <a:pt x="790095" y="23873"/>
                </a:lnTo>
                <a:lnTo>
                  <a:pt x="763437" y="16601"/>
                </a:lnTo>
                <a:lnTo>
                  <a:pt x="736413" y="10665"/>
                </a:lnTo>
                <a:lnTo>
                  <a:pt x="709268" y="6059"/>
                </a:lnTo>
                <a:lnTo>
                  <a:pt x="682002" y="2787"/>
                </a:lnTo>
                <a:lnTo>
                  <a:pt x="654616" y="726"/>
                </a:lnTo>
                <a:lnTo>
                  <a:pt x="627229" y="0"/>
                </a:lnTo>
                <a:lnTo>
                  <a:pt x="599843" y="605"/>
                </a:lnTo>
                <a:lnTo>
                  <a:pt x="572457" y="2544"/>
                </a:lnTo>
                <a:lnTo>
                  <a:pt x="545191" y="5816"/>
                </a:lnTo>
                <a:lnTo>
                  <a:pt x="518046" y="10301"/>
                </a:lnTo>
                <a:lnTo>
                  <a:pt x="491144" y="16237"/>
                </a:lnTo>
                <a:lnTo>
                  <a:pt x="464484" y="23389"/>
                </a:lnTo>
                <a:lnTo>
                  <a:pt x="438067" y="31871"/>
                </a:lnTo>
                <a:lnTo>
                  <a:pt x="412014" y="41687"/>
                </a:lnTo>
                <a:lnTo>
                  <a:pt x="386443" y="52713"/>
                </a:lnTo>
                <a:lnTo>
                  <a:pt x="361239" y="65196"/>
                </a:lnTo>
                <a:lnTo>
                  <a:pt x="336638" y="78889"/>
                </a:lnTo>
                <a:lnTo>
                  <a:pt x="312524" y="93916"/>
                </a:lnTo>
                <a:lnTo>
                  <a:pt x="289015" y="110273"/>
                </a:lnTo>
                <a:lnTo>
                  <a:pt x="266234" y="127967"/>
                </a:lnTo>
                <a:lnTo>
                  <a:pt x="244056" y="146991"/>
                </a:lnTo>
                <a:lnTo>
                  <a:pt x="222729" y="167351"/>
                </a:lnTo>
                <a:lnTo>
                  <a:pt x="199099" y="189891"/>
                </a:lnTo>
                <a:lnTo>
                  <a:pt x="177164" y="212066"/>
                </a:lnTo>
                <a:lnTo>
                  <a:pt x="156563" y="233998"/>
                </a:lnTo>
                <a:lnTo>
                  <a:pt x="137539" y="255690"/>
                </a:lnTo>
                <a:lnTo>
                  <a:pt x="119846" y="277383"/>
                </a:lnTo>
                <a:lnTo>
                  <a:pt x="103488" y="299195"/>
                </a:lnTo>
                <a:lnTo>
                  <a:pt x="88462" y="321250"/>
                </a:lnTo>
                <a:lnTo>
                  <a:pt x="74646" y="343666"/>
                </a:lnTo>
                <a:lnTo>
                  <a:pt x="62045" y="366691"/>
                </a:lnTo>
                <a:lnTo>
                  <a:pt x="50652" y="390323"/>
                </a:lnTo>
                <a:lnTo>
                  <a:pt x="40474" y="414801"/>
                </a:lnTo>
                <a:lnTo>
                  <a:pt x="31263" y="440128"/>
                </a:lnTo>
                <a:lnTo>
                  <a:pt x="23145" y="466545"/>
                </a:lnTo>
                <a:lnTo>
                  <a:pt x="15996" y="494052"/>
                </a:lnTo>
                <a:lnTo>
                  <a:pt x="9816" y="523015"/>
                </a:lnTo>
                <a:lnTo>
                  <a:pt x="4482" y="553430"/>
                </a:lnTo>
                <a:lnTo>
                  <a:pt x="1333" y="585301"/>
                </a:lnTo>
                <a:lnTo>
                  <a:pt x="0" y="617413"/>
                </a:lnTo>
                <a:lnTo>
                  <a:pt x="485" y="649405"/>
                </a:lnTo>
                <a:lnTo>
                  <a:pt x="2664" y="681520"/>
                </a:lnTo>
                <a:lnTo>
                  <a:pt x="6665" y="713388"/>
                </a:lnTo>
                <a:lnTo>
                  <a:pt x="12480" y="745018"/>
                </a:lnTo>
                <a:lnTo>
                  <a:pt x="19994" y="776402"/>
                </a:lnTo>
                <a:lnTo>
                  <a:pt x="29445" y="807425"/>
                </a:lnTo>
                <a:lnTo>
                  <a:pt x="40595" y="837962"/>
                </a:lnTo>
                <a:lnTo>
                  <a:pt x="53439" y="867895"/>
                </a:lnTo>
                <a:lnTo>
                  <a:pt x="68225" y="897340"/>
                </a:lnTo>
                <a:lnTo>
                  <a:pt x="84705" y="925939"/>
                </a:lnTo>
                <a:lnTo>
                  <a:pt x="103004" y="953813"/>
                </a:lnTo>
                <a:lnTo>
                  <a:pt x="112819" y="967506"/>
                </a:lnTo>
                <a:lnTo>
                  <a:pt x="122997" y="980835"/>
                </a:lnTo>
                <a:lnTo>
                  <a:pt x="133782" y="994043"/>
                </a:lnTo>
                <a:lnTo>
                  <a:pt x="144811" y="1006888"/>
                </a:lnTo>
                <a:lnTo>
                  <a:pt x="156443" y="1019611"/>
                </a:lnTo>
                <a:lnTo>
                  <a:pt x="168441" y="1031974"/>
                </a:lnTo>
                <a:lnTo>
                  <a:pt x="625411" y="1488944"/>
                </a:lnTo>
                <a:lnTo>
                  <a:pt x="1031730" y="1895627"/>
                </a:lnTo>
                <a:lnTo>
                  <a:pt x="1047846" y="1911015"/>
                </a:lnTo>
                <a:lnTo>
                  <a:pt x="1064327" y="1925801"/>
                </a:lnTo>
                <a:lnTo>
                  <a:pt x="1081171" y="1939735"/>
                </a:lnTo>
                <a:lnTo>
                  <a:pt x="1098501" y="1952943"/>
                </a:lnTo>
                <a:lnTo>
                  <a:pt x="1116192" y="1965426"/>
                </a:lnTo>
                <a:lnTo>
                  <a:pt x="1134128" y="1977060"/>
                </a:lnTo>
                <a:lnTo>
                  <a:pt x="1152547" y="1988086"/>
                </a:lnTo>
                <a:lnTo>
                  <a:pt x="1171087" y="1998266"/>
                </a:lnTo>
                <a:lnTo>
                  <a:pt x="1189991" y="2007718"/>
                </a:lnTo>
                <a:lnTo>
                  <a:pt x="1209259" y="2016442"/>
                </a:lnTo>
                <a:lnTo>
                  <a:pt x="1228647" y="2024319"/>
                </a:lnTo>
                <a:lnTo>
                  <a:pt x="1248279" y="2031591"/>
                </a:lnTo>
                <a:lnTo>
                  <a:pt x="1268031" y="2038012"/>
                </a:lnTo>
                <a:lnTo>
                  <a:pt x="1288148" y="2043708"/>
                </a:lnTo>
                <a:lnTo>
                  <a:pt x="1308264" y="2048677"/>
                </a:lnTo>
                <a:lnTo>
                  <a:pt x="1328501" y="2052918"/>
                </a:lnTo>
                <a:lnTo>
                  <a:pt x="1348980" y="2056432"/>
                </a:lnTo>
                <a:lnTo>
                  <a:pt x="1369460" y="2059098"/>
                </a:lnTo>
                <a:lnTo>
                  <a:pt x="1389938" y="2061157"/>
                </a:lnTo>
                <a:lnTo>
                  <a:pt x="1410540" y="2062370"/>
                </a:lnTo>
                <a:lnTo>
                  <a:pt x="1431261" y="2062855"/>
                </a:lnTo>
                <a:lnTo>
                  <a:pt x="1451863" y="2062491"/>
                </a:lnTo>
                <a:lnTo>
                  <a:pt x="1472464" y="2061522"/>
                </a:lnTo>
                <a:lnTo>
                  <a:pt x="1493065" y="2059704"/>
                </a:lnTo>
                <a:lnTo>
                  <a:pt x="1513543" y="2057280"/>
                </a:lnTo>
                <a:lnTo>
                  <a:pt x="1534024" y="2054008"/>
                </a:lnTo>
                <a:lnTo>
                  <a:pt x="1554381" y="2050011"/>
                </a:lnTo>
                <a:lnTo>
                  <a:pt x="1574498" y="2045162"/>
                </a:lnTo>
                <a:lnTo>
                  <a:pt x="1594612" y="2039710"/>
                </a:lnTo>
                <a:lnTo>
                  <a:pt x="1614487" y="2033530"/>
                </a:lnTo>
                <a:lnTo>
                  <a:pt x="1634240" y="2026501"/>
                </a:lnTo>
                <a:lnTo>
                  <a:pt x="1653749" y="2018745"/>
                </a:lnTo>
                <a:lnTo>
                  <a:pt x="1678591" y="2007598"/>
                </a:lnTo>
                <a:lnTo>
                  <a:pt x="1703070" y="1995115"/>
                </a:lnTo>
                <a:lnTo>
                  <a:pt x="1727063" y="1981422"/>
                </a:lnTo>
                <a:lnTo>
                  <a:pt x="1750452" y="1966516"/>
                </a:lnTo>
                <a:lnTo>
                  <a:pt x="1773353" y="1950400"/>
                </a:lnTo>
                <a:lnTo>
                  <a:pt x="1795652" y="1932950"/>
                </a:lnTo>
                <a:lnTo>
                  <a:pt x="1817343" y="1914287"/>
                </a:lnTo>
                <a:lnTo>
                  <a:pt x="1838306" y="1894294"/>
                </a:lnTo>
                <a:lnTo>
                  <a:pt x="1894171" y="1838793"/>
                </a:lnTo>
                <a:lnTo>
                  <a:pt x="1914408" y="1817343"/>
                </a:lnTo>
                <a:lnTo>
                  <a:pt x="1933434" y="1795167"/>
                </a:lnTo>
                <a:lnTo>
                  <a:pt x="1951125" y="1772386"/>
                </a:lnTo>
                <a:lnTo>
                  <a:pt x="1967606" y="1748877"/>
                </a:lnTo>
                <a:lnTo>
                  <a:pt x="1982755" y="1724884"/>
                </a:lnTo>
                <a:lnTo>
                  <a:pt x="1996448" y="1700282"/>
                </a:lnTo>
                <a:lnTo>
                  <a:pt x="2008929" y="1675199"/>
                </a:lnTo>
                <a:lnTo>
                  <a:pt x="2020199" y="1649631"/>
                </a:lnTo>
                <a:lnTo>
                  <a:pt x="2030015" y="1623698"/>
                </a:lnTo>
                <a:lnTo>
                  <a:pt x="2038618" y="1597402"/>
                </a:lnTo>
                <a:lnTo>
                  <a:pt x="2045890" y="1570862"/>
                </a:lnTo>
                <a:lnTo>
                  <a:pt x="2051826" y="1543960"/>
                </a:lnTo>
                <a:lnTo>
                  <a:pt x="2056552" y="1516938"/>
                </a:lnTo>
                <a:lnTo>
                  <a:pt x="2059824" y="1489793"/>
                </a:lnTo>
                <a:lnTo>
                  <a:pt x="2061886" y="1462527"/>
                </a:lnTo>
                <a:lnTo>
                  <a:pt x="2062611" y="1435262"/>
                </a:lnTo>
                <a:lnTo>
                  <a:pt x="2062009" y="1407875"/>
                </a:lnTo>
                <a:lnTo>
                  <a:pt x="2060068" y="1380610"/>
                </a:lnTo>
                <a:lnTo>
                  <a:pt x="2056916" y="1353464"/>
                </a:lnTo>
                <a:lnTo>
                  <a:pt x="2052311" y="1326442"/>
                </a:lnTo>
                <a:lnTo>
                  <a:pt x="2046495" y="1299661"/>
                </a:lnTo>
                <a:lnTo>
                  <a:pt x="2039346" y="1273121"/>
                </a:lnTo>
                <a:lnTo>
                  <a:pt x="2030863" y="1246825"/>
                </a:lnTo>
                <a:lnTo>
                  <a:pt x="2021047" y="1220893"/>
                </a:lnTo>
                <a:lnTo>
                  <a:pt x="2010019" y="1195324"/>
                </a:lnTo>
                <a:lnTo>
                  <a:pt x="1997538" y="1170241"/>
                </a:lnTo>
                <a:lnTo>
                  <a:pt x="1983845" y="1145762"/>
                </a:lnTo>
                <a:lnTo>
                  <a:pt x="1968819" y="1121646"/>
                </a:lnTo>
                <a:lnTo>
                  <a:pt x="1952459" y="1098260"/>
                </a:lnTo>
                <a:lnTo>
                  <a:pt x="1934770" y="1075476"/>
                </a:lnTo>
                <a:lnTo>
                  <a:pt x="1915741" y="1053301"/>
                </a:lnTo>
                <a:lnTo>
                  <a:pt x="1895384" y="1031974"/>
                </a:lnTo>
                <a:lnTo>
                  <a:pt x="1491973" y="628563"/>
                </a:lnTo>
                <a:lnTo>
                  <a:pt x="1031730" y="168320"/>
                </a:lnTo>
                <a:close/>
              </a:path>
            </a:pathLst>
          </a:custGeom>
          <a:solidFill xmlns:a="http://schemas.openxmlformats.org/drawingml/2006/main">
            <a:srgbClr val="FF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B0B9E-5AA9-4CB1-9294-D512667E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6" y="600326"/>
            <a:ext cx="2062491" cy="2063098"/>
          </a:xfrm>
          <a:custGeom xmlns:a="http://schemas.openxmlformats.org/drawingml/2006/main">
            <a:pathLst>
              <a:path w="2062491" h="2063098">
                <a:moveTo>
                  <a:pt x="2057765" y="553553"/>
                </a:moveTo>
                <a:lnTo>
                  <a:pt x="2052434" y="524349"/>
                </a:lnTo>
                <a:lnTo>
                  <a:pt x="2046495" y="496598"/>
                </a:lnTo>
                <a:lnTo>
                  <a:pt x="2039710" y="470059"/>
                </a:lnTo>
                <a:lnTo>
                  <a:pt x="2032197" y="444731"/>
                </a:lnTo>
                <a:lnTo>
                  <a:pt x="2023594" y="420132"/>
                </a:lnTo>
                <a:lnTo>
                  <a:pt x="2014019" y="396503"/>
                </a:lnTo>
                <a:lnTo>
                  <a:pt x="2003234" y="373358"/>
                </a:lnTo>
                <a:lnTo>
                  <a:pt x="1991238" y="350818"/>
                </a:lnTo>
                <a:lnTo>
                  <a:pt x="1978029" y="328519"/>
                </a:lnTo>
                <a:lnTo>
                  <a:pt x="1963244" y="306344"/>
                </a:lnTo>
                <a:lnTo>
                  <a:pt x="1947009" y="284168"/>
                </a:lnTo>
                <a:lnTo>
                  <a:pt x="1929073" y="261872"/>
                </a:lnTo>
                <a:lnTo>
                  <a:pt x="1909441" y="239209"/>
                </a:lnTo>
                <a:lnTo>
                  <a:pt x="1887991" y="216064"/>
                </a:lnTo>
                <a:lnTo>
                  <a:pt x="1864605" y="192434"/>
                </a:lnTo>
                <a:lnTo>
                  <a:pt x="1839278" y="167835"/>
                </a:lnTo>
                <a:lnTo>
                  <a:pt x="1817828" y="147475"/>
                </a:lnTo>
                <a:lnTo>
                  <a:pt x="1795773" y="128451"/>
                </a:lnTo>
                <a:lnTo>
                  <a:pt x="1772871" y="110758"/>
                </a:lnTo>
                <a:lnTo>
                  <a:pt x="1749362" y="94400"/>
                </a:lnTo>
                <a:lnTo>
                  <a:pt x="1725368" y="79374"/>
                </a:lnTo>
                <a:lnTo>
                  <a:pt x="1700646" y="65558"/>
                </a:lnTo>
                <a:lnTo>
                  <a:pt x="1675563" y="53077"/>
                </a:lnTo>
                <a:lnTo>
                  <a:pt x="1649992" y="41928"/>
                </a:lnTo>
                <a:lnTo>
                  <a:pt x="1623939" y="32112"/>
                </a:lnTo>
                <a:lnTo>
                  <a:pt x="1597643" y="23630"/>
                </a:lnTo>
                <a:lnTo>
                  <a:pt x="1570982" y="16360"/>
                </a:lnTo>
                <a:lnTo>
                  <a:pt x="1544081" y="10542"/>
                </a:lnTo>
                <a:lnTo>
                  <a:pt x="1517059" y="5939"/>
                </a:lnTo>
                <a:lnTo>
                  <a:pt x="1489793" y="2667"/>
                </a:lnTo>
                <a:lnTo>
                  <a:pt x="1462527" y="728"/>
                </a:lnTo>
                <a:lnTo>
                  <a:pt x="1435141" y="0"/>
                </a:lnTo>
                <a:lnTo>
                  <a:pt x="1407755" y="728"/>
                </a:lnTo>
                <a:lnTo>
                  <a:pt x="1380366" y="2667"/>
                </a:lnTo>
                <a:lnTo>
                  <a:pt x="1353223" y="5939"/>
                </a:lnTo>
                <a:lnTo>
                  <a:pt x="1326078" y="10542"/>
                </a:lnTo>
                <a:lnTo>
                  <a:pt x="1299297" y="16360"/>
                </a:lnTo>
                <a:lnTo>
                  <a:pt x="1272637" y="23630"/>
                </a:lnTo>
                <a:lnTo>
                  <a:pt x="1246340" y="32112"/>
                </a:lnTo>
                <a:lnTo>
                  <a:pt x="1220287" y="41928"/>
                </a:lnTo>
                <a:lnTo>
                  <a:pt x="1194719" y="53077"/>
                </a:lnTo>
                <a:lnTo>
                  <a:pt x="1169633" y="65558"/>
                </a:lnTo>
                <a:lnTo>
                  <a:pt x="1145034" y="79374"/>
                </a:lnTo>
                <a:lnTo>
                  <a:pt x="1120920" y="94400"/>
                </a:lnTo>
                <a:lnTo>
                  <a:pt x="1097531" y="110758"/>
                </a:lnTo>
                <a:lnTo>
                  <a:pt x="1074628" y="128451"/>
                </a:lnTo>
                <a:lnTo>
                  <a:pt x="1052572" y="147475"/>
                </a:lnTo>
                <a:lnTo>
                  <a:pt x="1031125" y="167835"/>
                </a:lnTo>
                <a:lnTo>
                  <a:pt x="571003" y="628442"/>
                </a:lnTo>
                <a:lnTo>
                  <a:pt x="167835" y="1031489"/>
                </a:lnTo>
                <a:lnTo>
                  <a:pt x="147598" y="1052816"/>
                </a:lnTo>
                <a:lnTo>
                  <a:pt x="128572" y="1074992"/>
                </a:lnTo>
                <a:lnTo>
                  <a:pt x="110881" y="1097775"/>
                </a:lnTo>
                <a:lnTo>
                  <a:pt x="94400" y="1121284"/>
                </a:lnTo>
                <a:lnTo>
                  <a:pt x="79374" y="1145278"/>
                </a:lnTo>
                <a:lnTo>
                  <a:pt x="65558" y="1169877"/>
                </a:lnTo>
                <a:lnTo>
                  <a:pt x="53198" y="1195081"/>
                </a:lnTo>
                <a:lnTo>
                  <a:pt x="42049" y="1220651"/>
                </a:lnTo>
                <a:lnTo>
                  <a:pt x="32233" y="1246584"/>
                </a:lnTo>
                <a:lnTo>
                  <a:pt x="23630" y="1272880"/>
                </a:lnTo>
                <a:lnTo>
                  <a:pt x="16480" y="1299538"/>
                </a:lnTo>
                <a:lnTo>
                  <a:pt x="10542" y="1326442"/>
                </a:lnTo>
                <a:lnTo>
                  <a:pt x="5939" y="1353464"/>
                </a:lnTo>
                <a:lnTo>
                  <a:pt x="2667" y="1380730"/>
                </a:lnTo>
                <a:lnTo>
                  <a:pt x="728" y="1407996"/>
                </a:lnTo>
                <a:lnTo>
                  <a:pt x="0" y="1435382"/>
                </a:lnTo>
                <a:lnTo>
                  <a:pt x="728" y="1462768"/>
                </a:lnTo>
                <a:lnTo>
                  <a:pt x="2667" y="1490034"/>
                </a:lnTo>
                <a:lnTo>
                  <a:pt x="5939" y="1517300"/>
                </a:lnTo>
                <a:lnTo>
                  <a:pt x="10542" y="1544324"/>
                </a:lnTo>
                <a:lnTo>
                  <a:pt x="16480" y="1571226"/>
                </a:lnTo>
                <a:lnTo>
                  <a:pt x="23630" y="1597763"/>
                </a:lnTo>
                <a:lnTo>
                  <a:pt x="32233" y="1624183"/>
                </a:lnTo>
                <a:lnTo>
                  <a:pt x="42049" y="1650115"/>
                </a:lnTo>
                <a:lnTo>
                  <a:pt x="53198" y="1675683"/>
                </a:lnTo>
                <a:lnTo>
                  <a:pt x="65558" y="1700767"/>
                </a:lnTo>
                <a:lnTo>
                  <a:pt x="79374" y="1725368"/>
                </a:lnTo>
                <a:lnTo>
                  <a:pt x="94400" y="1749483"/>
                </a:lnTo>
                <a:lnTo>
                  <a:pt x="110881" y="1772992"/>
                </a:lnTo>
                <a:lnTo>
                  <a:pt x="128572" y="1795773"/>
                </a:lnTo>
                <a:lnTo>
                  <a:pt x="147598" y="1817828"/>
                </a:lnTo>
                <a:lnTo>
                  <a:pt x="167835" y="1839278"/>
                </a:lnTo>
                <a:lnTo>
                  <a:pt x="198735" y="1870179"/>
                </a:lnTo>
                <a:lnTo>
                  <a:pt x="226001" y="1897081"/>
                </a:lnTo>
                <a:lnTo>
                  <a:pt x="251328" y="1920952"/>
                </a:lnTo>
                <a:lnTo>
                  <a:pt x="263810" y="1931860"/>
                </a:lnTo>
                <a:lnTo>
                  <a:pt x="276534" y="1942281"/>
                </a:lnTo>
                <a:lnTo>
                  <a:pt x="289499" y="1952338"/>
                </a:lnTo>
                <a:lnTo>
                  <a:pt x="303192" y="1962034"/>
                </a:lnTo>
                <a:lnTo>
                  <a:pt x="317614" y="1971485"/>
                </a:lnTo>
                <a:lnTo>
                  <a:pt x="333004" y="1980937"/>
                </a:lnTo>
                <a:lnTo>
                  <a:pt x="349605" y="1990389"/>
                </a:lnTo>
                <a:lnTo>
                  <a:pt x="367663" y="1999841"/>
                </a:lnTo>
                <a:lnTo>
                  <a:pt x="387415" y="2009536"/>
                </a:lnTo>
                <a:lnTo>
                  <a:pt x="408983" y="2019593"/>
                </a:lnTo>
                <a:lnTo>
                  <a:pt x="428494" y="2027227"/>
                </a:lnTo>
                <a:lnTo>
                  <a:pt x="448247" y="2034135"/>
                </a:lnTo>
                <a:lnTo>
                  <a:pt x="468120" y="2040315"/>
                </a:lnTo>
                <a:lnTo>
                  <a:pt x="488236" y="2045769"/>
                </a:lnTo>
                <a:lnTo>
                  <a:pt x="508474" y="2050495"/>
                </a:lnTo>
                <a:lnTo>
                  <a:pt x="528831" y="2054493"/>
                </a:lnTo>
                <a:lnTo>
                  <a:pt x="549189" y="2057644"/>
                </a:lnTo>
                <a:lnTo>
                  <a:pt x="569790" y="2060188"/>
                </a:lnTo>
                <a:lnTo>
                  <a:pt x="590391" y="2061886"/>
                </a:lnTo>
                <a:lnTo>
                  <a:pt x="610992" y="2062855"/>
                </a:lnTo>
                <a:lnTo>
                  <a:pt x="631594" y="2063098"/>
                </a:lnTo>
                <a:lnTo>
                  <a:pt x="652315" y="2062491"/>
                </a:lnTo>
                <a:lnTo>
                  <a:pt x="672914" y="2061280"/>
                </a:lnTo>
                <a:lnTo>
                  <a:pt x="693515" y="2059219"/>
                </a:lnTo>
                <a:lnTo>
                  <a:pt x="713996" y="2056555"/>
                </a:lnTo>
                <a:lnTo>
                  <a:pt x="734354" y="2053039"/>
                </a:lnTo>
                <a:lnTo>
                  <a:pt x="754711" y="2048798"/>
                </a:lnTo>
                <a:lnTo>
                  <a:pt x="774828" y="2043708"/>
                </a:lnTo>
                <a:lnTo>
                  <a:pt x="794824" y="2038012"/>
                </a:lnTo>
                <a:lnTo>
                  <a:pt x="814697" y="2031469"/>
                </a:lnTo>
                <a:lnTo>
                  <a:pt x="834329" y="2024199"/>
                </a:lnTo>
                <a:lnTo>
                  <a:pt x="853717" y="2016201"/>
                </a:lnTo>
                <a:lnTo>
                  <a:pt x="872862" y="2007475"/>
                </a:lnTo>
                <a:lnTo>
                  <a:pt x="891888" y="1998023"/>
                </a:lnTo>
                <a:lnTo>
                  <a:pt x="910428" y="1987722"/>
                </a:lnTo>
                <a:lnTo>
                  <a:pt x="928847" y="1976817"/>
                </a:lnTo>
                <a:lnTo>
                  <a:pt x="946784" y="1965062"/>
                </a:lnTo>
                <a:lnTo>
                  <a:pt x="964475" y="1952582"/>
                </a:lnTo>
                <a:lnTo>
                  <a:pt x="981683" y="1939373"/>
                </a:lnTo>
                <a:lnTo>
                  <a:pt x="998649" y="1925316"/>
                </a:lnTo>
                <a:lnTo>
                  <a:pt x="1015129" y="1910531"/>
                </a:lnTo>
                <a:lnTo>
                  <a:pt x="1031125" y="1895142"/>
                </a:lnTo>
                <a:lnTo>
                  <a:pt x="1437805" y="1488824"/>
                </a:lnTo>
                <a:lnTo>
                  <a:pt x="1894778" y="1031489"/>
                </a:lnTo>
                <a:lnTo>
                  <a:pt x="1906897" y="1019006"/>
                </a:lnTo>
                <a:lnTo>
                  <a:pt x="1918408" y="1006403"/>
                </a:lnTo>
                <a:lnTo>
                  <a:pt x="1929557" y="993438"/>
                </a:lnTo>
                <a:lnTo>
                  <a:pt x="1940222" y="980230"/>
                </a:lnTo>
                <a:lnTo>
                  <a:pt x="1950520" y="966898"/>
                </a:lnTo>
                <a:lnTo>
                  <a:pt x="1960216" y="953205"/>
                </a:lnTo>
                <a:lnTo>
                  <a:pt x="1978514" y="925334"/>
                </a:lnTo>
                <a:lnTo>
                  <a:pt x="1994994" y="896735"/>
                </a:lnTo>
                <a:lnTo>
                  <a:pt x="2009657" y="867410"/>
                </a:lnTo>
                <a:lnTo>
                  <a:pt x="2022501" y="837478"/>
                </a:lnTo>
                <a:lnTo>
                  <a:pt x="2033651" y="806940"/>
                </a:lnTo>
                <a:lnTo>
                  <a:pt x="2042982" y="776041"/>
                </a:lnTo>
                <a:lnTo>
                  <a:pt x="2050495" y="744775"/>
                </a:lnTo>
                <a:lnTo>
                  <a:pt x="2056190" y="713147"/>
                </a:lnTo>
                <a:lnTo>
                  <a:pt x="2060068" y="681397"/>
                </a:lnTo>
                <a:lnTo>
                  <a:pt x="2062250" y="649405"/>
                </a:lnTo>
                <a:lnTo>
                  <a:pt x="2062491" y="617413"/>
                </a:lnTo>
                <a:lnTo>
                  <a:pt x="2061037" y="585422"/>
                </a:lnTo>
                <a:lnTo>
                  <a:pt x="2057765" y="553553"/>
                </a:lnTo>
                <a:close/>
              </a:path>
            </a:pathLst>
          </a:custGeom>
          <a:solidFill xmlns:a="http://schemas.openxmlformats.org/drawingml/2006/main">
            <a:srgbClr val="00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7C49D-E72B-48BB-9CE6-2B1C77D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92" y="1110133"/>
            <a:ext cx="2062491" cy="2062734"/>
          </a:xfrm>
          <a:custGeom xmlns:a="http://schemas.openxmlformats.org/drawingml/2006/main">
            <a:pathLst>
              <a:path w="2062491" h="2062734">
                <a:moveTo>
                  <a:pt x="626988" y="2062734"/>
                </a:moveTo>
                <a:lnTo>
                  <a:pt x="654374" y="2062127"/>
                </a:lnTo>
                <a:lnTo>
                  <a:pt x="681761" y="2060188"/>
                </a:lnTo>
                <a:lnTo>
                  <a:pt x="709026" y="2056916"/>
                </a:lnTo>
                <a:lnTo>
                  <a:pt x="736051" y="2052434"/>
                </a:lnTo>
                <a:lnTo>
                  <a:pt x="762953" y="2046495"/>
                </a:lnTo>
                <a:lnTo>
                  <a:pt x="789613" y="2039346"/>
                </a:lnTo>
                <a:lnTo>
                  <a:pt x="815907" y="2030743"/>
                </a:lnTo>
                <a:lnTo>
                  <a:pt x="841962" y="2020927"/>
                </a:lnTo>
                <a:lnTo>
                  <a:pt x="867531" y="2009777"/>
                </a:lnTo>
                <a:lnTo>
                  <a:pt x="892737" y="1997174"/>
                </a:lnTo>
                <a:lnTo>
                  <a:pt x="917336" y="1983361"/>
                </a:lnTo>
                <a:lnTo>
                  <a:pt x="941450" y="1968213"/>
                </a:lnTo>
                <a:lnTo>
                  <a:pt x="964959" y="1951854"/>
                </a:lnTo>
                <a:lnTo>
                  <a:pt x="987863" y="1934040"/>
                </a:lnTo>
                <a:lnTo>
                  <a:pt x="1010039" y="1914892"/>
                </a:lnTo>
                <a:lnTo>
                  <a:pt x="1031366" y="1894535"/>
                </a:lnTo>
                <a:lnTo>
                  <a:pt x="1894778" y="1031487"/>
                </a:lnTo>
                <a:lnTo>
                  <a:pt x="1915015" y="1010160"/>
                </a:lnTo>
                <a:lnTo>
                  <a:pt x="1934040" y="988104"/>
                </a:lnTo>
                <a:lnTo>
                  <a:pt x="1951733" y="965201"/>
                </a:lnTo>
                <a:lnTo>
                  <a:pt x="1968093" y="941814"/>
                </a:lnTo>
                <a:lnTo>
                  <a:pt x="1983240" y="917698"/>
                </a:lnTo>
                <a:lnTo>
                  <a:pt x="1996933" y="893099"/>
                </a:lnTo>
                <a:lnTo>
                  <a:pt x="2009418" y="868015"/>
                </a:lnTo>
                <a:lnTo>
                  <a:pt x="2020563" y="842447"/>
                </a:lnTo>
                <a:lnTo>
                  <a:pt x="2030379" y="816392"/>
                </a:lnTo>
                <a:lnTo>
                  <a:pt x="2038984" y="790095"/>
                </a:lnTo>
                <a:lnTo>
                  <a:pt x="2046133" y="763558"/>
                </a:lnTo>
                <a:lnTo>
                  <a:pt x="2052070" y="736656"/>
                </a:lnTo>
                <a:lnTo>
                  <a:pt x="2056675" y="709511"/>
                </a:lnTo>
                <a:lnTo>
                  <a:pt x="2059947" y="682366"/>
                </a:lnTo>
                <a:lnTo>
                  <a:pt x="2061886" y="654980"/>
                </a:lnTo>
                <a:lnTo>
                  <a:pt x="2062491" y="627714"/>
                </a:lnTo>
                <a:lnTo>
                  <a:pt x="2061886" y="600328"/>
                </a:lnTo>
                <a:lnTo>
                  <a:pt x="2059947" y="572941"/>
                </a:lnTo>
                <a:lnTo>
                  <a:pt x="2056675" y="545796"/>
                </a:lnTo>
                <a:lnTo>
                  <a:pt x="2052070" y="518651"/>
                </a:lnTo>
                <a:lnTo>
                  <a:pt x="2046133" y="491870"/>
                </a:lnTo>
                <a:lnTo>
                  <a:pt x="2038984" y="465212"/>
                </a:lnTo>
                <a:lnTo>
                  <a:pt x="2030379" y="438916"/>
                </a:lnTo>
                <a:lnTo>
                  <a:pt x="2020563" y="412860"/>
                </a:lnTo>
                <a:lnTo>
                  <a:pt x="2009418" y="387292"/>
                </a:lnTo>
                <a:lnTo>
                  <a:pt x="1996933" y="362209"/>
                </a:lnTo>
                <a:lnTo>
                  <a:pt x="1983240" y="337607"/>
                </a:lnTo>
                <a:lnTo>
                  <a:pt x="1968093" y="313493"/>
                </a:lnTo>
                <a:lnTo>
                  <a:pt x="1951733" y="290104"/>
                </a:lnTo>
                <a:lnTo>
                  <a:pt x="1934040" y="267203"/>
                </a:lnTo>
                <a:lnTo>
                  <a:pt x="1915015" y="245148"/>
                </a:lnTo>
                <a:lnTo>
                  <a:pt x="1894778" y="223818"/>
                </a:lnTo>
                <a:lnTo>
                  <a:pt x="1856363" y="185285"/>
                </a:lnTo>
                <a:lnTo>
                  <a:pt x="1823646" y="154019"/>
                </a:lnTo>
                <a:lnTo>
                  <a:pt x="1795167" y="128692"/>
                </a:lnTo>
                <a:lnTo>
                  <a:pt x="1781838" y="117786"/>
                </a:lnTo>
                <a:lnTo>
                  <a:pt x="1768994" y="107971"/>
                </a:lnTo>
                <a:lnTo>
                  <a:pt x="1756147" y="98883"/>
                </a:lnTo>
                <a:lnTo>
                  <a:pt x="1743423" y="90400"/>
                </a:lnTo>
                <a:lnTo>
                  <a:pt x="1730335" y="82523"/>
                </a:lnTo>
                <a:lnTo>
                  <a:pt x="1716886" y="74769"/>
                </a:lnTo>
                <a:lnTo>
                  <a:pt x="1687438" y="59742"/>
                </a:lnTo>
                <a:lnTo>
                  <a:pt x="1653628" y="43746"/>
                </a:lnTo>
                <a:lnTo>
                  <a:pt x="1636179" y="36838"/>
                </a:lnTo>
                <a:lnTo>
                  <a:pt x="1618608" y="30538"/>
                </a:lnTo>
                <a:lnTo>
                  <a:pt x="1600794" y="24840"/>
                </a:lnTo>
                <a:lnTo>
                  <a:pt x="1582860" y="19629"/>
                </a:lnTo>
                <a:lnTo>
                  <a:pt x="1564926" y="15147"/>
                </a:lnTo>
                <a:lnTo>
                  <a:pt x="1546748" y="11147"/>
                </a:lnTo>
                <a:lnTo>
                  <a:pt x="1528449" y="7875"/>
                </a:lnTo>
                <a:lnTo>
                  <a:pt x="1510151" y="5090"/>
                </a:lnTo>
                <a:lnTo>
                  <a:pt x="1491852" y="2908"/>
                </a:lnTo>
                <a:lnTo>
                  <a:pt x="1473433" y="1333"/>
                </a:lnTo>
                <a:lnTo>
                  <a:pt x="1454893" y="362"/>
                </a:lnTo>
                <a:lnTo>
                  <a:pt x="1436474" y="0"/>
                </a:lnTo>
                <a:lnTo>
                  <a:pt x="1418053" y="241"/>
                </a:lnTo>
                <a:lnTo>
                  <a:pt x="1399513" y="1090"/>
                </a:lnTo>
                <a:lnTo>
                  <a:pt x="1381094" y="2544"/>
                </a:lnTo>
                <a:lnTo>
                  <a:pt x="1362796" y="4603"/>
                </a:lnTo>
                <a:lnTo>
                  <a:pt x="1344497" y="7270"/>
                </a:lnTo>
                <a:lnTo>
                  <a:pt x="1326199" y="10421"/>
                </a:lnTo>
                <a:lnTo>
                  <a:pt x="1308023" y="14298"/>
                </a:lnTo>
                <a:lnTo>
                  <a:pt x="1289966" y="18660"/>
                </a:lnTo>
                <a:lnTo>
                  <a:pt x="1272031" y="23750"/>
                </a:lnTo>
                <a:lnTo>
                  <a:pt x="1254338" y="29325"/>
                </a:lnTo>
                <a:lnTo>
                  <a:pt x="1236647" y="35505"/>
                </a:lnTo>
                <a:lnTo>
                  <a:pt x="1219197" y="42292"/>
                </a:lnTo>
                <a:lnTo>
                  <a:pt x="1201868" y="49683"/>
                </a:lnTo>
                <a:lnTo>
                  <a:pt x="1184783" y="57680"/>
                </a:lnTo>
                <a:lnTo>
                  <a:pt x="1167938" y="66286"/>
                </a:lnTo>
                <a:lnTo>
                  <a:pt x="1151337" y="75494"/>
                </a:lnTo>
                <a:lnTo>
                  <a:pt x="1134854" y="85310"/>
                </a:lnTo>
                <a:lnTo>
                  <a:pt x="1118738" y="95731"/>
                </a:lnTo>
                <a:lnTo>
                  <a:pt x="1102863" y="106637"/>
                </a:lnTo>
                <a:lnTo>
                  <a:pt x="1087231" y="118271"/>
                </a:lnTo>
                <a:lnTo>
                  <a:pt x="1072812" y="129785"/>
                </a:lnTo>
                <a:lnTo>
                  <a:pt x="1058632" y="142024"/>
                </a:lnTo>
                <a:lnTo>
                  <a:pt x="1044697" y="154748"/>
                </a:lnTo>
                <a:lnTo>
                  <a:pt x="1031125" y="167956"/>
                </a:lnTo>
                <a:lnTo>
                  <a:pt x="626988" y="572334"/>
                </a:lnTo>
                <a:lnTo>
                  <a:pt x="220669" y="978653"/>
                </a:lnTo>
                <a:lnTo>
                  <a:pt x="168077" y="1031245"/>
                </a:lnTo>
                <a:lnTo>
                  <a:pt x="156081" y="1043605"/>
                </a:lnTo>
                <a:lnTo>
                  <a:pt x="144447" y="1056329"/>
                </a:lnTo>
                <a:lnTo>
                  <a:pt x="133298" y="1069296"/>
                </a:lnTo>
                <a:lnTo>
                  <a:pt x="122635" y="1082384"/>
                </a:lnTo>
                <a:lnTo>
                  <a:pt x="112335" y="1095834"/>
                </a:lnTo>
                <a:lnTo>
                  <a:pt x="102519" y="1109406"/>
                </a:lnTo>
                <a:lnTo>
                  <a:pt x="84220" y="1137400"/>
                </a:lnTo>
                <a:lnTo>
                  <a:pt x="67740" y="1165997"/>
                </a:lnTo>
                <a:lnTo>
                  <a:pt x="53077" y="1195445"/>
                </a:lnTo>
                <a:lnTo>
                  <a:pt x="40110" y="1225377"/>
                </a:lnTo>
                <a:lnTo>
                  <a:pt x="28963" y="1255913"/>
                </a:lnTo>
                <a:lnTo>
                  <a:pt x="19632" y="1286935"/>
                </a:lnTo>
                <a:lnTo>
                  <a:pt x="12119" y="1318201"/>
                </a:lnTo>
                <a:lnTo>
                  <a:pt x="6423" y="1349828"/>
                </a:lnTo>
                <a:lnTo>
                  <a:pt x="2544" y="1381699"/>
                </a:lnTo>
                <a:lnTo>
                  <a:pt x="364" y="1413691"/>
                </a:lnTo>
                <a:lnTo>
                  <a:pt x="0" y="1445803"/>
                </a:lnTo>
                <a:lnTo>
                  <a:pt x="1575" y="1477795"/>
                </a:lnTo>
                <a:lnTo>
                  <a:pt x="4846" y="1509786"/>
                </a:lnTo>
                <a:lnTo>
                  <a:pt x="8241" y="1532326"/>
                </a:lnTo>
                <a:lnTo>
                  <a:pt x="12483" y="1554745"/>
                </a:lnTo>
                <a:lnTo>
                  <a:pt x="17693" y="1577042"/>
                </a:lnTo>
                <a:lnTo>
                  <a:pt x="23873" y="1599097"/>
                </a:lnTo>
                <a:lnTo>
                  <a:pt x="30902" y="1621031"/>
                </a:lnTo>
                <a:lnTo>
                  <a:pt x="38900" y="1642722"/>
                </a:lnTo>
                <a:lnTo>
                  <a:pt x="47867" y="1664049"/>
                </a:lnTo>
                <a:lnTo>
                  <a:pt x="57683" y="1685256"/>
                </a:lnTo>
                <a:lnTo>
                  <a:pt x="68345" y="1705978"/>
                </a:lnTo>
                <a:lnTo>
                  <a:pt x="79979" y="1726335"/>
                </a:lnTo>
                <a:lnTo>
                  <a:pt x="92462" y="1746331"/>
                </a:lnTo>
                <a:lnTo>
                  <a:pt x="105911" y="1765963"/>
                </a:lnTo>
                <a:lnTo>
                  <a:pt x="120333" y="1784987"/>
                </a:lnTo>
                <a:lnTo>
                  <a:pt x="135600" y="1803650"/>
                </a:lnTo>
                <a:lnTo>
                  <a:pt x="151719" y="1821825"/>
                </a:lnTo>
                <a:lnTo>
                  <a:pt x="168805" y="1839278"/>
                </a:lnTo>
                <a:lnTo>
                  <a:pt x="222972" y="1893565"/>
                </a:lnTo>
                <a:lnTo>
                  <a:pt x="244422" y="1913923"/>
                </a:lnTo>
                <a:lnTo>
                  <a:pt x="266598" y="1933070"/>
                </a:lnTo>
                <a:lnTo>
                  <a:pt x="289499" y="1950884"/>
                </a:lnTo>
                <a:lnTo>
                  <a:pt x="313008" y="1967365"/>
                </a:lnTo>
                <a:lnTo>
                  <a:pt x="337125" y="1982632"/>
                </a:lnTo>
                <a:lnTo>
                  <a:pt x="361724" y="1996448"/>
                </a:lnTo>
                <a:lnTo>
                  <a:pt x="386807" y="2009049"/>
                </a:lnTo>
                <a:lnTo>
                  <a:pt x="412378" y="2020319"/>
                </a:lnTo>
                <a:lnTo>
                  <a:pt x="438310" y="2030258"/>
                </a:lnTo>
                <a:lnTo>
                  <a:pt x="464607" y="2038861"/>
                </a:lnTo>
                <a:lnTo>
                  <a:pt x="491265" y="2046131"/>
                </a:lnTo>
                <a:lnTo>
                  <a:pt x="518169" y="2052070"/>
                </a:lnTo>
                <a:lnTo>
                  <a:pt x="545191" y="2056796"/>
                </a:lnTo>
                <a:lnTo>
                  <a:pt x="572336" y="2060068"/>
                </a:lnTo>
                <a:lnTo>
                  <a:pt x="599723" y="2062127"/>
                </a:lnTo>
                <a:lnTo>
                  <a:pt x="626988" y="2062734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0496A-C924-4ADF-959B-12CFE8BF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712" y="1110011"/>
            <a:ext cx="2064794" cy="2062855"/>
          </a:xfrm>
          <a:custGeom xmlns:a="http://schemas.openxmlformats.org/drawingml/2006/main">
            <a:pathLst>
              <a:path w="2064794" h="2062855" fill="none">
                <a:moveTo>
                  <a:pt x="410923" y="43261"/>
                </a:moveTo>
                <a:lnTo>
                  <a:pt x="389474" y="52956"/>
                </a:lnTo>
                <a:lnTo>
                  <a:pt x="369358" y="62771"/>
                </a:lnTo>
                <a:lnTo>
                  <a:pt x="350696" y="72829"/>
                </a:lnTo>
                <a:lnTo>
                  <a:pt x="333125" y="83009"/>
                </a:lnTo>
                <a:lnTo>
                  <a:pt x="316645" y="93430"/>
                </a:lnTo>
                <a:lnTo>
                  <a:pt x="301133" y="103973"/>
                </a:lnTo>
                <a:lnTo>
                  <a:pt x="286471" y="114879"/>
                </a:lnTo>
                <a:lnTo>
                  <a:pt x="272414" y="125907"/>
                </a:lnTo>
                <a:lnTo>
                  <a:pt x="258963" y="137297"/>
                </a:lnTo>
                <a:lnTo>
                  <a:pt x="245875" y="148810"/>
                </a:lnTo>
                <a:lnTo>
                  <a:pt x="220427" y="172803"/>
                </a:lnTo>
                <a:lnTo>
                  <a:pt x="168926" y="224547"/>
                </a:lnTo>
                <a:lnTo>
                  <a:pt x="148446" y="245754"/>
                </a:lnTo>
                <a:lnTo>
                  <a:pt x="129300" y="267688"/>
                </a:lnTo>
                <a:lnTo>
                  <a:pt x="111486" y="290348"/>
                </a:lnTo>
                <a:lnTo>
                  <a:pt x="94884" y="313615"/>
                </a:lnTo>
                <a:lnTo>
                  <a:pt x="79737" y="337609"/>
                </a:lnTo>
                <a:lnTo>
                  <a:pt x="65922" y="362087"/>
                </a:lnTo>
                <a:lnTo>
                  <a:pt x="53319" y="387050"/>
                </a:lnTo>
                <a:lnTo>
                  <a:pt x="42050" y="412498"/>
                </a:lnTo>
                <a:lnTo>
                  <a:pt x="32234" y="438431"/>
                </a:lnTo>
                <a:lnTo>
                  <a:pt x="23630" y="464606"/>
                </a:lnTo>
                <a:lnTo>
                  <a:pt x="16359" y="491144"/>
                </a:lnTo>
                <a:lnTo>
                  <a:pt x="10422" y="517925"/>
                </a:lnTo>
                <a:lnTo>
                  <a:pt x="5817" y="544949"/>
                </a:lnTo>
                <a:lnTo>
                  <a:pt x="2545" y="572093"/>
                </a:lnTo>
                <a:lnTo>
                  <a:pt x="606" y="599359"/>
                </a:lnTo>
                <a:lnTo>
                  <a:pt x="0" y="626745"/>
                </a:lnTo>
                <a:lnTo>
                  <a:pt x="727" y="654011"/>
                </a:lnTo>
                <a:lnTo>
                  <a:pt x="2787" y="681277"/>
                </a:lnTo>
                <a:lnTo>
                  <a:pt x="6180" y="708542"/>
                </a:lnTo>
                <a:lnTo>
                  <a:pt x="10785" y="735566"/>
                </a:lnTo>
                <a:lnTo>
                  <a:pt x="16844" y="762346"/>
                </a:lnTo>
                <a:lnTo>
                  <a:pt x="24236" y="789006"/>
                </a:lnTo>
                <a:lnTo>
                  <a:pt x="32840" y="815302"/>
                </a:lnTo>
                <a:lnTo>
                  <a:pt x="42898" y="841235"/>
                </a:lnTo>
                <a:lnTo>
                  <a:pt x="54289" y="866804"/>
                </a:lnTo>
                <a:lnTo>
                  <a:pt x="66892" y="891888"/>
                </a:lnTo>
                <a:lnTo>
                  <a:pt x="80949" y="916488"/>
                </a:lnTo>
                <a:lnTo>
                  <a:pt x="96217" y="940603"/>
                </a:lnTo>
                <a:lnTo>
                  <a:pt x="112940" y="964112"/>
                </a:lnTo>
                <a:lnTo>
                  <a:pt x="130875" y="986894"/>
                </a:lnTo>
                <a:lnTo>
                  <a:pt x="150264" y="1008949"/>
                </a:lnTo>
                <a:lnTo>
                  <a:pt x="170864" y="1030398"/>
                </a:lnTo>
                <a:lnTo>
                  <a:pt x="1034154" y="1893687"/>
                </a:lnTo>
                <a:lnTo>
                  <a:pt x="1055603" y="1914046"/>
                </a:lnTo>
                <a:lnTo>
                  <a:pt x="1077779" y="1933192"/>
                </a:lnTo>
                <a:lnTo>
                  <a:pt x="1100682" y="1951006"/>
                </a:lnTo>
                <a:lnTo>
                  <a:pt x="1124191" y="1967486"/>
                </a:lnTo>
                <a:lnTo>
                  <a:pt x="1148306" y="1982755"/>
                </a:lnTo>
                <a:lnTo>
                  <a:pt x="1172906" y="1996570"/>
                </a:lnTo>
                <a:lnTo>
                  <a:pt x="1197990" y="2009172"/>
                </a:lnTo>
                <a:lnTo>
                  <a:pt x="1223559" y="2020442"/>
                </a:lnTo>
                <a:lnTo>
                  <a:pt x="1249492" y="2030379"/>
                </a:lnTo>
                <a:lnTo>
                  <a:pt x="1275788" y="2038983"/>
                </a:lnTo>
                <a:lnTo>
                  <a:pt x="1302448" y="2046254"/>
                </a:lnTo>
                <a:lnTo>
                  <a:pt x="1329350" y="2052191"/>
                </a:lnTo>
                <a:lnTo>
                  <a:pt x="1356373" y="2056918"/>
                </a:lnTo>
                <a:lnTo>
                  <a:pt x="1383518" y="2060189"/>
                </a:lnTo>
                <a:lnTo>
                  <a:pt x="1410904" y="2062249"/>
                </a:lnTo>
                <a:lnTo>
                  <a:pt x="1438170" y="2062855"/>
                </a:lnTo>
                <a:lnTo>
                  <a:pt x="1465557" y="2062249"/>
                </a:lnTo>
                <a:lnTo>
                  <a:pt x="1492944" y="2060432"/>
                </a:lnTo>
                <a:lnTo>
                  <a:pt x="1520330" y="2057160"/>
                </a:lnTo>
                <a:lnTo>
                  <a:pt x="1547475" y="2052676"/>
                </a:lnTo>
                <a:lnTo>
                  <a:pt x="1574377" y="2046860"/>
                </a:lnTo>
                <a:lnTo>
                  <a:pt x="1601158" y="2039710"/>
                </a:lnTo>
                <a:lnTo>
                  <a:pt x="1627575" y="2031348"/>
                </a:lnTo>
                <a:lnTo>
                  <a:pt x="1653629" y="2021533"/>
                </a:lnTo>
                <a:lnTo>
                  <a:pt x="1679319" y="2010384"/>
                </a:lnTo>
                <a:lnTo>
                  <a:pt x="1704525" y="1997903"/>
                </a:lnTo>
                <a:lnTo>
                  <a:pt x="1729124" y="1984088"/>
                </a:lnTo>
                <a:lnTo>
                  <a:pt x="1753239" y="1968940"/>
                </a:lnTo>
                <a:lnTo>
                  <a:pt x="1776627" y="1952460"/>
                </a:lnTo>
                <a:lnTo>
                  <a:pt x="1799409" y="1934525"/>
                </a:lnTo>
                <a:lnTo>
                  <a:pt x="1821464" y="1915258"/>
                </a:lnTo>
                <a:lnTo>
                  <a:pt x="1842549" y="1894657"/>
                </a:lnTo>
                <a:lnTo>
                  <a:pt x="1870057" y="1867270"/>
                </a:lnTo>
                <a:lnTo>
                  <a:pt x="1897444" y="1839762"/>
                </a:lnTo>
                <a:lnTo>
                  <a:pt x="1914530" y="1822070"/>
                </a:lnTo>
                <a:lnTo>
                  <a:pt x="1930647" y="1803771"/>
                </a:lnTo>
                <a:lnTo>
                  <a:pt x="1945795" y="1784989"/>
                </a:lnTo>
                <a:lnTo>
                  <a:pt x="1960094" y="1765721"/>
                </a:lnTo>
                <a:lnTo>
                  <a:pt x="1973424" y="1745968"/>
                </a:lnTo>
                <a:lnTo>
                  <a:pt x="1985906" y="1725852"/>
                </a:lnTo>
                <a:lnTo>
                  <a:pt x="1997418" y="1705373"/>
                </a:lnTo>
                <a:lnTo>
                  <a:pt x="2007961" y="1684409"/>
                </a:lnTo>
                <a:lnTo>
                  <a:pt x="2017655" y="1663323"/>
                </a:lnTo>
                <a:lnTo>
                  <a:pt x="2026380" y="1641753"/>
                </a:lnTo>
                <a:lnTo>
                  <a:pt x="2034257" y="1620062"/>
                </a:lnTo>
                <a:lnTo>
                  <a:pt x="2041285" y="1598128"/>
                </a:lnTo>
                <a:lnTo>
                  <a:pt x="2047344" y="1575952"/>
                </a:lnTo>
                <a:lnTo>
                  <a:pt x="2052434" y="1553534"/>
                </a:lnTo>
                <a:lnTo>
                  <a:pt x="2056796" y="1531115"/>
                </a:lnTo>
                <a:lnTo>
                  <a:pt x="2060189" y="1508576"/>
                </a:lnTo>
                <a:lnTo>
                  <a:pt x="2063340" y="1476705"/>
                </a:lnTo>
                <a:lnTo>
                  <a:pt x="2064794" y="1444714"/>
                </a:lnTo>
                <a:lnTo>
                  <a:pt x="2064431" y="1412722"/>
                </a:lnTo>
                <a:lnTo>
                  <a:pt x="2062249" y="1380852"/>
                </a:lnTo>
                <a:lnTo>
                  <a:pt x="2058372" y="1348981"/>
                </a:lnTo>
                <a:lnTo>
                  <a:pt x="2052676" y="1317474"/>
                </a:lnTo>
                <a:lnTo>
                  <a:pt x="2045163" y="1286088"/>
                </a:lnTo>
                <a:lnTo>
                  <a:pt x="2035832" y="1255187"/>
                </a:lnTo>
                <a:lnTo>
                  <a:pt x="2024684" y="1224771"/>
                </a:lnTo>
                <a:lnTo>
                  <a:pt x="2011838" y="1194840"/>
                </a:lnTo>
                <a:lnTo>
                  <a:pt x="1997176" y="1165514"/>
                </a:lnTo>
                <a:lnTo>
                  <a:pt x="1980695" y="1136915"/>
                </a:lnTo>
                <a:lnTo>
                  <a:pt x="1962397" y="1109044"/>
                </a:lnTo>
                <a:lnTo>
                  <a:pt x="1952581" y="1095472"/>
                </a:lnTo>
                <a:lnTo>
                  <a:pt x="1942402" y="1082142"/>
                </a:lnTo>
                <a:lnTo>
                  <a:pt x="1931617" y="1068933"/>
                </a:lnTo>
                <a:lnTo>
                  <a:pt x="1920468" y="1056088"/>
                </a:lnTo>
                <a:lnTo>
                  <a:pt x="1908835" y="1043364"/>
                </a:lnTo>
                <a:lnTo>
                  <a:pt x="1896838" y="1031004"/>
                </a:lnTo>
                <a:lnTo>
                  <a:pt x="1844852" y="979138"/>
                </a:lnTo>
                <a:lnTo>
                  <a:pt x="1438170" y="572457"/>
                </a:lnTo>
                <a:lnTo>
                  <a:pt x="1236526" y="370328"/>
                </a:lnTo>
                <a:lnTo>
                  <a:pt x="1033548" y="167714"/>
                </a:lnTo>
                <a:lnTo>
                  <a:pt x="1020097" y="154747"/>
                </a:lnTo>
                <a:lnTo>
                  <a:pt x="1006404" y="142266"/>
                </a:lnTo>
                <a:lnTo>
                  <a:pt x="992347" y="130269"/>
                </a:lnTo>
                <a:lnTo>
                  <a:pt x="978048" y="118757"/>
                </a:lnTo>
                <a:lnTo>
                  <a:pt x="962415" y="107124"/>
                </a:lnTo>
                <a:lnTo>
                  <a:pt x="946541" y="96096"/>
                </a:lnTo>
                <a:lnTo>
                  <a:pt x="930424" y="85675"/>
                </a:lnTo>
                <a:lnTo>
                  <a:pt x="914064" y="75859"/>
                </a:lnTo>
                <a:lnTo>
                  <a:pt x="897341" y="66649"/>
                </a:lnTo>
                <a:lnTo>
                  <a:pt x="880497" y="58045"/>
                </a:lnTo>
                <a:lnTo>
                  <a:pt x="863411" y="50048"/>
                </a:lnTo>
                <a:lnTo>
                  <a:pt x="846082" y="42534"/>
                </a:lnTo>
                <a:lnTo>
                  <a:pt x="828632" y="35748"/>
                </a:lnTo>
                <a:lnTo>
                  <a:pt x="810940" y="29568"/>
                </a:lnTo>
                <a:lnTo>
                  <a:pt x="793126" y="23873"/>
                </a:lnTo>
                <a:lnTo>
                  <a:pt x="775070" y="18904"/>
                </a:lnTo>
                <a:lnTo>
                  <a:pt x="757014" y="14420"/>
                </a:lnTo>
                <a:lnTo>
                  <a:pt x="738837" y="10543"/>
                </a:lnTo>
                <a:lnTo>
                  <a:pt x="720539" y="7271"/>
                </a:lnTo>
                <a:lnTo>
                  <a:pt x="702120" y="4726"/>
                </a:lnTo>
                <a:lnTo>
                  <a:pt x="683700" y="2666"/>
                </a:lnTo>
                <a:lnTo>
                  <a:pt x="665281" y="1212"/>
                </a:lnTo>
                <a:lnTo>
                  <a:pt x="646740" y="364"/>
                </a:lnTo>
                <a:lnTo>
                  <a:pt x="628321" y="0"/>
                </a:lnTo>
                <a:lnTo>
                  <a:pt x="609780" y="364"/>
                </a:lnTo>
                <a:lnTo>
                  <a:pt x="591240" y="1333"/>
                </a:lnTo>
                <a:lnTo>
                  <a:pt x="572820" y="2787"/>
                </a:lnTo>
                <a:lnTo>
                  <a:pt x="554401" y="4968"/>
                </a:lnTo>
                <a:lnTo>
                  <a:pt x="536102" y="7634"/>
                </a:lnTo>
                <a:lnTo>
                  <a:pt x="517804" y="10906"/>
                </a:lnTo>
                <a:lnTo>
                  <a:pt x="499748" y="14905"/>
                </a:lnTo>
                <a:lnTo>
                  <a:pt x="481692" y="19389"/>
                </a:lnTo>
                <a:lnTo>
                  <a:pt x="463758" y="24478"/>
                </a:lnTo>
                <a:lnTo>
                  <a:pt x="445944" y="30053"/>
                </a:lnTo>
                <a:lnTo>
                  <a:pt x="428373" y="36354"/>
                </a:lnTo>
                <a:lnTo>
                  <a:pt x="410923" y="43261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37E20-0247-4F13-AD60-E6270F9F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151" y="599841"/>
            <a:ext cx="2062613" cy="2062855"/>
          </a:xfrm>
          <a:custGeom xmlns:a="http://schemas.openxmlformats.org/drawingml/2006/main">
            <a:pathLst>
              <a:path w="2062613" h="2062855" fill="none">
                <a:moveTo>
                  <a:pt x="1031731" y="168320"/>
                </a:moveTo>
                <a:lnTo>
                  <a:pt x="1010403" y="147961"/>
                </a:lnTo>
                <a:lnTo>
                  <a:pt x="988227" y="128936"/>
                </a:lnTo>
                <a:lnTo>
                  <a:pt x="965445" y="111244"/>
                </a:lnTo>
                <a:lnTo>
                  <a:pt x="941936" y="94884"/>
                </a:lnTo>
                <a:lnTo>
                  <a:pt x="917821" y="79737"/>
                </a:lnTo>
                <a:lnTo>
                  <a:pt x="893221" y="65922"/>
                </a:lnTo>
                <a:lnTo>
                  <a:pt x="868016" y="53441"/>
                </a:lnTo>
                <a:lnTo>
                  <a:pt x="842447" y="42292"/>
                </a:lnTo>
                <a:lnTo>
                  <a:pt x="816393" y="32476"/>
                </a:lnTo>
                <a:lnTo>
                  <a:pt x="790097" y="23873"/>
                </a:lnTo>
                <a:lnTo>
                  <a:pt x="763437" y="16602"/>
                </a:lnTo>
                <a:lnTo>
                  <a:pt x="736414" y="10664"/>
                </a:lnTo>
                <a:lnTo>
                  <a:pt x="709269" y="6059"/>
                </a:lnTo>
                <a:lnTo>
                  <a:pt x="682004" y="2787"/>
                </a:lnTo>
                <a:lnTo>
                  <a:pt x="654617" y="727"/>
                </a:lnTo>
                <a:lnTo>
                  <a:pt x="627230" y="0"/>
                </a:lnTo>
                <a:lnTo>
                  <a:pt x="599843" y="606"/>
                </a:lnTo>
                <a:lnTo>
                  <a:pt x="572457" y="2545"/>
                </a:lnTo>
                <a:lnTo>
                  <a:pt x="545191" y="5817"/>
                </a:lnTo>
                <a:lnTo>
                  <a:pt x="518047" y="10300"/>
                </a:lnTo>
                <a:lnTo>
                  <a:pt x="491144" y="16238"/>
                </a:lnTo>
                <a:lnTo>
                  <a:pt x="464485" y="23388"/>
                </a:lnTo>
                <a:lnTo>
                  <a:pt x="438067" y="31870"/>
                </a:lnTo>
                <a:lnTo>
                  <a:pt x="412014" y="41686"/>
                </a:lnTo>
                <a:lnTo>
                  <a:pt x="386445" y="52714"/>
                </a:lnTo>
                <a:lnTo>
                  <a:pt x="361239" y="65195"/>
                </a:lnTo>
                <a:lnTo>
                  <a:pt x="336639" y="78888"/>
                </a:lnTo>
                <a:lnTo>
                  <a:pt x="312524" y="93915"/>
                </a:lnTo>
                <a:lnTo>
                  <a:pt x="289015" y="110274"/>
                </a:lnTo>
                <a:lnTo>
                  <a:pt x="266234" y="127967"/>
                </a:lnTo>
                <a:lnTo>
                  <a:pt x="244057" y="146992"/>
                </a:lnTo>
                <a:lnTo>
                  <a:pt x="222730" y="167350"/>
                </a:lnTo>
                <a:lnTo>
                  <a:pt x="199100" y="189890"/>
                </a:lnTo>
                <a:lnTo>
                  <a:pt x="177166" y="212066"/>
                </a:lnTo>
                <a:lnTo>
                  <a:pt x="156565" y="234000"/>
                </a:lnTo>
                <a:lnTo>
                  <a:pt x="137540" y="255691"/>
                </a:lnTo>
                <a:lnTo>
                  <a:pt x="119847" y="277382"/>
                </a:lnTo>
                <a:lnTo>
                  <a:pt x="103488" y="299195"/>
                </a:lnTo>
                <a:lnTo>
                  <a:pt x="88462" y="321249"/>
                </a:lnTo>
                <a:lnTo>
                  <a:pt x="74647" y="343668"/>
                </a:lnTo>
                <a:lnTo>
                  <a:pt x="62044" y="366692"/>
                </a:lnTo>
                <a:lnTo>
                  <a:pt x="50653" y="390322"/>
                </a:lnTo>
                <a:lnTo>
                  <a:pt x="40474" y="414801"/>
                </a:lnTo>
                <a:lnTo>
                  <a:pt x="31265" y="440128"/>
                </a:lnTo>
                <a:lnTo>
                  <a:pt x="23145" y="466545"/>
                </a:lnTo>
                <a:lnTo>
                  <a:pt x="15996" y="494053"/>
                </a:lnTo>
                <a:lnTo>
                  <a:pt x="9816" y="523015"/>
                </a:lnTo>
                <a:lnTo>
                  <a:pt x="4484" y="553431"/>
                </a:lnTo>
                <a:lnTo>
                  <a:pt x="1333" y="585302"/>
                </a:lnTo>
                <a:lnTo>
                  <a:pt x="0" y="617415"/>
                </a:lnTo>
                <a:lnTo>
                  <a:pt x="485" y="649406"/>
                </a:lnTo>
                <a:lnTo>
                  <a:pt x="2666" y="681519"/>
                </a:lnTo>
                <a:lnTo>
                  <a:pt x="6665" y="713390"/>
                </a:lnTo>
                <a:lnTo>
                  <a:pt x="12482" y="745018"/>
                </a:lnTo>
                <a:lnTo>
                  <a:pt x="19995" y="776403"/>
                </a:lnTo>
                <a:lnTo>
                  <a:pt x="29447" y="807426"/>
                </a:lnTo>
                <a:lnTo>
                  <a:pt x="40595" y="837963"/>
                </a:lnTo>
                <a:lnTo>
                  <a:pt x="53441" y="867895"/>
                </a:lnTo>
                <a:lnTo>
                  <a:pt x="68225" y="897341"/>
                </a:lnTo>
                <a:lnTo>
                  <a:pt x="84705" y="925940"/>
                </a:lnTo>
                <a:lnTo>
                  <a:pt x="103003" y="953812"/>
                </a:lnTo>
                <a:lnTo>
                  <a:pt x="112819" y="967505"/>
                </a:lnTo>
                <a:lnTo>
                  <a:pt x="122998" y="980835"/>
                </a:lnTo>
                <a:lnTo>
                  <a:pt x="133783" y="994044"/>
                </a:lnTo>
                <a:lnTo>
                  <a:pt x="144811" y="1006889"/>
                </a:lnTo>
                <a:lnTo>
                  <a:pt x="156444" y="1019613"/>
                </a:lnTo>
                <a:lnTo>
                  <a:pt x="168441" y="1031973"/>
                </a:lnTo>
                <a:lnTo>
                  <a:pt x="625412" y="1488945"/>
                </a:lnTo>
                <a:lnTo>
                  <a:pt x="1031731" y="1895626"/>
                </a:lnTo>
                <a:lnTo>
                  <a:pt x="1047848" y="1911016"/>
                </a:lnTo>
                <a:lnTo>
                  <a:pt x="1064328" y="1925800"/>
                </a:lnTo>
                <a:lnTo>
                  <a:pt x="1081172" y="1939736"/>
                </a:lnTo>
                <a:lnTo>
                  <a:pt x="1098501" y="1952945"/>
                </a:lnTo>
                <a:lnTo>
                  <a:pt x="1116193" y="1965426"/>
                </a:lnTo>
                <a:lnTo>
                  <a:pt x="1134128" y="1977060"/>
                </a:lnTo>
                <a:lnTo>
                  <a:pt x="1152548" y="1988087"/>
                </a:lnTo>
                <a:lnTo>
                  <a:pt x="1171088" y="1998266"/>
                </a:lnTo>
                <a:lnTo>
                  <a:pt x="1189992" y="2007718"/>
                </a:lnTo>
                <a:lnTo>
                  <a:pt x="1209260" y="2016443"/>
                </a:lnTo>
                <a:lnTo>
                  <a:pt x="1228649" y="2024320"/>
                </a:lnTo>
                <a:lnTo>
                  <a:pt x="1248280" y="2031591"/>
                </a:lnTo>
                <a:lnTo>
                  <a:pt x="1268033" y="2038013"/>
                </a:lnTo>
                <a:lnTo>
                  <a:pt x="1288149" y="2043709"/>
                </a:lnTo>
                <a:lnTo>
                  <a:pt x="1308264" y="2048677"/>
                </a:lnTo>
                <a:lnTo>
                  <a:pt x="1328502" y="2052919"/>
                </a:lnTo>
                <a:lnTo>
                  <a:pt x="1348981" y="2056433"/>
                </a:lnTo>
                <a:lnTo>
                  <a:pt x="1369461" y="2059099"/>
                </a:lnTo>
                <a:lnTo>
                  <a:pt x="1389940" y="2061159"/>
                </a:lnTo>
                <a:lnTo>
                  <a:pt x="1410541" y="2062371"/>
                </a:lnTo>
                <a:lnTo>
                  <a:pt x="1431263" y="2062855"/>
                </a:lnTo>
                <a:lnTo>
                  <a:pt x="1451863" y="2062492"/>
                </a:lnTo>
                <a:lnTo>
                  <a:pt x="1472464" y="2061522"/>
                </a:lnTo>
                <a:lnTo>
                  <a:pt x="1493065" y="2059705"/>
                </a:lnTo>
                <a:lnTo>
                  <a:pt x="1513544" y="2057281"/>
                </a:lnTo>
                <a:lnTo>
                  <a:pt x="1534024" y="2054009"/>
                </a:lnTo>
                <a:lnTo>
                  <a:pt x="1554382" y="2050010"/>
                </a:lnTo>
                <a:lnTo>
                  <a:pt x="1574498" y="2045163"/>
                </a:lnTo>
                <a:lnTo>
                  <a:pt x="1594614" y="2039710"/>
                </a:lnTo>
                <a:lnTo>
                  <a:pt x="1614488" y="2033530"/>
                </a:lnTo>
                <a:lnTo>
                  <a:pt x="1634240" y="2026501"/>
                </a:lnTo>
                <a:lnTo>
                  <a:pt x="1653750" y="2018746"/>
                </a:lnTo>
                <a:lnTo>
                  <a:pt x="1678592" y="2007597"/>
                </a:lnTo>
                <a:lnTo>
                  <a:pt x="1703071" y="1995115"/>
                </a:lnTo>
                <a:lnTo>
                  <a:pt x="1727064" y="1981422"/>
                </a:lnTo>
                <a:lnTo>
                  <a:pt x="1750452" y="1966517"/>
                </a:lnTo>
                <a:lnTo>
                  <a:pt x="1773355" y="1950400"/>
                </a:lnTo>
                <a:lnTo>
                  <a:pt x="1795652" y="1932950"/>
                </a:lnTo>
                <a:lnTo>
                  <a:pt x="1817344" y="1914288"/>
                </a:lnTo>
                <a:lnTo>
                  <a:pt x="1838308" y="1894293"/>
                </a:lnTo>
                <a:lnTo>
                  <a:pt x="1894172" y="1838793"/>
                </a:lnTo>
                <a:lnTo>
                  <a:pt x="1914409" y="1817344"/>
                </a:lnTo>
                <a:lnTo>
                  <a:pt x="1933435" y="1795168"/>
                </a:lnTo>
                <a:lnTo>
                  <a:pt x="1951127" y="1772386"/>
                </a:lnTo>
                <a:lnTo>
                  <a:pt x="1967607" y="1748877"/>
                </a:lnTo>
                <a:lnTo>
                  <a:pt x="1982755" y="1724883"/>
                </a:lnTo>
                <a:lnTo>
                  <a:pt x="1996448" y="1700283"/>
                </a:lnTo>
                <a:lnTo>
                  <a:pt x="2008930" y="1675199"/>
                </a:lnTo>
                <a:lnTo>
                  <a:pt x="2020200" y="1649630"/>
                </a:lnTo>
                <a:lnTo>
                  <a:pt x="2030015" y="1623697"/>
                </a:lnTo>
                <a:lnTo>
                  <a:pt x="2038619" y="1597401"/>
                </a:lnTo>
                <a:lnTo>
                  <a:pt x="2045890" y="1570863"/>
                </a:lnTo>
                <a:lnTo>
                  <a:pt x="2051828" y="1543961"/>
                </a:lnTo>
                <a:lnTo>
                  <a:pt x="2056554" y="1516937"/>
                </a:lnTo>
                <a:lnTo>
                  <a:pt x="2059826" y="1489793"/>
                </a:lnTo>
                <a:lnTo>
                  <a:pt x="2061886" y="1462527"/>
                </a:lnTo>
                <a:lnTo>
                  <a:pt x="2062613" y="1435262"/>
                </a:lnTo>
                <a:lnTo>
                  <a:pt x="2062010" y="1407875"/>
                </a:lnTo>
                <a:lnTo>
                  <a:pt x="2060068" y="1380609"/>
                </a:lnTo>
                <a:lnTo>
                  <a:pt x="2056918" y="1353465"/>
                </a:lnTo>
                <a:lnTo>
                  <a:pt x="2052313" y="1326442"/>
                </a:lnTo>
                <a:lnTo>
                  <a:pt x="2046496" y="1299661"/>
                </a:lnTo>
                <a:lnTo>
                  <a:pt x="2039346" y="1273122"/>
                </a:lnTo>
                <a:lnTo>
                  <a:pt x="2030864" y="1246826"/>
                </a:lnTo>
                <a:lnTo>
                  <a:pt x="2021048" y="1220893"/>
                </a:lnTo>
                <a:lnTo>
                  <a:pt x="2010021" y="1195324"/>
                </a:lnTo>
                <a:lnTo>
                  <a:pt x="1997539" y="1170240"/>
                </a:lnTo>
                <a:lnTo>
                  <a:pt x="1983846" y="1145761"/>
                </a:lnTo>
                <a:lnTo>
                  <a:pt x="1968819" y="1121647"/>
                </a:lnTo>
                <a:lnTo>
                  <a:pt x="1952460" y="1098259"/>
                </a:lnTo>
                <a:lnTo>
                  <a:pt x="1934770" y="1075477"/>
                </a:lnTo>
                <a:lnTo>
                  <a:pt x="1915742" y="1053301"/>
                </a:lnTo>
                <a:lnTo>
                  <a:pt x="1895384" y="1031973"/>
                </a:lnTo>
                <a:lnTo>
                  <a:pt x="1491974" y="628563"/>
                </a:lnTo>
                <a:lnTo>
                  <a:pt x="1031731" y="168320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B6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3CCB5-196C-4483-9E56-4C0909E8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7" y="600326"/>
            <a:ext cx="2062492" cy="2063098"/>
          </a:xfrm>
          <a:custGeom xmlns:a="http://schemas.openxmlformats.org/drawingml/2006/main">
            <a:pathLst>
              <a:path w="2062492" h="2063098" fill="none">
                <a:moveTo>
                  <a:pt x="2057766" y="553552"/>
                </a:moveTo>
                <a:lnTo>
                  <a:pt x="2052434" y="524348"/>
                </a:lnTo>
                <a:lnTo>
                  <a:pt x="2046496" y="496598"/>
                </a:lnTo>
                <a:lnTo>
                  <a:pt x="2039710" y="470059"/>
                </a:lnTo>
                <a:lnTo>
                  <a:pt x="2032197" y="444732"/>
                </a:lnTo>
                <a:lnTo>
                  <a:pt x="2023593" y="420133"/>
                </a:lnTo>
                <a:lnTo>
                  <a:pt x="2014020" y="396503"/>
                </a:lnTo>
                <a:lnTo>
                  <a:pt x="2003235" y="373357"/>
                </a:lnTo>
                <a:lnTo>
                  <a:pt x="1991238" y="350817"/>
                </a:lnTo>
                <a:lnTo>
                  <a:pt x="1978029" y="328520"/>
                </a:lnTo>
                <a:lnTo>
                  <a:pt x="1963245" y="306344"/>
                </a:lnTo>
                <a:lnTo>
                  <a:pt x="1947009" y="284168"/>
                </a:lnTo>
                <a:lnTo>
                  <a:pt x="1929072" y="261871"/>
                </a:lnTo>
                <a:lnTo>
                  <a:pt x="1909441" y="239210"/>
                </a:lnTo>
                <a:lnTo>
                  <a:pt x="1887992" y="216065"/>
                </a:lnTo>
                <a:lnTo>
                  <a:pt x="1864604" y="192435"/>
                </a:lnTo>
                <a:lnTo>
                  <a:pt x="1839277" y="167835"/>
                </a:lnTo>
                <a:lnTo>
                  <a:pt x="1817828" y="147477"/>
                </a:lnTo>
                <a:lnTo>
                  <a:pt x="1795774" y="128451"/>
                </a:lnTo>
                <a:lnTo>
                  <a:pt x="1772870" y="110759"/>
                </a:lnTo>
                <a:lnTo>
                  <a:pt x="1749361" y="94400"/>
                </a:lnTo>
                <a:lnTo>
                  <a:pt x="1725368" y="79373"/>
                </a:lnTo>
                <a:lnTo>
                  <a:pt x="1700647" y="65559"/>
                </a:lnTo>
                <a:lnTo>
                  <a:pt x="1675563" y="53077"/>
                </a:lnTo>
                <a:lnTo>
                  <a:pt x="1649993" y="41928"/>
                </a:lnTo>
                <a:lnTo>
                  <a:pt x="1623940" y="32113"/>
                </a:lnTo>
                <a:lnTo>
                  <a:pt x="1597643" y="23630"/>
                </a:lnTo>
                <a:lnTo>
                  <a:pt x="1570984" y="16359"/>
                </a:lnTo>
                <a:lnTo>
                  <a:pt x="1544082" y="10543"/>
                </a:lnTo>
                <a:lnTo>
                  <a:pt x="1517058" y="5938"/>
                </a:lnTo>
                <a:lnTo>
                  <a:pt x="1489793" y="2666"/>
                </a:lnTo>
                <a:lnTo>
                  <a:pt x="1462527" y="727"/>
                </a:lnTo>
                <a:lnTo>
                  <a:pt x="1435140" y="0"/>
                </a:lnTo>
                <a:lnTo>
                  <a:pt x="1407754" y="727"/>
                </a:lnTo>
                <a:lnTo>
                  <a:pt x="1380367" y="2666"/>
                </a:lnTo>
                <a:lnTo>
                  <a:pt x="1353222" y="5938"/>
                </a:lnTo>
                <a:lnTo>
                  <a:pt x="1326078" y="10543"/>
                </a:lnTo>
                <a:lnTo>
                  <a:pt x="1299297" y="16359"/>
                </a:lnTo>
                <a:lnTo>
                  <a:pt x="1272637" y="23630"/>
                </a:lnTo>
                <a:lnTo>
                  <a:pt x="1246341" y="32113"/>
                </a:lnTo>
                <a:lnTo>
                  <a:pt x="1220287" y="41928"/>
                </a:lnTo>
                <a:lnTo>
                  <a:pt x="1194718" y="53077"/>
                </a:lnTo>
                <a:lnTo>
                  <a:pt x="1169634" y="65559"/>
                </a:lnTo>
                <a:lnTo>
                  <a:pt x="1145034" y="79373"/>
                </a:lnTo>
                <a:lnTo>
                  <a:pt x="1120919" y="94400"/>
                </a:lnTo>
                <a:lnTo>
                  <a:pt x="1097532" y="110759"/>
                </a:lnTo>
                <a:lnTo>
                  <a:pt x="1074629" y="128451"/>
                </a:lnTo>
                <a:lnTo>
                  <a:pt x="1052574" y="147477"/>
                </a:lnTo>
                <a:lnTo>
                  <a:pt x="1031125" y="167835"/>
                </a:lnTo>
                <a:lnTo>
                  <a:pt x="571002" y="628442"/>
                </a:lnTo>
                <a:lnTo>
                  <a:pt x="167835" y="1031488"/>
                </a:lnTo>
                <a:lnTo>
                  <a:pt x="147598" y="1052816"/>
                </a:lnTo>
                <a:lnTo>
                  <a:pt x="128572" y="1074992"/>
                </a:lnTo>
                <a:lnTo>
                  <a:pt x="110880" y="1097774"/>
                </a:lnTo>
                <a:lnTo>
                  <a:pt x="94400" y="1121283"/>
                </a:lnTo>
                <a:lnTo>
                  <a:pt x="79373" y="1145277"/>
                </a:lnTo>
                <a:lnTo>
                  <a:pt x="65559" y="1169876"/>
                </a:lnTo>
                <a:lnTo>
                  <a:pt x="53198" y="1195082"/>
                </a:lnTo>
                <a:lnTo>
                  <a:pt x="42050" y="1220651"/>
                </a:lnTo>
                <a:lnTo>
                  <a:pt x="32234" y="1246584"/>
                </a:lnTo>
                <a:lnTo>
                  <a:pt x="23630" y="1272880"/>
                </a:lnTo>
                <a:lnTo>
                  <a:pt x="16481" y="1299539"/>
                </a:lnTo>
                <a:lnTo>
                  <a:pt x="10543" y="1326442"/>
                </a:lnTo>
                <a:lnTo>
                  <a:pt x="5938" y="1353465"/>
                </a:lnTo>
                <a:lnTo>
                  <a:pt x="2666" y="1380730"/>
                </a:lnTo>
                <a:lnTo>
                  <a:pt x="727" y="1407996"/>
                </a:lnTo>
                <a:lnTo>
                  <a:pt x="0" y="1435383"/>
                </a:lnTo>
                <a:lnTo>
                  <a:pt x="727" y="1462770"/>
                </a:lnTo>
                <a:lnTo>
                  <a:pt x="2666" y="1490035"/>
                </a:lnTo>
                <a:lnTo>
                  <a:pt x="5938" y="1517301"/>
                </a:lnTo>
                <a:lnTo>
                  <a:pt x="10543" y="1544324"/>
                </a:lnTo>
                <a:lnTo>
                  <a:pt x="16481" y="1571226"/>
                </a:lnTo>
                <a:lnTo>
                  <a:pt x="23630" y="1597765"/>
                </a:lnTo>
                <a:lnTo>
                  <a:pt x="32234" y="1624182"/>
                </a:lnTo>
                <a:lnTo>
                  <a:pt x="42050" y="1650115"/>
                </a:lnTo>
                <a:lnTo>
                  <a:pt x="53198" y="1675684"/>
                </a:lnTo>
                <a:lnTo>
                  <a:pt x="65559" y="1700768"/>
                </a:lnTo>
                <a:lnTo>
                  <a:pt x="79373" y="1725368"/>
                </a:lnTo>
                <a:lnTo>
                  <a:pt x="94400" y="1749483"/>
                </a:lnTo>
                <a:lnTo>
                  <a:pt x="110880" y="1772992"/>
                </a:lnTo>
                <a:lnTo>
                  <a:pt x="128572" y="1795774"/>
                </a:lnTo>
                <a:lnTo>
                  <a:pt x="147598" y="1817828"/>
                </a:lnTo>
                <a:lnTo>
                  <a:pt x="167835" y="1839277"/>
                </a:lnTo>
                <a:lnTo>
                  <a:pt x="198736" y="1870178"/>
                </a:lnTo>
                <a:lnTo>
                  <a:pt x="226002" y="1897080"/>
                </a:lnTo>
                <a:lnTo>
                  <a:pt x="251328" y="1920953"/>
                </a:lnTo>
                <a:lnTo>
                  <a:pt x="263810" y="1931859"/>
                </a:lnTo>
                <a:lnTo>
                  <a:pt x="276534" y="1942281"/>
                </a:lnTo>
                <a:lnTo>
                  <a:pt x="289500" y="1952339"/>
                </a:lnTo>
                <a:lnTo>
                  <a:pt x="303194" y="1962033"/>
                </a:lnTo>
                <a:lnTo>
                  <a:pt x="317614" y="1971485"/>
                </a:lnTo>
                <a:lnTo>
                  <a:pt x="333004" y="1980937"/>
                </a:lnTo>
                <a:lnTo>
                  <a:pt x="349606" y="1990389"/>
                </a:lnTo>
                <a:lnTo>
                  <a:pt x="367662" y="1999842"/>
                </a:lnTo>
                <a:lnTo>
                  <a:pt x="387414" y="2009536"/>
                </a:lnTo>
                <a:lnTo>
                  <a:pt x="408984" y="2019594"/>
                </a:lnTo>
                <a:lnTo>
                  <a:pt x="428494" y="2027228"/>
                </a:lnTo>
                <a:lnTo>
                  <a:pt x="448247" y="2034136"/>
                </a:lnTo>
                <a:lnTo>
                  <a:pt x="468120" y="2040316"/>
                </a:lnTo>
                <a:lnTo>
                  <a:pt x="488236" y="2045769"/>
                </a:lnTo>
                <a:lnTo>
                  <a:pt x="508473" y="2050495"/>
                </a:lnTo>
                <a:lnTo>
                  <a:pt x="528832" y="2054494"/>
                </a:lnTo>
                <a:lnTo>
                  <a:pt x="549190" y="2057645"/>
                </a:lnTo>
                <a:lnTo>
                  <a:pt x="569791" y="2060189"/>
                </a:lnTo>
                <a:lnTo>
                  <a:pt x="590391" y="2061886"/>
                </a:lnTo>
                <a:lnTo>
                  <a:pt x="610992" y="2062855"/>
                </a:lnTo>
                <a:lnTo>
                  <a:pt x="631593" y="2063098"/>
                </a:lnTo>
                <a:lnTo>
                  <a:pt x="652315" y="2062492"/>
                </a:lnTo>
                <a:lnTo>
                  <a:pt x="672915" y="2061280"/>
                </a:lnTo>
                <a:lnTo>
                  <a:pt x="693516" y="2059220"/>
                </a:lnTo>
                <a:lnTo>
                  <a:pt x="713995" y="2056554"/>
                </a:lnTo>
                <a:lnTo>
                  <a:pt x="734354" y="2053040"/>
                </a:lnTo>
                <a:lnTo>
                  <a:pt x="754712" y="2048798"/>
                </a:lnTo>
                <a:lnTo>
                  <a:pt x="774828" y="2043709"/>
                </a:lnTo>
                <a:lnTo>
                  <a:pt x="794823" y="2038013"/>
                </a:lnTo>
                <a:lnTo>
                  <a:pt x="814696" y="2031470"/>
                </a:lnTo>
                <a:lnTo>
                  <a:pt x="834328" y="2024199"/>
                </a:lnTo>
                <a:lnTo>
                  <a:pt x="853717" y="2016201"/>
                </a:lnTo>
                <a:lnTo>
                  <a:pt x="872863" y="2007476"/>
                </a:lnTo>
                <a:lnTo>
                  <a:pt x="891888" y="1998024"/>
                </a:lnTo>
                <a:lnTo>
                  <a:pt x="910429" y="1987723"/>
                </a:lnTo>
                <a:lnTo>
                  <a:pt x="928848" y="1976817"/>
                </a:lnTo>
                <a:lnTo>
                  <a:pt x="946783" y="1965063"/>
                </a:lnTo>
                <a:lnTo>
                  <a:pt x="964475" y="1952581"/>
                </a:lnTo>
                <a:lnTo>
                  <a:pt x="981683" y="1939372"/>
                </a:lnTo>
                <a:lnTo>
                  <a:pt x="998648" y="1925316"/>
                </a:lnTo>
                <a:lnTo>
                  <a:pt x="1015129" y="1910531"/>
                </a:lnTo>
                <a:lnTo>
                  <a:pt x="1031125" y="1895142"/>
                </a:lnTo>
                <a:lnTo>
                  <a:pt x="1437806" y="1488823"/>
                </a:lnTo>
                <a:lnTo>
                  <a:pt x="1894778" y="1031488"/>
                </a:lnTo>
                <a:lnTo>
                  <a:pt x="1906896" y="1019007"/>
                </a:lnTo>
                <a:lnTo>
                  <a:pt x="1918408" y="1006404"/>
                </a:lnTo>
                <a:lnTo>
                  <a:pt x="1929557" y="993438"/>
                </a:lnTo>
                <a:lnTo>
                  <a:pt x="1940223" y="980229"/>
                </a:lnTo>
                <a:lnTo>
                  <a:pt x="1950521" y="966899"/>
                </a:lnTo>
                <a:lnTo>
                  <a:pt x="1960215" y="953206"/>
                </a:lnTo>
                <a:lnTo>
                  <a:pt x="1978514" y="925334"/>
                </a:lnTo>
                <a:lnTo>
                  <a:pt x="1994994" y="896736"/>
                </a:lnTo>
                <a:lnTo>
                  <a:pt x="2009657" y="867410"/>
                </a:lnTo>
                <a:lnTo>
                  <a:pt x="2022502" y="837478"/>
                </a:lnTo>
                <a:lnTo>
                  <a:pt x="2033651" y="806941"/>
                </a:lnTo>
                <a:lnTo>
                  <a:pt x="2042982" y="776040"/>
                </a:lnTo>
                <a:lnTo>
                  <a:pt x="2050495" y="744775"/>
                </a:lnTo>
                <a:lnTo>
                  <a:pt x="2056190" y="713147"/>
                </a:lnTo>
                <a:lnTo>
                  <a:pt x="2060068" y="681398"/>
                </a:lnTo>
                <a:lnTo>
                  <a:pt x="2062249" y="649406"/>
                </a:lnTo>
                <a:lnTo>
                  <a:pt x="2062492" y="617415"/>
                </a:lnTo>
                <a:lnTo>
                  <a:pt x="2061038" y="585423"/>
                </a:lnTo>
                <a:lnTo>
                  <a:pt x="2057766" y="553552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B6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1CB5F-B8CC-47F9-86EB-732FDEC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94" y="1110132"/>
            <a:ext cx="2062492" cy="2062734"/>
          </a:xfrm>
          <a:custGeom xmlns:a="http://schemas.openxmlformats.org/drawingml/2006/main">
            <a:pathLst>
              <a:path w="2062492" h="2062734" fill="none">
                <a:moveTo>
                  <a:pt x="626988" y="2062734"/>
                </a:moveTo>
                <a:lnTo>
                  <a:pt x="654375" y="2062128"/>
                </a:lnTo>
                <a:lnTo>
                  <a:pt x="681761" y="2060189"/>
                </a:lnTo>
                <a:lnTo>
                  <a:pt x="709027" y="2056918"/>
                </a:lnTo>
                <a:lnTo>
                  <a:pt x="736050" y="2052434"/>
                </a:lnTo>
                <a:lnTo>
                  <a:pt x="762952" y="2046496"/>
                </a:lnTo>
                <a:lnTo>
                  <a:pt x="789612" y="2039346"/>
                </a:lnTo>
                <a:lnTo>
                  <a:pt x="815908" y="2030743"/>
                </a:lnTo>
                <a:lnTo>
                  <a:pt x="841962" y="2020927"/>
                </a:lnTo>
                <a:lnTo>
                  <a:pt x="867531" y="2009778"/>
                </a:lnTo>
                <a:lnTo>
                  <a:pt x="892737" y="1997176"/>
                </a:lnTo>
                <a:lnTo>
                  <a:pt x="917336" y="1983361"/>
                </a:lnTo>
                <a:lnTo>
                  <a:pt x="941451" y="1968213"/>
                </a:lnTo>
                <a:lnTo>
                  <a:pt x="964960" y="1951854"/>
                </a:lnTo>
                <a:lnTo>
                  <a:pt x="987863" y="1934041"/>
                </a:lnTo>
                <a:lnTo>
                  <a:pt x="1010039" y="1914894"/>
                </a:lnTo>
                <a:lnTo>
                  <a:pt x="1031367" y="1894536"/>
                </a:lnTo>
                <a:lnTo>
                  <a:pt x="1894778" y="1031488"/>
                </a:lnTo>
                <a:lnTo>
                  <a:pt x="1915015" y="1010161"/>
                </a:lnTo>
                <a:lnTo>
                  <a:pt x="1934041" y="988106"/>
                </a:lnTo>
                <a:lnTo>
                  <a:pt x="1951733" y="965203"/>
                </a:lnTo>
                <a:lnTo>
                  <a:pt x="1968092" y="941815"/>
                </a:lnTo>
                <a:lnTo>
                  <a:pt x="1983240" y="917700"/>
                </a:lnTo>
                <a:lnTo>
                  <a:pt x="1996933" y="893100"/>
                </a:lnTo>
                <a:lnTo>
                  <a:pt x="2009417" y="868016"/>
                </a:lnTo>
                <a:lnTo>
                  <a:pt x="2020563" y="842447"/>
                </a:lnTo>
                <a:lnTo>
                  <a:pt x="2030379" y="816393"/>
                </a:lnTo>
                <a:lnTo>
                  <a:pt x="2038985" y="790097"/>
                </a:lnTo>
                <a:lnTo>
                  <a:pt x="2046132" y="763558"/>
                </a:lnTo>
                <a:lnTo>
                  <a:pt x="2052070" y="736656"/>
                </a:lnTo>
                <a:lnTo>
                  <a:pt x="2056675" y="709512"/>
                </a:lnTo>
                <a:lnTo>
                  <a:pt x="2059947" y="682367"/>
                </a:lnTo>
                <a:lnTo>
                  <a:pt x="2061886" y="654981"/>
                </a:lnTo>
                <a:lnTo>
                  <a:pt x="2062492" y="627715"/>
                </a:lnTo>
                <a:lnTo>
                  <a:pt x="2061886" y="600328"/>
                </a:lnTo>
                <a:lnTo>
                  <a:pt x="2059947" y="572941"/>
                </a:lnTo>
                <a:lnTo>
                  <a:pt x="2056675" y="545797"/>
                </a:lnTo>
                <a:lnTo>
                  <a:pt x="2052070" y="518652"/>
                </a:lnTo>
                <a:lnTo>
                  <a:pt x="2046132" y="491872"/>
                </a:lnTo>
                <a:lnTo>
                  <a:pt x="2038985" y="465212"/>
                </a:lnTo>
                <a:lnTo>
                  <a:pt x="2030379" y="438916"/>
                </a:lnTo>
                <a:lnTo>
                  <a:pt x="2020563" y="412862"/>
                </a:lnTo>
                <a:lnTo>
                  <a:pt x="2009417" y="387293"/>
                </a:lnTo>
                <a:lnTo>
                  <a:pt x="1996933" y="362208"/>
                </a:lnTo>
                <a:lnTo>
                  <a:pt x="1983240" y="337609"/>
                </a:lnTo>
                <a:lnTo>
                  <a:pt x="1968092" y="313494"/>
                </a:lnTo>
                <a:lnTo>
                  <a:pt x="1951733" y="290106"/>
                </a:lnTo>
                <a:lnTo>
                  <a:pt x="1934041" y="267203"/>
                </a:lnTo>
                <a:lnTo>
                  <a:pt x="1915015" y="245148"/>
                </a:lnTo>
                <a:lnTo>
                  <a:pt x="1894778" y="223820"/>
                </a:lnTo>
                <a:lnTo>
                  <a:pt x="1856364" y="185285"/>
                </a:lnTo>
                <a:lnTo>
                  <a:pt x="1823645" y="154020"/>
                </a:lnTo>
                <a:lnTo>
                  <a:pt x="1795168" y="128694"/>
                </a:lnTo>
                <a:lnTo>
                  <a:pt x="1781838" y="117787"/>
                </a:lnTo>
                <a:lnTo>
                  <a:pt x="1768993" y="107972"/>
                </a:lnTo>
                <a:lnTo>
                  <a:pt x="1756148" y="98883"/>
                </a:lnTo>
                <a:lnTo>
                  <a:pt x="1743424" y="90401"/>
                </a:lnTo>
                <a:lnTo>
                  <a:pt x="1730336" y="82524"/>
                </a:lnTo>
                <a:lnTo>
                  <a:pt x="1716885" y="74768"/>
                </a:lnTo>
                <a:lnTo>
                  <a:pt x="1687438" y="59742"/>
                </a:lnTo>
                <a:lnTo>
                  <a:pt x="1653629" y="43746"/>
                </a:lnTo>
                <a:lnTo>
                  <a:pt x="1636179" y="36839"/>
                </a:lnTo>
                <a:lnTo>
                  <a:pt x="1618608" y="30537"/>
                </a:lnTo>
                <a:lnTo>
                  <a:pt x="1600794" y="24842"/>
                </a:lnTo>
                <a:lnTo>
                  <a:pt x="1582859" y="19631"/>
                </a:lnTo>
                <a:lnTo>
                  <a:pt x="1564925" y="15148"/>
                </a:lnTo>
                <a:lnTo>
                  <a:pt x="1546748" y="11149"/>
                </a:lnTo>
                <a:lnTo>
                  <a:pt x="1528449" y="7877"/>
                </a:lnTo>
                <a:lnTo>
                  <a:pt x="1510151" y="5090"/>
                </a:lnTo>
                <a:lnTo>
                  <a:pt x="1491853" y="2908"/>
                </a:lnTo>
                <a:lnTo>
                  <a:pt x="1473433" y="1333"/>
                </a:lnTo>
                <a:lnTo>
                  <a:pt x="1454893" y="364"/>
                </a:lnTo>
                <a:lnTo>
                  <a:pt x="1436473" y="0"/>
                </a:lnTo>
                <a:lnTo>
                  <a:pt x="1418054" y="242"/>
                </a:lnTo>
                <a:lnTo>
                  <a:pt x="1399513" y="1091"/>
                </a:lnTo>
                <a:lnTo>
                  <a:pt x="1381094" y="2545"/>
                </a:lnTo>
                <a:lnTo>
                  <a:pt x="1362796" y="4605"/>
                </a:lnTo>
                <a:lnTo>
                  <a:pt x="1344497" y="7271"/>
                </a:lnTo>
                <a:lnTo>
                  <a:pt x="1326199" y="10422"/>
                </a:lnTo>
                <a:lnTo>
                  <a:pt x="1308022" y="14299"/>
                </a:lnTo>
                <a:lnTo>
                  <a:pt x="1289966" y="18662"/>
                </a:lnTo>
                <a:lnTo>
                  <a:pt x="1272032" y="23751"/>
                </a:lnTo>
                <a:lnTo>
                  <a:pt x="1254339" y="29326"/>
                </a:lnTo>
                <a:lnTo>
                  <a:pt x="1236647" y="35506"/>
                </a:lnTo>
                <a:lnTo>
                  <a:pt x="1219197" y="42292"/>
                </a:lnTo>
                <a:lnTo>
                  <a:pt x="1201868" y="49684"/>
                </a:lnTo>
                <a:lnTo>
                  <a:pt x="1184782" y="57682"/>
                </a:lnTo>
                <a:lnTo>
                  <a:pt x="1167937" y="66286"/>
                </a:lnTo>
                <a:lnTo>
                  <a:pt x="1151336" y="75495"/>
                </a:lnTo>
                <a:lnTo>
                  <a:pt x="1134855" y="85311"/>
                </a:lnTo>
                <a:lnTo>
                  <a:pt x="1118738" y="95733"/>
                </a:lnTo>
                <a:lnTo>
                  <a:pt x="1102864" y="106639"/>
                </a:lnTo>
                <a:lnTo>
                  <a:pt x="1087231" y="118272"/>
                </a:lnTo>
                <a:lnTo>
                  <a:pt x="1072811" y="129784"/>
                </a:lnTo>
                <a:lnTo>
                  <a:pt x="1058633" y="142024"/>
                </a:lnTo>
                <a:lnTo>
                  <a:pt x="1044697" y="154747"/>
                </a:lnTo>
                <a:lnTo>
                  <a:pt x="1031125" y="167956"/>
                </a:lnTo>
                <a:lnTo>
                  <a:pt x="626988" y="572335"/>
                </a:lnTo>
                <a:lnTo>
                  <a:pt x="220670" y="978654"/>
                </a:lnTo>
                <a:lnTo>
                  <a:pt x="168077" y="1031246"/>
                </a:lnTo>
                <a:lnTo>
                  <a:pt x="156080" y="1043606"/>
                </a:lnTo>
                <a:lnTo>
                  <a:pt x="144447" y="1056330"/>
                </a:lnTo>
                <a:lnTo>
                  <a:pt x="133299" y="1069297"/>
                </a:lnTo>
                <a:lnTo>
                  <a:pt x="122635" y="1082384"/>
                </a:lnTo>
                <a:lnTo>
                  <a:pt x="112334" y="1095835"/>
                </a:lnTo>
                <a:lnTo>
                  <a:pt x="102519" y="1109407"/>
                </a:lnTo>
                <a:lnTo>
                  <a:pt x="84220" y="1137400"/>
                </a:lnTo>
                <a:lnTo>
                  <a:pt x="67740" y="1165999"/>
                </a:lnTo>
                <a:lnTo>
                  <a:pt x="53077" y="1195445"/>
                </a:lnTo>
                <a:lnTo>
                  <a:pt x="40111" y="1225377"/>
                </a:lnTo>
                <a:lnTo>
                  <a:pt x="28962" y="1255915"/>
                </a:lnTo>
                <a:lnTo>
                  <a:pt x="19631" y="1286937"/>
                </a:lnTo>
                <a:lnTo>
                  <a:pt x="12118" y="1318201"/>
                </a:lnTo>
                <a:lnTo>
                  <a:pt x="6423" y="1349829"/>
                </a:lnTo>
                <a:lnTo>
                  <a:pt x="2545" y="1381700"/>
                </a:lnTo>
                <a:lnTo>
                  <a:pt x="364" y="1413692"/>
                </a:lnTo>
                <a:lnTo>
                  <a:pt x="0" y="1445804"/>
                </a:lnTo>
                <a:lnTo>
                  <a:pt x="1575" y="1477796"/>
                </a:lnTo>
                <a:lnTo>
                  <a:pt x="4847" y="1509788"/>
                </a:lnTo>
                <a:lnTo>
                  <a:pt x="8240" y="1532327"/>
                </a:lnTo>
                <a:lnTo>
                  <a:pt x="12482" y="1554746"/>
                </a:lnTo>
                <a:lnTo>
                  <a:pt x="17692" y="1577043"/>
                </a:lnTo>
                <a:lnTo>
                  <a:pt x="23873" y="1599098"/>
                </a:lnTo>
                <a:lnTo>
                  <a:pt x="30901" y="1621031"/>
                </a:lnTo>
                <a:lnTo>
                  <a:pt x="38899" y="1642723"/>
                </a:lnTo>
                <a:lnTo>
                  <a:pt x="47866" y="1664050"/>
                </a:lnTo>
                <a:lnTo>
                  <a:pt x="57682" y="1685257"/>
                </a:lnTo>
                <a:lnTo>
                  <a:pt x="68346" y="1705979"/>
                </a:lnTo>
                <a:lnTo>
                  <a:pt x="79979" y="1726337"/>
                </a:lnTo>
                <a:lnTo>
                  <a:pt x="92461" y="1746332"/>
                </a:lnTo>
                <a:lnTo>
                  <a:pt x="105912" y="1765963"/>
                </a:lnTo>
                <a:lnTo>
                  <a:pt x="120332" y="1784989"/>
                </a:lnTo>
                <a:lnTo>
                  <a:pt x="135601" y="1803650"/>
                </a:lnTo>
                <a:lnTo>
                  <a:pt x="151718" y="1821827"/>
                </a:lnTo>
                <a:lnTo>
                  <a:pt x="168804" y="1839277"/>
                </a:lnTo>
                <a:lnTo>
                  <a:pt x="222972" y="1893566"/>
                </a:lnTo>
                <a:lnTo>
                  <a:pt x="244421" y="1913925"/>
                </a:lnTo>
                <a:lnTo>
                  <a:pt x="266597" y="1933071"/>
                </a:lnTo>
                <a:lnTo>
                  <a:pt x="289500" y="1950885"/>
                </a:lnTo>
                <a:lnTo>
                  <a:pt x="313009" y="1967365"/>
                </a:lnTo>
                <a:lnTo>
                  <a:pt x="337124" y="1982634"/>
                </a:lnTo>
                <a:lnTo>
                  <a:pt x="361724" y="1996448"/>
                </a:lnTo>
                <a:lnTo>
                  <a:pt x="386808" y="2009051"/>
                </a:lnTo>
                <a:lnTo>
                  <a:pt x="412377" y="2020321"/>
                </a:lnTo>
                <a:lnTo>
                  <a:pt x="438310" y="2030258"/>
                </a:lnTo>
                <a:lnTo>
                  <a:pt x="464606" y="2038862"/>
                </a:lnTo>
                <a:lnTo>
                  <a:pt x="491266" y="2046132"/>
                </a:lnTo>
                <a:lnTo>
                  <a:pt x="518168" y="2052070"/>
                </a:lnTo>
                <a:lnTo>
                  <a:pt x="545191" y="2056796"/>
                </a:lnTo>
                <a:lnTo>
                  <a:pt x="572335" y="2060068"/>
                </a:lnTo>
                <a:lnTo>
                  <a:pt x="599722" y="2062128"/>
                </a:lnTo>
                <a:lnTo>
                  <a:pt x="626988" y="2062734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00B6"/>
            </a:solidFill>
            <a:round/>
          </a:ln>
        </p:spPr>
      </p:sp>
      <p:sp>
        <p:nvSpPr>
          <p:cNvPr id="51" name="Text 319">
            <a:extLst xmlns:a="http://schemas.openxmlformats.org/drawingml/2006/main">
              <a:ext uri="{FF2B5EF4-FFF2-40B4-BE49-F238E27FC236}">
                <a16:creationId xmlns:a16="http://schemas.microsoft.com/office/drawing/2014/main" id="{95AA464A-1E58-4484-850F-E8CD629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882" y="1645669"/>
            <a:ext cx="240314" cy="116967"/>
          </a:xfrm>
          <a:custGeom xmlns:a="http://schemas.openxmlformats.org/drawingml/2006/main">
            <a:pathLst>
              <a:path w="240314" h="116967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  <a:moveTo>
                  <a:pt x="97832" y="13254"/>
                </a:moveTo>
                <a:lnTo>
                  <a:pt x="125169" y="0"/>
                </a:lnTo>
                <a:lnTo>
                  <a:pt x="127902" y="0"/>
                </a:lnTo>
                <a:lnTo>
                  <a:pt x="127902" y="94767"/>
                </a:lnTo>
                <a:cubicBezTo>
                  <a:pt x="127902" y="101063"/>
                  <a:pt x="128165" y="104984"/>
                  <a:pt x="128689" y="106530"/>
                </a:cubicBezTo>
                <a:cubicBezTo>
                  <a:pt x="129214" y="108076"/>
                  <a:pt x="130305" y="109264"/>
                  <a:pt x="131962" y="110092"/>
                </a:cubicBezTo>
                <a:cubicBezTo>
                  <a:pt x="133618" y="110920"/>
                  <a:pt x="136987" y="111390"/>
                  <a:pt x="142068" y="111500"/>
                </a:cubicBezTo>
                <a:lnTo>
                  <a:pt x="142068" y="114648"/>
                </a:lnTo>
                <a:lnTo>
                  <a:pt x="99820" y="114648"/>
                </a:lnTo>
                <a:lnTo>
                  <a:pt x="99820" y="111500"/>
                </a:lnTo>
                <a:cubicBezTo>
                  <a:pt x="105122" y="111390"/>
                  <a:pt x="108546" y="110934"/>
                  <a:pt x="110092" y="110133"/>
                </a:cubicBezTo>
                <a:cubicBezTo>
                  <a:pt x="111639" y="109333"/>
                  <a:pt x="112715" y="108256"/>
                  <a:pt x="113323" y="106903"/>
                </a:cubicBezTo>
                <a:cubicBezTo>
                  <a:pt x="113930" y="105550"/>
                  <a:pt x="114234" y="101504"/>
                  <a:pt x="114234" y="94767"/>
                </a:cubicBezTo>
                <a:lnTo>
                  <a:pt x="114234" y="34129"/>
                </a:lnTo>
                <a:cubicBezTo>
                  <a:pt x="114234" y="25992"/>
                  <a:pt x="113958" y="20770"/>
                  <a:pt x="113406" y="18463"/>
                </a:cubicBezTo>
                <a:cubicBezTo>
                  <a:pt x="113019" y="16702"/>
                  <a:pt x="112315" y="15408"/>
                  <a:pt x="111293" y="14580"/>
                </a:cubicBezTo>
                <a:cubicBezTo>
                  <a:pt x="110272" y="13751"/>
                  <a:pt x="109043" y="13337"/>
                  <a:pt x="107607" y="13337"/>
                </a:cubicBezTo>
                <a:cubicBezTo>
                  <a:pt x="105564" y="13337"/>
                  <a:pt x="102720" y="14193"/>
                  <a:pt x="99075" y="15905"/>
                </a:cubicBezTo>
                <a:lnTo>
                  <a:pt x="97832" y="13254"/>
                </a:lnTo>
                <a:close/>
                <a:moveTo>
                  <a:pt x="171724" y="116967"/>
                </a:moveTo>
                <a:lnTo>
                  <a:pt x="171724" y="113820"/>
                </a:lnTo>
                <a:cubicBezTo>
                  <a:pt x="178903" y="113709"/>
                  <a:pt x="185585" y="112043"/>
                  <a:pt x="191770" y="108821"/>
                </a:cubicBezTo>
                <a:cubicBezTo>
                  <a:pt x="197956" y="105597"/>
                  <a:pt x="203934" y="99964"/>
                  <a:pt x="209705" y="91922"/>
                </a:cubicBezTo>
                <a:cubicBezTo>
                  <a:pt x="215476" y="83878"/>
                  <a:pt x="219494" y="74997"/>
                  <a:pt x="221758" y="65279"/>
                </a:cubicBezTo>
                <a:cubicBezTo>
                  <a:pt x="213087" y="70910"/>
                  <a:pt x="205245" y="73726"/>
                  <a:pt x="198232" y="73726"/>
                </a:cubicBezTo>
                <a:cubicBezTo>
                  <a:pt x="190335" y="73726"/>
                  <a:pt x="183569" y="70675"/>
                  <a:pt x="177936" y="64572"/>
                </a:cubicBezTo>
                <a:cubicBezTo>
                  <a:pt x="172303" y="58470"/>
                  <a:pt x="169487" y="50366"/>
                  <a:pt x="169487" y="40259"/>
                </a:cubicBezTo>
                <a:cubicBezTo>
                  <a:pt x="169487" y="30429"/>
                  <a:pt x="172303" y="21676"/>
                  <a:pt x="177936" y="14000"/>
                </a:cubicBezTo>
                <a:cubicBezTo>
                  <a:pt x="184729" y="4667"/>
                  <a:pt x="193593" y="0"/>
                  <a:pt x="204528" y="0"/>
                </a:cubicBezTo>
                <a:cubicBezTo>
                  <a:pt x="213750" y="0"/>
                  <a:pt x="221647" y="3811"/>
                  <a:pt x="228219" y="11432"/>
                </a:cubicBezTo>
                <a:cubicBezTo>
                  <a:pt x="236282" y="20875"/>
                  <a:pt x="240314" y="32528"/>
                  <a:pt x="240314" y="46389"/>
                </a:cubicBezTo>
                <a:cubicBezTo>
                  <a:pt x="240314" y="58870"/>
                  <a:pt x="237249" y="70509"/>
                  <a:pt x="231119" y="81306"/>
                </a:cubicBezTo>
                <a:cubicBezTo>
                  <a:pt x="224989" y="92102"/>
                  <a:pt x="216456" y="101063"/>
                  <a:pt x="205522" y="108187"/>
                </a:cubicBezTo>
                <a:cubicBezTo>
                  <a:pt x="196630" y="114041"/>
                  <a:pt x="186938" y="116967"/>
                  <a:pt x="176445" y="116967"/>
                </a:cubicBezTo>
                <a:lnTo>
                  <a:pt x="171724" y="116967"/>
                </a:lnTo>
                <a:moveTo>
                  <a:pt x="223083" y="59165"/>
                </a:moveTo>
                <a:cubicBezTo>
                  <a:pt x="224077" y="52004"/>
                  <a:pt x="224574" y="46276"/>
                  <a:pt x="224574" y="41981"/>
                </a:cubicBezTo>
                <a:cubicBezTo>
                  <a:pt x="224574" y="36640"/>
                  <a:pt x="223663" y="30871"/>
                  <a:pt x="221841" y="24675"/>
                </a:cubicBezTo>
                <a:cubicBezTo>
                  <a:pt x="220018" y="18478"/>
                  <a:pt x="217436" y="13728"/>
                  <a:pt x="214095" y="10425"/>
                </a:cubicBezTo>
                <a:cubicBezTo>
                  <a:pt x="210754" y="7120"/>
                  <a:pt x="206957" y="5467"/>
                  <a:pt x="202705" y="5467"/>
                </a:cubicBezTo>
                <a:cubicBezTo>
                  <a:pt x="197790" y="5467"/>
                  <a:pt x="193482" y="7670"/>
                  <a:pt x="189782" y="12076"/>
                </a:cubicBezTo>
                <a:cubicBezTo>
                  <a:pt x="186082" y="16482"/>
                  <a:pt x="184232" y="23036"/>
                  <a:pt x="184232" y="31737"/>
                </a:cubicBezTo>
                <a:cubicBezTo>
                  <a:pt x="184232" y="43359"/>
                  <a:pt x="186690" y="52446"/>
                  <a:pt x="191605" y="58999"/>
                </a:cubicBezTo>
                <a:cubicBezTo>
                  <a:pt x="195194" y="63736"/>
                  <a:pt x="199612" y="66105"/>
                  <a:pt x="204859" y="66105"/>
                </a:cubicBezTo>
                <a:cubicBezTo>
                  <a:pt x="207399" y="66105"/>
                  <a:pt x="210409" y="65499"/>
                  <a:pt x="213888" y="64288"/>
                </a:cubicBezTo>
                <a:cubicBezTo>
                  <a:pt x="217367" y="63076"/>
                  <a:pt x="220432" y="61368"/>
                  <a:pt x="223083" y="59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47">
            <a:extLst xmlns:a="http://schemas.openxmlformats.org/drawingml/2006/main">
              <a:ext uri="{FF2B5EF4-FFF2-40B4-BE49-F238E27FC236}">
                <a16:creationId xmlns:a16="http://schemas.microsoft.com/office/drawing/2014/main" id="{EC58238B-17C3-4ACF-BE7E-31B45BE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323" y="817640"/>
            <a:ext cx="159463" cy="116967"/>
          </a:xfrm>
          <a:custGeom xmlns:a="http://schemas.openxmlformats.org/drawingml/2006/main">
            <a:pathLst>
              <a:path w="159463" h="116967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  <a:moveTo>
                  <a:pt x="99240" y="2319"/>
                </a:moveTo>
                <a:lnTo>
                  <a:pt x="159463" y="2319"/>
                </a:lnTo>
                <a:lnTo>
                  <a:pt x="159463" y="5441"/>
                </a:lnTo>
                <a:lnTo>
                  <a:pt x="122020" y="116967"/>
                </a:lnTo>
                <a:lnTo>
                  <a:pt x="112742" y="116967"/>
                </a:lnTo>
                <a:lnTo>
                  <a:pt x="146292" y="15905"/>
                </a:lnTo>
                <a:lnTo>
                  <a:pt x="115393" y="15905"/>
                </a:lnTo>
                <a:cubicBezTo>
                  <a:pt x="109153" y="15905"/>
                  <a:pt x="104707" y="16650"/>
                  <a:pt x="102056" y="18142"/>
                </a:cubicBezTo>
                <a:cubicBezTo>
                  <a:pt x="97417" y="20682"/>
                  <a:pt x="93690" y="24603"/>
                  <a:pt x="90873" y="29905"/>
                </a:cubicBezTo>
                <a:lnTo>
                  <a:pt x="88471" y="28993"/>
                </a:lnTo>
                <a:lnTo>
                  <a:pt x="99240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6">
            <a:extLst xmlns:a="http://schemas.openxmlformats.org/drawingml/2006/main">
              <a:ext uri="{FF2B5EF4-FFF2-40B4-BE49-F238E27FC236}">
                <a16:creationId xmlns:a16="http://schemas.microsoft.com/office/drawing/2014/main" id="{F82524E8-C6B7-49D3-BD84-F7858EA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758" y="1253650"/>
            <a:ext cx="70992" cy="116636"/>
          </a:xfrm>
          <a:custGeom xmlns:a="http://schemas.openxmlformats.org/drawingml/2006/main">
            <a:pathLst>
              <a:path w="70992" h="116636">
                <a:moveTo>
                  <a:pt x="68756" y="0"/>
                </a:moveTo>
                <a:lnTo>
                  <a:pt x="68756" y="3314"/>
                </a:lnTo>
                <a:cubicBezTo>
                  <a:pt x="61466" y="4026"/>
                  <a:pt x="55515" y="5466"/>
                  <a:pt x="50904" y="7634"/>
                </a:cubicBezTo>
                <a:cubicBezTo>
                  <a:pt x="46293" y="9800"/>
                  <a:pt x="41737" y="13105"/>
                  <a:pt x="37236" y="17549"/>
                </a:cubicBezTo>
                <a:cubicBezTo>
                  <a:pt x="32735" y="21991"/>
                  <a:pt x="29007" y="26941"/>
                  <a:pt x="26053" y="32400"/>
                </a:cubicBezTo>
                <a:cubicBezTo>
                  <a:pt x="23098" y="37857"/>
                  <a:pt x="20627" y="44343"/>
                  <a:pt x="18639" y="51859"/>
                </a:cubicBezTo>
                <a:cubicBezTo>
                  <a:pt x="26591" y="46335"/>
                  <a:pt x="34571" y="43573"/>
                  <a:pt x="42579" y="43573"/>
                </a:cubicBezTo>
                <a:cubicBezTo>
                  <a:pt x="50255" y="43573"/>
                  <a:pt x="56910" y="46672"/>
                  <a:pt x="62543" y="52871"/>
                </a:cubicBezTo>
                <a:cubicBezTo>
                  <a:pt x="68176" y="59071"/>
                  <a:pt x="70992" y="67041"/>
                  <a:pt x="70992" y="76783"/>
                </a:cubicBezTo>
                <a:cubicBezTo>
                  <a:pt x="70992" y="86192"/>
                  <a:pt x="68148" y="94772"/>
                  <a:pt x="62460" y="102523"/>
                </a:cubicBezTo>
                <a:cubicBezTo>
                  <a:pt x="55612" y="111932"/>
                  <a:pt x="46555" y="116636"/>
                  <a:pt x="35289" y="116636"/>
                </a:cubicBezTo>
                <a:cubicBezTo>
                  <a:pt x="27613" y="116636"/>
                  <a:pt x="21096" y="114096"/>
                  <a:pt x="15739" y="109015"/>
                </a:cubicBezTo>
                <a:cubicBezTo>
                  <a:pt x="5246" y="99130"/>
                  <a:pt x="0" y="86317"/>
                  <a:pt x="0" y="70578"/>
                </a:cubicBezTo>
                <a:cubicBezTo>
                  <a:pt x="0" y="60527"/>
                  <a:pt x="2016" y="50973"/>
                  <a:pt x="6047" y="41916"/>
                </a:cubicBezTo>
                <a:cubicBezTo>
                  <a:pt x="10079" y="32859"/>
                  <a:pt x="15836" y="24824"/>
                  <a:pt x="23319" y="17810"/>
                </a:cubicBezTo>
                <a:cubicBezTo>
                  <a:pt x="30802" y="10797"/>
                  <a:pt x="37968" y="6075"/>
                  <a:pt x="44815" y="3645"/>
                </a:cubicBezTo>
                <a:cubicBezTo>
                  <a:pt x="51663" y="1215"/>
                  <a:pt x="58042" y="0"/>
                  <a:pt x="63951" y="0"/>
                </a:cubicBezTo>
                <a:lnTo>
                  <a:pt x="68756" y="0"/>
                </a:lnTo>
                <a:moveTo>
                  <a:pt x="17230" y="57914"/>
                </a:moveTo>
                <a:cubicBezTo>
                  <a:pt x="16236" y="65380"/>
                  <a:pt x="15739" y="71407"/>
                  <a:pt x="15739" y="75996"/>
                </a:cubicBezTo>
                <a:cubicBezTo>
                  <a:pt x="15739" y="81305"/>
                  <a:pt x="16720" y="87070"/>
                  <a:pt x="18680" y="93291"/>
                </a:cubicBezTo>
                <a:cubicBezTo>
                  <a:pt x="20641" y="99513"/>
                  <a:pt x="23554" y="104449"/>
                  <a:pt x="27419" y="108099"/>
                </a:cubicBezTo>
                <a:cubicBezTo>
                  <a:pt x="30236" y="110698"/>
                  <a:pt x="33660" y="111997"/>
                  <a:pt x="37691" y="111997"/>
                </a:cubicBezTo>
                <a:cubicBezTo>
                  <a:pt x="42496" y="111997"/>
                  <a:pt x="46790" y="109730"/>
                  <a:pt x="50573" y="105197"/>
                </a:cubicBezTo>
                <a:cubicBezTo>
                  <a:pt x="54356" y="100661"/>
                  <a:pt x="56247" y="94190"/>
                  <a:pt x="56247" y="85784"/>
                </a:cubicBezTo>
                <a:cubicBezTo>
                  <a:pt x="56247" y="76328"/>
                  <a:pt x="54369" y="68145"/>
                  <a:pt x="50614" y="61233"/>
                </a:cubicBezTo>
                <a:cubicBezTo>
                  <a:pt x="46859" y="54319"/>
                  <a:pt x="41530" y="50863"/>
                  <a:pt x="34626" y="50863"/>
                </a:cubicBezTo>
                <a:cubicBezTo>
                  <a:pt x="32528" y="50863"/>
                  <a:pt x="30277" y="51305"/>
                  <a:pt x="27875" y="52191"/>
                </a:cubicBezTo>
                <a:cubicBezTo>
                  <a:pt x="25473" y="53074"/>
                  <a:pt x="21925" y="54982"/>
                  <a:pt x="17230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76">
            <a:extLst xmlns:a="http://schemas.openxmlformats.org/drawingml/2006/main">
              <a:ext uri="{FF2B5EF4-FFF2-40B4-BE49-F238E27FC236}">
                <a16:creationId xmlns:a16="http://schemas.microsoft.com/office/drawing/2014/main" id="{D942DD8F-FCFA-4BA2-89CB-18DF39B9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56" y="832310"/>
            <a:ext cx="156812" cy="116967"/>
          </a:xfrm>
          <a:custGeom xmlns:a="http://schemas.openxmlformats.org/drawingml/2006/main">
            <a:pathLst>
              <a:path w="156812" h="116967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7"/>
                </a:lnTo>
                <a:lnTo>
                  <a:pt x="24272" y="116967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4576" y="0"/>
                </a:moveTo>
                <a:lnTo>
                  <a:pt x="154576" y="3314"/>
                </a:lnTo>
                <a:cubicBezTo>
                  <a:pt x="147286" y="4026"/>
                  <a:pt x="141335" y="5466"/>
                  <a:pt x="136724" y="7634"/>
                </a:cubicBezTo>
                <a:cubicBezTo>
                  <a:pt x="132113" y="9800"/>
                  <a:pt x="127557" y="13105"/>
                  <a:pt x="123056" y="17549"/>
                </a:cubicBezTo>
                <a:cubicBezTo>
                  <a:pt x="118555" y="21991"/>
                  <a:pt x="114827" y="26941"/>
                  <a:pt x="111873" y="32400"/>
                </a:cubicBezTo>
                <a:cubicBezTo>
                  <a:pt x="108918" y="37857"/>
                  <a:pt x="106447" y="44343"/>
                  <a:pt x="104459" y="51859"/>
                </a:cubicBezTo>
                <a:cubicBezTo>
                  <a:pt x="112411" y="46335"/>
                  <a:pt x="120391" y="43573"/>
                  <a:pt x="128399" y="43573"/>
                </a:cubicBezTo>
                <a:cubicBezTo>
                  <a:pt x="136075" y="43573"/>
                  <a:pt x="142730" y="46672"/>
                  <a:pt x="148363" y="52871"/>
                </a:cubicBezTo>
                <a:cubicBezTo>
                  <a:pt x="153996" y="59071"/>
                  <a:pt x="156812" y="67041"/>
                  <a:pt x="156812" y="76783"/>
                </a:cubicBezTo>
                <a:cubicBezTo>
                  <a:pt x="156812" y="86192"/>
                  <a:pt x="153968" y="94772"/>
                  <a:pt x="148280" y="102523"/>
                </a:cubicBezTo>
                <a:cubicBezTo>
                  <a:pt x="141432" y="111932"/>
                  <a:pt x="132375" y="116636"/>
                  <a:pt x="121109" y="116636"/>
                </a:cubicBezTo>
                <a:cubicBezTo>
                  <a:pt x="113433" y="116636"/>
                  <a:pt x="106916" y="114096"/>
                  <a:pt x="101559" y="109015"/>
                </a:cubicBezTo>
                <a:cubicBezTo>
                  <a:pt x="91066" y="99130"/>
                  <a:pt x="85820" y="86317"/>
                  <a:pt x="85820" y="70578"/>
                </a:cubicBezTo>
                <a:cubicBezTo>
                  <a:pt x="85820" y="60527"/>
                  <a:pt x="87836" y="50973"/>
                  <a:pt x="91867" y="41916"/>
                </a:cubicBezTo>
                <a:cubicBezTo>
                  <a:pt x="95899" y="32859"/>
                  <a:pt x="101656" y="24824"/>
                  <a:pt x="109139" y="17810"/>
                </a:cubicBezTo>
                <a:cubicBezTo>
                  <a:pt x="116622" y="10797"/>
                  <a:pt x="123788" y="6075"/>
                  <a:pt x="130636" y="3645"/>
                </a:cubicBezTo>
                <a:cubicBezTo>
                  <a:pt x="137483" y="1215"/>
                  <a:pt x="143862" y="0"/>
                  <a:pt x="149771" y="0"/>
                </a:cubicBezTo>
                <a:lnTo>
                  <a:pt x="154576" y="0"/>
                </a:lnTo>
                <a:moveTo>
                  <a:pt x="103050" y="57914"/>
                </a:moveTo>
                <a:cubicBezTo>
                  <a:pt x="102056" y="65380"/>
                  <a:pt x="101559" y="71407"/>
                  <a:pt x="101559" y="75996"/>
                </a:cubicBezTo>
                <a:cubicBezTo>
                  <a:pt x="101559" y="81305"/>
                  <a:pt x="102540" y="87070"/>
                  <a:pt x="104500" y="93291"/>
                </a:cubicBezTo>
                <a:cubicBezTo>
                  <a:pt x="106461" y="99513"/>
                  <a:pt x="109374" y="104449"/>
                  <a:pt x="113239" y="108099"/>
                </a:cubicBezTo>
                <a:cubicBezTo>
                  <a:pt x="116056" y="110698"/>
                  <a:pt x="119480" y="111997"/>
                  <a:pt x="123511" y="111997"/>
                </a:cubicBezTo>
                <a:cubicBezTo>
                  <a:pt x="128316" y="111997"/>
                  <a:pt x="132610" y="109730"/>
                  <a:pt x="136393" y="105197"/>
                </a:cubicBezTo>
                <a:cubicBezTo>
                  <a:pt x="140176" y="100661"/>
                  <a:pt x="142067" y="94190"/>
                  <a:pt x="142067" y="85784"/>
                </a:cubicBezTo>
                <a:cubicBezTo>
                  <a:pt x="142067" y="76328"/>
                  <a:pt x="140190" y="68145"/>
                  <a:pt x="136434" y="61233"/>
                </a:cubicBezTo>
                <a:cubicBezTo>
                  <a:pt x="132679" y="54319"/>
                  <a:pt x="127350" y="50863"/>
                  <a:pt x="120446" y="50863"/>
                </a:cubicBezTo>
                <a:cubicBezTo>
                  <a:pt x="118348" y="50863"/>
                  <a:pt x="116097" y="51305"/>
                  <a:pt x="113695" y="52191"/>
                </a:cubicBezTo>
                <a:cubicBezTo>
                  <a:pt x="111293" y="53074"/>
                  <a:pt x="107745" y="54982"/>
                  <a:pt x="103050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72">
            <a:extLst xmlns:a="http://schemas.openxmlformats.org/drawingml/2006/main">
              <a:ext uri="{FF2B5EF4-FFF2-40B4-BE49-F238E27FC236}">
                <a16:creationId xmlns:a16="http://schemas.microsoft.com/office/drawing/2014/main" id="{873A1FF1-5D43-4B14-B5DF-B695108A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266" y="2068588"/>
            <a:ext cx="156315" cy="116968"/>
          </a:xfrm>
          <a:custGeom xmlns:a="http://schemas.openxmlformats.org/drawingml/2006/main">
            <a:pathLst>
              <a:path w="156315" h="116968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8"/>
                </a:lnTo>
                <a:lnTo>
                  <a:pt x="24272" y="116968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6315" y="92779"/>
                </a:moveTo>
                <a:lnTo>
                  <a:pt x="148445" y="114648"/>
                </a:lnTo>
                <a:lnTo>
                  <a:pt x="82175" y="114648"/>
                </a:lnTo>
                <a:lnTo>
                  <a:pt x="82175" y="111521"/>
                </a:lnTo>
                <a:cubicBezTo>
                  <a:pt x="101669" y="93757"/>
                  <a:pt x="115393" y="79249"/>
                  <a:pt x="123345" y="67995"/>
                </a:cubicBezTo>
                <a:cubicBezTo>
                  <a:pt x="131298" y="56739"/>
                  <a:pt x="135274" y="46445"/>
                  <a:pt x="135274" y="37112"/>
                </a:cubicBezTo>
                <a:cubicBezTo>
                  <a:pt x="135274" y="30012"/>
                  <a:pt x="133093" y="24178"/>
                  <a:pt x="128730" y="19609"/>
                </a:cubicBezTo>
                <a:cubicBezTo>
                  <a:pt x="124367" y="15041"/>
                  <a:pt x="119148" y="12757"/>
                  <a:pt x="113074" y="12757"/>
                </a:cubicBezTo>
                <a:cubicBezTo>
                  <a:pt x="107551" y="12757"/>
                  <a:pt x="102595" y="14359"/>
                  <a:pt x="98204" y="17562"/>
                </a:cubicBezTo>
                <a:cubicBezTo>
                  <a:pt x="93814" y="20763"/>
                  <a:pt x="90569" y="25457"/>
                  <a:pt x="88471" y="31644"/>
                </a:cubicBezTo>
                <a:lnTo>
                  <a:pt x="85406" y="31644"/>
                </a:lnTo>
                <a:cubicBezTo>
                  <a:pt x="86786" y="21453"/>
                  <a:pt x="90334" y="13632"/>
                  <a:pt x="96050" y="8180"/>
                </a:cubicBezTo>
                <a:cubicBezTo>
                  <a:pt x="101766" y="2727"/>
                  <a:pt x="108904" y="0"/>
                  <a:pt x="117464" y="0"/>
                </a:cubicBezTo>
                <a:cubicBezTo>
                  <a:pt x="126576" y="0"/>
                  <a:pt x="134183" y="2927"/>
                  <a:pt x="140286" y="8781"/>
                </a:cubicBezTo>
                <a:cubicBezTo>
                  <a:pt x="146388" y="14635"/>
                  <a:pt x="149440" y="21538"/>
                  <a:pt x="149440" y="29490"/>
                </a:cubicBezTo>
                <a:cubicBezTo>
                  <a:pt x="149440" y="35179"/>
                  <a:pt x="148114" y="40867"/>
                  <a:pt x="145463" y="46555"/>
                </a:cubicBezTo>
                <a:cubicBezTo>
                  <a:pt x="141377" y="55502"/>
                  <a:pt x="134750" y="64973"/>
                  <a:pt x="125582" y="74969"/>
                </a:cubicBezTo>
                <a:cubicBezTo>
                  <a:pt x="111831" y="89959"/>
                  <a:pt x="103243" y="98933"/>
                  <a:pt x="99819" y="101891"/>
                </a:cubicBezTo>
                <a:lnTo>
                  <a:pt x="129144" y="101891"/>
                </a:lnTo>
                <a:cubicBezTo>
                  <a:pt x="135108" y="101891"/>
                  <a:pt x="139292" y="101670"/>
                  <a:pt x="141694" y="101228"/>
                </a:cubicBezTo>
                <a:cubicBezTo>
                  <a:pt x="144096" y="100786"/>
                  <a:pt x="146264" y="99889"/>
                  <a:pt x="148197" y="98536"/>
                </a:cubicBezTo>
                <a:cubicBezTo>
                  <a:pt x="150130" y="97183"/>
                  <a:pt x="151814" y="95264"/>
                  <a:pt x="153250" y="92779"/>
                </a:cubicBezTo>
                <a:lnTo>
                  <a:pt x="156315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28">
            <a:extLst xmlns:a="http://schemas.openxmlformats.org/drawingml/2006/main">
              <a:ext uri="{FF2B5EF4-FFF2-40B4-BE49-F238E27FC236}">
                <a16:creationId xmlns:a16="http://schemas.microsoft.com/office/drawing/2014/main" id="{EBD6E8CB-E219-42F8-A3FF-E78F08EC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848" y="1165430"/>
            <a:ext cx="156233" cy="116636"/>
          </a:xfrm>
          <a:custGeom xmlns:a="http://schemas.openxmlformats.org/drawingml/2006/main">
            <a:pathLst>
              <a:path w="156233" h="116636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  <a:moveTo>
                  <a:pt x="113737" y="58070"/>
                </a:moveTo>
                <a:cubicBezTo>
                  <a:pt x="104846" y="50780"/>
                  <a:pt x="99116" y="44926"/>
                  <a:pt x="96548" y="40508"/>
                </a:cubicBezTo>
                <a:cubicBezTo>
                  <a:pt x="93980" y="36090"/>
                  <a:pt x="92696" y="31506"/>
                  <a:pt x="92696" y="26757"/>
                </a:cubicBezTo>
                <a:cubicBezTo>
                  <a:pt x="92696" y="19467"/>
                  <a:pt x="95512" y="13185"/>
                  <a:pt x="101145" y="7911"/>
                </a:cubicBezTo>
                <a:cubicBezTo>
                  <a:pt x="106778" y="2637"/>
                  <a:pt x="114262" y="0"/>
                  <a:pt x="123595" y="0"/>
                </a:cubicBezTo>
                <a:cubicBezTo>
                  <a:pt x="132652" y="0"/>
                  <a:pt x="139941" y="2458"/>
                  <a:pt x="145464" y="7373"/>
                </a:cubicBezTo>
                <a:cubicBezTo>
                  <a:pt x="150986" y="12288"/>
                  <a:pt x="153748" y="17893"/>
                  <a:pt x="153748" y="24189"/>
                </a:cubicBezTo>
                <a:cubicBezTo>
                  <a:pt x="153748" y="28386"/>
                  <a:pt x="152257" y="32666"/>
                  <a:pt x="149274" y="37029"/>
                </a:cubicBezTo>
                <a:cubicBezTo>
                  <a:pt x="146292" y="41391"/>
                  <a:pt x="140079" y="46527"/>
                  <a:pt x="130636" y="52437"/>
                </a:cubicBezTo>
                <a:cubicBezTo>
                  <a:pt x="140356" y="59947"/>
                  <a:pt x="146789" y="65856"/>
                  <a:pt x="149937" y="70164"/>
                </a:cubicBezTo>
                <a:cubicBezTo>
                  <a:pt x="154134" y="75797"/>
                  <a:pt x="156233" y="81734"/>
                  <a:pt x="156233" y="87974"/>
                </a:cubicBezTo>
                <a:cubicBezTo>
                  <a:pt x="156233" y="95871"/>
                  <a:pt x="153223" y="102623"/>
                  <a:pt x="147203" y="108228"/>
                </a:cubicBezTo>
                <a:cubicBezTo>
                  <a:pt x="141184" y="113833"/>
                  <a:pt x="133287" y="116636"/>
                  <a:pt x="123512" y="116636"/>
                </a:cubicBezTo>
                <a:cubicBezTo>
                  <a:pt x="112853" y="116636"/>
                  <a:pt x="104542" y="113295"/>
                  <a:pt x="98577" y="106613"/>
                </a:cubicBezTo>
                <a:cubicBezTo>
                  <a:pt x="93828" y="101256"/>
                  <a:pt x="91453" y="95402"/>
                  <a:pt x="91453" y="89051"/>
                </a:cubicBezTo>
                <a:cubicBezTo>
                  <a:pt x="91453" y="84081"/>
                  <a:pt x="93124" y="79152"/>
                  <a:pt x="96465" y="74264"/>
                </a:cubicBezTo>
                <a:cubicBezTo>
                  <a:pt x="99806" y="69377"/>
                  <a:pt x="105563" y="63979"/>
                  <a:pt x="113737" y="58070"/>
                </a:cubicBezTo>
                <a:moveTo>
                  <a:pt x="126742" y="49206"/>
                </a:moveTo>
                <a:cubicBezTo>
                  <a:pt x="133369" y="43219"/>
                  <a:pt x="137567" y="38494"/>
                  <a:pt x="139334" y="35030"/>
                </a:cubicBezTo>
                <a:cubicBezTo>
                  <a:pt x="141101" y="31565"/>
                  <a:pt x="141985" y="27643"/>
                  <a:pt x="141985" y="23265"/>
                </a:cubicBezTo>
                <a:cubicBezTo>
                  <a:pt x="141985" y="17443"/>
                  <a:pt x="140356" y="12884"/>
                  <a:pt x="137097" y="9586"/>
                </a:cubicBezTo>
                <a:cubicBezTo>
                  <a:pt x="133839" y="6288"/>
                  <a:pt x="129393" y="4639"/>
                  <a:pt x="123760" y="4639"/>
                </a:cubicBezTo>
                <a:cubicBezTo>
                  <a:pt x="118127" y="4639"/>
                  <a:pt x="113544" y="6274"/>
                  <a:pt x="110009" y="9545"/>
                </a:cubicBezTo>
                <a:cubicBezTo>
                  <a:pt x="106475" y="12815"/>
                  <a:pt x="104708" y="16640"/>
                  <a:pt x="104708" y="21020"/>
                </a:cubicBezTo>
                <a:cubicBezTo>
                  <a:pt x="104708" y="23902"/>
                  <a:pt x="105439" y="26784"/>
                  <a:pt x="106903" y="29666"/>
                </a:cubicBezTo>
                <a:cubicBezTo>
                  <a:pt x="108366" y="32549"/>
                  <a:pt x="110451" y="35293"/>
                  <a:pt x="113157" y="37898"/>
                </a:cubicBezTo>
                <a:lnTo>
                  <a:pt x="126742" y="49206"/>
                </a:lnTo>
                <a:moveTo>
                  <a:pt x="117630" y="61217"/>
                </a:moveTo>
                <a:cubicBezTo>
                  <a:pt x="113047" y="65071"/>
                  <a:pt x="109650" y="69269"/>
                  <a:pt x="107441" y="73811"/>
                </a:cubicBezTo>
                <a:cubicBezTo>
                  <a:pt x="105232" y="78352"/>
                  <a:pt x="104128" y="83264"/>
                  <a:pt x="104128" y="88549"/>
                </a:cubicBezTo>
                <a:cubicBezTo>
                  <a:pt x="104128" y="95649"/>
                  <a:pt x="106074" y="101332"/>
                  <a:pt x="109968" y="105598"/>
                </a:cubicBezTo>
                <a:cubicBezTo>
                  <a:pt x="113861" y="109864"/>
                  <a:pt x="118818" y="111997"/>
                  <a:pt x="124837" y="111997"/>
                </a:cubicBezTo>
                <a:cubicBezTo>
                  <a:pt x="130801" y="111997"/>
                  <a:pt x="135578" y="110319"/>
                  <a:pt x="139168" y="106962"/>
                </a:cubicBezTo>
                <a:cubicBezTo>
                  <a:pt x="142758" y="103604"/>
                  <a:pt x="144553" y="99530"/>
                  <a:pt x="144553" y="94741"/>
                </a:cubicBezTo>
                <a:cubicBezTo>
                  <a:pt x="144553" y="90777"/>
                  <a:pt x="143503" y="87226"/>
                  <a:pt x="141405" y="84089"/>
                </a:cubicBezTo>
                <a:cubicBezTo>
                  <a:pt x="137484" y="78254"/>
                  <a:pt x="129559" y="70630"/>
                  <a:pt x="117630" y="61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41">
            <a:extLst xmlns:a="http://schemas.openxmlformats.org/drawingml/2006/main">
              <a:ext uri="{FF2B5EF4-FFF2-40B4-BE49-F238E27FC236}">
                <a16:creationId xmlns:a16="http://schemas.microsoft.com/office/drawing/2014/main" id="{B98ED18C-D869-4267-87B3-D84176A5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012" y="1598286"/>
            <a:ext cx="146293" cy="114648"/>
          </a:xfrm>
          <a:custGeom xmlns:a="http://schemas.openxmlformats.org/drawingml/2006/main">
            <a:pathLst>
              <a:path w="146293" h="114648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  <a:moveTo>
                  <a:pt x="102057" y="13254"/>
                </a:moveTo>
                <a:lnTo>
                  <a:pt x="129394" y="0"/>
                </a:lnTo>
                <a:lnTo>
                  <a:pt x="132128" y="0"/>
                </a:lnTo>
                <a:lnTo>
                  <a:pt x="132127" y="94767"/>
                </a:lnTo>
                <a:cubicBezTo>
                  <a:pt x="132127" y="101063"/>
                  <a:pt x="132390" y="104984"/>
                  <a:pt x="132914" y="106530"/>
                </a:cubicBezTo>
                <a:cubicBezTo>
                  <a:pt x="133439" y="108076"/>
                  <a:pt x="134530" y="109264"/>
                  <a:pt x="136187" y="110092"/>
                </a:cubicBezTo>
                <a:cubicBezTo>
                  <a:pt x="137843" y="110920"/>
                  <a:pt x="141212" y="111390"/>
                  <a:pt x="146293" y="111500"/>
                </a:cubicBezTo>
                <a:lnTo>
                  <a:pt x="146293" y="114648"/>
                </a:lnTo>
                <a:lnTo>
                  <a:pt x="104045" y="114648"/>
                </a:lnTo>
                <a:lnTo>
                  <a:pt x="104045" y="111500"/>
                </a:lnTo>
                <a:cubicBezTo>
                  <a:pt x="109347" y="111390"/>
                  <a:pt x="112771" y="110934"/>
                  <a:pt x="114317" y="110133"/>
                </a:cubicBezTo>
                <a:cubicBezTo>
                  <a:pt x="115864" y="109333"/>
                  <a:pt x="116940" y="108256"/>
                  <a:pt x="117548" y="106903"/>
                </a:cubicBezTo>
                <a:cubicBezTo>
                  <a:pt x="118155" y="105550"/>
                  <a:pt x="118459" y="101504"/>
                  <a:pt x="118459" y="94767"/>
                </a:cubicBezTo>
                <a:lnTo>
                  <a:pt x="118459" y="34129"/>
                </a:lnTo>
                <a:cubicBezTo>
                  <a:pt x="118459" y="25992"/>
                  <a:pt x="118183" y="20770"/>
                  <a:pt x="117631" y="18463"/>
                </a:cubicBezTo>
                <a:cubicBezTo>
                  <a:pt x="117244" y="16702"/>
                  <a:pt x="116540" y="15408"/>
                  <a:pt x="115518" y="14580"/>
                </a:cubicBezTo>
                <a:cubicBezTo>
                  <a:pt x="114497" y="13751"/>
                  <a:pt x="113268" y="13337"/>
                  <a:pt x="111832" y="13337"/>
                </a:cubicBezTo>
                <a:cubicBezTo>
                  <a:pt x="109789" y="13337"/>
                  <a:pt x="106945" y="14193"/>
                  <a:pt x="103300" y="15905"/>
                </a:cubicBezTo>
                <a:lnTo>
                  <a:pt x="102057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43FBA029-35C0-46E7-BB33-FD09A45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528" y="1645388"/>
            <a:ext cx="70112" cy="122319"/>
          </a:xfrm>
          <a:custGeom xmlns:a="http://schemas.openxmlformats.org/drawingml/2006/main">
            <a:pathLst>
              <a:path w="70112" h="122319">
                <a:moveTo>
                  <a:pt x="70112" y="0"/>
                </a:moveTo>
                <a:lnTo>
                  <a:pt x="63198" y="15068"/>
                </a:lnTo>
                <a:lnTo>
                  <a:pt x="27034" y="15068"/>
                </a:lnTo>
                <a:lnTo>
                  <a:pt x="19146" y="31001"/>
                </a:lnTo>
                <a:cubicBezTo>
                  <a:pt x="34805" y="33311"/>
                  <a:pt x="47214" y="39144"/>
                  <a:pt x="56373" y="48501"/>
                </a:cubicBezTo>
                <a:cubicBezTo>
                  <a:pt x="64232" y="56554"/>
                  <a:pt x="68162" y="66029"/>
                  <a:pt x="68162" y="76926"/>
                </a:cubicBezTo>
                <a:cubicBezTo>
                  <a:pt x="68162" y="83263"/>
                  <a:pt x="66876" y="89126"/>
                  <a:pt x="64306" y="94515"/>
                </a:cubicBezTo>
                <a:cubicBezTo>
                  <a:pt x="61736" y="99903"/>
                  <a:pt x="58500" y="104493"/>
                  <a:pt x="54600" y="108284"/>
                </a:cubicBezTo>
                <a:cubicBezTo>
                  <a:pt x="50700" y="112073"/>
                  <a:pt x="46357" y="115123"/>
                  <a:pt x="41571" y="117433"/>
                </a:cubicBezTo>
                <a:cubicBezTo>
                  <a:pt x="34775" y="120690"/>
                  <a:pt x="27802" y="122319"/>
                  <a:pt x="20652" y="122319"/>
                </a:cubicBezTo>
                <a:cubicBezTo>
                  <a:pt x="13443" y="122319"/>
                  <a:pt x="8199" y="121093"/>
                  <a:pt x="4919" y="118640"/>
                </a:cubicBezTo>
                <a:cubicBezTo>
                  <a:pt x="1640" y="116188"/>
                  <a:pt x="0" y="113485"/>
                  <a:pt x="0" y="110530"/>
                </a:cubicBezTo>
                <a:cubicBezTo>
                  <a:pt x="0" y="108876"/>
                  <a:pt x="680" y="107413"/>
                  <a:pt x="2039" y="106143"/>
                </a:cubicBezTo>
                <a:cubicBezTo>
                  <a:pt x="3398" y="104872"/>
                  <a:pt x="5111" y="104237"/>
                  <a:pt x="7180" y="104237"/>
                </a:cubicBezTo>
                <a:cubicBezTo>
                  <a:pt x="8716" y="104237"/>
                  <a:pt x="10060" y="104473"/>
                  <a:pt x="11213" y="104946"/>
                </a:cubicBezTo>
                <a:cubicBezTo>
                  <a:pt x="12365" y="105419"/>
                  <a:pt x="14330" y="106630"/>
                  <a:pt x="17107" y="108580"/>
                </a:cubicBezTo>
                <a:cubicBezTo>
                  <a:pt x="21539" y="111653"/>
                  <a:pt x="26030" y="113219"/>
                  <a:pt x="30580" y="113278"/>
                </a:cubicBezTo>
                <a:cubicBezTo>
                  <a:pt x="37493" y="113278"/>
                  <a:pt x="43565" y="110657"/>
                  <a:pt x="48795" y="105414"/>
                </a:cubicBezTo>
                <a:cubicBezTo>
                  <a:pt x="54024" y="100170"/>
                  <a:pt x="56639" y="93785"/>
                  <a:pt x="56639" y="86260"/>
                </a:cubicBezTo>
                <a:cubicBezTo>
                  <a:pt x="56639" y="78974"/>
                  <a:pt x="54305" y="72175"/>
                  <a:pt x="49637" y="65865"/>
                </a:cubicBezTo>
                <a:cubicBezTo>
                  <a:pt x="44968" y="59554"/>
                  <a:pt x="38527" y="54680"/>
                  <a:pt x="30314" y="51243"/>
                </a:cubicBezTo>
                <a:cubicBezTo>
                  <a:pt x="23873" y="48579"/>
                  <a:pt x="15098" y="47038"/>
                  <a:pt x="3989" y="46623"/>
                </a:cubicBezTo>
                <a:lnTo>
                  <a:pt x="27034" y="0"/>
                </a:lnTo>
                <a:lnTo>
                  <a:pt x="7011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5">
            <a:extLst xmlns:a="http://schemas.openxmlformats.org/drawingml/2006/main">
              <a:ext uri="{FF2B5EF4-FFF2-40B4-BE49-F238E27FC236}">
                <a16:creationId xmlns:a16="http://schemas.microsoft.com/office/drawing/2014/main" id="{95487237-961D-45A4-A2F2-BFB5650A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528" y="1645388"/>
            <a:ext cx="70112" cy="122319"/>
          </a:xfrm>
          <a:custGeom xmlns:a="http://schemas.openxmlformats.org/drawingml/2006/main">
            <a:pathLst>
              <a:path w="70112" h="122319" fill="none">
                <a:moveTo>
                  <a:pt x="70112" y="0"/>
                </a:moveTo>
                <a:lnTo>
                  <a:pt x="63198" y="15068"/>
                </a:lnTo>
                <a:lnTo>
                  <a:pt x="27034" y="15068"/>
                </a:lnTo>
                <a:lnTo>
                  <a:pt x="19146" y="31001"/>
                </a:lnTo>
                <a:cubicBezTo>
                  <a:pt x="34805" y="33311"/>
                  <a:pt x="47214" y="39144"/>
                  <a:pt x="56373" y="48501"/>
                </a:cubicBezTo>
                <a:cubicBezTo>
                  <a:pt x="64232" y="56554"/>
                  <a:pt x="68162" y="66029"/>
                  <a:pt x="68162" y="76926"/>
                </a:cubicBezTo>
                <a:cubicBezTo>
                  <a:pt x="68162" y="83263"/>
                  <a:pt x="66876" y="89126"/>
                  <a:pt x="64306" y="94515"/>
                </a:cubicBezTo>
                <a:cubicBezTo>
                  <a:pt x="61736" y="99903"/>
                  <a:pt x="58500" y="104493"/>
                  <a:pt x="54600" y="108284"/>
                </a:cubicBezTo>
                <a:cubicBezTo>
                  <a:pt x="50700" y="112073"/>
                  <a:pt x="46357" y="115123"/>
                  <a:pt x="41571" y="117433"/>
                </a:cubicBezTo>
                <a:cubicBezTo>
                  <a:pt x="34775" y="120690"/>
                  <a:pt x="27802" y="122319"/>
                  <a:pt x="20652" y="122319"/>
                </a:cubicBezTo>
                <a:cubicBezTo>
                  <a:pt x="13443" y="122319"/>
                  <a:pt x="8199" y="121093"/>
                  <a:pt x="4919" y="118640"/>
                </a:cubicBezTo>
                <a:cubicBezTo>
                  <a:pt x="1640" y="116188"/>
                  <a:pt x="0" y="113485"/>
                  <a:pt x="0" y="110530"/>
                </a:cubicBezTo>
                <a:cubicBezTo>
                  <a:pt x="0" y="108876"/>
                  <a:pt x="680" y="107413"/>
                  <a:pt x="2039" y="106143"/>
                </a:cubicBezTo>
                <a:cubicBezTo>
                  <a:pt x="3398" y="104872"/>
                  <a:pt x="5111" y="104237"/>
                  <a:pt x="7180" y="104237"/>
                </a:cubicBezTo>
                <a:cubicBezTo>
                  <a:pt x="8716" y="104237"/>
                  <a:pt x="10060" y="104473"/>
                  <a:pt x="11213" y="104946"/>
                </a:cubicBezTo>
                <a:cubicBezTo>
                  <a:pt x="12365" y="105419"/>
                  <a:pt x="14330" y="106630"/>
                  <a:pt x="17107" y="108580"/>
                </a:cubicBezTo>
                <a:cubicBezTo>
                  <a:pt x="21539" y="111653"/>
                  <a:pt x="26030" y="113219"/>
                  <a:pt x="30580" y="113278"/>
                </a:cubicBezTo>
                <a:cubicBezTo>
                  <a:pt x="37493" y="113278"/>
                  <a:pt x="43565" y="110657"/>
                  <a:pt x="48795" y="105414"/>
                </a:cubicBezTo>
                <a:cubicBezTo>
                  <a:pt x="54024" y="100170"/>
                  <a:pt x="56639" y="93785"/>
                  <a:pt x="56639" y="86260"/>
                </a:cubicBezTo>
                <a:cubicBezTo>
                  <a:pt x="56639" y="78974"/>
                  <a:pt x="54305" y="72175"/>
                  <a:pt x="49637" y="65865"/>
                </a:cubicBezTo>
                <a:cubicBezTo>
                  <a:pt x="44968" y="59554"/>
                  <a:pt x="38527" y="54680"/>
                  <a:pt x="30314" y="51243"/>
                </a:cubicBezTo>
                <a:cubicBezTo>
                  <a:pt x="23873" y="48579"/>
                  <a:pt x="15098" y="47038"/>
                  <a:pt x="3989" y="46623"/>
                </a:cubicBezTo>
                <a:lnTo>
                  <a:pt x="27034" y="0"/>
                </a:lnTo>
                <a:lnTo>
                  <a:pt x="701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9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A3233-4B34-4406-A3DC-16764BB4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847" y="1795708"/>
            <a:ext cx="90764" cy="9076"/>
          </a:xfrm>
          <a:custGeom xmlns:a="http://schemas.openxmlformats.org/drawingml/2006/main">
            <a:pathLst>
              <a:path w="90764" h="9076">
                <a:moveTo>
                  <a:pt x="90764" y="9076"/>
                </a:moveTo>
                <a:lnTo>
                  <a:pt x="0" y="9076"/>
                </a:lnTo>
                <a:lnTo>
                  <a:pt x="0" y="0"/>
                </a:lnTo>
                <a:lnTo>
                  <a:pt x="90764" y="0"/>
                </a:lnTo>
                <a:lnTo>
                  <a:pt x="90764" y="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1">
            <a:extLst xmlns:a="http://schemas.openxmlformats.org/drawingml/2006/main">
              <a:ext uri="{FF2B5EF4-FFF2-40B4-BE49-F238E27FC236}">
                <a16:creationId xmlns:a16="http://schemas.microsoft.com/office/drawing/2014/main" id="{1F72E9D1-E536-4189-B0F7-AB349CB2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797" y="2783915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2">
            <a:extLst xmlns:a="http://schemas.openxmlformats.org/drawingml/2006/main">
              <a:ext uri="{FF2B5EF4-FFF2-40B4-BE49-F238E27FC236}">
                <a16:creationId xmlns:a16="http://schemas.microsoft.com/office/drawing/2014/main" id="{D02BF6D7-3B3D-47D8-BEDF-C8459EF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426" y="2091489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5">
            <a:extLst xmlns:a="http://schemas.openxmlformats.org/drawingml/2006/main">
              <a:ext uri="{FF2B5EF4-FFF2-40B4-BE49-F238E27FC236}">
                <a16:creationId xmlns:a16="http://schemas.microsoft.com/office/drawing/2014/main" id="{82CC1409-16AE-4921-8451-87D2E42D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648" y="2381611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4">
            <a:extLst xmlns:a="http://schemas.openxmlformats.org/drawingml/2006/main">
              <a:ext uri="{FF2B5EF4-FFF2-40B4-BE49-F238E27FC236}">
                <a16:creationId xmlns:a16="http://schemas.microsoft.com/office/drawing/2014/main" id="{3CD1E7EB-DE02-470E-8452-0CB5B56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838" y="1242260"/>
            <a:ext cx="76294" cy="114648"/>
          </a:xfrm>
          <a:custGeom xmlns:a="http://schemas.openxmlformats.org/drawingml/2006/main">
            <a:pathLst>
              <a:path w="76294" h="114648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10">
            <a:extLst xmlns:a="http://schemas.openxmlformats.org/drawingml/2006/main">
              <a:ext uri="{FF2B5EF4-FFF2-40B4-BE49-F238E27FC236}">
                <a16:creationId xmlns:a16="http://schemas.microsoft.com/office/drawing/2014/main" id="{47F60738-18AA-4338-9F4E-B739293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73" y="2380627"/>
            <a:ext cx="143725" cy="116636"/>
          </a:xfrm>
          <a:custGeom xmlns:a="http://schemas.openxmlformats.org/drawingml/2006/main">
            <a:pathLst>
              <a:path w="143725" h="116636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71076" y="59146"/>
                </a:moveTo>
                <a:cubicBezTo>
                  <a:pt x="71076" y="46334"/>
                  <a:pt x="73009" y="35303"/>
                  <a:pt x="76874" y="26053"/>
                </a:cubicBezTo>
                <a:cubicBezTo>
                  <a:pt x="80740" y="16802"/>
                  <a:pt x="85876" y="9913"/>
                  <a:pt x="92282" y="5384"/>
                </a:cubicBezTo>
                <a:cubicBezTo>
                  <a:pt x="97253" y="1795"/>
                  <a:pt x="102389" y="0"/>
                  <a:pt x="107690" y="0"/>
                </a:cubicBezTo>
                <a:cubicBezTo>
                  <a:pt x="116305" y="0"/>
                  <a:pt x="124037" y="4390"/>
                  <a:pt x="130885" y="13171"/>
                </a:cubicBezTo>
                <a:cubicBezTo>
                  <a:pt x="139445" y="24051"/>
                  <a:pt x="143725" y="38796"/>
                  <a:pt x="143725" y="57407"/>
                </a:cubicBezTo>
                <a:cubicBezTo>
                  <a:pt x="143725" y="70440"/>
                  <a:pt x="141847" y="81513"/>
                  <a:pt x="138092" y="90625"/>
                </a:cubicBezTo>
                <a:cubicBezTo>
                  <a:pt x="134336" y="99737"/>
                  <a:pt x="129546" y="106350"/>
                  <a:pt x="123719" y="110465"/>
                </a:cubicBezTo>
                <a:cubicBezTo>
                  <a:pt x="117893" y="114579"/>
                  <a:pt x="112274" y="116636"/>
                  <a:pt x="106862" y="116636"/>
                </a:cubicBezTo>
                <a:cubicBezTo>
                  <a:pt x="96148" y="116636"/>
                  <a:pt x="87229" y="110313"/>
                  <a:pt x="80105" y="97666"/>
                </a:cubicBezTo>
                <a:cubicBezTo>
                  <a:pt x="74086" y="87008"/>
                  <a:pt x="71076" y="74168"/>
                  <a:pt x="71076" y="59146"/>
                </a:cubicBezTo>
                <a:moveTo>
                  <a:pt x="87312" y="61173"/>
                </a:moveTo>
                <a:cubicBezTo>
                  <a:pt x="87312" y="76624"/>
                  <a:pt x="89217" y="89234"/>
                  <a:pt x="93028" y="99002"/>
                </a:cubicBezTo>
                <a:cubicBezTo>
                  <a:pt x="96176" y="107224"/>
                  <a:pt x="100870" y="111335"/>
                  <a:pt x="107110" y="111335"/>
                </a:cubicBezTo>
                <a:cubicBezTo>
                  <a:pt x="110092" y="111335"/>
                  <a:pt x="113185" y="109996"/>
                  <a:pt x="116388" y="107319"/>
                </a:cubicBezTo>
                <a:cubicBezTo>
                  <a:pt x="119591" y="104643"/>
                  <a:pt x="122021" y="100159"/>
                  <a:pt x="123678" y="93869"/>
                </a:cubicBezTo>
                <a:cubicBezTo>
                  <a:pt x="126218" y="84378"/>
                  <a:pt x="127489" y="70997"/>
                  <a:pt x="127489" y="53723"/>
                </a:cubicBezTo>
                <a:cubicBezTo>
                  <a:pt x="127489" y="40921"/>
                  <a:pt x="126163" y="30244"/>
                  <a:pt x="123512" y="21691"/>
                </a:cubicBezTo>
                <a:cubicBezTo>
                  <a:pt x="121524" y="15345"/>
                  <a:pt x="118956" y="10847"/>
                  <a:pt x="115808" y="8198"/>
                </a:cubicBezTo>
                <a:cubicBezTo>
                  <a:pt x="113544" y="6378"/>
                  <a:pt x="110810" y="5467"/>
                  <a:pt x="107607" y="5467"/>
                </a:cubicBezTo>
                <a:cubicBezTo>
                  <a:pt x="103852" y="5467"/>
                  <a:pt x="100511" y="7150"/>
                  <a:pt x="97584" y="10515"/>
                </a:cubicBezTo>
                <a:cubicBezTo>
                  <a:pt x="93608" y="15096"/>
                  <a:pt x="90902" y="22297"/>
                  <a:pt x="89466" y="32120"/>
                </a:cubicBezTo>
                <a:cubicBezTo>
                  <a:pt x="88030" y="41942"/>
                  <a:pt x="87312" y="51626"/>
                  <a:pt x="87312" y="61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12">
            <a:extLst xmlns:a="http://schemas.openxmlformats.org/drawingml/2006/main">
              <a:ext uri="{FF2B5EF4-FFF2-40B4-BE49-F238E27FC236}">
                <a16:creationId xmlns:a16="http://schemas.microsoft.com/office/drawing/2014/main" id="{D5821F52-A78C-4C0F-96E7-8E00269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921" y="1598286"/>
            <a:ext cx="142729" cy="114648"/>
          </a:xfrm>
          <a:custGeom xmlns:a="http://schemas.openxmlformats.org/drawingml/2006/main">
            <a:pathLst>
              <a:path w="142729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142729" y="92779"/>
                </a:moveTo>
                <a:lnTo>
                  <a:pt x="134859" y="114648"/>
                </a:lnTo>
                <a:lnTo>
                  <a:pt x="68589" y="114648"/>
                </a:lnTo>
                <a:lnTo>
                  <a:pt x="68589" y="111521"/>
                </a:lnTo>
                <a:cubicBezTo>
                  <a:pt x="88083" y="93757"/>
                  <a:pt x="101807" y="79249"/>
                  <a:pt x="109759" y="67995"/>
                </a:cubicBezTo>
                <a:cubicBezTo>
                  <a:pt x="117712" y="56739"/>
                  <a:pt x="121688" y="46445"/>
                  <a:pt x="121688" y="37112"/>
                </a:cubicBezTo>
                <a:cubicBezTo>
                  <a:pt x="121688" y="30012"/>
                  <a:pt x="119507" y="24178"/>
                  <a:pt x="115144" y="19609"/>
                </a:cubicBezTo>
                <a:cubicBezTo>
                  <a:pt x="110781" y="15041"/>
                  <a:pt x="105562" y="12757"/>
                  <a:pt x="99488" y="12757"/>
                </a:cubicBezTo>
                <a:cubicBezTo>
                  <a:pt x="93965" y="12757"/>
                  <a:pt x="89008" y="14359"/>
                  <a:pt x="84618" y="17562"/>
                </a:cubicBezTo>
                <a:cubicBezTo>
                  <a:pt x="80228" y="20763"/>
                  <a:pt x="76983" y="25457"/>
                  <a:pt x="74885" y="31644"/>
                </a:cubicBezTo>
                <a:lnTo>
                  <a:pt x="71820" y="31644"/>
                </a:lnTo>
                <a:cubicBezTo>
                  <a:pt x="73200" y="21453"/>
                  <a:pt x="76748" y="13632"/>
                  <a:pt x="82464" y="8180"/>
                </a:cubicBezTo>
                <a:cubicBezTo>
                  <a:pt x="88180" y="2727"/>
                  <a:pt x="95318" y="0"/>
                  <a:pt x="103878" y="0"/>
                </a:cubicBezTo>
                <a:cubicBezTo>
                  <a:pt x="112990" y="0"/>
                  <a:pt x="120597" y="2927"/>
                  <a:pt x="126700" y="8781"/>
                </a:cubicBezTo>
                <a:cubicBezTo>
                  <a:pt x="132802" y="14635"/>
                  <a:pt x="135853" y="21538"/>
                  <a:pt x="135853" y="29490"/>
                </a:cubicBezTo>
                <a:cubicBezTo>
                  <a:pt x="135853" y="35179"/>
                  <a:pt x="134528" y="40867"/>
                  <a:pt x="131877" y="46555"/>
                </a:cubicBezTo>
                <a:cubicBezTo>
                  <a:pt x="127791" y="55502"/>
                  <a:pt x="121164" y="64973"/>
                  <a:pt x="111996" y="74969"/>
                </a:cubicBezTo>
                <a:cubicBezTo>
                  <a:pt x="98245" y="89959"/>
                  <a:pt x="89657" y="98933"/>
                  <a:pt x="86233" y="101891"/>
                </a:cubicBezTo>
                <a:lnTo>
                  <a:pt x="115558" y="101891"/>
                </a:lnTo>
                <a:cubicBezTo>
                  <a:pt x="121522" y="101891"/>
                  <a:pt x="125706" y="101670"/>
                  <a:pt x="128108" y="101228"/>
                </a:cubicBezTo>
                <a:cubicBezTo>
                  <a:pt x="130510" y="100786"/>
                  <a:pt x="132678" y="99889"/>
                  <a:pt x="134611" y="98536"/>
                </a:cubicBezTo>
                <a:cubicBezTo>
                  <a:pt x="136544" y="97183"/>
                  <a:pt x="138228" y="95264"/>
                  <a:pt x="139664" y="92779"/>
                </a:cubicBezTo>
                <a:lnTo>
                  <a:pt x="142729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59">
            <a:extLst xmlns:a="http://schemas.openxmlformats.org/drawingml/2006/main">
              <a:ext uri="{FF2B5EF4-FFF2-40B4-BE49-F238E27FC236}">
                <a16:creationId xmlns:a16="http://schemas.microsoft.com/office/drawing/2014/main" id="{A2B6C951-4D33-4051-9381-905F769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321" y="2031020"/>
            <a:ext cx="154245" cy="116967"/>
          </a:xfrm>
          <a:custGeom xmlns:a="http://schemas.openxmlformats.org/drawingml/2006/main">
            <a:pathLst>
              <a:path w="154245" h="116967">
                <a:moveTo>
                  <a:pt x="65525" y="2319"/>
                </a:moveTo>
                <a:lnTo>
                  <a:pt x="59064" y="16402"/>
                </a:lnTo>
                <a:lnTo>
                  <a:pt x="25266" y="16402"/>
                </a:lnTo>
                <a:lnTo>
                  <a:pt x="17893" y="31292"/>
                </a:lnTo>
                <a:cubicBezTo>
                  <a:pt x="32528" y="33451"/>
                  <a:pt x="44125" y="38903"/>
                  <a:pt x="52685" y="47647"/>
                </a:cubicBezTo>
                <a:cubicBezTo>
                  <a:pt x="60030" y="55174"/>
                  <a:pt x="63703" y="64029"/>
                  <a:pt x="63703" y="74213"/>
                </a:cubicBezTo>
                <a:cubicBezTo>
                  <a:pt x="63703" y="80136"/>
                  <a:pt x="62501" y="85615"/>
                  <a:pt x="60099" y="90651"/>
                </a:cubicBezTo>
                <a:cubicBezTo>
                  <a:pt x="57697" y="95687"/>
                  <a:pt x="54673" y="99976"/>
                  <a:pt x="51028" y="103519"/>
                </a:cubicBezTo>
                <a:cubicBezTo>
                  <a:pt x="47383" y="107061"/>
                  <a:pt x="43324" y="109911"/>
                  <a:pt x="38851" y="112070"/>
                </a:cubicBezTo>
                <a:cubicBezTo>
                  <a:pt x="32500" y="115114"/>
                  <a:pt x="25984" y="116636"/>
                  <a:pt x="19301" y="116636"/>
                </a:cubicBezTo>
                <a:cubicBezTo>
                  <a:pt x="12564" y="116636"/>
                  <a:pt x="7663" y="115490"/>
                  <a:pt x="4598" y="113198"/>
                </a:cubicBezTo>
                <a:cubicBezTo>
                  <a:pt x="1533" y="110907"/>
                  <a:pt x="0" y="108380"/>
                  <a:pt x="0" y="105619"/>
                </a:cubicBezTo>
                <a:cubicBezTo>
                  <a:pt x="0" y="104072"/>
                  <a:pt x="635" y="102706"/>
                  <a:pt x="1905" y="101518"/>
                </a:cubicBezTo>
                <a:cubicBezTo>
                  <a:pt x="3175" y="100331"/>
                  <a:pt x="4777" y="99737"/>
                  <a:pt x="6710" y="99737"/>
                </a:cubicBezTo>
                <a:cubicBezTo>
                  <a:pt x="8146" y="99737"/>
                  <a:pt x="9402" y="99958"/>
                  <a:pt x="10479" y="100400"/>
                </a:cubicBezTo>
                <a:cubicBezTo>
                  <a:pt x="11556" y="100842"/>
                  <a:pt x="13392" y="101974"/>
                  <a:pt x="15988" y="103796"/>
                </a:cubicBezTo>
                <a:cubicBezTo>
                  <a:pt x="20130" y="106668"/>
                  <a:pt x="24327" y="108131"/>
                  <a:pt x="28579" y="108187"/>
                </a:cubicBezTo>
                <a:cubicBezTo>
                  <a:pt x="35041" y="108187"/>
                  <a:pt x="40715" y="105737"/>
                  <a:pt x="45602" y="100837"/>
                </a:cubicBezTo>
                <a:cubicBezTo>
                  <a:pt x="50490" y="95936"/>
                  <a:pt x="52934" y="89969"/>
                  <a:pt x="52934" y="82937"/>
                </a:cubicBezTo>
                <a:cubicBezTo>
                  <a:pt x="52934" y="76127"/>
                  <a:pt x="50752" y="69773"/>
                  <a:pt x="46389" y="63876"/>
                </a:cubicBezTo>
                <a:cubicBezTo>
                  <a:pt x="42027" y="57977"/>
                  <a:pt x="36007" y="53422"/>
                  <a:pt x="28331" y="50210"/>
                </a:cubicBezTo>
                <a:cubicBezTo>
                  <a:pt x="22311" y="47720"/>
                  <a:pt x="14110" y="46281"/>
                  <a:pt x="3728" y="45892"/>
                </a:cubicBezTo>
                <a:lnTo>
                  <a:pt x="25266" y="2319"/>
                </a:lnTo>
                <a:lnTo>
                  <a:pt x="65525" y="2319"/>
                </a:lnTo>
                <a:close/>
                <a:moveTo>
                  <a:pt x="85655" y="116967"/>
                </a:moveTo>
                <a:lnTo>
                  <a:pt x="85655" y="113820"/>
                </a:lnTo>
                <a:cubicBezTo>
                  <a:pt x="92834" y="113709"/>
                  <a:pt x="99516" y="112043"/>
                  <a:pt x="105702" y="108821"/>
                </a:cubicBezTo>
                <a:cubicBezTo>
                  <a:pt x="111887" y="105597"/>
                  <a:pt x="117865" y="99964"/>
                  <a:pt x="123636" y="91922"/>
                </a:cubicBezTo>
                <a:cubicBezTo>
                  <a:pt x="129407" y="83878"/>
                  <a:pt x="133425" y="74997"/>
                  <a:pt x="135689" y="65279"/>
                </a:cubicBezTo>
                <a:cubicBezTo>
                  <a:pt x="127019" y="70910"/>
                  <a:pt x="119177" y="73726"/>
                  <a:pt x="112163" y="73726"/>
                </a:cubicBezTo>
                <a:cubicBezTo>
                  <a:pt x="104266" y="73726"/>
                  <a:pt x="97501" y="70675"/>
                  <a:pt x="91868" y="64572"/>
                </a:cubicBezTo>
                <a:cubicBezTo>
                  <a:pt x="86235" y="58470"/>
                  <a:pt x="83418" y="50366"/>
                  <a:pt x="83418" y="40259"/>
                </a:cubicBezTo>
                <a:cubicBezTo>
                  <a:pt x="83418" y="30429"/>
                  <a:pt x="86235" y="21676"/>
                  <a:pt x="91868" y="14000"/>
                </a:cubicBezTo>
                <a:cubicBezTo>
                  <a:pt x="98660" y="4667"/>
                  <a:pt x="107524" y="0"/>
                  <a:pt x="118459" y="0"/>
                </a:cubicBezTo>
                <a:cubicBezTo>
                  <a:pt x="127681" y="0"/>
                  <a:pt x="135579" y="3811"/>
                  <a:pt x="142150" y="11432"/>
                </a:cubicBezTo>
                <a:cubicBezTo>
                  <a:pt x="150213" y="20875"/>
                  <a:pt x="154245" y="32528"/>
                  <a:pt x="154245" y="46389"/>
                </a:cubicBezTo>
                <a:cubicBezTo>
                  <a:pt x="154245" y="58870"/>
                  <a:pt x="151180" y="70509"/>
                  <a:pt x="145050" y="81306"/>
                </a:cubicBezTo>
                <a:cubicBezTo>
                  <a:pt x="138920" y="92102"/>
                  <a:pt x="130387" y="101063"/>
                  <a:pt x="119453" y="108187"/>
                </a:cubicBezTo>
                <a:cubicBezTo>
                  <a:pt x="110561" y="114041"/>
                  <a:pt x="100869" y="116967"/>
                  <a:pt x="90376" y="116967"/>
                </a:cubicBezTo>
                <a:lnTo>
                  <a:pt x="85655" y="116967"/>
                </a:lnTo>
                <a:moveTo>
                  <a:pt x="137014" y="59165"/>
                </a:moveTo>
                <a:cubicBezTo>
                  <a:pt x="138008" y="52004"/>
                  <a:pt x="138505" y="46276"/>
                  <a:pt x="138505" y="41981"/>
                </a:cubicBezTo>
                <a:cubicBezTo>
                  <a:pt x="138505" y="36640"/>
                  <a:pt x="137594" y="30871"/>
                  <a:pt x="135772" y="24675"/>
                </a:cubicBezTo>
                <a:cubicBezTo>
                  <a:pt x="133949" y="18478"/>
                  <a:pt x="131368" y="13728"/>
                  <a:pt x="128026" y="10425"/>
                </a:cubicBezTo>
                <a:cubicBezTo>
                  <a:pt x="124685" y="7120"/>
                  <a:pt x="120889" y="5467"/>
                  <a:pt x="116636" y="5467"/>
                </a:cubicBezTo>
                <a:cubicBezTo>
                  <a:pt x="111721" y="5467"/>
                  <a:pt x="107414" y="7670"/>
                  <a:pt x="103713" y="12076"/>
                </a:cubicBezTo>
                <a:cubicBezTo>
                  <a:pt x="100013" y="16482"/>
                  <a:pt x="98163" y="23036"/>
                  <a:pt x="98163" y="31737"/>
                </a:cubicBezTo>
                <a:cubicBezTo>
                  <a:pt x="98163" y="43359"/>
                  <a:pt x="100621" y="52446"/>
                  <a:pt x="105536" y="58999"/>
                </a:cubicBezTo>
                <a:cubicBezTo>
                  <a:pt x="109126" y="63736"/>
                  <a:pt x="113544" y="66105"/>
                  <a:pt x="118790" y="66105"/>
                </a:cubicBezTo>
                <a:cubicBezTo>
                  <a:pt x="121330" y="66105"/>
                  <a:pt x="124340" y="65499"/>
                  <a:pt x="127819" y="64288"/>
                </a:cubicBezTo>
                <a:cubicBezTo>
                  <a:pt x="131299" y="63076"/>
                  <a:pt x="134364" y="61368"/>
                  <a:pt x="137014" y="59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(b)Uniqueincor">
            <a:extLst xmlns:a="http://schemas.openxmlformats.org/drawingml/2006/main">
              <a:ext uri="{FF2B5EF4-FFF2-40B4-BE49-F238E27FC236}">
                <a16:creationId xmlns:a16="http://schemas.microsoft.com/office/drawing/2014/main" id="{048D0675-6484-440A-B382-2AA9CD58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5" y="3393785"/>
            <a:ext cx="1201264" cy="164644"/>
          </a:xfrm>
          <a:custGeom xmlns:a="http://schemas.openxmlformats.org/drawingml/2006/main">
            <a:pathLst>
              <a:path w="1201264" h="164644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80816" y="59022"/>
                </a:moveTo>
                <a:cubicBezTo>
                  <a:pt x="88664" y="48000"/>
                  <a:pt x="97133" y="42489"/>
                  <a:pt x="106220" y="42489"/>
                </a:cubicBezTo>
                <a:cubicBezTo>
                  <a:pt x="114541" y="42489"/>
                  <a:pt x="121800" y="46041"/>
                  <a:pt x="127996" y="53144"/>
                </a:cubicBezTo>
                <a:cubicBezTo>
                  <a:pt x="134192" y="60248"/>
                  <a:pt x="137290" y="69960"/>
                  <a:pt x="137290" y="82281"/>
                </a:cubicBezTo>
                <a:cubicBezTo>
                  <a:pt x="137290" y="96665"/>
                  <a:pt x="132510" y="108249"/>
                  <a:pt x="122950" y="117033"/>
                </a:cubicBezTo>
                <a:cubicBezTo>
                  <a:pt x="114748" y="124579"/>
                  <a:pt x="105601" y="128352"/>
                  <a:pt x="95510" y="128352"/>
                </a:cubicBezTo>
                <a:cubicBezTo>
                  <a:pt x="90789" y="128352"/>
                  <a:pt x="85994" y="127491"/>
                  <a:pt x="81125" y="125768"/>
                </a:cubicBezTo>
                <a:cubicBezTo>
                  <a:pt x="76257" y="124046"/>
                  <a:pt x="71285" y="121461"/>
                  <a:pt x="66210" y="118015"/>
                </a:cubicBezTo>
                <a:lnTo>
                  <a:pt x="66210" y="34168"/>
                </a:lnTo>
                <a:cubicBezTo>
                  <a:pt x="66210" y="24962"/>
                  <a:pt x="65989" y="19297"/>
                  <a:pt x="65546" y="17173"/>
                </a:cubicBezTo>
                <a:cubicBezTo>
                  <a:pt x="65104" y="15048"/>
                  <a:pt x="64410" y="13602"/>
                  <a:pt x="63466" y="12835"/>
                </a:cubicBezTo>
                <a:cubicBezTo>
                  <a:pt x="62522" y="12068"/>
                  <a:pt x="61342" y="11684"/>
                  <a:pt x="59925" y="11684"/>
                </a:cubicBezTo>
                <a:cubicBezTo>
                  <a:pt x="58273" y="11684"/>
                  <a:pt x="56207" y="12157"/>
                  <a:pt x="53729" y="13101"/>
                </a:cubicBezTo>
                <a:lnTo>
                  <a:pt x="52490" y="9914"/>
                </a:lnTo>
                <a:lnTo>
                  <a:pt x="76832" y="0"/>
                </a:lnTo>
                <a:lnTo>
                  <a:pt x="80816" y="0"/>
                </a:lnTo>
                <a:lnTo>
                  <a:pt x="80816" y="59022"/>
                </a:lnTo>
                <a:moveTo>
                  <a:pt x="80816" y="64657"/>
                </a:moveTo>
                <a:lnTo>
                  <a:pt x="80816" y="112908"/>
                </a:lnTo>
                <a:cubicBezTo>
                  <a:pt x="83825" y="115844"/>
                  <a:pt x="86938" y="118061"/>
                  <a:pt x="90154" y="119558"/>
                </a:cubicBezTo>
                <a:cubicBezTo>
                  <a:pt x="93370" y="121054"/>
                  <a:pt x="96660" y="121801"/>
                  <a:pt x="100024" y="121801"/>
                </a:cubicBezTo>
                <a:cubicBezTo>
                  <a:pt x="105394" y="121801"/>
                  <a:pt x="110396" y="118867"/>
                  <a:pt x="115028" y="112997"/>
                </a:cubicBezTo>
                <a:cubicBezTo>
                  <a:pt x="119660" y="107127"/>
                  <a:pt x="121977" y="98586"/>
                  <a:pt x="121977" y="87373"/>
                </a:cubicBezTo>
                <a:cubicBezTo>
                  <a:pt x="121977" y="77042"/>
                  <a:pt x="119660" y="69103"/>
                  <a:pt x="115028" y="63556"/>
                </a:cubicBezTo>
                <a:cubicBezTo>
                  <a:pt x="110396" y="58009"/>
                  <a:pt x="105129" y="55236"/>
                  <a:pt x="99227" y="55236"/>
                </a:cubicBezTo>
                <a:cubicBezTo>
                  <a:pt x="96100" y="55236"/>
                  <a:pt x="92972" y="56028"/>
                  <a:pt x="89845" y="57612"/>
                </a:cubicBezTo>
                <a:cubicBezTo>
                  <a:pt x="87484" y="58786"/>
                  <a:pt x="84474" y="61135"/>
                  <a:pt x="80816" y="64657"/>
                </a:cubicBezTo>
                <a:close/>
                <a:moveTo>
                  <a:pt x="147647" y="3718"/>
                </a:moveTo>
                <a:lnTo>
                  <a:pt x="147647" y="0"/>
                </a:lnTo>
                <a:cubicBezTo>
                  <a:pt x="156617" y="4426"/>
                  <a:pt x="164082" y="9649"/>
                  <a:pt x="170043" y="15668"/>
                </a:cubicBezTo>
                <a:cubicBezTo>
                  <a:pt x="178481" y="24284"/>
                  <a:pt x="185002" y="34389"/>
                  <a:pt x="189605" y="45985"/>
                </a:cubicBezTo>
                <a:cubicBezTo>
                  <a:pt x="194208" y="57581"/>
                  <a:pt x="196510" y="69664"/>
                  <a:pt x="196510" y="82234"/>
                </a:cubicBezTo>
                <a:cubicBezTo>
                  <a:pt x="196510" y="100528"/>
                  <a:pt x="192010" y="117213"/>
                  <a:pt x="183011" y="132291"/>
                </a:cubicBezTo>
                <a:cubicBezTo>
                  <a:pt x="174011" y="147369"/>
                  <a:pt x="162223" y="158153"/>
                  <a:pt x="147647" y="164644"/>
                </a:cubicBezTo>
                <a:lnTo>
                  <a:pt x="147647" y="161281"/>
                </a:lnTo>
                <a:cubicBezTo>
                  <a:pt x="154906" y="157211"/>
                  <a:pt x="160881" y="151711"/>
                  <a:pt x="165572" y="144780"/>
                </a:cubicBezTo>
                <a:cubicBezTo>
                  <a:pt x="170264" y="137850"/>
                  <a:pt x="173746" y="129033"/>
                  <a:pt x="176018" y="118330"/>
                </a:cubicBezTo>
                <a:cubicBezTo>
                  <a:pt x="178290" y="107625"/>
                  <a:pt x="179426" y="96463"/>
                  <a:pt x="179426" y="84845"/>
                </a:cubicBezTo>
                <a:cubicBezTo>
                  <a:pt x="179426" y="72281"/>
                  <a:pt x="178452" y="60809"/>
                  <a:pt x="176505" y="50431"/>
                </a:cubicBezTo>
                <a:cubicBezTo>
                  <a:pt x="175029" y="42291"/>
                  <a:pt x="173185" y="35773"/>
                  <a:pt x="170972" y="30879"/>
                </a:cubicBezTo>
                <a:cubicBezTo>
                  <a:pt x="168759" y="25983"/>
                  <a:pt x="165823" y="21265"/>
                  <a:pt x="162165" y="16724"/>
                </a:cubicBezTo>
                <a:cubicBezTo>
                  <a:pt x="158506" y="12182"/>
                  <a:pt x="153667" y="7847"/>
                  <a:pt x="147647" y="3718"/>
                </a:cubicBezTo>
                <a:close/>
                <a:moveTo>
                  <a:pt x="335748" y="9206"/>
                </a:moveTo>
                <a:lnTo>
                  <a:pt x="335748" y="5842"/>
                </a:lnTo>
                <a:lnTo>
                  <a:pt x="378237" y="5842"/>
                </a:lnTo>
                <a:lnTo>
                  <a:pt x="378237" y="9206"/>
                </a:lnTo>
                <a:lnTo>
                  <a:pt x="373722" y="9206"/>
                </a:lnTo>
                <a:cubicBezTo>
                  <a:pt x="369001" y="9206"/>
                  <a:pt x="365372" y="11174"/>
                  <a:pt x="362834" y="15109"/>
                </a:cubicBezTo>
                <a:cubicBezTo>
                  <a:pt x="361595" y="16929"/>
                  <a:pt x="360975" y="21158"/>
                  <a:pt x="360975" y="27795"/>
                </a:cubicBezTo>
                <a:lnTo>
                  <a:pt x="360975" y="76394"/>
                </a:lnTo>
                <a:cubicBezTo>
                  <a:pt x="360975" y="88413"/>
                  <a:pt x="359780" y="97736"/>
                  <a:pt x="357390" y="104363"/>
                </a:cubicBezTo>
                <a:cubicBezTo>
                  <a:pt x="355000" y="110989"/>
                  <a:pt x="350309" y="116674"/>
                  <a:pt x="343316" y="121417"/>
                </a:cubicBezTo>
                <a:cubicBezTo>
                  <a:pt x="336323" y="126158"/>
                  <a:pt x="326807" y="128529"/>
                  <a:pt x="314769" y="128529"/>
                </a:cubicBezTo>
                <a:cubicBezTo>
                  <a:pt x="301668" y="128529"/>
                  <a:pt x="291724" y="126262"/>
                  <a:pt x="284938" y="121727"/>
                </a:cubicBezTo>
                <a:cubicBezTo>
                  <a:pt x="278152" y="117190"/>
                  <a:pt x="273342" y="111093"/>
                  <a:pt x="270510" y="103434"/>
                </a:cubicBezTo>
                <a:cubicBezTo>
                  <a:pt x="268621" y="98191"/>
                  <a:pt x="267677" y="88353"/>
                  <a:pt x="267677" y="73918"/>
                </a:cubicBezTo>
                <a:lnTo>
                  <a:pt x="267677" y="27087"/>
                </a:lnTo>
                <a:cubicBezTo>
                  <a:pt x="267677" y="19747"/>
                  <a:pt x="266659" y="14932"/>
                  <a:pt x="264623" y="12642"/>
                </a:cubicBezTo>
                <a:cubicBezTo>
                  <a:pt x="262587" y="10351"/>
                  <a:pt x="259297" y="9206"/>
                  <a:pt x="254753" y="9206"/>
                </a:cubicBezTo>
                <a:lnTo>
                  <a:pt x="250239" y="9206"/>
                </a:lnTo>
                <a:lnTo>
                  <a:pt x="250239" y="5842"/>
                </a:lnTo>
                <a:lnTo>
                  <a:pt x="302111" y="5842"/>
                </a:lnTo>
                <a:lnTo>
                  <a:pt x="302111" y="9206"/>
                </a:lnTo>
                <a:lnTo>
                  <a:pt x="297508" y="9206"/>
                </a:lnTo>
                <a:cubicBezTo>
                  <a:pt x="292551" y="9206"/>
                  <a:pt x="289010" y="10762"/>
                  <a:pt x="286885" y="13875"/>
                </a:cubicBezTo>
                <a:cubicBezTo>
                  <a:pt x="285410" y="15989"/>
                  <a:pt x="284673" y="20392"/>
                  <a:pt x="284673" y="27087"/>
                </a:cubicBezTo>
                <a:lnTo>
                  <a:pt x="284673" y="79302"/>
                </a:lnTo>
                <a:cubicBezTo>
                  <a:pt x="284673" y="83956"/>
                  <a:pt x="285100" y="89288"/>
                  <a:pt x="285956" y="95296"/>
                </a:cubicBezTo>
                <a:cubicBezTo>
                  <a:pt x="286812" y="101302"/>
                  <a:pt x="288361" y="105984"/>
                  <a:pt x="290603" y="109343"/>
                </a:cubicBezTo>
                <a:cubicBezTo>
                  <a:pt x="292846" y="112699"/>
                  <a:pt x="296077" y="115467"/>
                  <a:pt x="300296" y="117647"/>
                </a:cubicBezTo>
                <a:cubicBezTo>
                  <a:pt x="304515" y="119826"/>
                  <a:pt x="309694" y="120916"/>
                  <a:pt x="315831" y="120916"/>
                </a:cubicBezTo>
                <a:cubicBezTo>
                  <a:pt x="323680" y="120916"/>
                  <a:pt x="330702" y="119209"/>
                  <a:pt x="336898" y="115793"/>
                </a:cubicBezTo>
                <a:cubicBezTo>
                  <a:pt x="343095" y="112376"/>
                  <a:pt x="347329" y="108003"/>
                  <a:pt x="349601" y="102673"/>
                </a:cubicBezTo>
                <a:cubicBezTo>
                  <a:pt x="351873" y="97342"/>
                  <a:pt x="353009" y="88315"/>
                  <a:pt x="353009" y="75592"/>
                </a:cubicBezTo>
                <a:lnTo>
                  <a:pt x="353009" y="27087"/>
                </a:lnTo>
                <a:cubicBezTo>
                  <a:pt x="353009" y="19629"/>
                  <a:pt x="352183" y="14961"/>
                  <a:pt x="350530" y="13081"/>
                </a:cubicBezTo>
                <a:cubicBezTo>
                  <a:pt x="348229" y="10498"/>
                  <a:pt x="344806" y="9206"/>
                  <a:pt x="340262" y="9206"/>
                </a:cubicBezTo>
                <a:lnTo>
                  <a:pt x="335748" y="9206"/>
                </a:lnTo>
                <a:close/>
                <a:moveTo>
                  <a:pt x="409453" y="59573"/>
                </a:moveTo>
                <a:cubicBezTo>
                  <a:pt x="418954" y="48184"/>
                  <a:pt x="428013" y="42489"/>
                  <a:pt x="436629" y="42489"/>
                </a:cubicBezTo>
                <a:cubicBezTo>
                  <a:pt x="441054" y="42489"/>
                  <a:pt x="444861" y="43593"/>
                  <a:pt x="448047" y="45800"/>
                </a:cubicBezTo>
                <a:cubicBezTo>
                  <a:pt x="451234" y="48006"/>
                  <a:pt x="453772" y="51640"/>
                  <a:pt x="455660" y="56702"/>
                </a:cubicBezTo>
                <a:cubicBezTo>
                  <a:pt x="456958" y="60233"/>
                  <a:pt x="457607" y="65648"/>
                  <a:pt x="457607" y="72945"/>
                </a:cubicBezTo>
                <a:lnTo>
                  <a:pt x="457607" y="107461"/>
                </a:lnTo>
                <a:cubicBezTo>
                  <a:pt x="457607" y="112625"/>
                  <a:pt x="458021" y="116127"/>
                  <a:pt x="458847" y="117968"/>
                </a:cubicBezTo>
                <a:cubicBezTo>
                  <a:pt x="459496" y="119452"/>
                  <a:pt x="460543" y="120610"/>
                  <a:pt x="461989" y="121442"/>
                </a:cubicBezTo>
                <a:cubicBezTo>
                  <a:pt x="463435" y="122272"/>
                  <a:pt x="466105" y="122687"/>
                  <a:pt x="470000" y="122687"/>
                </a:cubicBezTo>
                <a:lnTo>
                  <a:pt x="470000" y="125873"/>
                </a:lnTo>
                <a:lnTo>
                  <a:pt x="429901" y="125873"/>
                </a:lnTo>
                <a:lnTo>
                  <a:pt x="429901" y="122687"/>
                </a:lnTo>
                <a:lnTo>
                  <a:pt x="431583" y="122687"/>
                </a:lnTo>
                <a:cubicBezTo>
                  <a:pt x="435360" y="122687"/>
                  <a:pt x="438001" y="122109"/>
                  <a:pt x="439505" y="120952"/>
                </a:cubicBezTo>
                <a:cubicBezTo>
                  <a:pt x="441010" y="119794"/>
                  <a:pt x="442058" y="118087"/>
                  <a:pt x="442648" y="115832"/>
                </a:cubicBezTo>
                <a:cubicBezTo>
                  <a:pt x="442884" y="114941"/>
                  <a:pt x="443002" y="112151"/>
                  <a:pt x="443002" y="107461"/>
                </a:cubicBezTo>
                <a:lnTo>
                  <a:pt x="443002" y="74322"/>
                </a:lnTo>
                <a:cubicBezTo>
                  <a:pt x="443002" y="66957"/>
                  <a:pt x="442043" y="61610"/>
                  <a:pt x="440125" y="58281"/>
                </a:cubicBezTo>
                <a:cubicBezTo>
                  <a:pt x="438207" y="54952"/>
                  <a:pt x="434976" y="53288"/>
                  <a:pt x="430432" y="53288"/>
                </a:cubicBezTo>
                <a:cubicBezTo>
                  <a:pt x="423410" y="53288"/>
                  <a:pt x="416417" y="57124"/>
                  <a:pt x="409453" y="64796"/>
                </a:cubicBezTo>
                <a:lnTo>
                  <a:pt x="409453" y="107461"/>
                </a:lnTo>
                <a:cubicBezTo>
                  <a:pt x="409453" y="112981"/>
                  <a:pt x="409778" y="116394"/>
                  <a:pt x="410427" y="117702"/>
                </a:cubicBezTo>
                <a:cubicBezTo>
                  <a:pt x="411253" y="119423"/>
                  <a:pt x="412389" y="120684"/>
                  <a:pt x="413835" y="121486"/>
                </a:cubicBezTo>
                <a:cubicBezTo>
                  <a:pt x="415281" y="122286"/>
                  <a:pt x="418217" y="122687"/>
                  <a:pt x="422643" y="122687"/>
                </a:cubicBezTo>
                <a:lnTo>
                  <a:pt x="422643" y="125873"/>
                </a:lnTo>
                <a:lnTo>
                  <a:pt x="382544" y="125873"/>
                </a:lnTo>
                <a:lnTo>
                  <a:pt x="382544" y="122687"/>
                </a:lnTo>
                <a:lnTo>
                  <a:pt x="384314" y="122687"/>
                </a:lnTo>
                <a:cubicBezTo>
                  <a:pt x="388445" y="122687"/>
                  <a:pt x="391233" y="121634"/>
                  <a:pt x="392679" y="119528"/>
                </a:cubicBezTo>
                <a:cubicBezTo>
                  <a:pt x="394125" y="117420"/>
                  <a:pt x="394848" y="113398"/>
                  <a:pt x="394848" y="107461"/>
                </a:cubicBezTo>
                <a:lnTo>
                  <a:pt x="394848" y="77542"/>
                </a:lnTo>
                <a:cubicBezTo>
                  <a:pt x="394848" y="67805"/>
                  <a:pt x="394627" y="61874"/>
                  <a:pt x="394184" y="59750"/>
                </a:cubicBezTo>
                <a:cubicBezTo>
                  <a:pt x="393741" y="57626"/>
                  <a:pt x="393063" y="56180"/>
                  <a:pt x="392148" y="55413"/>
                </a:cubicBezTo>
                <a:cubicBezTo>
                  <a:pt x="391233" y="54645"/>
                  <a:pt x="390009" y="54262"/>
                  <a:pt x="388474" y="54262"/>
                </a:cubicBezTo>
                <a:cubicBezTo>
                  <a:pt x="386822" y="54262"/>
                  <a:pt x="384845" y="54704"/>
                  <a:pt x="382544" y="55590"/>
                </a:cubicBezTo>
                <a:lnTo>
                  <a:pt x="381216" y="52403"/>
                </a:lnTo>
                <a:lnTo>
                  <a:pt x="405647" y="42489"/>
                </a:lnTo>
                <a:lnTo>
                  <a:pt x="409453" y="42489"/>
                </a:lnTo>
                <a:lnTo>
                  <a:pt x="409453" y="59573"/>
                </a:lnTo>
                <a:close/>
                <a:moveTo>
                  <a:pt x="497087" y="0"/>
                </a:moveTo>
                <a:cubicBezTo>
                  <a:pt x="499566" y="0"/>
                  <a:pt x="501675" y="875"/>
                  <a:pt x="503416" y="2625"/>
                </a:cubicBezTo>
                <a:cubicBezTo>
                  <a:pt x="505157" y="4373"/>
                  <a:pt x="506027" y="6493"/>
                  <a:pt x="506027" y="8985"/>
                </a:cubicBezTo>
                <a:cubicBezTo>
                  <a:pt x="506027" y="11476"/>
                  <a:pt x="505157" y="13612"/>
                  <a:pt x="503416" y="15391"/>
                </a:cubicBezTo>
                <a:cubicBezTo>
                  <a:pt x="501675" y="17169"/>
                  <a:pt x="499566" y="18058"/>
                  <a:pt x="497087" y="18058"/>
                </a:cubicBezTo>
                <a:cubicBezTo>
                  <a:pt x="494609" y="18058"/>
                  <a:pt x="492484" y="17169"/>
                  <a:pt x="490714" y="15391"/>
                </a:cubicBezTo>
                <a:cubicBezTo>
                  <a:pt x="488943" y="13612"/>
                  <a:pt x="488058" y="11476"/>
                  <a:pt x="488058" y="8985"/>
                </a:cubicBezTo>
                <a:cubicBezTo>
                  <a:pt x="488058" y="6493"/>
                  <a:pt x="488929" y="4373"/>
                  <a:pt x="490670" y="2625"/>
                </a:cubicBezTo>
                <a:cubicBezTo>
                  <a:pt x="492410" y="875"/>
                  <a:pt x="494550" y="0"/>
                  <a:pt x="497087" y="0"/>
                </a:cubicBezTo>
                <a:moveTo>
                  <a:pt x="504434" y="42489"/>
                </a:moveTo>
                <a:lnTo>
                  <a:pt x="504434" y="107461"/>
                </a:lnTo>
                <a:cubicBezTo>
                  <a:pt x="504434" y="112566"/>
                  <a:pt x="504803" y="115965"/>
                  <a:pt x="505541" y="117658"/>
                </a:cubicBezTo>
                <a:cubicBezTo>
                  <a:pt x="506278" y="119349"/>
                  <a:pt x="507370" y="120610"/>
                  <a:pt x="508816" y="121442"/>
                </a:cubicBezTo>
                <a:cubicBezTo>
                  <a:pt x="510262" y="122272"/>
                  <a:pt x="512902" y="122687"/>
                  <a:pt x="516738" y="122687"/>
                </a:cubicBezTo>
                <a:lnTo>
                  <a:pt x="516738" y="125873"/>
                </a:lnTo>
                <a:lnTo>
                  <a:pt x="477347" y="125873"/>
                </a:lnTo>
                <a:lnTo>
                  <a:pt x="477347" y="122687"/>
                </a:lnTo>
                <a:cubicBezTo>
                  <a:pt x="481301" y="122687"/>
                  <a:pt x="483957" y="122301"/>
                  <a:pt x="485314" y="121530"/>
                </a:cubicBezTo>
                <a:cubicBezTo>
                  <a:pt x="486671" y="120758"/>
                  <a:pt x="487748" y="119482"/>
                  <a:pt x="488545" y="117702"/>
                </a:cubicBezTo>
                <a:cubicBezTo>
                  <a:pt x="489342" y="115921"/>
                  <a:pt x="489740" y="112507"/>
                  <a:pt x="489740" y="107461"/>
                </a:cubicBezTo>
                <a:lnTo>
                  <a:pt x="489740" y="76480"/>
                </a:lnTo>
                <a:cubicBezTo>
                  <a:pt x="489740" y="67650"/>
                  <a:pt x="489474" y="61932"/>
                  <a:pt x="488943" y="59324"/>
                </a:cubicBezTo>
                <a:cubicBezTo>
                  <a:pt x="488530" y="57426"/>
                  <a:pt x="487881" y="56109"/>
                  <a:pt x="486996" y="55371"/>
                </a:cubicBezTo>
                <a:cubicBezTo>
                  <a:pt x="486111" y="54632"/>
                  <a:pt x="484901" y="54262"/>
                  <a:pt x="483367" y="54262"/>
                </a:cubicBezTo>
                <a:cubicBezTo>
                  <a:pt x="481714" y="54262"/>
                  <a:pt x="479708" y="54704"/>
                  <a:pt x="477347" y="55590"/>
                </a:cubicBezTo>
                <a:lnTo>
                  <a:pt x="476108" y="52403"/>
                </a:lnTo>
                <a:lnTo>
                  <a:pt x="500539" y="42489"/>
                </a:lnTo>
                <a:lnTo>
                  <a:pt x="504434" y="42489"/>
                </a:lnTo>
                <a:close/>
                <a:moveTo>
                  <a:pt x="598467" y="42489"/>
                </a:moveTo>
                <a:lnTo>
                  <a:pt x="598467" y="146587"/>
                </a:lnTo>
                <a:cubicBezTo>
                  <a:pt x="598467" y="151842"/>
                  <a:pt x="598821" y="155216"/>
                  <a:pt x="599530" y="156708"/>
                </a:cubicBezTo>
                <a:cubicBezTo>
                  <a:pt x="600238" y="158202"/>
                  <a:pt x="601344" y="159367"/>
                  <a:pt x="602849" y="160202"/>
                </a:cubicBezTo>
                <a:cubicBezTo>
                  <a:pt x="604354" y="161039"/>
                  <a:pt x="607290" y="161458"/>
                  <a:pt x="611657" y="161458"/>
                </a:cubicBezTo>
                <a:lnTo>
                  <a:pt x="611657" y="164644"/>
                </a:lnTo>
                <a:lnTo>
                  <a:pt x="570761" y="164644"/>
                </a:lnTo>
                <a:lnTo>
                  <a:pt x="570761" y="161458"/>
                </a:lnTo>
                <a:lnTo>
                  <a:pt x="572443" y="161458"/>
                </a:lnTo>
                <a:cubicBezTo>
                  <a:pt x="575748" y="161458"/>
                  <a:pt x="578256" y="160980"/>
                  <a:pt x="579967" y="160025"/>
                </a:cubicBezTo>
                <a:cubicBezTo>
                  <a:pt x="581147" y="159368"/>
                  <a:pt x="582091" y="158189"/>
                  <a:pt x="582800" y="156487"/>
                </a:cubicBezTo>
                <a:cubicBezTo>
                  <a:pt x="583508" y="154785"/>
                  <a:pt x="583862" y="151485"/>
                  <a:pt x="583862" y="146587"/>
                </a:cubicBezTo>
                <a:lnTo>
                  <a:pt x="583862" y="111555"/>
                </a:lnTo>
                <a:cubicBezTo>
                  <a:pt x="578492" y="118023"/>
                  <a:pt x="573800" y="122440"/>
                  <a:pt x="569787" y="124806"/>
                </a:cubicBezTo>
                <a:cubicBezTo>
                  <a:pt x="565774" y="127170"/>
                  <a:pt x="561614" y="128352"/>
                  <a:pt x="557306" y="128352"/>
                </a:cubicBezTo>
                <a:cubicBezTo>
                  <a:pt x="549458" y="128352"/>
                  <a:pt x="542450" y="124785"/>
                  <a:pt x="536283" y="117652"/>
                </a:cubicBezTo>
                <a:cubicBezTo>
                  <a:pt x="530116" y="110519"/>
                  <a:pt x="527033" y="100969"/>
                  <a:pt x="527033" y="89003"/>
                </a:cubicBezTo>
                <a:cubicBezTo>
                  <a:pt x="527033" y="75266"/>
                  <a:pt x="531105" y="64079"/>
                  <a:pt x="539248" y="55443"/>
                </a:cubicBezTo>
                <a:cubicBezTo>
                  <a:pt x="547392" y="46807"/>
                  <a:pt x="557218" y="42489"/>
                  <a:pt x="568725" y="42489"/>
                </a:cubicBezTo>
                <a:cubicBezTo>
                  <a:pt x="572089" y="42489"/>
                  <a:pt x="575187" y="42961"/>
                  <a:pt x="578020" y="43905"/>
                </a:cubicBezTo>
                <a:cubicBezTo>
                  <a:pt x="580852" y="44849"/>
                  <a:pt x="583390" y="46266"/>
                  <a:pt x="585632" y="48154"/>
                </a:cubicBezTo>
                <a:cubicBezTo>
                  <a:pt x="589055" y="46502"/>
                  <a:pt x="592330" y="44613"/>
                  <a:pt x="595458" y="42489"/>
                </a:cubicBezTo>
                <a:lnTo>
                  <a:pt x="598467" y="42489"/>
                </a:lnTo>
                <a:moveTo>
                  <a:pt x="583862" y="106006"/>
                </a:moveTo>
                <a:lnTo>
                  <a:pt x="583862" y="68145"/>
                </a:lnTo>
                <a:cubicBezTo>
                  <a:pt x="583862" y="63743"/>
                  <a:pt x="583286" y="60280"/>
                  <a:pt x="582136" y="57756"/>
                </a:cubicBezTo>
                <a:cubicBezTo>
                  <a:pt x="580985" y="55231"/>
                  <a:pt x="578934" y="53088"/>
                  <a:pt x="575984" y="51327"/>
                </a:cubicBezTo>
                <a:cubicBezTo>
                  <a:pt x="573033" y="49566"/>
                  <a:pt x="569699" y="48685"/>
                  <a:pt x="565981" y="48685"/>
                </a:cubicBezTo>
                <a:cubicBezTo>
                  <a:pt x="559372" y="48685"/>
                  <a:pt x="553706" y="51474"/>
                  <a:pt x="548985" y="57050"/>
                </a:cubicBezTo>
                <a:cubicBezTo>
                  <a:pt x="544265" y="62627"/>
                  <a:pt x="541904" y="71079"/>
                  <a:pt x="541904" y="82408"/>
                </a:cubicBezTo>
                <a:cubicBezTo>
                  <a:pt x="541904" y="93268"/>
                  <a:pt x="544309" y="101516"/>
                  <a:pt x="549118" y="107152"/>
                </a:cubicBezTo>
                <a:cubicBezTo>
                  <a:pt x="553928" y="112787"/>
                  <a:pt x="559726" y="115605"/>
                  <a:pt x="566512" y="115605"/>
                </a:cubicBezTo>
                <a:cubicBezTo>
                  <a:pt x="569994" y="115605"/>
                  <a:pt x="573092" y="114856"/>
                  <a:pt x="575807" y="113359"/>
                </a:cubicBezTo>
                <a:cubicBezTo>
                  <a:pt x="578521" y="111862"/>
                  <a:pt x="581206" y="109411"/>
                  <a:pt x="583862" y="106006"/>
                </a:cubicBezTo>
                <a:close/>
                <a:moveTo>
                  <a:pt x="688402" y="44790"/>
                </a:moveTo>
                <a:lnTo>
                  <a:pt x="688402" y="94184"/>
                </a:lnTo>
                <a:cubicBezTo>
                  <a:pt x="688402" y="103450"/>
                  <a:pt x="688624" y="109118"/>
                  <a:pt x="689066" y="111188"/>
                </a:cubicBezTo>
                <a:cubicBezTo>
                  <a:pt x="689509" y="113255"/>
                  <a:pt x="690217" y="114700"/>
                  <a:pt x="691191" y="115522"/>
                </a:cubicBezTo>
                <a:cubicBezTo>
                  <a:pt x="692164" y="116345"/>
                  <a:pt x="693300" y="116756"/>
                  <a:pt x="694599" y="116756"/>
                </a:cubicBezTo>
                <a:cubicBezTo>
                  <a:pt x="696428" y="116756"/>
                  <a:pt x="698493" y="116254"/>
                  <a:pt x="700795" y="115251"/>
                </a:cubicBezTo>
                <a:lnTo>
                  <a:pt x="702034" y="118438"/>
                </a:lnTo>
                <a:lnTo>
                  <a:pt x="677780" y="128352"/>
                </a:lnTo>
                <a:lnTo>
                  <a:pt x="673797" y="128352"/>
                </a:lnTo>
                <a:lnTo>
                  <a:pt x="673797" y="111259"/>
                </a:lnTo>
                <a:cubicBezTo>
                  <a:pt x="666833" y="118778"/>
                  <a:pt x="661522" y="123506"/>
                  <a:pt x="657863" y="125445"/>
                </a:cubicBezTo>
                <a:cubicBezTo>
                  <a:pt x="654205" y="127383"/>
                  <a:pt x="650339" y="128352"/>
                  <a:pt x="646267" y="128352"/>
                </a:cubicBezTo>
                <a:cubicBezTo>
                  <a:pt x="641723" y="128352"/>
                  <a:pt x="637784" y="127039"/>
                  <a:pt x="634450" y="124413"/>
                </a:cubicBezTo>
                <a:cubicBezTo>
                  <a:pt x="631116" y="121787"/>
                  <a:pt x="628800" y="118408"/>
                  <a:pt x="627501" y="114277"/>
                </a:cubicBezTo>
                <a:cubicBezTo>
                  <a:pt x="626203" y="110147"/>
                  <a:pt x="625554" y="104304"/>
                  <a:pt x="625554" y="96751"/>
                </a:cubicBezTo>
                <a:lnTo>
                  <a:pt x="625554" y="60547"/>
                </a:lnTo>
                <a:cubicBezTo>
                  <a:pt x="625554" y="56683"/>
                  <a:pt x="625141" y="54009"/>
                  <a:pt x="624315" y="52525"/>
                </a:cubicBezTo>
                <a:cubicBezTo>
                  <a:pt x="623489" y="51038"/>
                  <a:pt x="622264" y="49894"/>
                  <a:pt x="620641" y="49092"/>
                </a:cubicBezTo>
                <a:cubicBezTo>
                  <a:pt x="619018" y="48290"/>
                  <a:pt x="616083" y="47918"/>
                  <a:pt x="611834" y="47977"/>
                </a:cubicBezTo>
                <a:lnTo>
                  <a:pt x="611834" y="44790"/>
                </a:lnTo>
                <a:lnTo>
                  <a:pt x="640248" y="44790"/>
                </a:lnTo>
                <a:lnTo>
                  <a:pt x="640248" y="99119"/>
                </a:lnTo>
                <a:cubicBezTo>
                  <a:pt x="640248" y="106681"/>
                  <a:pt x="641561" y="111645"/>
                  <a:pt x="644187" y="114009"/>
                </a:cubicBezTo>
                <a:cubicBezTo>
                  <a:pt x="646813" y="116371"/>
                  <a:pt x="649985" y="117553"/>
                  <a:pt x="653703" y="117553"/>
                </a:cubicBezTo>
                <a:cubicBezTo>
                  <a:pt x="656240" y="117553"/>
                  <a:pt x="659117" y="116755"/>
                  <a:pt x="662334" y="115160"/>
                </a:cubicBezTo>
                <a:cubicBezTo>
                  <a:pt x="665550" y="113565"/>
                  <a:pt x="669371" y="110522"/>
                  <a:pt x="673797" y="106031"/>
                </a:cubicBezTo>
                <a:lnTo>
                  <a:pt x="673797" y="60193"/>
                </a:lnTo>
                <a:cubicBezTo>
                  <a:pt x="673797" y="55488"/>
                  <a:pt x="672956" y="52306"/>
                  <a:pt x="671274" y="50646"/>
                </a:cubicBezTo>
                <a:cubicBezTo>
                  <a:pt x="669592" y="48987"/>
                  <a:pt x="666096" y="48097"/>
                  <a:pt x="660784" y="47977"/>
                </a:cubicBezTo>
                <a:lnTo>
                  <a:pt x="660784" y="44790"/>
                </a:lnTo>
                <a:lnTo>
                  <a:pt x="688402" y="44790"/>
                </a:lnTo>
                <a:close/>
                <a:moveTo>
                  <a:pt x="721597" y="75418"/>
                </a:moveTo>
                <a:cubicBezTo>
                  <a:pt x="721538" y="87401"/>
                  <a:pt x="724459" y="96800"/>
                  <a:pt x="730360" y="103614"/>
                </a:cubicBezTo>
                <a:cubicBezTo>
                  <a:pt x="736262" y="110428"/>
                  <a:pt x="743196" y="113835"/>
                  <a:pt x="751162" y="113835"/>
                </a:cubicBezTo>
                <a:cubicBezTo>
                  <a:pt x="756473" y="113835"/>
                  <a:pt x="761091" y="112368"/>
                  <a:pt x="765015" y="109434"/>
                </a:cubicBezTo>
                <a:cubicBezTo>
                  <a:pt x="768940" y="106500"/>
                  <a:pt x="772230" y="101475"/>
                  <a:pt x="774885" y="94361"/>
                </a:cubicBezTo>
                <a:lnTo>
                  <a:pt x="777629" y="96139"/>
                </a:lnTo>
                <a:cubicBezTo>
                  <a:pt x="776390" y="104267"/>
                  <a:pt x="772790" y="111667"/>
                  <a:pt x="766830" y="118341"/>
                </a:cubicBezTo>
                <a:cubicBezTo>
                  <a:pt x="760870" y="125015"/>
                  <a:pt x="753405" y="128352"/>
                  <a:pt x="744435" y="128352"/>
                </a:cubicBezTo>
                <a:cubicBezTo>
                  <a:pt x="734698" y="128352"/>
                  <a:pt x="726362" y="124569"/>
                  <a:pt x="719428" y="117002"/>
                </a:cubicBezTo>
                <a:cubicBezTo>
                  <a:pt x="712494" y="109434"/>
                  <a:pt x="709027" y="99260"/>
                  <a:pt x="709027" y="86480"/>
                </a:cubicBezTo>
                <a:cubicBezTo>
                  <a:pt x="709027" y="72641"/>
                  <a:pt x="712583" y="61850"/>
                  <a:pt x="719694" y="54107"/>
                </a:cubicBezTo>
                <a:cubicBezTo>
                  <a:pt x="726805" y="46362"/>
                  <a:pt x="735731" y="42489"/>
                  <a:pt x="746471" y="42489"/>
                </a:cubicBezTo>
                <a:cubicBezTo>
                  <a:pt x="755559" y="42489"/>
                  <a:pt x="763024" y="45476"/>
                  <a:pt x="768866" y="51451"/>
                </a:cubicBezTo>
                <a:cubicBezTo>
                  <a:pt x="774708" y="57425"/>
                  <a:pt x="777629" y="65413"/>
                  <a:pt x="777629" y="75418"/>
                </a:cubicBezTo>
                <a:lnTo>
                  <a:pt x="721597" y="75418"/>
                </a:lnTo>
                <a:moveTo>
                  <a:pt x="721597" y="70284"/>
                </a:moveTo>
                <a:lnTo>
                  <a:pt x="759129" y="70284"/>
                </a:lnTo>
                <a:cubicBezTo>
                  <a:pt x="758834" y="65133"/>
                  <a:pt x="758214" y="61505"/>
                  <a:pt x="757270" y="59399"/>
                </a:cubicBezTo>
                <a:cubicBezTo>
                  <a:pt x="755795" y="56120"/>
                  <a:pt x="753596" y="53544"/>
                  <a:pt x="750675" y="51673"/>
                </a:cubicBezTo>
                <a:cubicBezTo>
                  <a:pt x="747754" y="49799"/>
                  <a:pt x="744700" y="48862"/>
                  <a:pt x="741514" y="48862"/>
                </a:cubicBezTo>
                <a:cubicBezTo>
                  <a:pt x="736616" y="48862"/>
                  <a:pt x="732234" y="50750"/>
                  <a:pt x="728369" y="54525"/>
                </a:cubicBezTo>
                <a:cubicBezTo>
                  <a:pt x="724503" y="58300"/>
                  <a:pt x="722246" y="63553"/>
                  <a:pt x="721597" y="70284"/>
                </a:cubicBezTo>
                <a:close/>
                <a:moveTo>
                  <a:pt x="854221" y="0"/>
                </a:moveTo>
                <a:cubicBezTo>
                  <a:pt x="856700" y="0"/>
                  <a:pt x="858810" y="875"/>
                  <a:pt x="860551" y="2625"/>
                </a:cubicBezTo>
                <a:cubicBezTo>
                  <a:pt x="862291" y="4373"/>
                  <a:pt x="863162" y="6493"/>
                  <a:pt x="863162" y="8985"/>
                </a:cubicBezTo>
                <a:cubicBezTo>
                  <a:pt x="863162" y="11476"/>
                  <a:pt x="862291" y="13612"/>
                  <a:pt x="860551" y="15391"/>
                </a:cubicBezTo>
                <a:cubicBezTo>
                  <a:pt x="858810" y="17169"/>
                  <a:pt x="856700" y="18058"/>
                  <a:pt x="854221" y="18058"/>
                </a:cubicBezTo>
                <a:cubicBezTo>
                  <a:pt x="851743" y="18058"/>
                  <a:pt x="849618" y="17169"/>
                  <a:pt x="847848" y="15391"/>
                </a:cubicBezTo>
                <a:cubicBezTo>
                  <a:pt x="846078" y="13612"/>
                  <a:pt x="845193" y="11476"/>
                  <a:pt x="845193" y="8985"/>
                </a:cubicBezTo>
                <a:cubicBezTo>
                  <a:pt x="845193" y="6493"/>
                  <a:pt x="846063" y="4373"/>
                  <a:pt x="847804" y="2625"/>
                </a:cubicBezTo>
                <a:cubicBezTo>
                  <a:pt x="849545" y="875"/>
                  <a:pt x="851684" y="0"/>
                  <a:pt x="854221" y="0"/>
                </a:cubicBezTo>
                <a:moveTo>
                  <a:pt x="861568" y="42489"/>
                </a:moveTo>
                <a:lnTo>
                  <a:pt x="861568" y="107461"/>
                </a:lnTo>
                <a:cubicBezTo>
                  <a:pt x="861568" y="112566"/>
                  <a:pt x="861937" y="115965"/>
                  <a:pt x="862675" y="117658"/>
                </a:cubicBezTo>
                <a:cubicBezTo>
                  <a:pt x="863413" y="119349"/>
                  <a:pt x="864504" y="120610"/>
                  <a:pt x="865950" y="121442"/>
                </a:cubicBezTo>
                <a:cubicBezTo>
                  <a:pt x="867396" y="122272"/>
                  <a:pt x="870037" y="122687"/>
                  <a:pt x="873873" y="122687"/>
                </a:cubicBezTo>
                <a:lnTo>
                  <a:pt x="873873" y="125873"/>
                </a:lnTo>
                <a:lnTo>
                  <a:pt x="834482" y="125873"/>
                </a:lnTo>
                <a:lnTo>
                  <a:pt x="834482" y="122687"/>
                </a:lnTo>
                <a:cubicBezTo>
                  <a:pt x="838436" y="122687"/>
                  <a:pt x="841091" y="122301"/>
                  <a:pt x="842448" y="121530"/>
                </a:cubicBezTo>
                <a:cubicBezTo>
                  <a:pt x="843806" y="120758"/>
                  <a:pt x="844883" y="119482"/>
                  <a:pt x="845679" y="117702"/>
                </a:cubicBezTo>
                <a:cubicBezTo>
                  <a:pt x="846476" y="115921"/>
                  <a:pt x="846874" y="112507"/>
                  <a:pt x="846874" y="107461"/>
                </a:cubicBezTo>
                <a:lnTo>
                  <a:pt x="846874" y="76480"/>
                </a:lnTo>
                <a:cubicBezTo>
                  <a:pt x="846874" y="67650"/>
                  <a:pt x="846609" y="61932"/>
                  <a:pt x="846078" y="59324"/>
                </a:cubicBezTo>
                <a:cubicBezTo>
                  <a:pt x="845665" y="57426"/>
                  <a:pt x="845016" y="56109"/>
                  <a:pt x="844130" y="55371"/>
                </a:cubicBezTo>
                <a:cubicBezTo>
                  <a:pt x="843245" y="54632"/>
                  <a:pt x="842035" y="54262"/>
                  <a:pt x="840501" y="54262"/>
                </a:cubicBezTo>
                <a:cubicBezTo>
                  <a:pt x="838849" y="54262"/>
                  <a:pt x="836842" y="54704"/>
                  <a:pt x="834482" y="55590"/>
                </a:cubicBezTo>
                <a:lnTo>
                  <a:pt x="833243" y="52403"/>
                </a:lnTo>
                <a:lnTo>
                  <a:pt x="857674" y="42489"/>
                </a:lnTo>
                <a:lnTo>
                  <a:pt x="861568" y="42489"/>
                </a:lnTo>
                <a:close/>
                <a:moveTo>
                  <a:pt x="907447" y="59573"/>
                </a:moveTo>
                <a:cubicBezTo>
                  <a:pt x="916948" y="48184"/>
                  <a:pt x="926007" y="42489"/>
                  <a:pt x="934623" y="42489"/>
                </a:cubicBezTo>
                <a:cubicBezTo>
                  <a:pt x="939048" y="42489"/>
                  <a:pt x="942855" y="43593"/>
                  <a:pt x="946041" y="45800"/>
                </a:cubicBezTo>
                <a:cubicBezTo>
                  <a:pt x="949228" y="48006"/>
                  <a:pt x="951766" y="51640"/>
                  <a:pt x="953654" y="56702"/>
                </a:cubicBezTo>
                <a:cubicBezTo>
                  <a:pt x="954952" y="60233"/>
                  <a:pt x="955601" y="65648"/>
                  <a:pt x="955601" y="72945"/>
                </a:cubicBezTo>
                <a:lnTo>
                  <a:pt x="955601" y="107461"/>
                </a:lnTo>
                <a:cubicBezTo>
                  <a:pt x="955601" y="112625"/>
                  <a:pt x="956014" y="116127"/>
                  <a:pt x="956841" y="117968"/>
                </a:cubicBezTo>
                <a:cubicBezTo>
                  <a:pt x="957490" y="119452"/>
                  <a:pt x="958537" y="120610"/>
                  <a:pt x="959983" y="121442"/>
                </a:cubicBezTo>
                <a:cubicBezTo>
                  <a:pt x="961429" y="122272"/>
                  <a:pt x="964099" y="122687"/>
                  <a:pt x="967994" y="122687"/>
                </a:cubicBezTo>
                <a:lnTo>
                  <a:pt x="967994" y="125873"/>
                </a:lnTo>
                <a:lnTo>
                  <a:pt x="927895" y="125873"/>
                </a:lnTo>
                <a:lnTo>
                  <a:pt x="927895" y="122687"/>
                </a:lnTo>
                <a:lnTo>
                  <a:pt x="929577" y="122687"/>
                </a:lnTo>
                <a:cubicBezTo>
                  <a:pt x="933354" y="122687"/>
                  <a:pt x="935995" y="122109"/>
                  <a:pt x="937499" y="120952"/>
                </a:cubicBezTo>
                <a:cubicBezTo>
                  <a:pt x="939004" y="119794"/>
                  <a:pt x="940052" y="118087"/>
                  <a:pt x="940642" y="115832"/>
                </a:cubicBezTo>
                <a:cubicBezTo>
                  <a:pt x="940878" y="114941"/>
                  <a:pt x="940996" y="112151"/>
                  <a:pt x="940996" y="107461"/>
                </a:cubicBezTo>
                <a:lnTo>
                  <a:pt x="940996" y="74322"/>
                </a:lnTo>
                <a:cubicBezTo>
                  <a:pt x="940996" y="66957"/>
                  <a:pt x="940037" y="61610"/>
                  <a:pt x="938119" y="58281"/>
                </a:cubicBezTo>
                <a:cubicBezTo>
                  <a:pt x="936201" y="54952"/>
                  <a:pt x="932970" y="53288"/>
                  <a:pt x="928426" y="53288"/>
                </a:cubicBezTo>
                <a:cubicBezTo>
                  <a:pt x="921404" y="53288"/>
                  <a:pt x="914411" y="57124"/>
                  <a:pt x="907447" y="64796"/>
                </a:cubicBezTo>
                <a:lnTo>
                  <a:pt x="907447" y="107461"/>
                </a:lnTo>
                <a:cubicBezTo>
                  <a:pt x="907447" y="112981"/>
                  <a:pt x="907772" y="116394"/>
                  <a:pt x="908421" y="117702"/>
                </a:cubicBezTo>
                <a:cubicBezTo>
                  <a:pt x="909247" y="119423"/>
                  <a:pt x="910383" y="120684"/>
                  <a:pt x="911829" y="121486"/>
                </a:cubicBezTo>
                <a:cubicBezTo>
                  <a:pt x="913275" y="122286"/>
                  <a:pt x="916211" y="122687"/>
                  <a:pt x="920637" y="122687"/>
                </a:cubicBezTo>
                <a:lnTo>
                  <a:pt x="920637" y="125873"/>
                </a:lnTo>
                <a:lnTo>
                  <a:pt x="880538" y="125873"/>
                </a:lnTo>
                <a:lnTo>
                  <a:pt x="880538" y="122687"/>
                </a:lnTo>
                <a:lnTo>
                  <a:pt x="882308" y="122687"/>
                </a:lnTo>
                <a:cubicBezTo>
                  <a:pt x="886439" y="122687"/>
                  <a:pt x="889227" y="121634"/>
                  <a:pt x="890673" y="119528"/>
                </a:cubicBezTo>
                <a:cubicBezTo>
                  <a:pt x="892119" y="117420"/>
                  <a:pt x="892842" y="113398"/>
                  <a:pt x="892842" y="107461"/>
                </a:cubicBezTo>
                <a:lnTo>
                  <a:pt x="892842" y="77542"/>
                </a:lnTo>
                <a:cubicBezTo>
                  <a:pt x="892842" y="67805"/>
                  <a:pt x="892620" y="61874"/>
                  <a:pt x="892178" y="59750"/>
                </a:cubicBezTo>
                <a:cubicBezTo>
                  <a:pt x="891735" y="57626"/>
                  <a:pt x="891057" y="56180"/>
                  <a:pt x="890142" y="55413"/>
                </a:cubicBezTo>
                <a:cubicBezTo>
                  <a:pt x="889227" y="54645"/>
                  <a:pt x="888003" y="54262"/>
                  <a:pt x="886468" y="54262"/>
                </a:cubicBezTo>
                <a:cubicBezTo>
                  <a:pt x="884816" y="54262"/>
                  <a:pt x="882839" y="54704"/>
                  <a:pt x="880538" y="55590"/>
                </a:cubicBezTo>
                <a:lnTo>
                  <a:pt x="879210" y="52403"/>
                </a:lnTo>
                <a:lnTo>
                  <a:pt x="903641" y="42489"/>
                </a:lnTo>
                <a:lnTo>
                  <a:pt x="907447" y="42489"/>
                </a:lnTo>
                <a:lnTo>
                  <a:pt x="907447" y="59573"/>
                </a:lnTo>
                <a:close/>
                <a:moveTo>
                  <a:pt x="1043324" y="95069"/>
                </a:moveTo>
                <a:cubicBezTo>
                  <a:pt x="1041140" y="105750"/>
                  <a:pt x="1036862" y="113968"/>
                  <a:pt x="1030488" y="119721"/>
                </a:cubicBezTo>
                <a:cubicBezTo>
                  <a:pt x="1024115" y="125475"/>
                  <a:pt x="1017063" y="128352"/>
                  <a:pt x="1009332" y="128352"/>
                </a:cubicBezTo>
                <a:cubicBezTo>
                  <a:pt x="1000127" y="128352"/>
                  <a:pt x="992101" y="124491"/>
                  <a:pt x="985255" y="116770"/>
                </a:cubicBezTo>
                <a:cubicBezTo>
                  <a:pt x="978410" y="109047"/>
                  <a:pt x="974987" y="98611"/>
                  <a:pt x="974987" y="85465"/>
                </a:cubicBezTo>
                <a:cubicBezTo>
                  <a:pt x="974987" y="72731"/>
                  <a:pt x="978779" y="62385"/>
                  <a:pt x="986362" y="54428"/>
                </a:cubicBezTo>
                <a:cubicBezTo>
                  <a:pt x="993945" y="46469"/>
                  <a:pt x="1003048" y="42489"/>
                  <a:pt x="1013670" y="42489"/>
                </a:cubicBezTo>
                <a:cubicBezTo>
                  <a:pt x="1021637" y="42489"/>
                  <a:pt x="1028187" y="44606"/>
                  <a:pt x="1033321" y="48840"/>
                </a:cubicBezTo>
                <a:cubicBezTo>
                  <a:pt x="1038455" y="53072"/>
                  <a:pt x="1041022" y="57468"/>
                  <a:pt x="1041022" y="62027"/>
                </a:cubicBezTo>
                <a:cubicBezTo>
                  <a:pt x="1041022" y="64276"/>
                  <a:pt x="1040299" y="66098"/>
                  <a:pt x="1038853" y="67490"/>
                </a:cubicBezTo>
                <a:cubicBezTo>
                  <a:pt x="1037408" y="68880"/>
                  <a:pt x="1035386" y="69576"/>
                  <a:pt x="1032790" y="69576"/>
                </a:cubicBezTo>
                <a:cubicBezTo>
                  <a:pt x="1029308" y="69576"/>
                  <a:pt x="1026682" y="68445"/>
                  <a:pt x="1024912" y="66184"/>
                </a:cubicBezTo>
                <a:cubicBezTo>
                  <a:pt x="1023909" y="64934"/>
                  <a:pt x="1023245" y="62553"/>
                  <a:pt x="1022920" y="59042"/>
                </a:cubicBezTo>
                <a:cubicBezTo>
                  <a:pt x="1022596" y="55531"/>
                  <a:pt x="1021401" y="52853"/>
                  <a:pt x="1019335" y="51009"/>
                </a:cubicBezTo>
                <a:cubicBezTo>
                  <a:pt x="1017270" y="49224"/>
                  <a:pt x="1014408" y="48331"/>
                  <a:pt x="1010749" y="48331"/>
                </a:cubicBezTo>
                <a:cubicBezTo>
                  <a:pt x="1004848" y="48331"/>
                  <a:pt x="1000097" y="50515"/>
                  <a:pt x="996497" y="54881"/>
                </a:cubicBezTo>
                <a:cubicBezTo>
                  <a:pt x="991717" y="60665"/>
                  <a:pt x="989327" y="68307"/>
                  <a:pt x="989327" y="77808"/>
                </a:cubicBezTo>
                <a:cubicBezTo>
                  <a:pt x="989327" y="87486"/>
                  <a:pt x="991703" y="96028"/>
                  <a:pt x="996453" y="103434"/>
                </a:cubicBezTo>
                <a:cubicBezTo>
                  <a:pt x="1001204" y="110840"/>
                  <a:pt x="1007621" y="114543"/>
                  <a:pt x="1015706" y="114543"/>
                </a:cubicBezTo>
                <a:cubicBezTo>
                  <a:pt x="1021489" y="114543"/>
                  <a:pt x="1026682" y="112566"/>
                  <a:pt x="1031285" y="108612"/>
                </a:cubicBezTo>
                <a:cubicBezTo>
                  <a:pt x="1034531" y="105898"/>
                  <a:pt x="1037688" y="100970"/>
                  <a:pt x="1040757" y="93830"/>
                </a:cubicBezTo>
                <a:lnTo>
                  <a:pt x="1043324" y="95069"/>
                </a:lnTo>
                <a:close/>
                <a:moveTo>
                  <a:pt x="1094422" y="42489"/>
                </a:moveTo>
                <a:cubicBezTo>
                  <a:pt x="1106697" y="42489"/>
                  <a:pt x="1116552" y="47146"/>
                  <a:pt x="1123987" y="56461"/>
                </a:cubicBezTo>
                <a:cubicBezTo>
                  <a:pt x="1130302" y="64418"/>
                  <a:pt x="1133459" y="73556"/>
                  <a:pt x="1133459" y="83874"/>
                </a:cubicBezTo>
                <a:cubicBezTo>
                  <a:pt x="1133459" y="91125"/>
                  <a:pt x="1131718" y="98465"/>
                  <a:pt x="1128236" y="105893"/>
                </a:cubicBezTo>
                <a:cubicBezTo>
                  <a:pt x="1124755" y="113319"/>
                  <a:pt x="1119960" y="118919"/>
                  <a:pt x="1113852" y="122692"/>
                </a:cubicBezTo>
                <a:cubicBezTo>
                  <a:pt x="1107744" y="126465"/>
                  <a:pt x="1100943" y="128352"/>
                  <a:pt x="1093449" y="128352"/>
                </a:cubicBezTo>
                <a:cubicBezTo>
                  <a:pt x="1081233" y="128352"/>
                  <a:pt x="1071525" y="123488"/>
                  <a:pt x="1064326" y="113760"/>
                </a:cubicBezTo>
                <a:cubicBezTo>
                  <a:pt x="1058248" y="105567"/>
                  <a:pt x="1055209" y="96371"/>
                  <a:pt x="1055209" y="86173"/>
                </a:cubicBezTo>
                <a:cubicBezTo>
                  <a:pt x="1055209" y="78745"/>
                  <a:pt x="1057053" y="71361"/>
                  <a:pt x="1060741" y="64021"/>
                </a:cubicBezTo>
                <a:cubicBezTo>
                  <a:pt x="1064429" y="56681"/>
                  <a:pt x="1069283" y="51258"/>
                  <a:pt x="1075302" y="47750"/>
                </a:cubicBezTo>
                <a:cubicBezTo>
                  <a:pt x="1081322" y="44243"/>
                  <a:pt x="1087695" y="42489"/>
                  <a:pt x="1094422" y="42489"/>
                </a:cubicBezTo>
                <a:moveTo>
                  <a:pt x="1091678" y="48331"/>
                </a:moveTo>
                <a:cubicBezTo>
                  <a:pt x="1088551" y="48331"/>
                  <a:pt x="1085408" y="49258"/>
                  <a:pt x="1082251" y="51111"/>
                </a:cubicBezTo>
                <a:cubicBezTo>
                  <a:pt x="1079094" y="52963"/>
                  <a:pt x="1076542" y="56211"/>
                  <a:pt x="1074594" y="60856"/>
                </a:cubicBezTo>
                <a:cubicBezTo>
                  <a:pt x="1072647" y="65502"/>
                  <a:pt x="1071673" y="71469"/>
                  <a:pt x="1071673" y="78759"/>
                </a:cubicBezTo>
                <a:cubicBezTo>
                  <a:pt x="1071673" y="90519"/>
                  <a:pt x="1074019" y="100663"/>
                  <a:pt x="1078710" y="109190"/>
                </a:cubicBezTo>
                <a:cubicBezTo>
                  <a:pt x="1083402" y="117716"/>
                  <a:pt x="1089583" y="121979"/>
                  <a:pt x="1097255" y="121979"/>
                </a:cubicBezTo>
                <a:cubicBezTo>
                  <a:pt x="1102979" y="121979"/>
                  <a:pt x="1107700" y="119626"/>
                  <a:pt x="1111418" y="114922"/>
                </a:cubicBezTo>
                <a:cubicBezTo>
                  <a:pt x="1115136" y="110218"/>
                  <a:pt x="1116994" y="102133"/>
                  <a:pt x="1116994" y="90668"/>
                </a:cubicBezTo>
                <a:cubicBezTo>
                  <a:pt x="1116994" y="76320"/>
                  <a:pt x="1113896" y="65031"/>
                  <a:pt x="1107700" y="56798"/>
                </a:cubicBezTo>
                <a:cubicBezTo>
                  <a:pt x="1103510" y="51154"/>
                  <a:pt x="1098170" y="48331"/>
                  <a:pt x="1091678" y="48331"/>
                </a:cubicBezTo>
                <a:close/>
                <a:moveTo>
                  <a:pt x="1169132" y="42489"/>
                </a:moveTo>
                <a:lnTo>
                  <a:pt x="1169132" y="60724"/>
                </a:lnTo>
                <a:cubicBezTo>
                  <a:pt x="1175919" y="48567"/>
                  <a:pt x="1182882" y="42489"/>
                  <a:pt x="1190023" y="42489"/>
                </a:cubicBezTo>
                <a:cubicBezTo>
                  <a:pt x="1193268" y="42489"/>
                  <a:pt x="1195953" y="43477"/>
                  <a:pt x="1198078" y="45454"/>
                </a:cubicBezTo>
                <a:cubicBezTo>
                  <a:pt x="1200202" y="47431"/>
                  <a:pt x="1201264" y="49718"/>
                  <a:pt x="1201264" y="52314"/>
                </a:cubicBezTo>
                <a:cubicBezTo>
                  <a:pt x="1201264" y="54616"/>
                  <a:pt x="1200497" y="56563"/>
                  <a:pt x="1198963" y="58157"/>
                </a:cubicBezTo>
                <a:cubicBezTo>
                  <a:pt x="1197429" y="59750"/>
                  <a:pt x="1195599" y="60547"/>
                  <a:pt x="1193475" y="60547"/>
                </a:cubicBezTo>
                <a:cubicBezTo>
                  <a:pt x="1191409" y="60547"/>
                  <a:pt x="1189093" y="59543"/>
                  <a:pt x="1186526" y="57537"/>
                </a:cubicBezTo>
                <a:cubicBezTo>
                  <a:pt x="1183959" y="55531"/>
                  <a:pt x="1182056" y="54527"/>
                  <a:pt x="1180817" y="54527"/>
                </a:cubicBezTo>
                <a:cubicBezTo>
                  <a:pt x="1179754" y="54527"/>
                  <a:pt x="1178604" y="55113"/>
                  <a:pt x="1177364" y="56284"/>
                </a:cubicBezTo>
                <a:cubicBezTo>
                  <a:pt x="1174709" y="58687"/>
                  <a:pt x="1171965" y="62642"/>
                  <a:pt x="1169132" y="68148"/>
                </a:cubicBezTo>
                <a:lnTo>
                  <a:pt x="1169132" y="106930"/>
                </a:lnTo>
                <a:cubicBezTo>
                  <a:pt x="1169132" y="111419"/>
                  <a:pt x="1169693" y="114814"/>
                  <a:pt x="1170814" y="117116"/>
                </a:cubicBezTo>
                <a:cubicBezTo>
                  <a:pt x="1171581" y="118711"/>
                  <a:pt x="1172939" y="120038"/>
                  <a:pt x="1174886" y="121099"/>
                </a:cubicBezTo>
                <a:cubicBezTo>
                  <a:pt x="1176833" y="122157"/>
                  <a:pt x="1179636" y="122687"/>
                  <a:pt x="1183295" y="122687"/>
                </a:cubicBezTo>
                <a:lnTo>
                  <a:pt x="1183295" y="125873"/>
                </a:lnTo>
                <a:lnTo>
                  <a:pt x="1141780" y="125873"/>
                </a:lnTo>
                <a:lnTo>
                  <a:pt x="1141780" y="122687"/>
                </a:lnTo>
                <a:cubicBezTo>
                  <a:pt x="1145911" y="122687"/>
                  <a:pt x="1148980" y="122030"/>
                  <a:pt x="1150986" y="120717"/>
                </a:cubicBezTo>
                <a:cubicBezTo>
                  <a:pt x="1152461" y="119762"/>
                  <a:pt x="1153494" y="118240"/>
                  <a:pt x="1154084" y="116150"/>
                </a:cubicBezTo>
                <a:cubicBezTo>
                  <a:pt x="1154379" y="115134"/>
                  <a:pt x="1154527" y="112238"/>
                  <a:pt x="1154527" y="107461"/>
                </a:cubicBezTo>
                <a:lnTo>
                  <a:pt x="1154527" y="76303"/>
                </a:lnTo>
                <a:cubicBezTo>
                  <a:pt x="1154527" y="66861"/>
                  <a:pt x="1154335" y="61240"/>
                  <a:pt x="1153951" y="59440"/>
                </a:cubicBezTo>
                <a:cubicBezTo>
                  <a:pt x="1153568" y="57640"/>
                  <a:pt x="1152860" y="56327"/>
                  <a:pt x="1151827" y="55501"/>
                </a:cubicBezTo>
                <a:cubicBezTo>
                  <a:pt x="1150794" y="54675"/>
                  <a:pt x="1149511" y="54262"/>
                  <a:pt x="1147976" y="54262"/>
                </a:cubicBezTo>
                <a:cubicBezTo>
                  <a:pt x="1146147" y="54262"/>
                  <a:pt x="1144082" y="54704"/>
                  <a:pt x="1141780" y="55590"/>
                </a:cubicBezTo>
                <a:lnTo>
                  <a:pt x="1140895" y="52403"/>
                </a:lnTo>
                <a:lnTo>
                  <a:pt x="1165414" y="42489"/>
                </a:lnTo>
                <a:lnTo>
                  <a:pt x="1169132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(b)Uniqueincor">
            <a:extLst xmlns:a="http://schemas.openxmlformats.org/drawingml/2006/main">
              <a:ext uri="{FF2B5EF4-FFF2-40B4-BE49-F238E27FC236}">
                <a16:creationId xmlns:a16="http://schemas.microsoft.com/office/drawing/2014/main" id="{6E7F638E-398E-4FB7-8263-6D7AD224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5" y="3393785"/>
            <a:ext cx="1201264" cy="164644"/>
          </a:xfrm>
          <a:custGeom xmlns:a="http://schemas.openxmlformats.org/drawingml/2006/main">
            <a:pathLst>
              <a:path w="1201264" h="164644" fill="none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80816" y="59022"/>
                </a:moveTo>
                <a:cubicBezTo>
                  <a:pt x="88664" y="48000"/>
                  <a:pt x="97133" y="42489"/>
                  <a:pt x="106220" y="42489"/>
                </a:cubicBezTo>
                <a:cubicBezTo>
                  <a:pt x="114541" y="42489"/>
                  <a:pt x="121800" y="46041"/>
                  <a:pt x="127996" y="53144"/>
                </a:cubicBezTo>
                <a:cubicBezTo>
                  <a:pt x="134192" y="60248"/>
                  <a:pt x="137290" y="69960"/>
                  <a:pt x="137290" y="82281"/>
                </a:cubicBezTo>
                <a:cubicBezTo>
                  <a:pt x="137290" y="96665"/>
                  <a:pt x="132510" y="108249"/>
                  <a:pt x="122950" y="117033"/>
                </a:cubicBezTo>
                <a:cubicBezTo>
                  <a:pt x="114748" y="124579"/>
                  <a:pt x="105601" y="128352"/>
                  <a:pt x="95510" y="128352"/>
                </a:cubicBezTo>
                <a:cubicBezTo>
                  <a:pt x="90789" y="128352"/>
                  <a:pt x="85994" y="127491"/>
                  <a:pt x="81125" y="125768"/>
                </a:cubicBezTo>
                <a:cubicBezTo>
                  <a:pt x="76257" y="124046"/>
                  <a:pt x="71285" y="121461"/>
                  <a:pt x="66210" y="118015"/>
                </a:cubicBezTo>
                <a:lnTo>
                  <a:pt x="66210" y="34168"/>
                </a:lnTo>
                <a:cubicBezTo>
                  <a:pt x="66210" y="24962"/>
                  <a:pt x="65989" y="19297"/>
                  <a:pt x="65546" y="17173"/>
                </a:cubicBezTo>
                <a:cubicBezTo>
                  <a:pt x="65104" y="15048"/>
                  <a:pt x="64410" y="13602"/>
                  <a:pt x="63466" y="12835"/>
                </a:cubicBezTo>
                <a:cubicBezTo>
                  <a:pt x="62522" y="12068"/>
                  <a:pt x="61342" y="11684"/>
                  <a:pt x="59925" y="11684"/>
                </a:cubicBezTo>
                <a:cubicBezTo>
                  <a:pt x="58273" y="11684"/>
                  <a:pt x="56207" y="12157"/>
                  <a:pt x="53729" y="13101"/>
                </a:cubicBezTo>
                <a:lnTo>
                  <a:pt x="52490" y="9914"/>
                </a:lnTo>
                <a:lnTo>
                  <a:pt x="76832" y="0"/>
                </a:lnTo>
                <a:lnTo>
                  <a:pt x="80816" y="0"/>
                </a:lnTo>
                <a:lnTo>
                  <a:pt x="80816" y="59022"/>
                </a:lnTo>
                <a:moveTo>
                  <a:pt x="80816" y="64657"/>
                </a:moveTo>
                <a:lnTo>
                  <a:pt x="80816" y="112908"/>
                </a:lnTo>
                <a:cubicBezTo>
                  <a:pt x="83825" y="115844"/>
                  <a:pt x="86938" y="118061"/>
                  <a:pt x="90154" y="119558"/>
                </a:cubicBezTo>
                <a:cubicBezTo>
                  <a:pt x="93370" y="121054"/>
                  <a:pt x="96660" y="121801"/>
                  <a:pt x="100024" y="121801"/>
                </a:cubicBezTo>
                <a:cubicBezTo>
                  <a:pt x="105394" y="121801"/>
                  <a:pt x="110396" y="118867"/>
                  <a:pt x="115028" y="112997"/>
                </a:cubicBezTo>
                <a:cubicBezTo>
                  <a:pt x="119660" y="107127"/>
                  <a:pt x="121977" y="98586"/>
                  <a:pt x="121977" y="87373"/>
                </a:cubicBezTo>
                <a:cubicBezTo>
                  <a:pt x="121977" y="77042"/>
                  <a:pt x="119660" y="69103"/>
                  <a:pt x="115028" y="63556"/>
                </a:cubicBezTo>
                <a:cubicBezTo>
                  <a:pt x="110396" y="58009"/>
                  <a:pt x="105129" y="55236"/>
                  <a:pt x="99227" y="55236"/>
                </a:cubicBezTo>
                <a:cubicBezTo>
                  <a:pt x="96100" y="55236"/>
                  <a:pt x="92972" y="56028"/>
                  <a:pt x="89845" y="57612"/>
                </a:cubicBezTo>
                <a:cubicBezTo>
                  <a:pt x="87484" y="58786"/>
                  <a:pt x="84474" y="61135"/>
                  <a:pt x="80816" y="64657"/>
                </a:cubicBezTo>
                <a:close/>
                <a:moveTo>
                  <a:pt x="147647" y="3718"/>
                </a:moveTo>
                <a:lnTo>
                  <a:pt x="147647" y="0"/>
                </a:lnTo>
                <a:cubicBezTo>
                  <a:pt x="156617" y="4426"/>
                  <a:pt x="164082" y="9649"/>
                  <a:pt x="170043" y="15668"/>
                </a:cubicBezTo>
                <a:cubicBezTo>
                  <a:pt x="178481" y="24284"/>
                  <a:pt x="185002" y="34389"/>
                  <a:pt x="189605" y="45985"/>
                </a:cubicBezTo>
                <a:cubicBezTo>
                  <a:pt x="194208" y="57581"/>
                  <a:pt x="196510" y="69664"/>
                  <a:pt x="196510" y="82234"/>
                </a:cubicBezTo>
                <a:cubicBezTo>
                  <a:pt x="196510" y="100528"/>
                  <a:pt x="192010" y="117213"/>
                  <a:pt x="183011" y="132291"/>
                </a:cubicBezTo>
                <a:cubicBezTo>
                  <a:pt x="174011" y="147369"/>
                  <a:pt x="162223" y="158153"/>
                  <a:pt x="147647" y="164644"/>
                </a:cubicBezTo>
                <a:lnTo>
                  <a:pt x="147647" y="161281"/>
                </a:lnTo>
                <a:cubicBezTo>
                  <a:pt x="154906" y="157211"/>
                  <a:pt x="160881" y="151711"/>
                  <a:pt x="165572" y="144780"/>
                </a:cubicBezTo>
                <a:cubicBezTo>
                  <a:pt x="170264" y="137850"/>
                  <a:pt x="173746" y="129033"/>
                  <a:pt x="176018" y="118330"/>
                </a:cubicBezTo>
                <a:cubicBezTo>
                  <a:pt x="178290" y="107625"/>
                  <a:pt x="179426" y="96463"/>
                  <a:pt x="179426" y="84845"/>
                </a:cubicBezTo>
                <a:cubicBezTo>
                  <a:pt x="179426" y="72281"/>
                  <a:pt x="178452" y="60809"/>
                  <a:pt x="176505" y="50431"/>
                </a:cubicBezTo>
                <a:cubicBezTo>
                  <a:pt x="175029" y="42291"/>
                  <a:pt x="173185" y="35773"/>
                  <a:pt x="170972" y="30879"/>
                </a:cubicBezTo>
                <a:cubicBezTo>
                  <a:pt x="168759" y="25983"/>
                  <a:pt x="165823" y="21265"/>
                  <a:pt x="162165" y="16724"/>
                </a:cubicBezTo>
                <a:cubicBezTo>
                  <a:pt x="158506" y="12182"/>
                  <a:pt x="153667" y="7847"/>
                  <a:pt x="147647" y="3718"/>
                </a:cubicBezTo>
                <a:close/>
                <a:moveTo>
                  <a:pt x="335748" y="9206"/>
                </a:moveTo>
                <a:lnTo>
                  <a:pt x="335748" y="5842"/>
                </a:lnTo>
                <a:lnTo>
                  <a:pt x="378237" y="5842"/>
                </a:lnTo>
                <a:lnTo>
                  <a:pt x="378237" y="9206"/>
                </a:lnTo>
                <a:lnTo>
                  <a:pt x="373722" y="9206"/>
                </a:lnTo>
                <a:cubicBezTo>
                  <a:pt x="369001" y="9206"/>
                  <a:pt x="365372" y="11174"/>
                  <a:pt x="362834" y="15109"/>
                </a:cubicBezTo>
                <a:cubicBezTo>
                  <a:pt x="361595" y="16929"/>
                  <a:pt x="360975" y="21158"/>
                  <a:pt x="360975" y="27795"/>
                </a:cubicBezTo>
                <a:lnTo>
                  <a:pt x="360975" y="76394"/>
                </a:lnTo>
                <a:cubicBezTo>
                  <a:pt x="360975" y="88413"/>
                  <a:pt x="359780" y="97736"/>
                  <a:pt x="357390" y="104363"/>
                </a:cubicBezTo>
                <a:cubicBezTo>
                  <a:pt x="355000" y="110989"/>
                  <a:pt x="350309" y="116674"/>
                  <a:pt x="343316" y="121417"/>
                </a:cubicBezTo>
                <a:cubicBezTo>
                  <a:pt x="336323" y="126158"/>
                  <a:pt x="326807" y="128529"/>
                  <a:pt x="314769" y="128529"/>
                </a:cubicBezTo>
                <a:cubicBezTo>
                  <a:pt x="301668" y="128529"/>
                  <a:pt x="291724" y="126262"/>
                  <a:pt x="284938" y="121727"/>
                </a:cubicBezTo>
                <a:cubicBezTo>
                  <a:pt x="278152" y="117190"/>
                  <a:pt x="273342" y="111093"/>
                  <a:pt x="270510" y="103434"/>
                </a:cubicBezTo>
                <a:cubicBezTo>
                  <a:pt x="268621" y="98191"/>
                  <a:pt x="267677" y="88353"/>
                  <a:pt x="267677" y="73918"/>
                </a:cubicBezTo>
                <a:lnTo>
                  <a:pt x="267677" y="27087"/>
                </a:lnTo>
                <a:cubicBezTo>
                  <a:pt x="267677" y="19747"/>
                  <a:pt x="266659" y="14932"/>
                  <a:pt x="264623" y="12642"/>
                </a:cubicBezTo>
                <a:cubicBezTo>
                  <a:pt x="262587" y="10351"/>
                  <a:pt x="259297" y="9206"/>
                  <a:pt x="254753" y="9206"/>
                </a:cubicBezTo>
                <a:lnTo>
                  <a:pt x="250239" y="9206"/>
                </a:lnTo>
                <a:lnTo>
                  <a:pt x="250239" y="5842"/>
                </a:lnTo>
                <a:lnTo>
                  <a:pt x="302111" y="5842"/>
                </a:lnTo>
                <a:lnTo>
                  <a:pt x="302111" y="9206"/>
                </a:lnTo>
                <a:lnTo>
                  <a:pt x="297508" y="9206"/>
                </a:lnTo>
                <a:cubicBezTo>
                  <a:pt x="292551" y="9206"/>
                  <a:pt x="289010" y="10762"/>
                  <a:pt x="286885" y="13875"/>
                </a:cubicBezTo>
                <a:cubicBezTo>
                  <a:pt x="285410" y="15989"/>
                  <a:pt x="284673" y="20392"/>
                  <a:pt x="284673" y="27087"/>
                </a:cubicBezTo>
                <a:lnTo>
                  <a:pt x="284673" y="79302"/>
                </a:lnTo>
                <a:cubicBezTo>
                  <a:pt x="284673" y="83956"/>
                  <a:pt x="285100" y="89288"/>
                  <a:pt x="285956" y="95296"/>
                </a:cubicBezTo>
                <a:cubicBezTo>
                  <a:pt x="286812" y="101302"/>
                  <a:pt x="288361" y="105984"/>
                  <a:pt x="290603" y="109343"/>
                </a:cubicBezTo>
                <a:cubicBezTo>
                  <a:pt x="292846" y="112699"/>
                  <a:pt x="296077" y="115467"/>
                  <a:pt x="300296" y="117647"/>
                </a:cubicBezTo>
                <a:cubicBezTo>
                  <a:pt x="304515" y="119826"/>
                  <a:pt x="309694" y="120916"/>
                  <a:pt x="315831" y="120916"/>
                </a:cubicBezTo>
                <a:cubicBezTo>
                  <a:pt x="323680" y="120916"/>
                  <a:pt x="330702" y="119209"/>
                  <a:pt x="336898" y="115793"/>
                </a:cubicBezTo>
                <a:cubicBezTo>
                  <a:pt x="343095" y="112376"/>
                  <a:pt x="347329" y="108003"/>
                  <a:pt x="349601" y="102673"/>
                </a:cubicBezTo>
                <a:cubicBezTo>
                  <a:pt x="351873" y="97342"/>
                  <a:pt x="353009" y="88315"/>
                  <a:pt x="353009" y="75592"/>
                </a:cubicBezTo>
                <a:lnTo>
                  <a:pt x="353009" y="27087"/>
                </a:lnTo>
                <a:cubicBezTo>
                  <a:pt x="353009" y="19629"/>
                  <a:pt x="352183" y="14961"/>
                  <a:pt x="350530" y="13081"/>
                </a:cubicBezTo>
                <a:cubicBezTo>
                  <a:pt x="348229" y="10498"/>
                  <a:pt x="344806" y="9206"/>
                  <a:pt x="340262" y="9206"/>
                </a:cubicBezTo>
                <a:lnTo>
                  <a:pt x="335748" y="9206"/>
                </a:lnTo>
                <a:close/>
                <a:moveTo>
                  <a:pt x="409453" y="59573"/>
                </a:moveTo>
                <a:cubicBezTo>
                  <a:pt x="418954" y="48184"/>
                  <a:pt x="428013" y="42489"/>
                  <a:pt x="436629" y="42489"/>
                </a:cubicBezTo>
                <a:cubicBezTo>
                  <a:pt x="441054" y="42489"/>
                  <a:pt x="444861" y="43593"/>
                  <a:pt x="448047" y="45800"/>
                </a:cubicBezTo>
                <a:cubicBezTo>
                  <a:pt x="451234" y="48006"/>
                  <a:pt x="453772" y="51640"/>
                  <a:pt x="455660" y="56702"/>
                </a:cubicBezTo>
                <a:cubicBezTo>
                  <a:pt x="456958" y="60233"/>
                  <a:pt x="457607" y="65648"/>
                  <a:pt x="457607" y="72945"/>
                </a:cubicBezTo>
                <a:lnTo>
                  <a:pt x="457607" y="107461"/>
                </a:lnTo>
                <a:cubicBezTo>
                  <a:pt x="457607" y="112625"/>
                  <a:pt x="458021" y="116127"/>
                  <a:pt x="458847" y="117968"/>
                </a:cubicBezTo>
                <a:cubicBezTo>
                  <a:pt x="459496" y="119452"/>
                  <a:pt x="460543" y="120610"/>
                  <a:pt x="461989" y="121442"/>
                </a:cubicBezTo>
                <a:cubicBezTo>
                  <a:pt x="463435" y="122272"/>
                  <a:pt x="466105" y="122687"/>
                  <a:pt x="470000" y="122687"/>
                </a:cubicBezTo>
                <a:lnTo>
                  <a:pt x="470000" y="125873"/>
                </a:lnTo>
                <a:lnTo>
                  <a:pt x="429901" y="125873"/>
                </a:lnTo>
                <a:lnTo>
                  <a:pt x="429901" y="122687"/>
                </a:lnTo>
                <a:lnTo>
                  <a:pt x="431583" y="122687"/>
                </a:lnTo>
                <a:cubicBezTo>
                  <a:pt x="435360" y="122687"/>
                  <a:pt x="438001" y="122109"/>
                  <a:pt x="439505" y="120952"/>
                </a:cubicBezTo>
                <a:cubicBezTo>
                  <a:pt x="441010" y="119794"/>
                  <a:pt x="442058" y="118087"/>
                  <a:pt x="442648" y="115832"/>
                </a:cubicBezTo>
                <a:cubicBezTo>
                  <a:pt x="442884" y="114941"/>
                  <a:pt x="443002" y="112151"/>
                  <a:pt x="443002" y="107461"/>
                </a:cubicBezTo>
                <a:lnTo>
                  <a:pt x="443002" y="74322"/>
                </a:lnTo>
                <a:cubicBezTo>
                  <a:pt x="443002" y="66957"/>
                  <a:pt x="442043" y="61610"/>
                  <a:pt x="440125" y="58281"/>
                </a:cubicBezTo>
                <a:cubicBezTo>
                  <a:pt x="438207" y="54952"/>
                  <a:pt x="434976" y="53288"/>
                  <a:pt x="430432" y="53288"/>
                </a:cubicBezTo>
                <a:cubicBezTo>
                  <a:pt x="423410" y="53288"/>
                  <a:pt x="416417" y="57124"/>
                  <a:pt x="409453" y="64796"/>
                </a:cubicBezTo>
                <a:lnTo>
                  <a:pt x="409453" y="107461"/>
                </a:lnTo>
                <a:cubicBezTo>
                  <a:pt x="409453" y="112981"/>
                  <a:pt x="409778" y="116394"/>
                  <a:pt x="410427" y="117702"/>
                </a:cubicBezTo>
                <a:cubicBezTo>
                  <a:pt x="411253" y="119423"/>
                  <a:pt x="412389" y="120684"/>
                  <a:pt x="413835" y="121486"/>
                </a:cubicBezTo>
                <a:cubicBezTo>
                  <a:pt x="415281" y="122286"/>
                  <a:pt x="418217" y="122687"/>
                  <a:pt x="422643" y="122687"/>
                </a:cubicBezTo>
                <a:lnTo>
                  <a:pt x="422643" y="125873"/>
                </a:lnTo>
                <a:lnTo>
                  <a:pt x="382544" y="125873"/>
                </a:lnTo>
                <a:lnTo>
                  <a:pt x="382544" y="122687"/>
                </a:lnTo>
                <a:lnTo>
                  <a:pt x="384314" y="122687"/>
                </a:lnTo>
                <a:cubicBezTo>
                  <a:pt x="388445" y="122687"/>
                  <a:pt x="391233" y="121634"/>
                  <a:pt x="392679" y="119528"/>
                </a:cubicBezTo>
                <a:cubicBezTo>
                  <a:pt x="394125" y="117420"/>
                  <a:pt x="394848" y="113398"/>
                  <a:pt x="394848" y="107461"/>
                </a:cubicBezTo>
                <a:lnTo>
                  <a:pt x="394848" y="77542"/>
                </a:lnTo>
                <a:cubicBezTo>
                  <a:pt x="394848" y="67805"/>
                  <a:pt x="394627" y="61874"/>
                  <a:pt x="394184" y="59750"/>
                </a:cubicBezTo>
                <a:cubicBezTo>
                  <a:pt x="393741" y="57626"/>
                  <a:pt x="393063" y="56180"/>
                  <a:pt x="392148" y="55413"/>
                </a:cubicBezTo>
                <a:cubicBezTo>
                  <a:pt x="391233" y="54645"/>
                  <a:pt x="390009" y="54262"/>
                  <a:pt x="388474" y="54262"/>
                </a:cubicBezTo>
                <a:cubicBezTo>
                  <a:pt x="386822" y="54262"/>
                  <a:pt x="384845" y="54704"/>
                  <a:pt x="382544" y="55590"/>
                </a:cubicBezTo>
                <a:lnTo>
                  <a:pt x="381216" y="52403"/>
                </a:lnTo>
                <a:lnTo>
                  <a:pt x="405647" y="42489"/>
                </a:lnTo>
                <a:lnTo>
                  <a:pt x="409453" y="42489"/>
                </a:lnTo>
                <a:lnTo>
                  <a:pt x="409453" y="59573"/>
                </a:lnTo>
                <a:close/>
                <a:moveTo>
                  <a:pt x="497087" y="0"/>
                </a:moveTo>
                <a:cubicBezTo>
                  <a:pt x="499566" y="0"/>
                  <a:pt x="501675" y="875"/>
                  <a:pt x="503416" y="2625"/>
                </a:cubicBezTo>
                <a:cubicBezTo>
                  <a:pt x="505157" y="4373"/>
                  <a:pt x="506027" y="6493"/>
                  <a:pt x="506027" y="8985"/>
                </a:cubicBezTo>
                <a:cubicBezTo>
                  <a:pt x="506027" y="11476"/>
                  <a:pt x="505157" y="13612"/>
                  <a:pt x="503416" y="15391"/>
                </a:cubicBezTo>
                <a:cubicBezTo>
                  <a:pt x="501675" y="17169"/>
                  <a:pt x="499566" y="18058"/>
                  <a:pt x="497087" y="18058"/>
                </a:cubicBezTo>
                <a:cubicBezTo>
                  <a:pt x="494609" y="18058"/>
                  <a:pt x="492484" y="17169"/>
                  <a:pt x="490714" y="15391"/>
                </a:cubicBezTo>
                <a:cubicBezTo>
                  <a:pt x="488943" y="13612"/>
                  <a:pt x="488058" y="11476"/>
                  <a:pt x="488058" y="8985"/>
                </a:cubicBezTo>
                <a:cubicBezTo>
                  <a:pt x="488058" y="6493"/>
                  <a:pt x="488929" y="4373"/>
                  <a:pt x="490670" y="2625"/>
                </a:cubicBezTo>
                <a:cubicBezTo>
                  <a:pt x="492410" y="875"/>
                  <a:pt x="494550" y="0"/>
                  <a:pt x="497087" y="0"/>
                </a:cubicBezTo>
                <a:moveTo>
                  <a:pt x="504434" y="42489"/>
                </a:moveTo>
                <a:lnTo>
                  <a:pt x="504434" y="107461"/>
                </a:lnTo>
                <a:cubicBezTo>
                  <a:pt x="504434" y="112566"/>
                  <a:pt x="504803" y="115965"/>
                  <a:pt x="505541" y="117658"/>
                </a:cubicBezTo>
                <a:cubicBezTo>
                  <a:pt x="506278" y="119349"/>
                  <a:pt x="507370" y="120610"/>
                  <a:pt x="508816" y="121442"/>
                </a:cubicBezTo>
                <a:cubicBezTo>
                  <a:pt x="510262" y="122272"/>
                  <a:pt x="512902" y="122687"/>
                  <a:pt x="516738" y="122687"/>
                </a:cubicBezTo>
                <a:lnTo>
                  <a:pt x="516738" y="125873"/>
                </a:lnTo>
                <a:lnTo>
                  <a:pt x="477347" y="125873"/>
                </a:lnTo>
                <a:lnTo>
                  <a:pt x="477347" y="122687"/>
                </a:lnTo>
                <a:cubicBezTo>
                  <a:pt x="481301" y="122687"/>
                  <a:pt x="483957" y="122301"/>
                  <a:pt x="485314" y="121530"/>
                </a:cubicBezTo>
                <a:cubicBezTo>
                  <a:pt x="486671" y="120758"/>
                  <a:pt x="487748" y="119482"/>
                  <a:pt x="488545" y="117702"/>
                </a:cubicBezTo>
                <a:cubicBezTo>
                  <a:pt x="489342" y="115921"/>
                  <a:pt x="489740" y="112507"/>
                  <a:pt x="489740" y="107461"/>
                </a:cubicBezTo>
                <a:lnTo>
                  <a:pt x="489740" y="76480"/>
                </a:lnTo>
                <a:cubicBezTo>
                  <a:pt x="489740" y="67650"/>
                  <a:pt x="489474" y="61932"/>
                  <a:pt x="488943" y="59324"/>
                </a:cubicBezTo>
                <a:cubicBezTo>
                  <a:pt x="488530" y="57426"/>
                  <a:pt x="487881" y="56109"/>
                  <a:pt x="486996" y="55371"/>
                </a:cubicBezTo>
                <a:cubicBezTo>
                  <a:pt x="486111" y="54632"/>
                  <a:pt x="484901" y="54262"/>
                  <a:pt x="483367" y="54262"/>
                </a:cubicBezTo>
                <a:cubicBezTo>
                  <a:pt x="481714" y="54262"/>
                  <a:pt x="479708" y="54704"/>
                  <a:pt x="477347" y="55590"/>
                </a:cubicBezTo>
                <a:lnTo>
                  <a:pt x="476108" y="52403"/>
                </a:lnTo>
                <a:lnTo>
                  <a:pt x="500539" y="42489"/>
                </a:lnTo>
                <a:lnTo>
                  <a:pt x="504434" y="42489"/>
                </a:lnTo>
                <a:close/>
                <a:moveTo>
                  <a:pt x="598467" y="42489"/>
                </a:moveTo>
                <a:lnTo>
                  <a:pt x="598467" y="146587"/>
                </a:lnTo>
                <a:cubicBezTo>
                  <a:pt x="598467" y="151842"/>
                  <a:pt x="598821" y="155216"/>
                  <a:pt x="599530" y="156708"/>
                </a:cubicBezTo>
                <a:cubicBezTo>
                  <a:pt x="600238" y="158202"/>
                  <a:pt x="601344" y="159367"/>
                  <a:pt x="602849" y="160202"/>
                </a:cubicBezTo>
                <a:cubicBezTo>
                  <a:pt x="604354" y="161039"/>
                  <a:pt x="607290" y="161458"/>
                  <a:pt x="611657" y="161458"/>
                </a:cubicBezTo>
                <a:lnTo>
                  <a:pt x="611657" y="164644"/>
                </a:lnTo>
                <a:lnTo>
                  <a:pt x="570761" y="164644"/>
                </a:lnTo>
                <a:lnTo>
                  <a:pt x="570761" y="161458"/>
                </a:lnTo>
                <a:lnTo>
                  <a:pt x="572443" y="161458"/>
                </a:lnTo>
                <a:cubicBezTo>
                  <a:pt x="575748" y="161458"/>
                  <a:pt x="578256" y="160980"/>
                  <a:pt x="579967" y="160025"/>
                </a:cubicBezTo>
                <a:cubicBezTo>
                  <a:pt x="581147" y="159368"/>
                  <a:pt x="582091" y="158189"/>
                  <a:pt x="582800" y="156487"/>
                </a:cubicBezTo>
                <a:cubicBezTo>
                  <a:pt x="583508" y="154785"/>
                  <a:pt x="583862" y="151485"/>
                  <a:pt x="583862" y="146587"/>
                </a:cubicBezTo>
                <a:lnTo>
                  <a:pt x="583862" y="111555"/>
                </a:lnTo>
                <a:cubicBezTo>
                  <a:pt x="578492" y="118023"/>
                  <a:pt x="573800" y="122440"/>
                  <a:pt x="569787" y="124806"/>
                </a:cubicBezTo>
                <a:cubicBezTo>
                  <a:pt x="565774" y="127170"/>
                  <a:pt x="561614" y="128352"/>
                  <a:pt x="557306" y="128352"/>
                </a:cubicBezTo>
                <a:cubicBezTo>
                  <a:pt x="549458" y="128352"/>
                  <a:pt x="542450" y="124785"/>
                  <a:pt x="536283" y="117652"/>
                </a:cubicBezTo>
                <a:cubicBezTo>
                  <a:pt x="530116" y="110519"/>
                  <a:pt x="527033" y="100969"/>
                  <a:pt x="527033" y="89003"/>
                </a:cubicBezTo>
                <a:cubicBezTo>
                  <a:pt x="527033" y="75266"/>
                  <a:pt x="531105" y="64079"/>
                  <a:pt x="539248" y="55443"/>
                </a:cubicBezTo>
                <a:cubicBezTo>
                  <a:pt x="547392" y="46807"/>
                  <a:pt x="557218" y="42489"/>
                  <a:pt x="568725" y="42489"/>
                </a:cubicBezTo>
                <a:cubicBezTo>
                  <a:pt x="572089" y="42489"/>
                  <a:pt x="575187" y="42961"/>
                  <a:pt x="578020" y="43905"/>
                </a:cubicBezTo>
                <a:cubicBezTo>
                  <a:pt x="580852" y="44849"/>
                  <a:pt x="583390" y="46266"/>
                  <a:pt x="585632" y="48154"/>
                </a:cubicBezTo>
                <a:cubicBezTo>
                  <a:pt x="589055" y="46502"/>
                  <a:pt x="592330" y="44613"/>
                  <a:pt x="595458" y="42489"/>
                </a:cubicBezTo>
                <a:lnTo>
                  <a:pt x="598467" y="42489"/>
                </a:lnTo>
                <a:moveTo>
                  <a:pt x="583862" y="106006"/>
                </a:moveTo>
                <a:lnTo>
                  <a:pt x="583862" y="68145"/>
                </a:lnTo>
                <a:cubicBezTo>
                  <a:pt x="583862" y="63743"/>
                  <a:pt x="583286" y="60280"/>
                  <a:pt x="582136" y="57756"/>
                </a:cubicBezTo>
                <a:cubicBezTo>
                  <a:pt x="580985" y="55231"/>
                  <a:pt x="578934" y="53088"/>
                  <a:pt x="575984" y="51327"/>
                </a:cubicBezTo>
                <a:cubicBezTo>
                  <a:pt x="573033" y="49566"/>
                  <a:pt x="569699" y="48685"/>
                  <a:pt x="565981" y="48685"/>
                </a:cubicBezTo>
                <a:cubicBezTo>
                  <a:pt x="559372" y="48685"/>
                  <a:pt x="553706" y="51474"/>
                  <a:pt x="548985" y="57050"/>
                </a:cubicBezTo>
                <a:cubicBezTo>
                  <a:pt x="544265" y="62627"/>
                  <a:pt x="541904" y="71079"/>
                  <a:pt x="541904" y="82408"/>
                </a:cubicBezTo>
                <a:cubicBezTo>
                  <a:pt x="541904" y="93268"/>
                  <a:pt x="544309" y="101516"/>
                  <a:pt x="549118" y="107152"/>
                </a:cubicBezTo>
                <a:cubicBezTo>
                  <a:pt x="553928" y="112787"/>
                  <a:pt x="559726" y="115605"/>
                  <a:pt x="566512" y="115605"/>
                </a:cubicBezTo>
                <a:cubicBezTo>
                  <a:pt x="569994" y="115605"/>
                  <a:pt x="573092" y="114856"/>
                  <a:pt x="575807" y="113359"/>
                </a:cubicBezTo>
                <a:cubicBezTo>
                  <a:pt x="578521" y="111862"/>
                  <a:pt x="581206" y="109411"/>
                  <a:pt x="583862" y="106006"/>
                </a:cubicBezTo>
                <a:close/>
                <a:moveTo>
                  <a:pt x="688402" y="44790"/>
                </a:moveTo>
                <a:lnTo>
                  <a:pt x="688402" y="94184"/>
                </a:lnTo>
                <a:cubicBezTo>
                  <a:pt x="688402" y="103450"/>
                  <a:pt x="688624" y="109118"/>
                  <a:pt x="689066" y="111188"/>
                </a:cubicBezTo>
                <a:cubicBezTo>
                  <a:pt x="689509" y="113255"/>
                  <a:pt x="690217" y="114700"/>
                  <a:pt x="691191" y="115522"/>
                </a:cubicBezTo>
                <a:cubicBezTo>
                  <a:pt x="692164" y="116345"/>
                  <a:pt x="693300" y="116756"/>
                  <a:pt x="694599" y="116756"/>
                </a:cubicBezTo>
                <a:cubicBezTo>
                  <a:pt x="696428" y="116756"/>
                  <a:pt x="698493" y="116254"/>
                  <a:pt x="700795" y="115251"/>
                </a:cubicBezTo>
                <a:lnTo>
                  <a:pt x="702034" y="118438"/>
                </a:lnTo>
                <a:lnTo>
                  <a:pt x="677780" y="128352"/>
                </a:lnTo>
                <a:lnTo>
                  <a:pt x="673797" y="128352"/>
                </a:lnTo>
                <a:lnTo>
                  <a:pt x="673797" y="111259"/>
                </a:lnTo>
                <a:cubicBezTo>
                  <a:pt x="666833" y="118778"/>
                  <a:pt x="661522" y="123506"/>
                  <a:pt x="657863" y="125445"/>
                </a:cubicBezTo>
                <a:cubicBezTo>
                  <a:pt x="654205" y="127383"/>
                  <a:pt x="650339" y="128352"/>
                  <a:pt x="646267" y="128352"/>
                </a:cubicBezTo>
                <a:cubicBezTo>
                  <a:pt x="641723" y="128352"/>
                  <a:pt x="637784" y="127039"/>
                  <a:pt x="634450" y="124413"/>
                </a:cubicBezTo>
                <a:cubicBezTo>
                  <a:pt x="631116" y="121787"/>
                  <a:pt x="628800" y="118408"/>
                  <a:pt x="627501" y="114277"/>
                </a:cubicBezTo>
                <a:cubicBezTo>
                  <a:pt x="626203" y="110147"/>
                  <a:pt x="625554" y="104304"/>
                  <a:pt x="625554" y="96751"/>
                </a:cubicBezTo>
                <a:lnTo>
                  <a:pt x="625554" y="60547"/>
                </a:lnTo>
                <a:cubicBezTo>
                  <a:pt x="625554" y="56683"/>
                  <a:pt x="625141" y="54009"/>
                  <a:pt x="624315" y="52525"/>
                </a:cubicBezTo>
                <a:cubicBezTo>
                  <a:pt x="623489" y="51038"/>
                  <a:pt x="622264" y="49894"/>
                  <a:pt x="620641" y="49092"/>
                </a:cubicBezTo>
                <a:cubicBezTo>
                  <a:pt x="619018" y="48290"/>
                  <a:pt x="616083" y="47918"/>
                  <a:pt x="611834" y="47977"/>
                </a:cubicBezTo>
                <a:lnTo>
                  <a:pt x="611834" y="44790"/>
                </a:lnTo>
                <a:lnTo>
                  <a:pt x="640248" y="44790"/>
                </a:lnTo>
                <a:lnTo>
                  <a:pt x="640248" y="99119"/>
                </a:lnTo>
                <a:cubicBezTo>
                  <a:pt x="640248" y="106681"/>
                  <a:pt x="641561" y="111645"/>
                  <a:pt x="644187" y="114009"/>
                </a:cubicBezTo>
                <a:cubicBezTo>
                  <a:pt x="646813" y="116371"/>
                  <a:pt x="649985" y="117553"/>
                  <a:pt x="653703" y="117553"/>
                </a:cubicBezTo>
                <a:cubicBezTo>
                  <a:pt x="656240" y="117553"/>
                  <a:pt x="659117" y="116755"/>
                  <a:pt x="662334" y="115160"/>
                </a:cubicBezTo>
                <a:cubicBezTo>
                  <a:pt x="665550" y="113565"/>
                  <a:pt x="669371" y="110522"/>
                  <a:pt x="673797" y="106031"/>
                </a:cubicBezTo>
                <a:lnTo>
                  <a:pt x="673797" y="60193"/>
                </a:lnTo>
                <a:cubicBezTo>
                  <a:pt x="673797" y="55488"/>
                  <a:pt x="672956" y="52306"/>
                  <a:pt x="671274" y="50646"/>
                </a:cubicBezTo>
                <a:cubicBezTo>
                  <a:pt x="669592" y="48987"/>
                  <a:pt x="666096" y="48097"/>
                  <a:pt x="660784" y="47977"/>
                </a:cubicBezTo>
                <a:lnTo>
                  <a:pt x="660784" y="44790"/>
                </a:lnTo>
                <a:lnTo>
                  <a:pt x="688402" y="44790"/>
                </a:lnTo>
                <a:close/>
                <a:moveTo>
                  <a:pt x="721597" y="75418"/>
                </a:moveTo>
                <a:cubicBezTo>
                  <a:pt x="721538" y="87401"/>
                  <a:pt x="724459" y="96800"/>
                  <a:pt x="730360" y="103614"/>
                </a:cubicBezTo>
                <a:cubicBezTo>
                  <a:pt x="736262" y="110428"/>
                  <a:pt x="743196" y="113835"/>
                  <a:pt x="751162" y="113835"/>
                </a:cubicBezTo>
                <a:cubicBezTo>
                  <a:pt x="756473" y="113835"/>
                  <a:pt x="761091" y="112368"/>
                  <a:pt x="765015" y="109434"/>
                </a:cubicBezTo>
                <a:cubicBezTo>
                  <a:pt x="768940" y="106500"/>
                  <a:pt x="772230" y="101475"/>
                  <a:pt x="774885" y="94361"/>
                </a:cubicBezTo>
                <a:lnTo>
                  <a:pt x="777629" y="96139"/>
                </a:lnTo>
                <a:cubicBezTo>
                  <a:pt x="776390" y="104267"/>
                  <a:pt x="772790" y="111667"/>
                  <a:pt x="766830" y="118341"/>
                </a:cubicBezTo>
                <a:cubicBezTo>
                  <a:pt x="760870" y="125015"/>
                  <a:pt x="753405" y="128352"/>
                  <a:pt x="744435" y="128352"/>
                </a:cubicBezTo>
                <a:cubicBezTo>
                  <a:pt x="734698" y="128352"/>
                  <a:pt x="726362" y="124569"/>
                  <a:pt x="719428" y="117002"/>
                </a:cubicBezTo>
                <a:cubicBezTo>
                  <a:pt x="712494" y="109434"/>
                  <a:pt x="709027" y="99260"/>
                  <a:pt x="709027" y="86480"/>
                </a:cubicBezTo>
                <a:cubicBezTo>
                  <a:pt x="709027" y="72641"/>
                  <a:pt x="712583" y="61850"/>
                  <a:pt x="719694" y="54107"/>
                </a:cubicBezTo>
                <a:cubicBezTo>
                  <a:pt x="726805" y="46362"/>
                  <a:pt x="735731" y="42489"/>
                  <a:pt x="746471" y="42489"/>
                </a:cubicBezTo>
                <a:cubicBezTo>
                  <a:pt x="755559" y="42489"/>
                  <a:pt x="763024" y="45476"/>
                  <a:pt x="768866" y="51451"/>
                </a:cubicBezTo>
                <a:cubicBezTo>
                  <a:pt x="774708" y="57425"/>
                  <a:pt x="777629" y="65413"/>
                  <a:pt x="777629" y="75418"/>
                </a:cubicBezTo>
                <a:lnTo>
                  <a:pt x="721597" y="75418"/>
                </a:lnTo>
                <a:moveTo>
                  <a:pt x="721597" y="70284"/>
                </a:moveTo>
                <a:lnTo>
                  <a:pt x="759129" y="70284"/>
                </a:lnTo>
                <a:cubicBezTo>
                  <a:pt x="758834" y="65133"/>
                  <a:pt x="758214" y="61505"/>
                  <a:pt x="757270" y="59399"/>
                </a:cubicBezTo>
                <a:cubicBezTo>
                  <a:pt x="755795" y="56120"/>
                  <a:pt x="753596" y="53544"/>
                  <a:pt x="750675" y="51673"/>
                </a:cubicBezTo>
                <a:cubicBezTo>
                  <a:pt x="747754" y="49799"/>
                  <a:pt x="744700" y="48862"/>
                  <a:pt x="741514" y="48862"/>
                </a:cubicBezTo>
                <a:cubicBezTo>
                  <a:pt x="736616" y="48862"/>
                  <a:pt x="732234" y="50750"/>
                  <a:pt x="728369" y="54525"/>
                </a:cubicBezTo>
                <a:cubicBezTo>
                  <a:pt x="724503" y="58300"/>
                  <a:pt x="722246" y="63553"/>
                  <a:pt x="721597" y="70284"/>
                </a:cubicBezTo>
                <a:close/>
                <a:moveTo>
                  <a:pt x="854221" y="0"/>
                </a:moveTo>
                <a:cubicBezTo>
                  <a:pt x="856700" y="0"/>
                  <a:pt x="858810" y="875"/>
                  <a:pt x="860551" y="2625"/>
                </a:cubicBezTo>
                <a:cubicBezTo>
                  <a:pt x="862291" y="4373"/>
                  <a:pt x="863162" y="6493"/>
                  <a:pt x="863162" y="8985"/>
                </a:cubicBezTo>
                <a:cubicBezTo>
                  <a:pt x="863162" y="11476"/>
                  <a:pt x="862291" y="13612"/>
                  <a:pt x="860551" y="15391"/>
                </a:cubicBezTo>
                <a:cubicBezTo>
                  <a:pt x="858810" y="17169"/>
                  <a:pt x="856700" y="18058"/>
                  <a:pt x="854221" y="18058"/>
                </a:cubicBezTo>
                <a:cubicBezTo>
                  <a:pt x="851743" y="18058"/>
                  <a:pt x="849618" y="17169"/>
                  <a:pt x="847848" y="15391"/>
                </a:cubicBezTo>
                <a:cubicBezTo>
                  <a:pt x="846078" y="13612"/>
                  <a:pt x="845193" y="11476"/>
                  <a:pt x="845193" y="8985"/>
                </a:cubicBezTo>
                <a:cubicBezTo>
                  <a:pt x="845193" y="6493"/>
                  <a:pt x="846063" y="4373"/>
                  <a:pt x="847804" y="2625"/>
                </a:cubicBezTo>
                <a:cubicBezTo>
                  <a:pt x="849545" y="875"/>
                  <a:pt x="851684" y="0"/>
                  <a:pt x="854221" y="0"/>
                </a:cubicBezTo>
                <a:moveTo>
                  <a:pt x="861568" y="42489"/>
                </a:moveTo>
                <a:lnTo>
                  <a:pt x="861568" y="107461"/>
                </a:lnTo>
                <a:cubicBezTo>
                  <a:pt x="861568" y="112566"/>
                  <a:pt x="861937" y="115965"/>
                  <a:pt x="862675" y="117658"/>
                </a:cubicBezTo>
                <a:cubicBezTo>
                  <a:pt x="863413" y="119349"/>
                  <a:pt x="864504" y="120610"/>
                  <a:pt x="865950" y="121442"/>
                </a:cubicBezTo>
                <a:cubicBezTo>
                  <a:pt x="867396" y="122272"/>
                  <a:pt x="870037" y="122687"/>
                  <a:pt x="873873" y="122687"/>
                </a:cubicBezTo>
                <a:lnTo>
                  <a:pt x="873873" y="125873"/>
                </a:lnTo>
                <a:lnTo>
                  <a:pt x="834482" y="125873"/>
                </a:lnTo>
                <a:lnTo>
                  <a:pt x="834482" y="122687"/>
                </a:lnTo>
                <a:cubicBezTo>
                  <a:pt x="838436" y="122687"/>
                  <a:pt x="841091" y="122301"/>
                  <a:pt x="842448" y="121530"/>
                </a:cubicBezTo>
                <a:cubicBezTo>
                  <a:pt x="843806" y="120758"/>
                  <a:pt x="844883" y="119482"/>
                  <a:pt x="845679" y="117702"/>
                </a:cubicBezTo>
                <a:cubicBezTo>
                  <a:pt x="846476" y="115921"/>
                  <a:pt x="846874" y="112507"/>
                  <a:pt x="846874" y="107461"/>
                </a:cubicBezTo>
                <a:lnTo>
                  <a:pt x="846874" y="76480"/>
                </a:lnTo>
                <a:cubicBezTo>
                  <a:pt x="846874" y="67650"/>
                  <a:pt x="846609" y="61932"/>
                  <a:pt x="846078" y="59324"/>
                </a:cubicBezTo>
                <a:cubicBezTo>
                  <a:pt x="845665" y="57426"/>
                  <a:pt x="845016" y="56109"/>
                  <a:pt x="844130" y="55371"/>
                </a:cubicBezTo>
                <a:cubicBezTo>
                  <a:pt x="843245" y="54632"/>
                  <a:pt x="842035" y="54262"/>
                  <a:pt x="840501" y="54262"/>
                </a:cubicBezTo>
                <a:cubicBezTo>
                  <a:pt x="838849" y="54262"/>
                  <a:pt x="836842" y="54704"/>
                  <a:pt x="834482" y="55590"/>
                </a:cubicBezTo>
                <a:lnTo>
                  <a:pt x="833243" y="52403"/>
                </a:lnTo>
                <a:lnTo>
                  <a:pt x="857674" y="42489"/>
                </a:lnTo>
                <a:lnTo>
                  <a:pt x="861568" y="42489"/>
                </a:lnTo>
                <a:close/>
                <a:moveTo>
                  <a:pt x="907447" y="59573"/>
                </a:moveTo>
                <a:cubicBezTo>
                  <a:pt x="916948" y="48184"/>
                  <a:pt x="926007" y="42489"/>
                  <a:pt x="934623" y="42489"/>
                </a:cubicBezTo>
                <a:cubicBezTo>
                  <a:pt x="939048" y="42489"/>
                  <a:pt x="942855" y="43593"/>
                  <a:pt x="946041" y="45800"/>
                </a:cubicBezTo>
                <a:cubicBezTo>
                  <a:pt x="949228" y="48006"/>
                  <a:pt x="951766" y="51640"/>
                  <a:pt x="953654" y="56702"/>
                </a:cubicBezTo>
                <a:cubicBezTo>
                  <a:pt x="954952" y="60233"/>
                  <a:pt x="955601" y="65648"/>
                  <a:pt x="955601" y="72945"/>
                </a:cubicBezTo>
                <a:lnTo>
                  <a:pt x="955601" y="107461"/>
                </a:lnTo>
                <a:cubicBezTo>
                  <a:pt x="955601" y="112625"/>
                  <a:pt x="956014" y="116127"/>
                  <a:pt x="956841" y="117968"/>
                </a:cubicBezTo>
                <a:cubicBezTo>
                  <a:pt x="957490" y="119452"/>
                  <a:pt x="958537" y="120610"/>
                  <a:pt x="959983" y="121442"/>
                </a:cubicBezTo>
                <a:cubicBezTo>
                  <a:pt x="961429" y="122272"/>
                  <a:pt x="964099" y="122687"/>
                  <a:pt x="967994" y="122687"/>
                </a:cubicBezTo>
                <a:lnTo>
                  <a:pt x="967994" y="125873"/>
                </a:lnTo>
                <a:lnTo>
                  <a:pt x="927895" y="125873"/>
                </a:lnTo>
                <a:lnTo>
                  <a:pt x="927895" y="122687"/>
                </a:lnTo>
                <a:lnTo>
                  <a:pt x="929577" y="122687"/>
                </a:lnTo>
                <a:cubicBezTo>
                  <a:pt x="933354" y="122687"/>
                  <a:pt x="935995" y="122109"/>
                  <a:pt x="937499" y="120952"/>
                </a:cubicBezTo>
                <a:cubicBezTo>
                  <a:pt x="939004" y="119794"/>
                  <a:pt x="940052" y="118087"/>
                  <a:pt x="940642" y="115832"/>
                </a:cubicBezTo>
                <a:cubicBezTo>
                  <a:pt x="940878" y="114941"/>
                  <a:pt x="940996" y="112151"/>
                  <a:pt x="940996" y="107461"/>
                </a:cubicBezTo>
                <a:lnTo>
                  <a:pt x="940996" y="74322"/>
                </a:lnTo>
                <a:cubicBezTo>
                  <a:pt x="940996" y="66957"/>
                  <a:pt x="940037" y="61610"/>
                  <a:pt x="938119" y="58281"/>
                </a:cubicBezTo>
                <a:cubicBezTo>
                  <a:pt x="936201" y="54952"/>
                  <a:pt x="932970" y="53288"/>
                  <a:pt x="928426" y="53288"/>
                </a:cubicBezTo>
                <a:cubicBezTo>
                  <a:pt x="921404" y="53288"/>
                  <a:pt x="914411" y="57124"/>
                  <a:pt x="907447" y="64796"/>
                </a:cubicBezTo>
                <a:lnTo>
                  <a:pt x="907447" y="107461"/>
                </a:lnTo>
                <a:cubicBezTo>
                  <a:pt x="907447" y="112981"/>
                  <a:pt x="907772" y="116394"/>
                  <a:pt x="908421" y="117702"/>
                </a:cubicBezTo>
                <a:cubicBezTo>
                  <a:pt x="909247" y="119423"/>
                  <a:pt x="910383" y="120684"/>
                  <a:pt x="911829" y="121486"/>
                </a:cubicBezTo>
                <a:cubicBezTo>
                  <a:pt x="913275" y="122286"/>
                  <a:pt x="916211" y="122687"/>
                  <a:pt x="920637" y="122687"/>
                </a:cubicBezTo>
                <a:lnTo>
                  <a:pt x="920637" y="125873"/>
                </a:lnTo>
                <a:lnTo>
                  <a:pt x="880538" y="125873"/>
                </a:lnTo>
                <a:lnTo>
                  <a:pt x="880538" y="122687"/>
                </a:lnTo>
                <a:lnTo>
                  <a:pt x="882308" y="122687"/>
                </a:lnTo>
                <a:cubicBezTo>
                  <a:pt x="886439" y="122687"/>
                  <a:pt x="889227" y="121634"/>
                  <a:pt x="890673" y="119528"/>
                </a:cubicBezTo>
                <a:cubicBezTo>
                  <a:pt x="892119" y="117420"/>
                  <a:pt x="892842" y="113398"/>
                  <a:pt x="892842" y="107461"/>
                </a:cubicBezTo>
                <a:lnTo>
                  <a:pt x="892842" y="77542"/>
                </a:lnTo>
                <a:cubicBezTo>
                  <a:pt x="892842" y="67805"/>
                  <a:pt x="892620" y="61874"/>
                  <a:pt x="892178" y="59750"/>
                </a:cubicBezTo>
                <a:cubicBezTo>
                  <a:pt x="891735" y="57626"/>
                  <a:pt x="891057" y="56180"/>
                  <a:pt x="890142" y="55413"/>
                </a:cubicBezTo>
                <a:cubicBezTo>
                  <a:pt x="889227" y="54645"/>
                  <a:pt x="888003" y="54262"/>
                  <a:pt x="886468" y="54262"/>
                </a:cubicBezTo>
                <a:cubicBezTo>
                  <a:pt x="884816" y="54262"/>
                  <a:pt x="882839" y="54704"/>
                  <a:pt x="880538" y="55590"/>
                </a:cubicBezTo>
                <a:lnTo>
                  <a:pt x="879210" y="52403"/>
                </a:lnTo>
                <a:lnTo>
                  <a:pt x="903641" y="42489"/>
                </a:lnTo>
                <a:lnTo>
                  <a:pt x="907447" y="42489"/>
                </a:lnTo>
                <a:lnTo>
                  <a:pt x="907447" y="59573"/>
                </a:lnTo>
                <a:close/>
                <a:moveTo>
                  <a:pt x="1043324" y="95069"/>
                </a:moveTo>
                <a:cubicBezTo>
                  <a:pt x="1041140" y="105750"/>
                  <a:pt x="1036862" y="113968"/>
                  <a:pt x="1030488" y="119721"/>
                </a:cubicBezTo>
                <a:cubicBezTo>
                  <a:pt x="1024115" y="125475"/>
                  <a:pt x="1017063" y="128352"/>
                  <a:pt x="1009332" y="128352"/>
                </a:cubicBezTo>
                <a:cubicBezTo>
                  <a:pt x="1000127" y="128352"/>
                  <a:pt x="992101" y="124491"/>
                  <a:pt x="985255" y="116770"/>
                </a:cubicBezTo>
                <a:cubicBezTo>
                  <a:pt x="978410" y="109047"/>
                  <a:pt x="974987" y="98611"/>
                  <a:pt x="974987" y="85465"/>
                </a:cubicBezTo>
                <a:cubicBezTo>
                  <a:pt x="974987" y="72731"/>
                  <a:pt x="978779" y="62385"/>
                  <a:pt x="986362" y="54428"/>
                </a:cubicBezTo>
                <a:cubicBezTo>
                  <a:pt x="993945" y="46469"/>
                  <a:pt x="1003048" y="42489"/>
                  <a:pt x="1013670" y="42489"/>
                </a:cubicBezTo>
                <a:cubicBezTo>
                  <a:pt x="1021637" y="42489"/>
                  <a:pt x="1028187" y="44606"/>
                  <a:pt x="1033321" y="48840"/>
                </a:cubicBezTo>
                <a:cubicBezTo>
                  <a:pt x="1038455" y="53072"/>
                  <a:pt x="1041022" y="57468"/>
                  <a:pt x="1041022" y="62027"/>
                </a:cubicBezTo>
                <a:cubicBezTo>
                  <a:pt x="1041022" y="64276"/>
                  <a:pt x="1040299" y="66098"/>
                  <a:pt x="1038853" y="67490"/>
                </a:cubicBezTo>
                <a:cubicBezTo>
                  <a:pt x="1037408" y="68880"/>
                  <a:pt x="1035386" y="69576"/>
                  <a:pt x="1032790" y="69576"/>
                </a:cubicBezTo>
                <a:cubicBezTo>
                  <a:pt x="1029308" y="69576"/>
                  <a:pt x="1026682" y="68445"/>
                  <a:pt x="1024912" y="66184"/>
                </a:cubicBezTo>
                <a:cubicBezTo>
                  <a:pt x="1023909" y="64934"/>
                  <a:pt x="1023245" y="62553"/>
                  <a:pt x="1022920" y="59042"/>
                </a:cubicBezTo>
                <a:cubicBezTo>
                  <a:pt x="1022596" y="55531"/>
                  <a:pt x="1021401" y="52853"/>
                  <a:pt x="1019335" y="51009"/>
                </a:cubicBezTo>
                <a:cubicBezTo>
                  <a:pt x="1017270" y="49224"/>
                  <a:pt x="1014408" y="48331"/>
                  <a:pt x="1010749" y="48331"/>
                </a:cubicBezTo>
                <a:cubicBezTo>
                  <a:pt x="1004848" y="48331"/>
                  <a:pt x="1000097" y="50515"/>
                  <a:pt x="996497" y="54881"/>
                </a:cubicBezTo>
                <a:cubicBezTo>
                  <a:pt x="991717" y="60665"/>
                  <a:pt x="989327" y="68307"/>
                  <a:pt x="989327" y="77808"/>
                </a:cubicBezTo>
                <a:cubicBezTo>
                  <a:pt x="989327" y="87486"/>
                  <a:pt x="991703" y="96028"/>
                  <a:pt x="996453" y="103434"/>
                </a:cubicBezTo>
                <a:cubicBezTo>
                  <a:pt x="1001204" y="110840"/>
                  <a:pt x="1007621" y="114543"/>
                  <a:pt x="1015706" y="114543"/>
                </a:cubicBezTo>
                <a:cubicBezTo>
                  <a:pt x="1021489" y="114543"/>
                  <a:pt x="1026682" y="112566"/>
                  <a:pt x="1031285" y="108612"/>
                </a:cubicBezTo>
                <a:cubicBezTo>
                  <a:pt x="1034531" y="105898"/>
                  <a:pt x="1037688" y="100970"/>
                  <a:pt x="1040757" y="93830"/>
                </a:cubicBezTo>
                <a:lnTo>
                  <a:pt x="1043324" y="95069"/>
                </a:lnTo>
                <a:close/>
                <a:moveTo>
                  <a:pt x="1094422" y="42489"/>
                </a:moveTo>
                <a:cubicBezTo>
                  <a:pt x="1106697" y="42489"/>
                  <a:pt x="1116552" y="47146"/>
                  <a:pt x="1123987" y="56461"/>
                </a:cubicBezTo>
                <a:cubicBezTo>
                  <a:pt x="1130302" y="64418"/>
                  <a:pt x="1133459" y="73556"/>
                  <a:pt x="1133459" y="83874"/>
                </a:cubicBezTo>
                <a:cubicBezTo>
                  <a:pt x="1133459" y="91125"/>
                  <a:pt x="1131718" y="98465"/>
                  <a:pt x="1128236" y="105893"/>
                </a:cubicBezTo>
                <a:cubicBezTo>
                  <a:pt x="1124755" y="113319"/>
                  <a:pt x="1119960" y="118919"/>
                  <a:pt x="1113852" y="122692"/>
                </a:cubicBezTo>
                <a:cubicBezTo>
                  <a:pt x="1107744" y="126465"/>
                  <a:pt x="1100943" y="128352"/>
                  <a:pt x="1093449" y="128352"/>
                </a:cubicBezTo>
                <a:cubicBezTo>
                  <a:pt x="1081233" y="128352"/>
                  <a:pt x="1071525" y="123488"/>
                  <a:pt x="1064326" y="113760"/>
                </a:cubicBezTo>
                <a:cubicBezTo>
                  <a:pt x="1058248" y="105567"/>
                  <a:pt x="1055209" y="96371"/>
                  <a:pt x="1055209" y="86173"/>
                </a:cubicBezTo>
                <a:cubicBezTo>
                  <a:pt x="1055209" y="78745"/>
                  <a:pt x="1057053" y="71361"/>
                  <a:pt x="1060741" y="64021"/>
                </a:cubicBezTo>
                <a:cubicBezTo>
                  <a:pt x="1064429" y="56681"/>
                  <a:pt x="1069283" y="51258"/>
                  <a:pt x="1075302" y="47750"/>
                </a:cubicBezTo>
                <a:cubicBezTo>
                  <a:pt x="1081322" y="44243"/>
                  <a:pt x="1087695" y="42489"/>
                  <a:pt x="1094422" y="42489"/>
                </a:cubicBezTo>
                <a:moveTo>
                  <a:pt x="1091678" y="48331"/>
                </a:moveTo>
                <a:cubicBezTo>
                  <a:pt x="1088551" y="48331"/>
                  <a:pt x="1085408" y="49258"/>
                  <a:pt x="1082251" y="51111"/>
                </a:cubicBezTo>
                <a:cubicBezTo>
                  <a:pt x="1079094" y="52963"/>
                  <a:pt x="1076542" y="56211"/>
                  <a:pt x="1074594" y="60856"/>
                </a:cubicBezTo>
                <a:cubicBezTo>
                  <a:pt x="1072647" y="65502"/>
                  <a:pt x="1071673" y="71469"/>
                  <a:pt x="1071673" y="78759"/>
                </a:cubicBezTo>
                <a:cubicBezTo>
                  <a:pt x="1071673" y="90519"/>
                  <a:pt x="1074019" y="100663"/>
                  <a:pt x="1078710" y="109190"/>
                </a:cubicBezTo>
                <a:cubicBezTo>
                  <a:pt x="1083402" y="117716"/>
                  <a:pt x="1089583" y="121979"/>
                  <a:pt x="1097255" y="121979"/>
                </a:cubicBezTo>
                <a:cubicBezTo>
                  <a:pt x="1102979" y="121979"/>
                  <a:pt x="1107700" y="119626"/>
                  <a:pt x="1111418" y="114922"/>
                </a:cubicBezTo>
                <a:cubicBezTo>
                  <a:pt x="1115136" y="110218"/>
                  <a:pt x="1116994" y="102133"/>
                  <a:pt x="1116994" y="90668"/>
                </a:cubicBezTo>
                <a:cubicBezTo>
                  <a:pt x="1116994" y="76320"/>
                  <a:pt x="1113896" y="65031"/>
                  <a:pt x="1107700" y="56798"/>
                </a:cubicBezTo>
                <a:cubicBezTo>
                  <a:pt x="1103510" y="51154"/>
                  <a:pt x="1098170" y="48331"/>
                  <a:pt x="1091678" y="48331"/>
                </a:cubicBezTo>
                <a:close/>
                <a:moveTo>
                  <a:pt x="1169132" y="42489"/>
                </a:moveTo>
                <a:lnTo>
                  <a:pt x="1169132" y="60724"/>
                </a:lnTo>
                <a:cubicBezTo>
                  <a:pt x="1175919" y="48567"/>
                  <a:pt x="1182882" y="42489"/>
                  <a:pt x="1190023" y="42489"/>
                </a:cubicBezTo>
                <a:cubicBezTo>
                  <a:pt x="1193268" y="42489"/>
                  <a:pt x="1195953" y="43477"/>
                  <a:pt x="1198078" y="45454"/>
                </a:cubicBezTo>
                <a:cubicBezTo>
                  <a:pt x="1200202" y="47431"/>
                  <a:pt x="1201264" y="49718"/>
                  <a:pt x="1201264" y="52314"/>
                </a:cubicBezTo>
                <a:cubicBezTo>
                  <a:pt x="1201264" y="54616"/>
                  <a:pt x="1200497" y="56563"/>
                  <a:pt x="1198963" y="58157"/>
                </a:cubicBezTo>
                <a:cubicBezTo>
                  <a:pt x="1197429" y="59750"/>
                  <a:pt x="1195599" y="60547"/>
                  <a:pt x="1193475" y="60547"/>
                </a:cubicBezTo>
                <a:cubicBezTo>
                  <a:pt x="1191409" y="60547"/>
                  <a:pt x="1189093" y="59543"/>
                  <a:pt x="1186526" y="57537"/>
                </a:cubicBezTo>
                <a:cubicBezTo>
                  <a:pt x="1183959" y="55531"/>
                  <a:pt x="1182056" y="54527"/>
                  <a:pt x="1180817" y="54527"/>
                </a:cubicBezTo>
                <a:cubicBezTo>
                  <a:pt x="1179754" y="54527"/>
                  <a:pt x="1178604" y="55113"/>
                  <a:pt x="1177364" y="56284"/>
                </a:cubicBezTo>
                <a:cubicBezTo>
                  <a:pt x="1174709" y="58687"/>
                  <a:pt x="1171965" y="62642"/>
                  <a:pt x="1169132" y="68148"/>
                </a:cubicBezTo>
                <a:lnTo>
                  <a:pt x="1169132" y="106930"/>
                </a:lnTo>
                <a:cubicBezTo>
                  <a:pt x="1169132" y="111419"/>
                  <a:pt x="1169693" y="114814"/>
                  <a:pt x="1170814" y="117116"/>
                </a:cubicBezTo>
                <a:cubicBezTo>
                  <a:pt x="1171581" y="118711"/>
                  <a:pt x="1172939" y="120038"/>
                  <a:pt x="1174886" y="121099"/>
                </a:cubicBezTo>
                <a:cubicBezTo>
                  <a:pt x="1176833" y="122157"/>
                  <a:pt x="1179636" y="122687"/>
                  <a:pt x="1183295" y="122687"/>
                </a:cubicBezTo>
                <a:lnTo>
                  <a:pt x="1183295" y="125873"/>
                </a:lnTo>
                <a:lnTo>
                  <a:pt x="1141780" y="125873"/>
                </a:lnTo>
                <a:lnTo>
                  <a:pt x="1141780" y="122687"/>
                </a:lnTo>
                <a:cubicBezTo>
                  <a:pt x="1145911" y="122687"/>
                  <a:pt x="1148980" y="122030"/>
                  <a:pt x="1150986" y="120717"/>
                </a:cubicBezTo>
                <a:cubicBezTo>
                  <a:pt x="1152461" y="119762"/>
                  <a:pt x="1153494" y="118240"/>
                  <a:pt x="1154084" y="116150"/>
                </a:cubicBezTo>
                <a:cubicBezTo>
                  <a:pt x="1154379" y="115134"/>
                  <a:pt x="1154527" y="112238"/>
                  <a:pt x="1154527" y="107461"/>
                </a:cubicBezTo>
                <a:lnTo>
                  <a:pt x="1154527" y="76303"/>
                </a:lnTo>
                <a:cubicBezTo>
                  <a:pt x="1154527" y="66861"/>
                  <a:pt x="1154335" y="61240"/>
                  <a:pt x="1153951" y="59440"/>
                </a:cubicBezTo>
                <a:cubicBezTo>
                  <a:pt x="1153568" y="57640"/>
                  <a:pt x="1152860" y="56327"/>
                  <a:pt x="1151827" y="55501"/>
                </a:cubicBezTo>
                <a:cubicBezTo>
                  <a:pt x="1150794" y="54675"/>
                  <a:pt x="1149511" y="54262"/>
                  <a:pt x="1147976" y="54262"/>
                </a:cubicBezTo>
                <a:cubicBezTo>
                  <a:pt x="1146147" y="54262"/>
                  <a:pt x="1144082" y="54704"/>
                  <a:pt x="1141780" y="55590"/>
                </a:cubicBezTo>
                <a:lnTo>
                  <a:pt x="1140895" y="52403"/>
                </a:lnTo>
                <a:lnTo>
                  <a:pt x="1165414" y="42489"/>
                </a:lnTo>
                <a:lnTo>
                  <a:pt x="1169132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70" name="Text rectdetection">
            <a:extLst xmlns:a="http://schemas.openxmlformats.org/drawingml/2006/main">
              <a:ext uri="{FF2B5EF4-FFF2-40B4-BE49-F238E27FC236}">
                <a16:creationId xmlns:a16="http://schemas.microsoft.com/office/drawing/2014/main" id="{4A146E52-E301-4902-A6A5-F6E1C9A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909" y="3393785"/>
            <a:ext cx="978086" cy="128352"/>
          </a:xfrm>
          <a:custGeom xmlns:a="http://schemas.openxmlformats.org/drawingml/2006/main">
            <a:pathLst>
              <a:path w="978086" h="128352">
                <a:moveTo>
                  <a:pt x="28237" y="42489"/>
                </a:moveTo>
                <a:lnTo>
                  <a:pt x="28237" y="60724"/>
                </a:lnTo>
                <a:cubicBezTo>
                  <a:pt x="35024" y="48567"/>
                  <a:pt x="41987" y="42489"/>
                  <a:pt x="49128" y="42489"/>
                </a:cubicBezTo>
                <a:cubicBezTo>
                  <a:pt x="52373" y="42489"/>
                  <a:pt x="55059" y="43477"/>
                  <a:pt x="57183" y="45454"/>
                </a:cubicBezTo>
                <a:cubicBezTo>
                  <a:pt x="59307" y="47431"/>
                  <a:pt x="60370" y="49718"/>
                  <a:pt x="60370" y="52314"/>
                </a:cubicBezTo>
                <a:cubicBezTo>
                  <a:pt x="60370" y="54616"/>
                  <a:pt x="59602" y="56563"/>
                  <a:pt x="58068" y="58157"/>
                </a:cubicBezTo>
                <a:cubicBezTo>
                  <a:pt x="56534" y="59750"/>
                  <a:pt x="54704" y="60547"/>
                  <a:pt x="52580" y="60547"/>
                </a:cubicBezTo>
                <a:cubicBezTo>
                  <a:pt x="50515" y="60547"/>
                  <a:pt x="48198" y="59543"/>
                  <a:pt x="45631" y="57537"/>
                </a:cubicBezTo>
                <a:cubicBezTo>
                  <a:pt x="43064" y="55531"/>
                  <a:pt x="41161" y="54527"/>
                  <a:pt x="39922" y="54527"/>
                </a:cubicBezTo>
                <a:cubicBezTo>
                  <a:pt x="38860" y="54527"/>
                  <a:pt x="37709" y="55113"/>
                  <a:pt x="36470" y="56284"/>
                </a:cubicBezTo>
                <a:cubicBezTo>
                  <a:pt x="33814" y="58687"/>
                  <a:pt x="31070" y="62642"/>
                  <a:pt x="28237" y="68148"/>
                </a:cubicBezTo>
                <a:lnTo>
                  <a:pt x="28237" y="106930"/>
                </a:lnTo>
                <a:cubicBezTo>
                  <a:pt x="28237" y="111419"/>
                  <a:pt x="28798" y="114814"/>
                  <a:pt x="29919" y="117116"/>
                </a:cubicBezTo>
                <a:cubicBezTo>
                  <a:pt x="30686" y="118711"/>
                  <a:pt x="32044" y="120038"/>
                  <a:pt x="33991" y="121099"/>
                </a:cubicBezTo>
                <a:cubicBezTo>
                  <a:pt x="35938" y="122157"/>
                  <a:pt x="38742" y="122687"/>
                  <a:pt x="42400" y="122687"/>
                </a:cubicBezTo>
                <a:lnTo>
                  <a:pt x="42400" y="125873"/>
                </a:lnTo>
                <a:lnTo>
                  <a:pt x="885" y="125873"/>
                </a:lnTo>
                <a:lnTo>
                  <a:pt x="885" y="122687"/>
                </a:lnTo>
                <a:cubicBezTo>
                  <a:pt x="5016" y="122687"/>
                  <a:pt x="8085" y="122030"/>
                  <a:pt x="10091" y="120717"/>
                </a:cubicBezTo>
                <a:cubicBezTo>
                  <a:pt x="11566" y="119762"/>
                  <a:pt x="12599" y="118240"/>
                  <a:pt x="13189" y="116150"/>
                </a:cubicBezTo>
                <a:cubicBezTo>
                  <a:pt x="13484" y="115134"/>
                  <a:pt x="13632" y="112238"/>
                  <a:pt x="13632" y="107461"/>
                </a:cubicBezTo>
                <a:lnTo>
                  <a:pt x="13632" y="76303"/>
                </a:lnTo>
                <a:cubicBezTo>
                  <a:pt x="13632" y="66861"/>
                  <a:pt x="13440" y="61240"/>
                  <a:pt x="13056" y="59440"/>
                </a:cubicBezTo>
                <a:cubicBezTo>
                  <a:pt x="12673" y="57640"/>
                  <a:pt x="11965" y="56327"/>
                  <a:pt x="10932" y="55501"/>
                </a:cubicBezTo>
                <a:cubicBezTo>
                  <a:pt x="9899" y="54675"/>
                  <a:pt x="8616" y="54262"/>
                  <a:pt x="7081" y="54262"/>
                </a:cubicBezTo>
                <a:cubicBezTo>
                  <a:pt x="5252" y="54262"/>
                  <a:pt x="3187" y="54704"/>
                  <a:pt x="885" y="55590"/>
                </a:cubicBezTo>
                <a:lnTo>
                  <a:pt x="0" y="52403"/>
                </a:lnTo>
                <a:lnTo>
                  <a:pt x="24520" y="42489"/>
                </a:lnTo>
                <a:lnTo>
                  <a:pt x="28237" y="42489"/>
                </a:lnTo>
                <a:close/>
                <a:moveTo>
                  <a:pt x="78514" y="75418"/>
                </a:moveTo>
                <a:cubicBezTo>
                  <a:pt x="78455" y="87401"/>
                  <a:pt x="81376" y="96800"/>
                  <a:pt x="87277" y="103614"/>
                </a:cubicBezTo>
                <a:cubicBezTo>
                  <a:pt x="93179" y="110428"/>
                  <a:pt x="100113" y="113835"/>
                  <a:pt x="108079" y="113835"/>
                </a:cubicBezTo>
                <a:cubicBezTo>
                  <a:pt x="113390" y="113835"/>
                  <a:pt x="118008" y="112368"/>
                  <a:pt x="121932" y="109434"/>
                </a:cubicBezTo>
                <a:cubicBezTo>
                  <a:pt x="125857" y="106500"/>
                  <a:pt x="129147" y="101475"/>
                  <a:pt x="131802" y="94361"/>
                </a:cubicBezTo>
                <a:lnTo>
                  <a:pt x="134546" y="96139"/>
                </a:lnTo>
                <a:cubicBezTo>
                  <a:pt x="133307" y="104267"/>
                  <a:pt x="129707" y="111667"/>
                  <a:pt x="123747" y="118341"/>
                </a:cubicBezTo>
                <a:cubicBezTo>
                  <a:pt x="117787" y="125015"/>
                  <a:pt x="110322" y="128352"/>
                  <a:pt x="101352" y="128352"/>
                </a:cubicBezTo>
                <a:cubicBezTo>
                  <a:pt x="91615" y="128352"/>
                  <a:pt x="83279" y="124569"/>
                  <a:pt x="76345" y="117002"/>
                </a:cubicBezTo>
                <a:cubicBezTo>
                  <a:pt x="69411" y="109434"/>
                  <a:pt x="65944" y="99260"/>
                  <a:pt x="65944" y="86480"/>
                </a:cubicBezTo>
                <a:cubicBezTo>
                  <a:pt x="65944" y="72641"/>
                  <a:pt x="69500" y="61850"/>
                  <a:pt x="76611" y="54107"/>
                </a:cubicBezTo>
                <a:cubicBezTo>
                  <a:pt x="83722" y="46362"/>
                  <a:pt x="92648" y="42489"/>
                  <a:pt x="103388" y="42489"/>
                </a:cubicBezTo>
                <a:cubicBezTo>
                  <a:pt x="112476" y="42489"/>
                  <a:pt x="119941" y="45476"/>
                  <a:pt x="125783" y="51451"/>
                </a:cubicBezTo>
                <a:cubicBezTo>
                  <a:pt x="131625" y="57425"/>
                  <a:pt x="134546" y="65413"/>
                  <a:pt x="134546" y="75418"/>
                </a:cubicBezTo>
                <a:lnTo>
                  <a:pt x="78514" y="75418"/>
                </a:lnTo>
                <a:moveTo>
                  <a:pt x="78514" y="70284"/>
                </a:moveTo>
                <a:lnTo>
                  <a:pt x="116046" y="70284"/>
                </a:lnTo>
                <a:cubicBezTo>
                  <a:pt x="115751" y="65133"/>
                  <a:pt x="115131" y="61505"/>
                  <a:pt x="114187" y="59399"/>
                </a:cubicBezTo>
                <a:cubicBezTo>
                  <a:pt x="112712" y="56120"/>
                  <a:pt x="110514" y="53544"/>
                  <a:pt x="107592" y="51673"/>
                </a:cubicBezTo>
                <a:cubicBezTo>
                  <a:pt x="104671" y="49799"/>
                  <a:pt x="101617" y="48862"/>
                  <a:pt x="98431" y="48862"/>
                </a:cubicBezTo>
                <a:cubicBezTo>
                  <a:pt x="93533" y="48862"/>
                  <a:pt x="89151" y="50750"/>
                  <a:pt x="85286" y="54525"/>
                </a:cubicBezTo>
                <a:cubicBezTo>
                  <a:pt x="81420" y="58300"/>
                  <a:pt x="79163" y="63553"/>
                  <a:pt x="78514" y="70284"/>
                </a:cubicBezTo>
                <a:close/>
                <a:moveTo>
                  <a:pt x="214059" y="95069"/>
                </a:moveTo>
                <a:cubicBezTo>
                  <a:pt x="211876" y="105750"/>
                  <a:pt x="207597" y="113968"/>
                  <a:pt x="201224" y="119721"/>
                </a:cubicBezTo>
                <a:cubicBezTo>
                  <a:pt x="194851" y="125475"/>
                  <a:pt x="187799" y="128352"/>
                  <a:pt x="180068" y="128352"/>
                </a:cubicBezTo>
                <a:cubicBezTo>
                  <a:pt x="170862" y="128352"/>
                  <a:pt x="162836" y="124491"/>
                  <a:pt x="155991" y="116770"/>
                </a:cubicBezTo>
                <a:cubicBezTo>
                  <a:pt x="149146" y="109047"/>
                  <a:pt x="145723" y="98611"/>
                  <a:pt x="145723" y="85465"/>
                </a:cubicBezTo>
                <a:cubicBezTo>
                  <a:pt x="145723" y="72731"/>
                  <a:pt x="149514" y="62385"/>
                  <a:pt x="157097" y="54428"/>
                </a:cubicBezTo>
                <a:cubicBezTo>
                  <a:pt x="164681" y="46469"/>
                  <a:pt x="173783" y="42489"/>
                  <a:pt x="184405" y="42489"/>
                </a:cubicBezTo>
                <a:cubicBezTo>
                  <a:pt x="192372" y="42489"/>
                  <a:pt x="198922" y="44606"/>
                  <a:pt x="204057" y="48840"/>
                </a:cubicBezTo>
                <a:cubicBezTo>
                  <a:pt x="209191" y="53072"/>
                  <a:pt x="211758" y="57468"/>
                  <a:pt x="211758" y="62027"/>
                </a:cubicBezTo>
                <a:cubicBezTo>
                  <a:pt x="211758" y="64276"/>
                  <a:pt x="211035" y="66098"/>
                  <a:pt x="209589" y="67490"/>
                </a:cubicBezTo>
                <a:cubicBezTo>
                  <a:pt x="208143" y="68880"/>
                  <a:pt x="206122" y="69576"/>
                  <a:pt x="203525" y="69576"/>
                </a:cubicBezTo>
                <a:cubicBezTo>
                  <a:pt x="200044" y="69576"/>
                  <a:pt x="197418" y="68445"/>
                  <a:pt x="195647" y="66184"/>
                </a:cubicBezTo>
                <a:cubicBezTo>
                  <a:pt x="194644" y="64934"/>
                  <a:pt x="193980" y="62553"/>
                  <a:pt x="193656" y="59042"/>
                </a:cubicBezTo>
                <a:cubicBezTo>
                  <a:pt x="193331" y="55531"/>
                  <a:pt x="192136" y="52853"/>
                  <a:pt x="190071" y="51009"/>
                </a:cubicBezTo>
                <a:cubicBezTo>
                  <a:pt x="188005" y="49224"/>
                  <a:pt x="185143" y="48331"/>
                  <a:pt x="181484" y="48331"/>
                </a:cubicBezTo>
                <a:cubicBezTo>
                  <a:pt x="175583" y="48331"/>
                  <a:pt x="170833" y="50515"/>
                  <a:pt x="167233" y="54881"/>
                </a:cubicBezTo>
                <a:cubicBezTo>
                  <a:pt x="162453" y="60665"/>
                  <a:pt x="160063" y="68307"/>
                  <a:pt x="160063" y="77808"/>
                </a:cubicBezTo>
                <a:cubicBezTo>
                  <a:pt x="160063" y="87486"/>
                  <a:pt x="162438" y="96028"/>
                  <a:pt x="167189" y="103434"/>
                </a:cubicBezTo>
                <a:cubicBezTo>
                  <a:pt x="171939" y="110840"/>
                  <a:pt x="178357" y="114543"/>
                  <a:pt x="186441" y="114543"/>
                </a:cubicBezTo>
                <a:cubicBezTo>
                  <a:pt x="192225" y="114543"/>
                  <a:pt x="197418" y="112566"/>
                  <a:pt x="202021" y="108612"/>
                </a:cubicBezTo>
                <a:cubicBezTo>
                  <a:pt x="205266" y="105898"/>
                  <a:pt x="208423" y="100970"/>
                  <a:pt x="211492" y="93830"/>
                </a:cubicBezTo>
                <a:lnTo>
                  <a:pt x="214059" y="95069"/>
                </a:lnTo>
                <a:close/>
                <a:moveTo>
                  <a:pt x="249048" y="18058"/>
                </a:moveTo>
                <a:lnTo>
                  <a:pt x="249048" y="44790"/>
                </a:lnTo>
                <a:lnTo>
                  <a:pt x="267991" y="44790"/>
                </a:lnTo>
                <a:lnTo>
                  <a:pt x="267991" y="50810"/>
                </a:lnTo>
                <a:lnTo>
                  <a:pt x="249048" y="50987"/>
                </a:lnTo>
                <a:lnTo>
                  <a:pt x="249048" y="103639"/>
                </a:lnTo>
                <a:cubicBezTo>
                  <a:pt x="249048" y="108896"/>
                  <a:pt x="249801" y="112442"/>
                  <a:pt x="251305" y="114275"/>
                </a:cubicBezTo>
                <a:cubicBezTo>
                  <a:pt x="252810" y="116106"/>
                  <a:pt x="254743" y="117021"/>
                  <a:pt x="257103" y="117021"/>
                </a:cubicBezTo>
                <a:cubicBezTo>
                  <a:pt x="259051" y="117021"/>
                  <a:pt x="260939" y="116409"/>
                  <a:pt x="262769" y="115185"/>
                </a:cubicBezTo>
                <a:cubicBezTo>
                  <a:pt x="264598" y="113960"/>
                  <a:pt x="266014" y="112153"/>
                  <a:pt x="267018" y="109763"/>
                </a:cubicBezTo>
                <a:lnTo>
                  <a:pt x="270470" y="109763"/>
                </a:lnTo>
                <a:cubicBezTo>
                  <a:pt x="268404" y="115576"/>
                  <a:pt x="265483" y="119950"/>
                  <a:pt x="261706" y="122886"/>
                </a:cubicBezTo>
                <a:cubicBezTo>
                  <a:pt x="257930" y="125822"/>
                  <a:pt x="254035" y="127290"/>
                  <a:pt x="250022" y="127290"/>
                </a:cubicBezTo>
                <a:cubicBezTo>
                  <a:pt x="247307" y="127290"/>
                  <a:pt x="244652" y="126534"/>
                  <a:pt x="242055" y="125024"/>
                </a:cubicBezTo>
                <a:cubicBezTo>
                  <a:pt x="239459" y="123514"/>
                  <a:pt x="237541" y="121352"/>
                  <a:pt x="236302" y="118540"/>
                </a:cubicBezTo>
                <a:cubicBezTo>
                  <a:pt x="235062" y="115728"/>
                  <a:pt x="234443" y="111390"/>
                  <a:pt x="234443" y="105528"/>
                </a:cubicBezTo>
                <a:lnTo>
                  <a:pt x="234443" y="50810"/>
                </a:lnTo>
                <a:lnTo>
                  <a:pt x="221608" y="50810"/>
                </a:lnTo>
                <a:lnTo>
                  <a:pt x="221608" y="47971"/>
                </a:lnTo>
                <a:cubicBezTo>
                  <a:pt x="224853" y="46681"/>
                  <a:pt x="228173" y="44495"/>
                  <a:pt x="231566" y="41416"/>
                </a:cubicBezTo>
                <a:cubicBezTo>
                  <a:pt x="234959" y="38336"/>
                  <a:pt x="237983" y="34665"/>
                  <a:pt x="240639" y="30403"/>
                </a:cubicBezTo>
                <a:cubicBezTo>
                  <a:pt x="241996" y="28153"/>
                  <a:pt x="243885" y="24038"/>
                  <a:pt x="246304" y="18058"/>
                </a:cubicBezTo>
                <a:lnTo>
                  <a:pt x="249048" y="18058"/>
                </a:lnTo>
                <a:close/>
                <a:moveTo>
                  <a:pt x="378311" y="116761"/>
                </a:moveTo>
                <a:cubicBezTo>
                  <a:pt x="374357" y="120890"/>
                  <a:pt x="370492" y="123855"/>
                  <a:pt x="366715" y="125655"/>
                </a:cubicBezTo>
                <a:cubicBezTo>
                  <a:pt x="362938" y="127453"/>
                  <a:pt x="358867" y="128352"/>
                  <a:pt x="354500" y="128352"/>
                </a:cubicBezTo>
                <a:cubicBezTo>
                  <a:pt x="345648" y="128352"/>
                  <a:pt x="337917" y="124657"/>
                  <a:pt x="331308" y="117268"/>
                </a:cubicBezTo>
                <a:cubicBezTo>
                  <a:pt x="324698" y="109876"/>
                  <a:pt x="321394" y="100379"/>
                  <a:pt x="321394" y="88776"/>
                </a:cubicBezTo>
                <a:cubicBezTo>
                  <a:pt x="321394" y="77174"/>
                  <a:pt x="325053" y="66559"/>
                  <a:pt x="332370" y="56931"/>
                </a:cubicBezTo>
                <a:cubicBezTo>
                  <a:pt x="339688" y="47303"/>
                  <a:pt x="349100" y="42489"/>
                  <a:pt x="360607" y="42489"/>
                </a:cubicBezTo>
                <a:cubicBezTo>
                  <a:pt x="367748" y="42489"/>
                  <a:pt x="373649" y="44760"/>
                  <a:pt x="378311" y="49302"/>
                </a:cubicBezTo>
                <a:lnTo>
                  <a:pt x="378311" y="34168"/>
                </a:lnTo>
                <a:cubicBezTo>
                  <a:pt x="378311" y="24942"/>
                  <a:pt x="378090" y="19271"/>
                  <a:pt x="377647" y="17156"/>
                </a:cubicBezTo>
                <a:cubicBezTo>
                  <a:pt x="377205" y="15041"/>
                  <a:pt x="376511" y="13601"/>
                  <a:pt x="375567" y="12835"/>
                </a:cubicBezTo>
                <a:cubicBezTo>
                  <a:pt x="374623" y="12068"/>
                  <a:pt x="373443" y="11684"/>
                  <a:pt x="372026" y="11684"/>
                </a:cubicBezTo>
                <a:cubicBezTo>
                  <a:pt x="370492" y="11684"/>
                  <a:pt x="368456" y="12157"/>
                  <a:pt x="365919" y="13101"/>
                </a:cubicBezTo>
                <a:lnTo>
                  <a:pt x="364768" y="9914"/>
                </a:lnTo>
                <a:lnTo>
                  <a:pt x="388933" y="0"/>
                </a:lnTo>
                <a:lnTo>
                  <a:pt x="392917" y="0"/>
                </a:lnTo>
                <a:lnTo>
                  <a:pt x="392917" y="93830"/>
                </a:lnTo>
                <a:cubicBezTo>
                  <a:pt x="392917" y="103292"/>
                  <a:pt x="393138" y="109066"/>
                  <a:pt x="393581" y="111152"/>
                </a:cubicBezTo>
                <a:cubicBezTo>
                  <a:pt x="394023" y="113237"/>
                  <a:pt x="394731" y="114693"/>
                  <a:pt x="395705" y="115519"/>
                </a:cubicBezTo>
                <a:cubicBezTo>
                  <a:pt x="396679" y="116344"/>
                  <a:pt x="397815" y="116756"/>
                  <a:pt x="399113" y="116756"/>
                </a:cubicBezTo>
                <a:cubicBezTo>
                  <a:pt x="400706" y="116756"/>
                  <a:pt x="402831" y="116254"/>
                  <a:pt x="405486" y="115251"/>
                </a:cubicBezTo>
                <a:lnTo>
                  <a:pt x="406460" y="118438"/>
                </a:lnTo>
                <a:lnTo>
                  <a:pt x="382383" y="128352"/>
                </a:lnTo>
                <a:lnTo>
                  <a:pt x="378311" y="128352"/>
                </a:lnTo>
                <a:lnTo>
                  <a:pt x="378311" y="116761"/>
                </a:lnTo>
                <a:moveTo>
                  <a:pt x="378311" y="110579"/>
                </a:moveTo>
                <a:lnTo>
                  <a:pt x="378311" y="68903"/>
                </a:lnTo>
                <a:cubicBezTo>
                  <a:pt x="377957" y="64900"/>
                  <a:pt x="376895" y="61250"/>
                  <a:pt x="375125" y="57955"/>
                </a:cubicBezTo>
                <a:cubicBezTo>
                  <a:pt x="373354" y="54657"/>
                  <a:pt x="371008" y="52171"/>
                  <a:pt x="368087" y="50494"/>
                </a:cubicBezTo>
                <a:cubicBezTo>
                  <a:pt x="365166" y="48816"/>
                  <a:pt x="362319" y="47977"/>
                  <a:pt x="359545" y="47977"/>
                </a:cubicBezTo>
                <a:cubicBezTo>
                  <a:pt x="354352" y="47977"/>
                  <a:pt x="349720" y="50302"/>
                  <a:pt x="345648" y="54953"/>
                </a:cubicBezTo>
                <a:cubicBezTo>
                  <a:pt x="340278" y="61074"/>
                  <a:pt x="337593" y="70021"/>
                  <a:pt x="337593" y="81794"/>
                </a:cubicBezTo>
                <a:cubicBezTo>
                  <a:pt x="337593" y="93685"/>
                  <a:pt x="340189" y="102795"/>
                  <a:pt x="345382" y="109124"/>
                </a:cubicBezTo>
                <a:cubicBezTo>
                  <a:pt x="350575" y="115451"/>
                  <a:pt x="356359" y="118615"/>
                  <a:pt x="362732" y="118615"/>
                </a:cubicBezTo>
                <a:cubicBezTo>
                  <a:pt x="368102" y="118615"/>
                  <a:pt x="373295" y="115936"/>
                  <a:pt x="378311" y="110579"/>
                </a:cubicBezTo>
                <a:close/>
                <a:moveTo>
                  <a:pt x="425315" y="75418"/>
                </a:moveTo>
                <a:cubicBezTo>
                  <a:pt x="425256" y="87401"/>
                  <a:pt x="428177" y="96800"/>
                  <a:pt x="434078" y="103614"/>
                </a:cubicBezTo>
                <a:cubicBezTo>
                  <a:pt x="439979" y="110428"/>
                  <a:pt x="446913" y="113835"/>
                  <a:pt x="454880" y="113835"/>
                </a:cubicBezTo>
                <a:cubicBezTo>
                  <a:pt x="460191" y="113835"/>
                  <a:pt x="464809" y="112368"/>
                  <a:pt x="468733" y="109434"/>
                </a:cubicBezTo>
                <a:cubicBezTo>
                  <a:pt x="472657" y="106500"/>
                  <a:pt x="475947" y="101475"/>
                  <a:pt x="478603" y="94361"/>
                </a:cubicBezTo>
                <a:lnTo>
                  <a:pt x="481347" y="96139"/>
                </a:lnTo>
                <a:cubicBezTo>
                  <a:pt x="480108" y="104267"/>
                  <a:pt x="476508" y="111667"/>
                  <a:pt x="470548" y="118341"/>
                </a:cubicBezTo>
                <a:cubicBezTo>
                  <a:pt x="464587" y="125015"/>
                  <a:pt x="457122" y="128352"/>
                  <a:pt x="448152" y="128352"/>
                </a:cubicBezTo>
                <a:cubicBezTo>
                  <a:pt x="438415" y="128352"/>
                  <a:pt x="430080" y="124569"/>
                  <a:pt x="423146" y="117002"/>
                </a:cubicBezTo>
                <a:cubicBezTo>
                  <a:pt x="416212" y="109434"/>
                  <a:pt x="412745" y="99260"/>
                  <a:pt x="412745" y="86480"/>
                </a:cubicBezTo>
                <a:cubicBezTo>
                  <a:pt x="412745" y="72641"/>
                  <a:pt x="416300" y="61850"/>
                  <a:pt x="423411" y="54107"/>
                </a:cubicBezTo>
                <a:cubicBezTo>
                  <a:pt x="430522" y="46362"/>
                  <a:pt x="439448" y="42489"/>
                  <a:pt x="450188" y="42489"/>
                </a:cubicBezTo>
                <a:cubicBezTo>
                  <a:pt x="459276" y="42489"/>
                  <a:pt x="466741" y="45476"/>
                  <a:pt x="472583" y="51451"/>
                </a:cubicBezTo>
                <a:cubicBezTo>
                  <a:pt x="478426" y="57425"/>
                  <a:pt x="481347" y="65413"/>
                  <a:pt x="481347" y="75418"/>
                </a:cubicBezTo>
                <a:lnTo>
                  <a:pt x="425315" y="75418"/>
                </a:lnTo>
                <a:moveTo>
                  <a:pt x="425315" y="70284"/>
                </a:moveTo>
                <a:lnTo>
                  <a:pt x="462846" y="70284"/>
                </a:lnTo>
                <a:cubicBezTo>
                  <a:pt x="462551" y="65133"/>
                  <a:pt x="461932" y="61505"/>
                  <a:pt x="460988" y="59399"/>
                </a:cubicBezTo>
                <a:cubicBezTo>
                  <a:pt x="459512" y="56120"/>
                  <a:pt x="457314" y="53544"/>
                  <a:pt x="454393" y="51673"/>
                </a:cubicBezTo>
                <a:cubicBezTo>
                  <a:pt x="451472" y="49799"/>
                  <a:pt x="448418" y="48862"/>
                  <a:pt x="445231" y="48862"/>
                </a:cubicBezTo>
                <a:cubicBezTo>
                  <a:pt x="440333" y="48862"/>
                  <a:pt x="435952" y="50750"/>
                  <a:pt x="432086" y="54525"/>
                </a:cubicBezTo>
                <a:cubicBezTo>
                  <a:pt x="428221" y="58300"/>
                  <a:pt x="425964" y="63553"/>
                  <a:pt x="425315" y="70284"/>
                </a:cubicBezTo>
                <a:close/>
                <a:moveTo>
                  <a:pt x="515539" y="18058"/>
                </a:moveTo>
                <a:lnTo>
                  <a:pt x="515539" y="44790"/>
                </a:lnTo>
                <a:lnTo>
                  <a:pt x="534482" y="44790"/>
                </a:lnTo>
                <a:lnTo>
                  <a:pt x="534482" y="50810"/>
                </a:lnTo>
                <a:lnTo>
                  <a:pt x="515539" y="50987"/>
                </a:lnTo>
                <a:lnTo>
                  <a:pt x="515539" y="103639"/>
                </a:lnTo>
                <a:cubicBezTo>
                  <a:pt x="515539" y="108896"/>
                  <a:pt x="516292" y="112442"/>
                  <a:pt x="517797" y="114275"/>
                </a:cubicBezTo>
                <a:cubicBezTo>
                  <a:pt x="519301" y="116106"/>
                  <a:pt x="521234" y="117021"/>
                  <a:pt x="523594" y="117021"/>
                </a:cubicBezTo>
                <a:cubicBezTo>
                  <a:pt x="525542" y="117021"/>
                  <a:pt x="527430" y="116409"/>
                  <a:pt x="529260" y="115185"/>
                </a:cubicBezTo>
                <a:cubicBezTo>
                  <a:pt x="531089" y="113960"/>
                  <a:pt x="532505" y="112153"/>
                  <a:pt x="533509" y="109763"/>
                </a:cubicBezTo>
                <a:lnTo>
                  <a:pt x="536961" y="109763"/>
                </a:lnTo>
                <a:cubicBezTo>
                  <a:pt x="534895" y="115576"/>
                  <a:pt x="531974" y="119950"/>
                  <a:pt x="528197" y="122886"/>
                </a:cubicBezTo>
                <a:cubicBezTo>
                  <a:pt x="524421" y="125822"/>
                  <a:pt x="520526" y="127290"/>
                  <a:pt x="516513" y="127290"/>
                </a:cubicBezTo>
                <a:cubicBezTo>
                  <a:pt x="513798" y="127290"/>
                  <a:pt x="511143" y="126534"/>
                  <a:pt x="508546" y="125024"/>
                </a:cubicBezTo>
                <a:cubicBezTo>
                  <a:pt x="505950" y="123514"/>
                  <a:pt x="504032" y="121352"/>
                  <a:pt x="502793" y="118540"/>
                </a:cubicBezTo>
                <a:cubicBezTo>
                  <a:pt x="501553" y="115728"/>
                  <a:pt x="500934" y="111390"/>
                  <a:pt x="500934" y="105528"/>
                </a:cubicBezTo>
                <a:lnTo>
                  <a:pt x="500934" y="50810"/>
                </a:lnTo>
                <a:lnTo>
                  <a:pt x="488099" y="50810"/>
                </a:lnTo>
                <a:lnTo>
                  <a:pt x="488099" y="47971"/>
                </a:lnTo>
                <a:cubicBezTo>
                  <a:pt x="491344" y="46681"/>
                  <a:pt x="494664" y="44495"/>
                  <a:pt x="498057" y="41416"/>
                </a:cubicBezTo>
                <a:cubicBezTo>
                  <a:pt x="501450" y="38336"/>
                  <a:pt x="504474" y="34665"/>
                  <a:pt x="507130" y="30403"/>
                </a:cubicBezTo>
                <a:cubicBezTo>
                  <a:pt x="508487" y="28153"/>
                  <a:pt x="510376" y="24038"/>
                  <a:pt x="512795" y="18058"/>
                </a:cubicBezTo>
                <a:lnTo>
                  <a:pt x="515539" y="18058"/>
                </a:lnTo>
                <a:close/>
                <a:moveTo>
                  <a:pt x="555842" y="75418"/>
                </a:moveTo>
                <a:cubicBezTo>
                  <a:pt x="555783" y="87401"/>
                  <a:pt x="558704" y="96800"/>
                  <a:pt x="564605" y="103614"/>
                </a:cubicBezTo>
                <a:cubicBezTo>
                  <a:pt x="570506" y="110428"/>
                  <a:pt x="577440" y="113835"/>
                  <a:pt x="585407" y="113835"/>
                </a:cubicBezTo>
                <a:cubicBezTo>
                  <a:pt x="590718" y="113835"/>
                  <a:pt x="595336" y="112368"/>
                  <a:pt x="599260" y="109434"/>
                </a:cubicBezTo>
                <a:cubicBezTo>
                  <a:pt x="603184" y="106500"/>
                  <a:pt x="606474" y="101475"/>
                  <a:pt x="609130" y="94361"/>
                </a:cubicBezTo>
                <a:lnTo>
                  <a:pt x="611874" y="96139"/>
                </a:lnTo>
                <a:cubicBezTo>
                  <a:pt x="610635" y="104267"/>
                  <a:pt x="607035" y="111667"/>
                  <a:pt x="601075" y="118341"/>
                </a:cubicBezTo>
                <a:cubicBezTo>
                  <a:pt x="595114" y="125015"/>
                  <a:pt x="587649" y="128352"/>
                  <a:pt x="578680" y="128352"/>
                </a:cubicBezTo>
                <a:cubicBezTo>
                  <a:pt x="568943" y="128352"/>
                  <a:pt x="560607" y="124569"/>
                  <a:pt x="553673" y="117002"/>
                </a:cubicBezTo>
                <a:cubicBezTo>
                  <a:pt x="546739" y="109434"/>
                  <a:pt x="543272" y="99260"/>
                  <a:pt x="543272" y="86480"/>
                </a:cubicBezTo>
                <a:cubicBezTo>
                  <a:pt x="543272" y="72641"/>
                  <a:pt x="546828" y="61850"/>
                  <a:pt x="553939" y="54107"/>
                </a:cubicBezTo>
                <a:cubicBezTo>
                  <a:pt x="561050" y="46362"/>
                  <a:pt x="569975" y="42489"/>
                  <a:pt x="580715" y="42489"/>
                </a:cubicBezTo>
                <a:cubicBezTo>
                  <a:pt x="589803" y="42489"/>
                  <a:pt x="597268" y="45476"/>
                  <a:pt x="603111" y="51451"/>
                </a:cubicBezTo>
                <a:cubicBezTo>
                  <a:pt x="608953" y="57425"/>
                  <a:pt x="611874" y="65413"/>
                  <a:pt x="611874" y="75418"/>
                </a:cubicBezTo>
                <a:lnTo>
                  <a:pt x="555842" y="75418"/>
                </a:lnTo>
                <a:moveTo>
                  <a:pt x="555842" y="70284"/>
                </a:moveTo>
                <a:lnTo>
                  <a:pt x="593374" y="70284"/>
                </a:lnTo>
                <a:cubicBezTo>
                  <a:pt x="593079" y="65133"/>
                  <a:pt x="592459" y="61505"/>
                  <a:pt x="591515" y="59399"/>
                </a:cubicBezTo>
                <a:cubicBezTo>
                  <a:pt x="590039" y="56120"/>
                  <a:pt x="587841" y="53544"/>
                  <a:pt x="584920" y="51673"/>
                </a:cubicBezTo>
                <a:cubicBezTo>
                  <a:pt x="581999" y="49799"/>
                  <a:pt x="578945" y="48862"/>
                  <a:pt x="575758" y="48862"/>
                </a:cubicBezTo>
                <a:cubicBezTo>
                  <a:pt x="570860" y="48862"/>
                  <a:pt x="566479" y="50750"/>
                  <a:pt x="562613" y="54525"/>
                </a:cubicBezTo>
                <a:cubicBezTo>
                  <a:pt x="558748" y="58300"/>
                  <a:pt x="556491" y="63553"/>
                  <a:pt x="555842" y="70284"/>
                </a:cubicBezTo>
                <a:close/>
                <a:moveTo>
                  <a:pt x="691387" y="95069"/>
                </a:moveTo>
                <a:cubicBezTo>
                  <a:pt x="689203" y="105750"/>
                  <a:pt x="684925" y="113968"/>
                  <a:pt x="678552" y="119721"/>
                </a:cubicBezTo>
                <a:cubicBezTo>
                  <a:pt x="672178" y="125475"/>
                  <a:pt x="665126" y="128352"/>
                  <a:pt x="657396" y="128352"/>
                </a:cubicBezTo>
                <a:cubicBezTo>
                  <a:pt x="648190" y="128352"/>
                  <a:pt x="640164" y="124491"/>
                  <a:pt x="633319" y="116770"/>
                </a:cubicBezTo>
                <a:cubicBezTo>
                  <a:pt x="626473" y="109047"/>
                  <a:pt x="623050" y="98611"/>
                  <a:pt x="623051" y="85465"/>
                </a:cubicBezTo>
                <a:cubicBezTo>
                  <a:pt x="623051" y="72731"/>
                  <a:pt x="626842" y="62385"/>
                  <a:pt x="634425" y="54428"/>
                </a:cubicBezTo>
                <a:cubicBezTo>
                  <a:pt x="642008" y="46469"/>
                  <a:pt x="651111" y="42489"/>
                  <a:pt x="661733" y="42489"/>
                </a:cubicBezTo>
                <a:cubicBezTo>
                  <a:pt x="669700" y="42489"/>
                  <a:pt x="676250" y="44606"/>
                  <a:pt x="681384" y="48840"/>
                </a:cubicBezTo>
                <a:cubicBezTo>
                  <a:pt x="686518" y="53072"/>
                  <a:pt x="689085" y="57468"/>
                  <a:pt x="689085" y="62027"/>
                </a:cubicBezTo>
                <a:cubicBezTo>
                  <a:pt x="689085" y="64276"/>
                  <a:pt x="688362" y="66098"/>
                  <a:pt x="686917" y="67490"/>
                </a:cubicBezTo>
                <a:cubicBezTo>
                  <a:pt x="685471" y="68880"/>
                  <a:pt x="683450" y="69576"/>
                  <a:pt x="680853" y="69576"/>
                </a:cubicBezTo>
                <a:cubicBezTo>
                  <a:pt x="677371" y="69576"/>
                  <a:pt x="674745" y="68445"/>
                  <a:pt x="672975" y="66184"/>
                </a:cubicBezTo>
                <a:cubicBezTo>
                  <a:pt x="671972" y="64934"/>
                  <a:pt x="671308" y="62553"/>
                  <a:pt x="670983" y="59042"/>
                </a:cubicBezTo>
                <a:cubicBezTo>
                  <a:pt x="670659" y="55531"/>
                  <a:pt x="669464" y="52853"/>
                  <a:pt x="667398" y="51009"/>
                </a:cubicBezTo>
                <a:cubicBezTo>
                  <a:pt x="665333" y="49224"/>
                  <a:pt x="662471" y="48331"/>
                  <a:pt x="658812" y="48331"/>
                </a:cubicBezTo>
                <a:cubicBezTo>
                  <a:pt x="652911" y="48331"/>
                  <a:pt x="648160" y="50515"/>
                  <a:pt x="644561" y="54881"/>
                </a:cubicBezTo>
                <a:cubicBezTo>
                  <a:pt x="639781" y="60665"/>
                  <a:pt x="637391" y="68307"/>
                  <a:pt x="637391" y="77808"/>
                </a:cubicBezTo>
                <a:cubicBezTo>
                  <a:pt x="637391" y="87486"/>
                  <a:pt x="639766" y="96028"/>
                  <a:pt x="644516" y="103434"/>
                </a:cubicBezTo>
                <a:cubicBezTo>
                  <a:pt x="649267" y="110840"/>
                  <a:pt x="655684" y="114543"/>
                  <a:pt x="663769" y="114543"/>
                </a:cubicBezTo>
                <a:cubicBezTo>
                  <a:pt x="669552" y="114543"/>
                  <a:pt x="674745" y="112566"/>
                  <a:pt x="679348" y="108612"/>
                </a:cubicBezTo>
                <a:cubicBezTo>
                  <a:pt x="682594" y="105898"/>
                  <a:pt x="685751" y="100970"/>
                  <a:pt x="688820" y="93830"/>
                </a:cubicBezTo>
                <a:lnTo>
                  <a:pt x="691387" y="95069"/>
                </a:lnTo>
                <a:close/>
                <a:moveTo>
                  <a:pt x="726375" y="18058"/>
                </a:moveTo>
                <a:lnTo>
                  <a:pt x="726375" y="44790"/>
                </a:lnTo>
                <a:lnTo>
                  <a:pt x="745318" y="44790"/>
                </a:lnTo>
                <a:lnTo>
                  <a:pt x="745318" y="50810"/>
                </a:lnTo>
                <a:lnTo>
                  <a:pt x="726375" y="50987"/>
                </a:lnTo>
                <a:lnTo>
                  <a:pt x="726375" y="103639"/>
                </a:lnTo>
                <a:cubicBezTo>
                  <a:pt x="726375" y="108896"/>
                  <a:pt x="727127" y="112442"/>
                  <a:pt x="728632" y="114275"/>
                </a:cubicBezTo>
                <a:cubicBezTo>
                  <a:pt x="730137" y="116106"/>
                  <a:pt x="732070" y="117021"/>
                  <a:pt x="734430" y="117021"/>
                </a:cubicBezTo>
                <a:cubicBezTo>
                  <a:pt x="736378" y="117021"/>
                  <a:pt x="738266" y="116409"/>
                  <a:pt x="740095" y="115185"/>
                </a:cubicBezTo>
                <a:cubicBezTo>
                  <a:pt x="741925" y="113960"/>
                  <a:pt x="743341" y="112153"/>
                  <a:pt x="744344" y="109763"/>
                </a:cubicBezTo>
                <a:lnTo>
                  <a:pt x="747797" y="109763"/>
                </a:lnTo>
                <a:cubicBezTo>
                  <a:pt x="745731" y="115576"/>
                  <a:pt x="742810" y="119950"/>
                  <a:pt x="739033" y="122886"/>
                </a:cubicBezTo>
                <a:cubicBezTo>
                  <a:pt x="735256" y="125822"/>
                  <a:pt x="731362" y="127290"/>
                  <a:pt x="727349" y="127290"/>
                </a:cubicBezTo>
                <a:cubicBezTo>
                  <a:pt x="724634" y="127290"/>
                  <a:pt x="721979" y="126534"/>
                  <a:pt x="719382" y="125024"/>
                </a:cubicBezTo>
                <a:cubicBezTo>
                  <a:pt x="716786" y="123514"/>
                  <a:pt x="714868" y="121352"/>
                  <a:pt x="713628" y="118540"/>
                </a:cubicBezTo>
                <a:cubicBezTo>
                  <a:pt x="712389" y="115728"/>
                  <a:pt x="711770" y="111390"/>
                  <a:pt x="711770" y="105528"/>
                </a:cubicBezTo>
                <a:lnTo>
                  <a:pt x="711770" y="50810"/>
                </a:lnTo>
                <a:lnTo>
                  <a:pt x="698934" y="50810"/>
                </a:lnTo>
                <a:lnTo>
                  <a:pt x="698934" y="47971"/>
                </a:lnTo>
                <a:cubicBezTo>
                  <a:pt x="702180" y="46681"/>
                  <a:pt x="705499" y="44495"/>
                  <a:pt x="708893" y="41416"/>
                </a:cubicBezTo>
                <a:cubicBezTo>
                  <a:pt x="712286" y="38336"/>
                  <a:pt x="715310" y="34665"/>
                  <a:pt x="717966" y="30403"/>
                </a:cubicBezTo>
                <a:cubicBezTo>
                  <a:pt x="719323" y="28153"/>
                  <a:pt x="721212" y="24038"/>
                  <a:pt x="723631" y="18058"/>
                </a:cubicBezTo>
                <a:lnTo>
                  <a:pt x="726375" y="18058"/>
                </a:lnTo>
                <a:close/>
                <a:moveTo>
                  <a:pt x="773670" y="0"/>
                </a:moveTo>
                <a:cubicBezTo>
                  <a:pt x="776149" y="0"/>
                  <a:pt x="778258" y="875"/>
                  <a:pt x="779999" y="2625"/>
                </a:cubicBezTo>
                <a:cubicBezTo>
                  <a:pt x="781740" y="4373"/>
                  <a:pt x="782611" y="6493"/>
                  <a:pt x="782611" y="8985"/>
                </a:cubicBezTo>
                <a:cubicBezTo>
                  <a:pt x="782611" y="11476"/>
                  <a:pt x="781740" y="13612"/>
                  <a:pt x="779999" y="15391"/>
                </a:cubicBezTo>
                <a:cubicBezTo>
                  <a:pt x="778258" y="17169"/>
                  <a:pt x="776149" y="18058"/>
                  <a:pt x="773670" y="18058"/>
                </a:cubicBezTo>
                <a:cubicBezTo>
                  <a:pt x="771192" y="18058"/>
                  <a:pt x="769067" y="17169"/>
                  <a:pt x="767297" y="15391"/>
                </a:cubicBezTo>
                <a:cubicBezTo>
                  <a:pt x="765527" y="13612"/>
                  <a:pt x="764641" y="11476"/>
                  <a:pt x="764641" y="8985"/>
                </a:cubicBezTo>
                <a:cubicBezTo>
                  <a:pt x="764641" y="6493"/>
                  <a:pt x="765512" y="4373"/>
                  <a:pt x="767253" y="2625"/>
                </a:cubicBezTo>
                <a:cubicBezTo>
                  <a:pt x="768994" y="875"/>
                  <a:pt x="771133" y="0"/>
                  <a:pt x="773670" y="0"/>
                </a:cubicBezTo>
                <a:moveTo>
                  <a:pt x="781017" y="42489"/>
                </a:moveTo>
                <a:lnTo>
                  <a:pt x="781017" y="107461"/>
                </a:lnTo>
                <a:cubicBezTo>
                  <a:pt x="781017" y="112566"/>
                  <a:pt x="781386" y="115965"/>
                  <a:pt x="782124" y="117658"/>
                </a:cubicBezTo>
                <a:cubicBezTo>
                  <a:pt x="782861" y="119349"/>
                  <a:pt x="783953" y="120610"/>
                  <a:pt x="785399" y="121442"/>
                </a:cubicBezTo>
                <a:cubicBezTo>
                  <a:pt x="786845" y="122272"/>
                  <a:pt x="789486" y="122687"/>
                  <a:pt x="793321" y="122687"/>
                </a:cubicBezTo>
                <a:lnTo>
                  <a:pt x="793321" y="125873"/>
                </a:lnTo>
                <a:lnTo>
                  <a:pt x="753931" y="125873"/>
                </a:lnTo>
                <a:lnTo>
                  <a:pt x="753931" y="122687"/>
                </a:lnTo>
                <a:cubicBezTo>
                  <a:pt x="757884" y="122687"/>
                  <a:pt x="760540" y="122301"/>
                  <a:pt x="761897" y="121530"/>
                </a:cubicBezTo>
                <a:cubicBezTo>
                  <a:pt x="763255" y="120758"/>
                  <a:pt x="764332" y="119482"/>
                  <a:pt x="765128" y="117702"/>
                </a:cubicBezTo>
                <a:cubicBezTo>
                  <a:pt x="765925" y="115921"/>
                  <a:pt x="766323" y="112507"/>
                  <a:pt x="766323" y="107461"/>
                </a:cubicBezTo>
                <a:lnTo>
                  <a:pt x="766323" y="76480"/>
                </a:lnTo>
                <a:cubicBezTo>
                  <a:pt x="766323" y="67650"/>
                  <a:pt x="766058" y="61932"/>
                  <a:pt x="765527" y="59324"/>
                </a:cubicBezTo>
                <a:cubicBezTo>
                  <a:pt x="765113" y="57426"/>
                  <a:pt x="764464" y="56109"/>
                  <a:pt x="763579" y="55371"/>
                </a:cubicBezTo>
                <a:cubicBezTo>
                  <a:pt x="762694" y="54632"/>
                  <a:pt x="761484" y="54262"/>
                  <a:pt x="759950" y="54262"/>
                </a:cubicBezTo>
                <a:cubicBezTo>
                  <a:pt x="758298" y="54262"/>
                  <a:pt x="756291" y="54704"/>
                  <a:pt x="753931" y="55590"/>
                </a:cubicBezTo>
                <a:lnTo>
                  <a:pt x="752691" y="52403"/>
                </a:lnTo>
                <a:lnTo>
                  <a:pt x="777122" y="42489"/>
                </a:lnTo>
                <a:lnTo>
                  <a:pt x="781017" y="42489"/>
                </a:lnTo>
                <a:close/>
                <a:moveTo>
                  <a:pt x="842918" y="42489"/>
                </a:moveTo>
                <a:cubicBezTo>
                  <a:pt x="855193" y="42489"/>
                  <a:pt x="865048" y="47146"/>
                  <a:pt x="872483" y="56461"/>
                </a:cubicBezTo>
                <a:cubicBezTo>
                  <a:pt x="878798" y="64418"/>
                  <a:pt x="881955" y="73556"/>
                  <a:pt x="881955" y="83874"/>
                </a:cubicBezTo>
                <a:cubicBezTo>
                  <a:pt x="881955" y="91125"/>
                  <a:pt x="880214" y="98465"/>
                  <a:pt x="876732" y="105893"/>
                </a:cubicBezTo>
                <a:cubicBezTo>
                  <a:pt x="873251" y="113319"/>
                  <a:pt x="868456" y="118919"/>
                  <a:pt x="862348" y="122692"/>
                </a:cubicBezTo>
                <a:cubicBezTo>
                  <a:pt x="856240" y="126465"/>
                  <a:pt x="849439" y="128352"/>
                  <a:pt x="841945" y="128352"/>
                </a:cubicBezTo>
                <a:cubicBezTo>
                  <a:pt x="829729" y="128352"/>
                  <a:pt x="820021" y="123488"/>
                  <a:pt x="812822" y="113760"/>
                </a:cubicBezTo>
                <a:cubicBezTo>
                  <a:pt x="806744" y="105567"/>
                  <a:pt x="803705" y="96371"/>
                  <a:pt x="803705" y="86173"/>
                </a:cubicBezTo>
                <a:cubicBezTo>
                  <a:pt x="803705" y="78745"/>
                  <a:pt x="805549" y="71361"/>
                  <a:pt x="809237" y="64021"/>
                </a:cubicBezTo>
                <a:cubicBezTo>
                  <a:pt x="812925" y="56681"/>
                  <a:pt x="817779" y="51258"/>
                  <a:pt x="823798" y="47750"/>
                </a:cubicBezTo>
                <a:cubicBezTo>
                  <a:pt x="829818" y="44243"/>
                  <a:pt x="836191" y="42489"/>
                  <a:pt x="842918" y="42489"/>
                </a:cubicBezTo>
                <a:moveTo>
                  <a:pt x="840174" y="48331"/>
                </a:moveTo>
                <a:cubicBezTo>
                  <a:pt x="837047" y="48331"/>
                  <a:pt x="833904" y="49258"/>
                  <a:pt x="830747" y="51111"/>
                </a:cubicBezTo>
                <a:cubicBezTo>
                  <a:pt x="827590" y="52963"/>
                  <a:pt x="825038" y="56211"/>
                  <a:pt x="823090" y="60856"/>
                </a:cubicBezTo>
                <a:cubicBezTo>
                  <a:pt x="821143" y="65502"/>
                  <a:pt x="820169" y="71469"/>
                  <a:pt x="820169" y="78759"/>
                </a:cubicBezTo>
                <a:cubicBezTo>
                  <a:pt x="820169" y="90519"/>
                  <a:pt x="822515" y="100663"/>
                  <a:pt x="827206" y="109190"/>
                </a:cubicBezTo>
                <a:cubicBezTo>
                  <a:pt x="831898" y="117716"/>
                  <a:pt x="838079" y="121979"/>
                  <a:pt x="845751" y="121979"/>
                </a:cubicBezTo>
                <a:cubicBezTo>
                  <a:pt x="851475" y="121979"/>
                  <a:pt x="856196" y="119626"/>
                  <a:pt x="859914" y="114922"/>
                </a:cubicBezTo>
                <a:cubicBezTo>
                  <a:pt x="863632" y="110218"/>
                  <a:pt x="865490" y="102133"/>
                  <a:pt x="865490" y="90668"/>
                </a:cubicBezTo>
                <a:cubicBezTo>
                  <a:pt x="865490" y="76320"/>
                  <a:pt x="862392" y="65031"/>
                  <a:pt x="856196" y="56798"/>
                </a:cubicBezTo>
                <a:cubicBezTo>
                  <a:pt x="852006" y="51154"/>
                  <a:pt x="846666" y="48331"/>
                  <a:pt x="840174" y="48331"/>
                </a:cubicBezTo>
                <a:close/>
                <a:moveTo>
                  <a:pt x="917540" y="59573"/>
                </a:moveTo>
                <a:cubicBezTo>
                  <a:pt x="927041" y="48184"/>
                  <a:pt x="936099" y="42489"/>
                  <a:pt x="944715" y="42489"/>
                </a:cubicBezTo>
                <a:cubicBezTo>
                  <a:pt x="949141" y="42489"/>
                  <a:pt x="952947" y="43593"/>
                  <a:pt x="956134" y="45800"/>
                </a:cubicBezTo>
                <a:cubicBezTo>
                  <a:pt x="959320" y="48006"/>
                  <a:pt x="961858" y="51639"/>
                  <a:pt x="963746" y="56702"/>
                </a:cubicBezTo>
                <a:cubicBezTo>
                  <a:pt x="965045" y="60233"/>
                  <a:pt x="965694" y="65648"/>
                  <a:pt x="965694" y="72945"/>
                </a:cubicBezTo>
                <a:lnTo>
                  <a:pt x="965694" y="107461"/>
                </a:lnTo>
                <a:cubicBezTo>
                  <a:pt x="965694" y="112625"/>
                  <a:pt x="966107" y="116127"/>
                  <a:pt x="966933" y="117968"/>
                </a:cubicBezTo>
                <a:cubicBezTo>
                  <a:pt x="967582" y="119452"/>
                  <a:pt x="968630" y="120610"/>
                  <a:pt x="970075" y="121442"/>
                </a:cubicBezTo>
                <a:cubicBezTo>
                  <a:pt x="971521" y="122272"/>
                  <a:pt x="974192" y="122687"/>
                  <a:pt x="978086" y="122687"/>
                </a:cubicBezTo>
                <a:lnTo>
                  <a:pt x="978086" y="125873"/>
                </a:lnTo>
                <a:lnTo>
                  <a:pt x="937988" y="125873"/>
                </a:lnTo>
                <a:lnTo>
                  <a:pt x="937988" y="122687"/>
                </a:lnTo>
                <a:lnTo>
                  <a:pt x="939669" y="122687"/>
                </a:lnTo>
                <a:cubicBezTo>
                  <a:pt x="943446" y="122687"/>
                  <a:pt x="946087" y="122109"/>
                  <a:pt x="947592" y="120952"/>
                </a:cubicBezTo>
                <a:cubicBezTo>
                  <a:pt x="949097" y="119794"/>
                  <a:pt x="950144" y="118087"/>
                  <a:pt x="950734" y="115832"/>
                </a:cubicBezTo>
                <a:cubicBezTo>
                  <a:pt x="950970" y="114941"/>
                  <a:pt x="951088" y="112151"/>
                  <a:pt x="951088" y="107461"/>
                </a:cubicBezTo>
                <a:lnTo>
                  <a:pt x="951088" y="74322"/>
                </a:lnTo>
                <a:cubicBezTo>
                  <a:pt x="951088" y="66957"/>
                  <a:pt x="950129" y="61610"/>
                  <a:pt x="948211" y="58281"/>
                </a:cubicBezTo>
                <a:cubicBezTo>
                  <a:pt x="946294" y="54952"/>
                  <a:pt x="943063" y="53288"/>
                  <a:pt x="938519" y="53288"/>
                </a:cubicBezTo>
                <a:cubicBezTo>
                  <a:pt x="931496" y="53288"/>
                  <a:pt x="924503" y="57124"/>
                  <a:pt x="917540" y="64796"/>
                </a:cubicBezTo>
                <a:lnTo>
                  <a:pt x="917540" y="107461"/>
                </a:lnTo>
                <a:cubicBezTo>
                  <a:pt x="917540" y="112981"/>
                  <a:pt x="917864" y="116394"/>
                  <a:pt x="918513" y="117702"/>
                </a:cubicBezTo>
                <a:cubicBezTo>
                  <a:pt x="919340" y="119423"/>
                  <a:pt x="920476" y="120684"/>
                  <a:pt x="921921" y="121486"/>
                </a:cubicBezTo>
                <a:cubicBezTo>
                  <a:pt x="923367" y="122286"/>
                  <a:pt x="926303" y="122687"/>
                  <a:pt x="930729" y="122687"/>
                </a:cubicBezTo>
                <a:lnTo>
                  <a:pt x="930729" y="125873"/>
                </a:lnTo>
                <a:lnTo>
                  <a:pt x="890630" y="125873"/>
                </a:lnTo>
                <a:lnTo>
                  <a:pt x="890630" y="122687"/>
                </a:lnTo>
                <a:lnTo>
                  <a:pt x="892400" y="122687"/>
                </a:lnTo>
                <a:cubicBezTo>
                  <a:pt x="896531" y="122687"/>
                  <a:pt x="899320" y="121634"/>
                  <a:pt x="900765" y="119528"/>
                </a:cubicBezTo>
                <a:cubicBezTo>
                  <a:pt x="902211" y="117420"/>
                  <a:pt x="902934" y="113398"/>
                  <a:pt x="902934" y="107461"/>
                </a:cubicBezTo>
                <a:lnTo>
                  <a:pt x="902934" y="77542"/>
                </a:lnTo>
                <a:cubicBezTo>
                  <a:pt x="902934" y="67805"/>
                  <a:pt x="902713" y="61874"/>
                  <a:pt x="902270" y="59750"/>
                </a:cubicBezTo>
                <a:cubicBezTo>
                  <a:pt x="901828" y="57626"/>
                  <a:pt x="901149" y="56180"/>
                  <a:pt x="900234" y="55413"/>
                </a:cubicBezTo>
                <a:cubicBezTo>
                  <a:pt x="899320" y="54645"/>
                  <a:pt x="898095" y="54262"/>
                  <a:pt x="896561" y="54262"/>
                </a:cubicBezTo>
                <a:cubicBezTo>
                  <a:pt x="894909" y="54262"/>
                  <a:pt x="892932" y="54704"/>
                  <a:pt x="890630" y="55590"/>
                </a:cubicBezTo>
                <a:lnTo>
                  <a:pt x="889302" y="52403"/>
                </a:lnTo>
                <a:lnTo>
                  <a:pt x="913733" y="42489"/>
                </a:lnTo>
                <a:lnTo>
                  <a:pt x="917540" y="42489"/>
                </a:lnTo>
                <a:lnTo>
                  <a:pt x="917540" y="59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rectdetection">
            <a:extLst xmlns:a="http://schemas.openxmlformats.org/drawingml/2006/main">
              <a:ext uri="{FF2B5EF4-FFF2-40B4-BE49-F238E27FC236}">
                <a16:creationId xmlns:a16="http://schemas.microsoft.com/office/drawing/2014/main" id="{01A6AA4A-EE6C-484F-A50F-B2B6CD6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909" y="3393785"/>
            <a:ext cx="978086" cy="128352"/>
          </a:xfrm>
          <a:custGeom xmlns:a="http://schemas.openxmlformats.org/drawingml/2006/main">
            <a:pathLst>
              <a:path w="978086" h="128352" fill="none">
                <a:moveTo>
                  <a:pt x="28237" y="42489"/>
                </a:moveTo>
                <a:lnTo>
                  <a:pt x="28237" y="60724"/>
                </a:lnTo>
                <a:cubicBezTo>
                  <a:pt x="35024" y="48567"/>
                  <a:pt x="41987" y="42489"/>
                  <a:pt x="49128" y="42489"/>
                </a:cubicBezTo>
                <a:cubicBezTo>
                  <a:pt x="52373" y="42489"/>
                  <a:pt x="55059" y="43477"/>
                  <a:pt x="57183" y="45454"/>
                </a:cubicBezTo>
                <a:cubicBezTo>
                  <a:pt x="59307" y="47431"/>
                  <a:pt x="60370" y="49718"/>
                  <a:pt x="60370" y="52314"/>
                </a:cubicBezTo>
                <a:cubicBezTo>
                  <a:pt x="60370" y="54616"/>
                  <a:pt x="59602" y="56563"/>
                  <a:pt x="58068" y="58157"/>
                </a:cubicBezTo>
                <a:cubicBezTo>
                  <a:pt x="56534" y="59750"/>
                  <a:pt x="54704" y="60547"/>
                  <a:pt x="52580" y="60547"/>
                </a:cubicBezTo>
                <a:cubicBezTo>
                  <a:pt x="50515" y="60547"/>
                  <a:pt x="48198" y="59543"/>
                  <a:pt x="45631" y="57537"/>
                </a:cubicBezTo>
                <a:cubicBezTo>
                  <a:pt x="43064" y="55531"/>
                  <a:pt x="41161" y="54527"/>
                  <a:pt x="39922" y="54527"/>
                </a:cubicBezTo>
                <a:cubicBezTo>
                  <a:pt x="38860" y="54527"/>
                  <a:pt x="37709" y="55113"/>
                  <a:pt x="36470" y="56284"/>
                </a:cubicBezTo>
                <a:cubicBezTo>
                  <a:pt x="33814" y="58687"/>
                  <a:pt x="31070" y="62642"/>
                  <a:pt x="28237" y="68148"/>
                </a:cubicBezTo>
                <a:lnTo>
                  <a:pt x="28237" y="106930"/>
                </a:lnTo>
                <a:cubicBezTo>
                  <a:pt x="28237" y="111419"/>
                  <a:pt x="28798" y="114814"/>
                  <a:pt x="29919" y="117116"/>
                </a:cubicBezTo>
                <a:cubicBezTo>
                  <a:pt x="30686" y="118711"/>
                  <a:pt x="32044" y="120038"/>
                  <a:pt x="33991" y="121099"/>
                </a:cubicBezTo>
                <a:cubicBezTo>
                  <a:pt x="35938" y="122157"/>
                  <a:pt x="38742" y="122687"/>
                  <a:pt x="42400" y="122687"/>
                </a:cubicBezTo>
                <a:lnTo>
                  <a:pt x="42400" y="125873"/>
                </a:lnTo>
                <a:lnTo>
                  <a:pt x="885" y="125873"/>
                </a:lnTo>
                <a:lnTo>
                  <a:pt x="885" y="122687"/>
                </a:lnTo>
                <a:cubicBezTo>
                  <a:pt x="5016" y="122687"/>
                  <a:pt x="8085" y="122030"/>
                  <a:pt x="10091" y="120717"/>
                </a:cubicBezTo>
                <a:cubicBezTo>
                  <a:pt x="11566" y="119762"/>
                  <a:pt x="12599" y="118240"/>
                  <a:pt x="13189" y="116150"/>
                </a:cubicBezTo>
                <a:cubicBezTo>
                  <a:pt x="13484" y="115134"/>
                  <a:pt x="13632" y="112238"/>
                  <a:pt x="13632" y="107461"/>
                </a:cubicBezTo>
                <a:lnTo>
                  <a:pt x="13632" y="76303"/>
                </a:lnTo>
                <a:cubicBezTo>
                  <a:pt x="13632" y="66861"/>
                  <a:pt x="13440" y="61240"/>
                  <a:pt x="13056" y="59440"/>
                </a:cubicBezTo>
                <a:cubicBezTo>
                  <a:pt x="12673" y="57640"/>
                  <a:pt x="11965" y="56327"/>
                  <a:pt x="10932" y="55501"/>
                </a:cubicBezTo>
                <a:cubicBezTo>
                  <a:pt x="9899" y="54675"/>
                  <a:pt x="8616" y="54262"/>
                  <a:pt x="7081" y="54262"/>
                </a:cubicBezTo>
                <a:cubicBezTo>
                  <a:pt x="5252" y="54262"/>
                  <a:pt x="3187" y="54704"/>
                  <a:pt x="885" y="55590"/>
                </a:cubicBezTo>
                <a:lnTo>
                  <a:pt x="0" y="52403"/>
                </a:lnTo>
                <a:lnTo>
                  <a:pt x="24520" y="42489"/>
                </a:lnTo>
                <a:lnTo>
                  <a:pt x="28237" y="42489"/>
                </a:lnTo>
                <a:close/>
                <a:moveTo>
                  <a:pt x="78514" y="75418"/>
                </a:moveTo>
                <a:cubicBezTo>
                  <a:pt x="78455" y="87401"/>
                  <a:pt x="81376" y="96800"/>
                  <a:pt x="87277" y="103614"/>
                </a:cubicBezTo>
                <a:cubicBezTo>
                  <a:pt x="93179" y="110428"/>
                  <a:pt x="100113" y="113835"/>
                  <a:pt x="108079" y="113835"/>
                </a:cubicBezTo>
                <a:cubicBezTo>
                  <a:pt x="113390" y="113835"/>
                  <a:pt x="118008" y="112368"/>
                  <a:pt x="121932" y="109434"/>
                </a:cubicBezTo>
                <a:cubicBezTo>
                  <a:pt x="125857" y="106500"/>
                  <a:pt x="129147" y="101475"/>
                  <a:pt x="131802" y="94361"/>
                </a:cubicBezTo>
                <a:lnTo>
                  <a:pt x="134546" y="96139"/>
                </a:lnTo>
                <a:cubicBezTo>
                  <a:pt x="133307" y="104267"/>
                  <a:pt x="129707" y="111667"/>
                  <a:pt x="123747" y="118341"/>
                </a:cubicBezTo>
                <a:cubicBezTo>
                  <a:pt x="117787" y="125015"/>
                  <a:pt x="110322" y="128352"/>
                  <a:pt x="101352" y="128352"/>
                </a:cubicBezTo>
                <a:cubicBezTo>
                  <a:pt x="91615" y="128352"/>
                  <a:pt x="83279" y="124569"/>
                  <a:pt x="76345" y="117002"/>
                </a:cubicBezTo>
                <a:cubicBezTo>
                  <a:pt x="69411" y="109434"/>
                  <a:pt x="65944" y="99260"/>
                  <a:pt x="65944" y="86480"/>
                </a:cubicBezTo>
                <a:cubicBezTo>
                  <a:pt x="65944" y="72641"/>
                  <a:pt x="69500" y="61850"/>
                  <a:pt x="76611" y="54107"/>
                </a:cubicBezTo>
                <a:cubicBezTo>
                  <a:pt x="83722" y="46362"/>
                  <a:pt x="92648" y="42489"/>
                  <a:pt x="103388" y="42489"/>
                </a:cubicBezTo>
                <a:cubicBezTo>
                  <a:pt x="112476" y="42489"/>
                  <a:pt x="119941" y="45476"/>
                  <a:pt x="125783" y="51451"/>
                </a:cubicBezTo>
                <a:cubicBezTo>
                  <a:pt x="131625" y="57425"/>
                  <a:pt x="134546" y="65413"/>
                  <a:pt x="134546" y="75418"/>
                </a:cubicBezTo>
                <a:lnTo>
                  <a:pt x="78514" y="75418"/>
                </a:lnTo>
                <a:moveTo>
                  <a:pt x="78514" y="70284"/>
                </a:moveTo>
                <a:lnTo>
                  <a:pt x="116046" y="70284"/>
                </a:lnTo>
                <a:cubicBezTo>
                  <a:pt x="115751" y="65133"/>
                  <a:pt x="115131" y="61505"/>
                  <a:pt x="114187" y="59399"/>
                </a:cubicBezTo>
                <a:cubicBezTo>
                  <a:pt x="112712" y="56120"/>
                  <a:pt x="110514" y="53544"/>
                  <a:pt x="107592" y="51673"/>
                </a:cubicBezTo>
                <a:cubicBezTo>
                  <a:pt x="104671" y="49799"/>
                  <a:pt x="101617" y="48862"/>
                  <a:pt x="98431" y="48862"/>
                </a:cubicBezTo>
                <a:cubicBezTo>
                  <a:pt x="93533" y="48862"/>
                  <a:pt x="89151" y="50750"/>
                  <a:pt x="85286" y="54525"/>
                </a:cubicBezTo>
                <a:cubicBezTo>
                  <a:pt x="81420" y="58300"/>
                  <a:pt x="79163" y="63553"/>
                  <a:pt x="78514" y="70284"/>
                </a:cubicBezTo>
                <a:close/>
                <a:moveTo>
                  <a:pt x="214059" y="95069"/>
                </a:moveTo>
                <a:cubicBezTo>
                  <a:pt x="211876" y="105750"/>
                  <a:pt x="207597" y="113968"/>
                  <a:pt x="201224" y="119721"/>
                </a:cubicBezTo>
                <a:cubicBezTo>
                  <a:pt x="194851" y="125475"/>
                  <a:pt x="187799" y="128352"/>
                  <a:pt x="180068" y="128352"/>
                </a:cubicBezTo>
                <a:cubicBezTo>
                  <a:pt x="170862" y="128352"/>
                  <a:pt x="162836" y="124491"/>
                  <a:pt x="155991" y="116770"/>
                </a:cubicBezTo>
                <a:cubicBezTo>
                  <a:pt x="149146" y="109047"/>
                  <a:pt x="145723" y="98611"/>
                  <a:pt x="145723" y="85465"/>
                </a:cubicBezTo>
                <a:cubicBezTo>
                  <a:pt x="145723" y="72731"/>
                  <a:pt x="149514" y="62385"/>
                  <a:pt x="157097" y="54428"/>
                </a:cubicBezTo>
                <a:cubicBezTo>
                  <a:pt x="164681" y="46469"/>
                  <a:pt x="173783" y="42489"/>
                  <a:pt x="184405" y="42489"/>
                </a:cubicBezTo>
                <a:cubicBezTo>
                  <a:pt x="192372" y="42489"/>
                  <a:pt x="198922" y="44606"/>
                  <a:pt x="204057" y="48840"/>
                </a:cubicBezTo>
                <a:cubicBezTo>
                  <a:pt x="209191" y="53072"/>
                  <a:pt x="211758" y="57468"/>
                  <a:pt x="211758" y="62027"/>
                </a:cubicBezTo>
                <a:cubicBezTo>
                  <a:pt x="211758" y="64276"/>
                  <a:pt x="211035" y="66098"/>
                  <a:pt x="209589" y="67490"/>
                </a:cubicBezTo>
                <a:cubicBezTo>
                  <a:pt x="208143" y="68880"/>
                  <a:pt x="206122" y="69576"/>
                  <a:pt x="203525" y="69576"/>
                </a:cubicBezTo>
                <a:cubicBezTo>
                  <a:pt x="200044" y="69576"/>
                  <a:pt x="197418" y="68445"/>
                  <a:pt x="195647" y="66184"/>
                </a:cubicBezTo>
                <a:cubicBezTo>
                  <a:pt x="194644" y="64934"/>
                  <a:pt x="193980" y="62553"/>
                  <a:pt x="193656" y="59042"/>
                </a:cubicBezTo>
                <a:cubicBezTo>
                  <a:pt x="193331" y="55531"/>
                  <a:pt x="192136" y="52853"/>
                  <a:pt x="190071" y="51009"/>
                </a:cubicBezTo>
                <a:cubicBezTo>
                  <a:pt x="188005" y="49224"/>
                  <a:pt x="185143" y="48331"/>
                  <a:pt x="181484" y="48331"/>
                </a:cubicBezTo>
                <a:cubicBezTo>
                  <a:pt x="175583" y="48331"/>
                  <a:pt x="170833" y="50515"/>
                  <a:pt x="167233" y="54881"/>
                </a:cubicBezTo>
                <a:cubicBezTo>
                  <a:pt x="162453" y="60665"/>
                  <a:pt x="160063" y="68307"/>
                  <a:pt x="160063" y="77808"/>
                </a:cubicBezTo>
                <a:cubicBezTo>
                  <a:pt x="160063" y="87486"/>
                  <a:pt x="162438" y="96028"/>
                  <a:pt x="167189" y="103434"/>
                </a:cubicBezTo>
                <a:cubicBezTo>
                  <a:pt x="171939" y="110840"/>
                  <a:pt x="178357" y="114543"/>
                  <a:pt x="186441" y="114543"/>
                </a:cubicBezTo>
                <a:cubicBezTo>
                  <a:pt x="192225" y="114543"/>
                  <a:pt x="197418" y="112566"/>
                  <a:pt x="202021" y="108612"/>
                </a:cubicBezTo>
                <a:cubicBezTo>
                  <a:pt x="205266" y="105898"/>
                  <a:pt x="208423" y="100970"/>
                  <a:pt x="211492" y="93830"/>
                </a:cubicBezTo>
                <a:lnTo>
                  <a:pt x="214059" y="95069"/>
                </a:lnTo>
                <a:close/>
                <a:moveTo>
                  <a:pt x="249048" y="18058"/>
                </a:moveTo>
                <a:lnTo>
                  <a:pt x="249048" y="44790"/>
                </a:lnTo>
                <a:lnTo>
                  <a:pt x="267991" y="44790"/>
                </a:lnTo>
                <a:lnTo>
                  <a:pt x="267991" y="50810"/>
                </a:lnTo>
                <a:lnTo>
                  <a:pt x="249048" y="50987"/>
                </a:lnTo>
                <a:lnTo>
                  <a:pt x="249048" y="103639"/>
                </a:lnTo>
                <a:cubicBezTo>
                  <a:pt x="249048" y="108896"/>
                  <a:pt x="249801" y="112442"/>
                  <a:pt x="251305" y="114275"/>
                </a:cubicBezTo>
                <a:cubicBezTo>
                  <a:pt x="252810" y="116106"/>
                  <a:pt x="254743" y="117021"/>
                  <a:pt x="257103" y="117021"/>
                </a:cubicBezTo>
                <a:cubicBezTo>
                  <a:pt x="259051" y="117021"/>
                  <a:pt x="260939" y="116409"/>
                  <a:pt x="262769" y="115185"/>
                </a:cubicBezTo>
                <a:cubicBezTo>
                  <a:pt x="264598" y="113960"/>
                  <a:pt x="266014" y="112153"/>
                  <a:pt x="267018" y="109763"/>
                </a:cubicBezTo>
                <a:lnTo>
                  <a:pt x="270470" y="109763"/>
                </a:lnTo>
                <a:cubicBezTo>
                  <a:pt x="268404" y="115576"/>
                  <a:pt x="265483" y="119950"/>
                  <a:pt x="261706" y="122886"/>
                </a:cubicBezTo>
                <a:cubicBezTo>
                  <a:pt x="257930" y="125822"/>
                  <a:pt x="254035" y="127290"/>
                  <a:pt x="250022" y="127290"/>
                </a:cubicBezTo>
                <a:cubicBezTo>
                  <a:pt x="247307" y="127290"/>
                  <a:pt x="244652" y="126534"/>
                  <a:pt x="242055" y="125024"/>
                </a:cubicBezTo>
                <a:cubicBezTo>
                  <a:pt x="239459" y="123514"/>
                  <a:pt x="237541" y="121352"/>
                  <a:pt x="236302" y="118540"/>
                </a:cubicBezTo>
                <a:cubicBezTo>
                  <a:pt x="235062" y="115728"/>
                  <a:pt x="234443" y="111390"/>
                  <a:pt x="234443" y="105528"/>
                </a:cubicBezTo>
                <a:lnTo>
                  <a:pt x="234443" y="50810"/>
                </a:lnTo>
                <a:lnTo>
                  <a:pt x="221608" y="50810"/>
                </a:lnTo>
                <a:lnTo>
                  <a:pt x="221608" y="47971"/>
                </a:lnTo>
                <a:cubicBezTo>
                  <a:pt x="224853" y="46681"/>
                  <a:pt x="228173" y="44495"/>
                  <a:pt x="231566" y="41416"/>
                </a:cubicBezTo>
                <a:cubicBezTo>
                  <a:pt x="234959" y="38336"/>
                  <a:pt x="237983" y="34665"/>
                  <a:pt x="240639" y="30403"/>
                </a:cubicBezTo>
                <a:cubicBezTo>
                  <a:pt x="241996" y="28153"/>
                  <a:pt x="243885" y="24038"/>
                  <a:pt x="246304" y="18058"/>
                </a:cubicBezTo>
                <a:lnTo>
                  <a:pt x="249048" y="18058"/>
                </a:lnTo>
                <a:close/>
                <a:moveTo>
                  <a:pt x="378311" y="116761"/>
                </a:moveTo>
                <a:cubicBezTo>
                  <a:pt x="374357" y="120890"/>
                  <a:pt x="370492" y="123855"/>
                  <a:pt x="366715" y="125655"/>
                </a:cubicBezTo>
                <a:cubicBezTo>
                  <a:pt x="362938" y="127453"/>
                  <a:pt x="358867" y="128352"/>
                  <a:pt x="354500" y="128352"/>
                </a:cubicBezTo>
                <a:cubicBezTo>
                  <a:pt x="345648" y="128352"/>
                  <a:pt x="337917" y="124657"/>
                  <a:pt x="331308" y="117268"/>
                </a:cubicBezTo>
                <a:cubicBezTo>
                  <a:pt x="324698" y="109876"/>
                  <a:pt x="321394" y="100379"/>
                  <a:pt x="321394" y="88776"/>
                </a:cubicBezTo>
                <a:cubicBezTo>
                  <a:pt x="321394" y="77174"/>
                  <a:pt x="325053" y="66559"/>
                  <a:pt x="332370" y="56931"/>
                </a:cubicBezTo>
                <a:cubicBezTo>
                  <a:pt x="339688" y="47303"/>
                  <a:pt x="349100" y="42489"/>
                  <a:pt x="360607" y="42489"/>
                </a:cubicBezTo>
                <a:cubicBezTo>
                  <a:pt x="367748" y="42489"/>
                  <a:pt x="373649" y="44760"/>
                  <a:pt x="378311" y="49302"/>
                </a:cubicBezTo>
                <a:lnTo>
                  <a:pt x="378311" y="34168"/>
                </a:lnTo>
                <a:cubicBezTo>
                  <a:pt x="378311" y="24942"/>
                  <a:pt x="378090" y="19271"/>
                  <a:pt x="377647" y="17156"/>
                </a:cubicBezTo>
                <a:cubicBezTo>
                  <a:pt x="377205" y="15041"/>
                  <a:pt x="376511" y="13601"/>
                  <a:pt x="375567" y="12835"/>
                </a:cubicBezTo>
                <a:cubicBezTo>
                  <a:pt x="374623" y="12068"/>
                  <a:pt x="373443" y="11684"/>
                  <a:pt x="372026" y="11684"/>
                </a:cubicBezTo>
                <a:cubicBezTo>
                  <a:pt x="370492" y="11684"/>
                  <a:pt x="368456" y="12157"/>
                  <a:pt x="365919" y="13101"/>
                </a:cubicBezTo>
                <a:lnTo>
                  <a:pt x="364768" y="9914"/>
                </a:lnTo>
                <a:lnTo>
                  <a:pt x="388933" y="0"/>
                </a:lnTo>
                <a:lnTo>
                  <a:pt x="392917" y="0"/>
                </a:lnTo>
                <a:lnTo>
                  <a:pt x="392917" y="93830"/>
                </a:lnTo>
                <a:cubicBezTo>
                  <a:pt x="392917" y="103292"/>
                  <a:pt x="393138" y="109066"/>
                  <a:pt x="393581" y="111152"/>
                </a:cubicBezTo>
                <a:cubicBezTo>
                  <a:pt x="394023" y="113237"/>
                  <a:pt x="394731" y="114693"/>
                  <a:pt x="395705" y="115519"/>
                </a:cubicBezTo>
                <a:cubicBezTo>
                  <a:pt x="396679" y="116344"/>
                  <a:pt x="397815" y="116756"/>
                  <a:pt x="399113" y="116756"/>
                </a:cubicBezTo>
                <a:cubicBezTo>
                  <a:pt x="400706" y="116756"/>
                  <a:pt x="402831" y="116254"/>
                  <a:pt x="405486" y="115251"/>
                </a:cubicBezTo>
                <a:lnTo>
                  <a:pt x="406460" y="118438"/>
                </a:lnTo>
                <a:lnTo>
                  <a:pt x="382383" y="128352"/>
                </a:lnTo>
                <a:lnTo>
                  <a:pt x="378311" y="128352"/>
                </a:lnTo>
                <a:lnTo>
                  <a:pt x="378311" y="116761"/>
                </a:lnTo>
                <a:moveTo>
                  <a:pt x="378311" y="110579"/>
                </a:moveTo>
                <a:lnTo>
                  <a:pt x="378311" y="68903"/>
                </a:lnTo>
                <a:cubicBezTo>
                  <a:pt x="377957" y="64900"/>
                  <a:pt x="376895" y="61250"/>
                  <a:pt x="375125" y="57955"/>
                </a:cubicBezTo>
                <a:cubicBezTo>
                  <a:pt x="373354" y="54657"/>
                  <a:pt x="371008" y="52171"/>
                  <a:pt x="368087" y="50494"/>
                </a:cubicBezTo>
                <a:cubicBezTo>
                  <a:pt x="365166" y="48816"/>
                  <a:pt x="362319" y="47977"/>
                  <a:pt x="359545" y="47977"/>
                </a:cubicBezTo>
                <a:cubicBezTo>
                  <a:pt x="354352" y="47977"/>
                  <a:pt x="349720" y="50302"/>
                  <a:pt x="345648" y="54953"/>
                </a:cubicBezTo>
                <a:cubicBezTo>
                  <a:pt x="340278" y="61074"/>
                  <a:pt x="337593" y="70021"/>
                  <a:pt x="337593" y="81794"/>
                </a:cubicBezTo>
                <a:cubicBezTo>
                  <a:pt x="337593" y="93685"/>
                  <a:pt x="340189" y="102795"/>
                  <a:pt x="345382" y="109124"/>
                </a:cubicBezTo>
                <a:cubicBezTo>
                  <a:pt x="350575" y="115451"/>
                  <a:pt x="356359" y="118615"/>
                  <a:pt x="362732" y="118615"/>
                </a:cubicBezTo>
                <a:cubicBezTo>
                  <a:pt x="368102" y="118615"/>
                  <a:pt x="373295" y="115936"/>
                  <a:pt x="378311" y="110579"/>
                </a:cubicBezTo>
                <a:close/>
                <a:moveTo>
                  <a:pt x="425315" y="75418"/>
                </a:moveTo>
                <a:cubicBezTo>
                  <a:pt x="425256" y="87401"/>
                  <a:pt x="428177" y="96800"/>
                  <a:pt x="434078" y="103614"/>
                </a:cubicBezTo>
                <a:cubicBezTo>
                  <a:pt x="439979" y="110428"/>
                  <a:pt x="446913" y="113835"/>
                  <a:pt x="454880" y="113835"/>
                </a:cubicBezTo>
                <a:cubicBezTo>
                  <a:pt x="460191" y="113835"/>
                  <a:pt x="464809" y="112368"/>
                  <a:pt x="468733" y="109434"/>
                </a:cubicBezTo>
                <a:cubicBezTo>
                  <a:pt x="472657" y="106500"/>
                  <a:pt x="475947" y="101475"/>
                  <a:pt x="478603" y="94361"/>
                </a:cubicBezTo>
                <a:lnTo>
                  <a:pt x="481347" y="96139"/>
                </a:lnTo>
                <a:cubicBezTo>
                  <a:pt x="480108" y="104267"/>
                  <a:pt x="476508" y="111667"/>
                  <a:pt x="470548" y="118341"/>
                </a:cubicBezTo>
                <a:cubicBezTo>
                  <a:pt x="464587" y="125015"/>
                  <a:pt x="457122" y="128352"/>
                  <a:pt x="448152" y="128352"/>
                </a:cubicBezTo>
                <a:cubicBezTo>
                  <a:pt x="438415" y="128352"/>
                  <a:pt x="430080" y="124569"/>
                  <a:pt x="423146" y="117002"/>
                </a:cubicBezTo>
                <a:cubicBezTo>
                  <a:pt x="416212" y="109434"/>
                  <a:pt x="412745" y="99260"/>
                  <a:pt x="412745" y="86480"/>
                </a:cubicBezTo>
                <a:cubicBezTo>
                  <a:pt x="412745" y="72641"/>
                  <a:pt x="416300" y="61850"/>
                  <a:pt x="423411" y="54107"/>
                </a:cubicBezTo>
                <a:cubicBezTo>
                  <a:pt x="430522" y="46362"/>
                  <a:pt x="439448" y="42489"/>
                  <a:pt x="450188" y="42489"/>
                </a:cubicBezTo>
                <a:cubicBezTo>
                  <a:pt x="459276" y="42489"/>
                  <a:pt x="466741" y="45476"/>
                  <a:pt x="472583" y="51451"/>
                </a:cubicBezTo>
                <a:cubicBezTo>
                  <a:pt x="478426" y="57425"/>
                  <a:pt x="481347" y="65413"/>
                  <a:pt x="481347" y="75418"/>
                </a:cubicBezTo>
                <a:lnTo>
                  <a:pt x="425315" y="75418"/>
                </a:lnTo>
                <a:moveTo>
                  <a:pt x="425315" y="70284"/>
                </a:moveTo>
                <a:lnTo>
                  <a:pt x="462846" y="70284"/>
                </a:lnTo>
                <a:cubicBezTo>
                  <a:pt x="462551" y="65133"/>
                  <a:pt x="461932" y="61505"/>
                  <a:pt x="460988" y="59399"/>
                </a:cubicBezTo>
                <a:cubicBezTo>
                  <a:pt x="459512" y="56120"/>
                  <a:pt x="457314" y="53544"/>
                  <a:pt x="454393" y="51673"/>
                </a:cubicBezTo>
                <a:cubicBezTo>
                  <a:pt x="451472" y="49799"/>
                  <a:pt x="448418" y="48862"/>
                  <a:pt x="445231" y="48862"/>
                </a:cubicBezTo>
                <a:cubicBezTo>
                  <a:pt x="440333" y="48862"/>
                  <a:pt x="435952" y="50750"/>
                  <a:pt x="432086" y="54525"/>
                </a:cubicBezTo>
                <a:cubicBezTo>
                  <a:pt x="428221" y="58300"/>
                  <a:pt x="425964" y="63553"/>
                  <a:pt x="425315" y="70284"/>
                </a:cubicBezTo>
                <a:close/>
                <a:moveTo>
                  <a:pt x="515539" y="18058"/>
                </a:moveTo>
                <a:lnTo>
                  <a:pt x="515539" y="44790"/>
                </a:lnTo>
                <a:lnTo>
                  <a:pt x="534482" y="44790"/>
                </a:lnTo>
                <a:lnTo>
                  <a:pt x="534482" y="50810"/>
                </a:lnTo>
                <a:lnTo>
                  <a:pt x="515539" y="50987"/>
                </a:lnTo>
                <a:lnTo>
                  <a:pt x="515539" y="103639"/>
                </a:lnTo>
                <a:cubicBezTo>
                  <a:pt x="515539" y="108896"/>
                  <a:pt x="516292" y="112442"/>
                  <a:pt x="517797" y="114275"/>
                </a:cubicBezTo>
                <a:cubicBezTo>
                  <a:pt x="519301" y="116106"/>
                  <a:pt x="521234" y="117021"/>
                  <a:pt x="523594" y="117021"/>
                </a:cubicBezTo>
                <a:cubicBezTo>
                  <a:pt x="525542" y="117021"/>
                  <a:pt x="527430" y="116409"/>
                  <a:pt x="529260" y="115185"/>
                </a:cubicBezTo>
                <a:cubicBezTo>
                  <a:pt x="531089" y="113960"/>
                  <a:pt x="532505" y="112153"/>
                  <a:pt x="533509" y="109763"/>
                </a:cubicBezTo>
                <a:lnTo>
                  <a:pt x="536961" y="109763"/>
                </a:lnTo>
                <a:cubicBezTo>
                  <a:pt x="534895" y="115576"/>
                  <a:pt x="531974" y="119950"/>
                  <a:pt x="528197" y="122886"/>
                </a:cubicBezTo>
                <a:cubicBezTo>
                  <a:pt x="524421" y="125822"/>
                  <a:pt x="520526" y="127290"/>
                  <a:pt x="516513" y="127290"/>
                </a:cubicBezTo>
                <a:cubicBezTo>
                  <a:pt x="513798" y="127290"/>
                  <a:pt x="511143" y="126534"/>
                  <a:pt x="508546" y="125024"/>
                </a:cubicBezTo>
                <a:cubicBezTo>
                  <a:pt x="505950" y="123514"/>
                  <a:pt x="504032" y="121352"/>
                  <a:pt x="502793" y="118540"/>
                </a:cubicBezTo>
                <a:cubicBezTo>
                  <a:pt x="501553" y="115728"/>
                  <a:pt x="500934" y="111390"/>
                  <a:pt x="500934" y="105528"/>
                </a:cubicBezTo>
                <a:lnTo>
                  <a:pt x="500934" y="50810"/>
                </a:lnTo>
                <a:lnTo>
                  <a:pt x="488099" y="50810"/>
                </a:lnTo>
                <a:lnTo>
                  <a:pt x="488099" y="47971"/>
                </a:lnTo>
                <a:cubicBezTo>
                  <a:pt x="491344" y="46681"/>
                  <a:pt x="494664" y="44495"/>
                  <a:pt x="498057" y="41416"/>
                </a:cubicBezTo>
                <a:cubicBezTo>
                  <a:pt x="501450" y="38336"/>
                  <a:pt x="504474" y="34665"/>
                  <a:pt x="507130" y="30403"/>
                </a:cubicBezTo>
                <a:cubicBezTo>
                  <a:pt x="508487" y="28153"/>
                  <a:pt x="510376" y="24038"/>
                  <a:pt x="512795" y="18058"/>
                </a:cubicBezTo>
                <a:lnTo>
                  <a:pt x="515539" y="18058"/>
                </a:lnTo>
                <a:close/>
                <a:moveTo>
                  <a:pt x="555842" y="75418"/>
                </a:moveTo>
                <a:cubicBezTo>
                  <a:pt x="555783" y="87401"/>
                  <a:pt x="558704" y="96800"/>
                  <a:pt x="564605" y="103614"/>
                </a:cubicBezTo>
                <a:cubicBezTo>
                  <a:pt x="570506" y="110428"/>
                  <a:pt x="577440" y="113835"/>
                  <a:pt x="585407" y="113835"/>
                </a:cubicBezTo>
                <a:cubicBezTo>
                  <a:pt x="590718" y="113835"/>
                  <a:pt x="595336" y="112368"/>
                  <a:pt x="599260" y="109434"/>
                </a:cubicBezTo>
                <a:cubicBezTo>
                  <a:pt x="603184" y="106500"/>
                  <a:pt x="606474" y="101475"/>
                  <a:pt x="609130" y="94361"/>
                </a:cubicBezTo>
                <a:lnTo>
                  <a:pt x="611874" y="96139"/>
                </a:lnTo>
                <a:cubicBezTo>
                  <a:pt x="610635" y="104267"/>
                  <a:pt x="607035" y="111667"/>
                  <a:pt x="601075" y="118341"/>
                </a:cubicBezTo>
                <a:cubicBezTo>
                  <a:pt x="595114" y="125015"/>
                  <a:pt x="587649" y="128352"/>
                  <a:pt x="578680" y="128352"/>
                </a:cubicBezTo>
                <a:cubicBezTo>
                  <a:pt x="568943" y="128352"/>
                  <a:pt x="560607" y="124569"/>
                  <a:pt x="553673" y="117002"/>
                </a:cubicBezTo>
                <a:cubicBezTo>
                  <a:pt x="546739" y="109434"/>
                  <a:pt x="543272" y="99260"/>
                  <a:pt x="543272" y="86480"/>
                </a:cubicBezTo>
                <a:cubicBezTo>
                  <a:pt x="543272" y="72641"/>
                  <a:pt x="546828" y="61850"/>
                  <a:pt x="553939" y="54107"/>
                </a:cubicBezTo>
                <a:cubicBezTo>
                  <a:pt x="561050" y="46362"/>
                  <a:pt x="569975" y="42489"/>
                  <a:pt x="580715" y="42489"/>
                </a:cubicBezTo>
                <a:cubicBezTo>
                  <a:pt x="589803" y="42489"/>
                  <a:pt x="597268" y="45476"/>
                  <a:pt x="603111" y="51451"/>
                </a:cubicBezTo>
                <a:cubicBezTo>
                  <a:pt x="608953" y="57425"/>
                  <a:pt x="611874" y="65413"/>
                  <a:pt x="611874" y="75418"/>
                </a:cubicBezTo>
                <a:lnTo>
                  <a:pt x="555842" y="75418"/>
                </a:lnTo>
                <a:moveTo>
                  <a:pt x="555842" y="70284"/>
                </a:moveTo>
                <a:lnTo>
                  <a:pt x="593374" y="70284"/>
                </a:lnTo>
                <a:cubicBezTo>
                  <a:pt x="593079" y="65133"/>
                  <a:pt x="592459" y="61505"/>
                  <a:pt x="591515" y="59399"/>
                </a:cubicBezTo>
                <a:cubicBezTo>
                  <a:pt x="590039" y="56120"/>
                  <a:pt x="587841" y="53544"/>
                  <a:pt x="584920" y="51673"/>
                </a:cubicBezTo>
                <a:cubicBezTo>
                  <a:pt x="581999" y="49799"/>
                  <a:pt x="578945" y="48862"/>
                  <a:pt x="575758" y="48862"/>
                </a:cubicBezTo>
                <a:cubicBezTo>
                  <a:pt x="570860" y="48862"/>
                  <a:pt x="566479" y="50750"/>
                  <a:pt x="562613" y="54525"/>
                </a:cubicBezTo>
                <a:cubicBezTo>
                  <a:pt x="558748" y="58300"/>
                  <a:pt x="556491" y="63553"/>
                  <a:pt x="555842" y="70284"/>
                </a:cubicBezTo>
                <a:close/>
                <a:moveTo>
                  <a:pt x="691387" y="95069"/>
                </a:moveTo>
                <a:cubicBezTo>
                  <a:pt x="689203" y="105750"/>
                  <a:pt x="684925" y="113968"/>
                  <a:pt x="678552" y="119721"/>
                </a:cubicBezTo>
                <a:cubicBezTo>
                  <a:pt x="672178" y="125475"/>
                  <a:pt x="665126" y="128352"/>
                  <a:pt x="657396" y="128352"/>
                </a:cubicBezTo>
                <a:cubicBezTo>
                  <a:pt x="648190" y="128352"/>
                  <a:pt x="640164" y="124491"/>
                  <a:pt x="633319" y="116770"/>
                </a:cubicBezTo>
                <a:cubicBezTo>
                  <a:pt x="626473" y="109047"/>
                  <a:pt x="623050" y="98611"/>
                  <a:pt x="623051" y="85465"/>
                </a:cubicBezTo>
                <a:cubicBezTo>
                  <a:pt x="623051" y="72731"/>
                  <a:pt x="626842" y="62385"/>
                  <a:pt x="634425" y="54428"/>
                </a:cubicBezTo>
                <a:cubicBezTo>
                  <a:pt x="642008" y="46469"/>
                  <a:pt x="651111" y="42489"/>
                  <a:pt x="661733" y="42489"/>
                </a:cubicBezTo>
                <a:cubicBezTo>
                  <a:pt x="669700" y="42489"/>
                  <a:pt x="676250" y="44606"/>
                  <a:pt x="681384" y="48840"/>
                </a:cubicBezTo>
                <a:cubicBezTo>
                  <a:pt x="686518" y="53072"/>
                  <a:pt x="689085" y="57468"/>
                  <a:pt x="689085" y="62027"/>
                </a:cubicBezTo>
                <a:cubicBezTo>
                  <a:pt x="689085" y="64276"/>
                  <a:pt x="688362" y="66098"/>
                  <a:pt x="686917" y="67490"/>
                </a:cubicBezTo>
                <a:cubicBezTo>
                  <a:pt x="685471" y="68880"/>
                  <a:pt x="683450" y="69576"/>
                  <a:pt x="680853" y="69576"/>
                </a:cubicBezTo>
                <a:cubicBezTo>
                  <a:pt x="677371" y="69576"/>
                  <a:pt x="674745" y="68445"/>
                  <a:pt x="672975" y="66184"/>
                </a:cubicBezTo>
                <a:cubicBezTo>
                  <a:pt x="671972" y="64934"/>
                  <a:pt x="671308" y="62553"/>
                  <a:pt x="670983" y="59042"/>
                </a:cubicBezTo>
                <a:cubicBezTo>
                  <a:pt x="670659" y="55531"/>
                  <a:pt x="669464" y="52853"/>
                  <a:pt x="667398" y="51009"/>
                </a:cubicBezTo>
                <a:cubicBezTo>
                  <a:pt x="665333" y="49224"/>
                  <a:pt x="662471" y="48331"/>
                  <a:pt x="658812" y="48331"/>
                </a:cubicBezTo>
                <a:cubicBezTo>
                  <a:pt x="652911" y="48331"/>
                  <a:pt x="648160" y="50515"/>
                  <a:pt x="644561" y="54881"/>
                </a:cubicBezTo>
                <a:cubicBezTo>
                  <a:pt x="639781" y="60665"/>
                  <a:pt x="637391" y="68307"/>
                  <a:pt x="637391" y="77808"/>
                </a:cubicBezTo>
                <a:cubicBezTo>
                  <a:pt x="637391" y="87486"/>
                  <a:pt x="639766" y="96028"/>
                  <a:pt x="644516" y="103434"/>
                </a:cubicBezTo>
                <a:cubicBezTo>
                  <a:pt x="649267" y="110840"/>
                  <a:pt x="655684" y="114543"/>
                  <a:pt x="663769" y="114543"/>
                </a:cubicBezTo>
                <a:cubicBezTo>
                  <a:pt x="669552" y="114543"/>
                  <a:pt x="674745" y="112566"/>
                  <a:pt x="679348" y="108612"/>
                </a:cubicBezTo>
                <a:cubicBezTo>
                  <a:pt x="682594" y="105898"/>
                  <a:pt x="685751" y="100970"/>
                  <a:pt x="688820" y="93830"/>
                </a:cubicBezTo>
                <a:lnTo>
                  <a:pt x="691387" y="95069"/>
                </a:lnTo>
                <a:close/>
                <a:moveTo>
                  <a:pt x="726375" y="18058"/>
                </a:moveTo>
                <a:lnTo>
                  <a:pt x="726375" y="44790"/>
                </a:lnTo>
                <a:lnTo>
                  <a:pt x="745318" y="44790"/>
                </a:lnTo>
                <a:lnTo>
                  <a:pt x="745318" y="50810"/>
                </a:lnTo>
                <a:lnTo>
                  <a:pt x="726375" y="50987"/>
                </a:lnTo>
                <a:lnTo>
                  <a:pt x="726375" y="103639"/>
                </a:lnTo>
                <a:cubicBezTo>
                  <a:pt x="726375" y="108896"/>
                  <a:pt x="727127" y="112442"/>
                  <a:pt x="728632" y="114275"/>
                </a:cubicBezTo>
                <a:cubicBezTo>
                  <a:pt x="730137" y="116106"/>
                  <a:pt x="732070" y="117021"/>
                  <a:pt x="734430" y="117021"/>
                </a:cubicBezTo>
                <a:cubicBezTo>
                  <a:pt x="736378" y="117021"/>
                  <a:pt x="738266" y="116409"/>
                  <a:pt x="740095" y="115185"/>
                </a:cubicBezTo>
                <a:cubicBezTo>
                  <a:pt x="741925" y="113960"/>
                  <a:pt x="743341" y="112153"/>
                  <a:pt x="744344" y="109763"/>
                </a:cubicBezTo>
                <a:lnTo>
                  <a:pt x="747797" y="109763"/>
                </a:lnTo>
                <a:cubicBezTo>
                  <a:pt x="745731" y="115576"/>
                  <a:pt x="742810" y="119950"/>
                  <a:pt x="739033" y="122886"/>
                </a:cubicBezTo>
                <a:cubicBezTo>
                  <a:pt x="735256" y="125822"/>
                  <a:pt x="731362" y="127290"/>
                  <a:pt x="727349" y="127290"/>
                </a:cubicBezTo>
                <a:cubicBezTo>
                  <a:pt x="724634" y="127290"/>
                  <a:pt x="721979" y="126534"/>
                  <a:pt x="719382" y="125024"/>
                </a:cubicBezTo>
                <a:cubicBezTo>
                  <a:pt x="716786" y="123514"/>
                  <a:pt x="714868" y="121352"/>
                  <a:pt x="713628" y="118540"/>
                </a:cubicBezTo>
                <a:cubicBezTo>
                  <a:pt x="712389" y="115728"/>
                  <a:pt x="711770" y="111390"/>
                  <a:pt x="711770" y="105528"/>
                </a:cubicBezTo>
                <a:lnTo>
                  <a:pt x="711770" y="50810"/>
                </a:lnTo>
                <a:lnTo>
                  <a:pt x="698934" y="50810"/>
                </a:lnTo>
                <a:lnTo>
                  <a:pt x="698934" y="47971"/>
                </a:lnTo>
                <a:cubicBezTo>
                  <a:pt x="702180" y="46681"/>
                  <a:pt x="705499" y="44495"/>
                  <a:pt x="708893" y="41416"/>
                </a:cubicBezTo>
                <a:cubicBezTo>
                  <a:pt x="712286" y="38336"/>
                  <a:pt x="715310" y="34665"/>
                  <a:pt x="717966" y="30403"/>
                </a:cubicBezTo>
                <a:cubicBezTo>
                  <a:pt x="719323" y="28153"/>
                  <a:pt x="721212" y="24038"/>
                  <a:pt x="723631" y="18058"/>
                </a:cubicBezTo>
                <a:lnTo>
                  <a:pt x="726375" y="18058"/>
                </a:lnTo>
                <a:close/>
                <a:moveTo>
                  <a:pt x="773670" y="0"/>
                </a:moveTo>
                <a:cubicBezTo>
                  <a:pt x="776149" y="0"/>
                  <a:pt x="778258" y="875"/>
                  <a:pt x="779999" y="2625"/>
                </a:cubicBezTo>
                <a:cubicBezTo>
                  <a:pt x="781740" y="4373"/>
                  <a:pt x="782611" y="6493"/>
                  <a:pt x="782611" y="8985"/>
                </a:cubicBezTo>
                <a:cubicBezTo>
                  <a:pt x="782611" y="11476"/>
                  <a:pt x="781740" y="13612"/>
                  <a:pt x="779999" y="15391"/>
                </a:cubicBezTo>
                <a:cubicBezTo>
                  <a:pt x="778258" y="17169"/>
                  <a:pt x="776149" y="18058"/>
                  <a:pt x="773670" y="18058"/>
                </a:cubicBezTo>
                <a:cubicBezTo>
                  <a:pt x="771192" y="18058"/>
                  <a:pt x="769067" y="17169"/>
                  <a:pt x="767297" y="15391"/>
                </a:cubicBezTo>
                <a:cubicBezTo>
                  <a:pt x="765527" y="13612"/>
                  <a:pt x="764641" y="11476"/>
                  <a:pt x="764641" y="8985"/>
                </a:cubicBezTo>
                <a:cubicBezTo>
                  <a:pt x="764641" y="6493"/>
                  <a:pt x="765512" y="4373"/>
                  <a:pt x="767253" y="2625"/>
                </a:cubicBezTo>
                <a:cubicBezTo>
                  <a:pt x="768994" y="875"/>
                  <a:pt x="771133" y="0"/>
                  <a:pt x="773670" y="0"/>
                </a:cubicBezTo>
                <a:moveTo>
                  <a:pt x="781017" y="42489"/>
                </a:moveTo>
                <a:lnTo>
                  <a:pt x="781017" y="107461"/>
                </a:lnTo>
                <a:cubicBezTo>
                  <a:pt x="781017" y="112566"/>
                  <a:pt x="781386" y="115965"/>
                  <a:pt x="782124" y="117658"/>
                </a:cubicBezTo>
                <a:cubicBezTo>
                  <a:pt x="782861" y="119349"/>
                  <a:pt x="783953" y="120610"/>
                  <a:pt x="785399" y="121442"/>
                </a:cubicBezTo>
                <a:cubicBezTo>
                  <a:pt x="786845" y="122272"/>
                  <a:pt x="789486" y="122687"/>
                  <a:pt x="793321" y="122687"/>
                </a:cubicBezTo>
                <a:lnTo>
                  <a:pt x="793321" y="125873"/>
                </a:lnTo>
                <a:lnTo>
                  <a:pt x="753931" y="125873"/>
                </a:lnTo>
                <a:lnTo>
                  <a:pt x="753931" y="122687"/>
                </a:lnTo>
                <a:cubicBezTo>
                  <a:pt x="757884" y="122687"/>
                  <a:pt x="760540" y="122301"/>
                  <a:pt x="761897" y="121530"/>
                </a:cubicBezTo>
                <a:cubicBezTo>
                  <a:pt x="763255" y="120758"/>
                  <a:pt x="764332" y="119482"/>
                  <a:pt x="765128" y="117702"/>
                </a:cubicBezTo>
                <a:cubicBezTo>
                  <a:pt x="765925" y="115921"/>
                  <a:pt x="766323" y="112507"/>
                  <a:pt x="766323" y="107461"/>
                </a:cubicBezTo>
                <a:lnTo>
                  <a:pt x="766323" y="76480"/>
                </a:lnTo>
                <a:cubicBezTo>
                  <a:pt x="766323" y="67650"/>
                  <a:pt x="766058" y="61932"/>
                  <a:pt x="765527" y="59324"/>
                </a:cubicBezTo>
                <a:cubicBezTo>
                  <a:pt x="765113" y="57426"/>
                  <a:pt x="764464" y="56109"/>
                  <a:pt x="763579" y="55371"/>
                </a:cubicBezTo>
                <a:cubicBezTo>
                  <a:pt x="762694" y="54632"/>
                  <a:pt x="761484" y="54262"/>
                  <a:pt x="759950" y="54262"/>
                </a:cubicBezTo>
                <a:cubicBezTo>
                  <a:pt x="758298" y="54262"/>
                  <a:pt x="756291" y="54704"/>
                  <a:pt x="753931" y="55590"/>
                </a:cubicBezTo>
                <a:lnTo>
                  <a:pt x="752691" y="52403"/>
                </a:lnTo>
                <a:lnTo>
                  <a:pt x="777122" y="42489"/>
                </a:lnTo>
                <a:lnTo>
                  <a:pt x="781017" y="42489"/>
                </a:lnTo>
                <a:close/>
                <a:moveTo>
                  <a:pt x="842918" y="42489"/>
                </a:moveTo>
                <a:cubicBezTo>
                  <a:pt x="855193" y="42489"/>
                  <a:pt x="865048" y="47146"/>
                  <a:pt x="872483" y="56461"/>
                </a:cubicBezTo>
                <a:cubicBezTo>
                  <a:pt x="878798" y="64418"/>
                  <a:pt x="881955" y="73556"/>
                  <a:pt x="881955" y="83874"/>
                </a:cubicBezTo>
                <a:cubicBezTo>
                  <a:pt x="881955" y="91125"/>
                  <a:pt x="880214" y="98465"/>
                  <a:pt x="876732" y="105893"/>
                </a:cubicBezTo>
                <a:cubicBezTo>
                  <a:pt x="873251" y="113319"/>
                  <a:pt x="868456" y="118919"/>
                  <a:pt x="862348" y="122692"/>
                </a:cubicBezTo>
                <a:cubicBezTo>
                  <a:pt x="856240" y="126465"/>
                  <a:pt x="849439" y="128352"/>
                  <a:pt x="841945" y="128352"/>
                </a:cubicBezTo>
                <a:cubicBezTo>
                  <a:pt x="829729" y="128352"/>
                  <a:pt x="820021" y="123488"/>
                  <a:pt x="812822" y="113760"/>
                </a:cubicBezTo>
                <a:cubicBezTo>
                  <a:pt x="806744" y="105567"/>
                  <a:pt x="803705" y="96371"/>
                  <a:pt x="803705" y="86173"/>
                </a:cubicBezTo>
                <a:cubicBezTo>
                  <a:pt x="803705" y="78745"/>
                  <a:pt x="805549" y="71361"/>
                  <a:pt x="809237" y="64021"/>
                </a:cubicBezTo>
                <a:cubicBezTo>
                  <a:pt x="812925" y="56681"/>
                  <a:pt x="817779" y="51258"/>
                  <a:pt x="823798" y="47750"/>
                </a:cubicBezTo>
                <a:cubicBezTo>
                  <a:pt x="829818" y="44243"/>
                  <a:pt x="836191" y="42489"/>
                  <a:pt x="842918" y="42489"/>
                </a:cubicBezTo>
                <a:moveTo>
                  <a:pt x="840174" y="48331"/>
                </a:moveTo>
                <a:cubicBezTo>
                  <a:pt x="837047" y="48331"/>
                  <a:pt x="833904" y="49258"/>
                  <a:pt x="830747" y="51111"/>
                </a:cubicBezTo>
                <a:cubicBezTo>
                  <a:pt x="827590" y="52963"/>
                  <a:pt x="825038" y="56211"/>
                  <a:pt x="823090" y="60856"/>
                </a:cubicBezTo>
                <a:cubicBezTo>
                  <a:pt x="821143" y="65502"/>
                  <a:pt x="820169" y="71469"/>
                  <a:pt x="820169" y="78759"/>
                </a:cubicBezTo>
                <a:cubicBezTo>
                  <a:pt x="820169" y="90519"/>
                  <a:pt x="822515" y="100663"/>
                  <a:pt x="827206" y="109190"/>
                </a:cubicBezTo>
                <a:cubicBezTo>
                  <a:pt x="831898" y="117716"/>
                  <a:pt x="838079" y="121979"/>
                  <a:pt x="845751" y="121979"/>
                </a:cubicBezTo>
                <a:cubicBezTo>
                  <a:pt x="851475" y="121979"/>
                  <a:pt x="856196" y="119626"/>
                  <a:pt x="859914" y="114922"/>
                </a:cubicBezTo>
                <a:cubicBezTo>
                  <a:pt x="863632" y="110218"/>
                  <a:pt x="865490" y="102133"/>
                  <a:pt x="865490" y="90668"/>
                </a:cubicBezTo>
                <a:cubicBezTo>
                  <a:pt x="865490" y="76320"/>
                  <a:pt x="862392" y="65031"/>
                  <a:pt x="856196" y="56798"/>
                </a:cubicBezTo>
                <a:cubicBezTo>
                  <a:pt x="852006" y="51154"/>
                  <a:pt x="846666" y="48331"/>
                  <a:pt x="840174" y="48331"/>
                </a:cubicBezTo>
                <a:close/>
                <a:moveTo>
                  <a:pt x="917540" y="59573"/>
                </a:moveTo>
                <a:cubicBezTo>
                  <a:pt x="927041" y="48184"/>
                  <a:pt x="936099" y="42489"/>
                  <a:pt x="944715" y="42489"/>
                </a:cubicBezTo>
                <a:cubicBezTo>
                  <a:pt x="949141" y="42489"/>
                  <a:pt x="952947" y="43593"/>
                  <a:pt x="956134" y="45800"/>
                </a:cubicBezTo>
                <a:cubicBezTo>
                  <a:pt x="959320" y="48006"/>
                  <a:pt x="961858" y="51639"/>
                  <a:pt x="963746" y="56702"/>
                </a:cubicBezTo>
                <a:cubicBezTo>
                  <a:pt x="965045" y="60233"/>
                  <a:pt x="965694" y="65648"/>
                  <a:pt x="965694" y="72945"/>
                </a:cubicBezTo>
                <a:lnTo>
                  <a:pt x="965694" y="107461"/>
                </a:lnTo>
                <a:cubicBezTo>
                  <a:pt x="965694" y="112625"/>
                  <a:pt x="966107" y="116127"/>
                  <a:pt x="966933" y="117968"/>
                </a:cubicBezTo>
                <a:cubicBezTo>
                  <a:pt x="967582" y="119452"/>
                  <a:pt x="968630" y="120610"/>
                  <a:pt x="970075" y="121442"/>
                </a:cubicBezTo>
                <a:cubicBezTo>
                  <a:pt x="971521" y="122272"/>
                  <a:pt x="974192" y="122687"/>
                  <a:pt x="978086" y="122687"/>
                </a:cubicBezTo>
                <a:lnTo>
                  <a:pt x="978086" y="125873"/>
                </a:lnTo>
                <a:lnTo>
                  <a:pt x="937988" y="125873"/>
                </a:lnTo>
                <a:lnTo>
                  <a:pt x="937988" y="122687"/>
                </a:lnTo>
                <a:lnTo>
                  <a:pt x="939669" y="122687"/>
                </a:lnTo>
                <a:cubicBezTo>
                  <a:pt x="943446" y="122687"/>
                  <a:pt x="946087" y="122109"/>
                  <a:pt x="947592" y="120952"/>
                </a:cubicBezTo>
                <a:cubicBezTo>
                  <a:pt x="949097" y="119794"/>
                  <a:pt x="950144" y="118087"/>
                  <a:pt x="950734" y="115832"/>
                </a:cubicBezTo>
                <a:cubicBezTo>
                  <a:pt x="950970" y="114941"/>
                  <a:pt x="951088" y="112151"/>
                  <a:pt x="951088" y="107461"/>
                </a:cubicBezTo>
                <a:lnTo>
                  <a:pt x="951088" y="74322"/>
                </a:lnTo>
                <a:cubicBezTo>
                  <a:pt x="951088" y="66957"/>
                  <a:pt x="950129" y="61610"/>
                  <a:pt x="948211" y="58281"/>
                </a:cubicBezTo>
                <a:cubicBezTo>
                  <a:pt x="946294" y="54952"/>
                  <a:pt x="943063" y="53288"/>
                  <a:pt x="938519" y="53288"/>
                </a:cubicBezTo>
                <a:cubicBezTo>
                  <a:pt x="931496" y="53288"/>
                  <a:pt x="924503" y="57124"/>
                  <a:pt x="917540" y="64796"/>
                </a:cubicBezTo>
                <a:lnTo>
                  <a:pt x="917540" y="107461"/>
                </a:lnTo>
                <a:cubicBezTo>
                  <a:pt x="917540" y="112981"/>
                  <a:pt x="917864" y="116394"/>
                  <a:pt x="918513" y="117702"/>
                </a:cubicBezTo>
                <a:cubicBezTo>
                  <a:pt x="919340" y="119423"/>
                  <a:pt x="920476" y="120684"/>
                  <a:pt x="921921" y="121486"/>
                </a:cubicBezTo>
                <a:cubicBezTo>
                  <a:pt x="923367" y="122286"/>
                  <a:pt x="926303" y="122687"/>
                  <a:pt x="930729" y="122687"/>
                </a:cubicBezTo>
                <a:lnTo>
                  <a:pt x="930729" y="125873"/>
                </a:lnTo>
                <a:lnTo>
                  <a:pt x="890630" y="125873"/>
                </a:lnTo>
                <a:lnTo>
                  <a:pt x="890630" y="122687"/>
                </a:lnTo>
                <a:lnTo>
                  <a:pt x="892400" y="122687"/>
                </a:lnTo>
                <a:cubicBezTo>
                  <a:pt x="896531" y="122687"/>
                  <a:pt x="899320" y="121634"/>
                  <a:pt x="900765" y="119528"/>
                </a:cubicBezTo>
                <a:cubicBezTo>
                  <a:pt x="902211" y="117420"/>
                  <a:pt x="902934" y="113398"/>
                  <a:pt x="902934" y="107461"/>
                </a:cubicBezTo>
                <a:lnTo>
                  <a:pt x="902934" y="77542"/>
                </a:lnTo>
                <a:cubicBezTo>
                  <a:pt x="902934" y="67805"/>
                  <a:pt x="902713" y="61874"/>
                  <a:pt x="902270" y="59750"/>
                </a:cubicBezTo>
                <a:cubicBezTo>
                  <a:pt x="901828" y="57626"/>
                  <a:pt x="901149" y="56180"/>
                  <a:pt x="900234" y="55413"/>
                </a:cubicBezTo>
                <a:cubicBezTo>
                  <a:pt x="899320" y="54645"/>
                  <a:pt x="898095" y="54262"/>
                  <a:pt x="896561" y="54262"/>
                </a:cubicBezTo>
                <a:cubicBezTo>
                  <a:pt x="894909" y="54262"/>
                  <a:pt x="892932" y="54704"/>
                  <a:pt x="890630" y="55590"/>
                </a:cubicBezTo>
                <a:lnTo>
                  <a:pt x="889302" y="52403"/>
                </a:lnTo>
                <a:lnTo>
                  <a:pt x="913733" y="42489"/>
                </a:lnTo>
                <a:lnTo>
                  <a:pt x="917540" y="42489"/>
                </a:lnTo>
                <a:lnTo>
                  <a:pt x="917540" y="59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72" name="Text off">
            <a:extLst xmlns:a="http://schemas.openxmlformats.org/drawingml/2006/main">
              <a:ext uri="{FF2B5EF4-FFF2-40B4-BE49-F238E27FC236}">
                <a16:creationId xmlns:a16="http://schemas.microsoft.com/office/drawing/2014/main" id="{C6492B7D-D46D-4E76-8994-2764104C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369" y="3595141"/>
            <a:ext cx="269007" cy="128352"/>
          </a:xfrm>
          <a:custGeom xmlns:a="http://schemas.openxmlformats.org/drawingml/2006/main">
            <a:pathLst>
              <a:path w="269007" h="128352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7" y="116785"/>
                  <a:pt x="124369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60" y="125873"/>
                </a:lnTo>
                <a:lnTo>
                  <a:pt x="92060" y="122687"/>
                </a:lnTo>
                <a:lnTo>
                  <a:pt x="95689" y="122687"/>
                </a:lnTo>
                <a:cubicBezTo>
                  <a:pt x="98049" y="122687"/>
                  <a:pt x="100203" y="122097"/>
                  <a:pt x="102151" y="120916"/>
                </a:cubicBezTo>
                <a:cubicBezTo>
                  <a:pt x="104098" y="119736"/>
                  <a:pt x="105441" y="118143"/>
                  <a:pt x="106178" y="116136"/>
                </a:cubicBezTo>
                <a:cubicBezTo>
                  <a:pt x="106916" y="114130"/>
                  <a:pt x="107285" y="110235"/>
                  <a:pt x="107285" y="104452"/>
                </a:cubicBezTo>
                <a:lnTo>
                  <a:pt x="107285" y="51164"/>
                </a:lnTo>
                <a:lnTo>
                  <a:pt x="91529" y="51164"/>
                </a:lnTo>
                <a:lnTo>
                  <a:pt x="91529" y="44790"/>
                </a:lnTo>
                <a:lnTo>
                  <a:pt x="107285" y="44790"/>
                </a:lnTo>
                <a:lnTo>
                  <a:pt x="107285" y="39457"/>
                </a:lnTo>
                <a:cubicBezTo>
                  <a:pt x="107285" y="31341"/>
                  <a:pt x="108583" y="24469"/>
                  <a:pt x="111180" y="18841"/>
                </a:cubicBezTo>
                <a:cubicBezTo>
                  <a:pt x="113776" y="13212"/>
                  <a:pt x="117745" y="8666"/>
                  <a:pt x="123085" y="5200"/>
                </a:cubicBezTo>
                <a:cubicBezTo>
                  <a:pt x="128426" y="1733"/>
                  <a:pt x="134431" y="0"/>
                  <a:pt x="141099" y="0"/>
                </a:cubicBezTo>
                <a:cubicBezTo>
                  <a:pt x="147295" y="0"/>
                  <a:pt x="152990" y="2006"/>
                  <a:pt x="158183" y="6019"/>
                </a:cubicBezTo>
                <a:cubicBezTo>
                  <a:pt x="161606" y="8675"/>
                  <a:pt x="163317" y="11655"/>
                  <a:pt x="163317" y="14960"/>
                </a:cubicBezTo>
                <a:cubicBezTo>
                  <a:pt x="163317" y="16730"/>
                  <a:pt x="162550" y="18397"/>
                  <a:pt x="161016" y="19961"/>
                </a:cubicBezTo>
                <a:cubicBezTo>
                  <a:pt x="159481" y="21525"/>
                  <a:pt x="157829" y="22307"/>
                  <a:pt x="156059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1" y="19872"/>
                  <a:pt x="148416" y="17777"/>
                  <a:pt x="146233" y="14561"/>
                </a:cubicBezTo>
                <a:cubicBezTo>
                  <a:pt x="144050" y="11345"/>
                  <a:pt x="142043" y="9176"/>
                  <a:pt x="140214" y="8055"/>
                </a:cubicBezTo>
                <a:cubicBezTo>
                  <a:pt x="138384" y="6934"/>
                  <a:pt x="136348" y="6373"/>
                  <a:pt x="134106" y="6373"/>
                </a:cubicBezTo>
                <a:cubicBezTo>
                  <a:pt x="131391" y="6373"/>
                  <a:pt x="129090" y="7100"/>
                  <a:pt x="127201" y="8553"/>
                </a:cubicBezTo>
                <a:cubicBezTo>
                  <a:pt x="125313" y="10004"/>
                  <a:pt x="123956" y="12257"/>
                  <a:pt x="123130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1" y="44790"/>
                </a:lnTo>
                <a:lnTo>
                  <a:pt x="142781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ourEMDcat">
            <a:extLst xmlns:a="http://schemas.openxmlformats.org/drawingml/2006/main">
              <a:ext uri="{FF2B5EF4-FFF2-40B4-BE49-F238E27FC236}">
                <a16:creationId xmlns:a16="http://schemas.microsoft.com/office/drawing/2014/main" id="{9AF34613-3139-4223-8A1C-35B89773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070" y="3600983"/>
            <a:ext cx="940078" cy="122510"/>
          </a:xfrm>
          <a:custGeom xmlns:a="http://schemas.openxmlformats.org/drawingml/2006/main">
            <a:pathLst>
              <a:path w="940078" h="122510">
                <a:moveTo>
                  <a:pt x="39214" y="36647"/>
                </a:moveTo>
                <a:cubicBezTo>
                  <a:pt x="51488" y="36647"/>
                  <a:pt x="61343" y="41304"/>
                  <a:pt x="68779" y="50619"/>
                </a:cubicBezTo>
                <a:cubicBezTo>
                  <a:pt x="75093" y="58576"/>
                  <a:pt x="78250" y="67714"/>
                  <a:pt x="78250" y="78032"/>
                </a:cubicBezTo>
                <a:cubicBezTo>
                  <a:pt x="78250" y="85283"/>
                  <a:pt x="76509" y="92623"/>
                  <a:pt x="73028" y="100051"/>
                </a:cubicBezTo>
                <a:cubicBezTo>
                  <a:pt x="69546" y="107477"/>
                  <a:pt x="64751" y="113077"/>
                  <a:pt x="58644" y="116850"/>
                </a:cubicBezTo>
                <a:cubicBezTo>
                  <a:pt x="52536" y="120623"/>
                  <a:pt x="45735" y="122510"/>
                  <a:pt x="38240" y="122510"/>
                </a:cubicBezTo>
                <a:cubicBezTo>
                  <a:pt x="26024" y="122510"/>
                  <a:pt x="16317" y="117646"/>
                  <a:pt x="9117" y="107918"/>
                </a:cubicBezTo>
                <a:cubicBezTo>
                  <a:pt x="3039" y="99724"/>
                  <a:pt x="0" y="90529"/>
                  <a:pt x="0" y="80331"/>
                </a:cubicBezTo>
                <a:cubicBezTo>
                  <a:pt x="0" y="72902"/>
                  <a:pt x="1844" y="65518"/>
                  <a:pt x="5532" y="58179"/>
                </a:cubicBezTo>
                <a:cubicBezTo>
                  <a:pt x="9221" y="50839"/>
                  <a:pt x="14074" y="45416"/>
                  <a:pt x="20094" y="41908"/>
                </a:cubicBezTo>
                <a:cubicBezTo>
                  <a:pt x="26113" y="38400"/>
                  <a:pt x="32486" y="36647"/>
                  <a:pt x="39214" y="36647"/>
                </a:cubicBezTo>
                <a:moveTo>
                  <a:pt x="36470" y="42489"/>
                </a:moveTo>
                <a:cubicBezTo>
                  <a:pt x="33342" y="42489"/>
                  <a:pt x="30200" y="43416"/>
                  <a:pt x="27042" y="45269"/>
                </a:cubicBezTo>
                <a:cubicBezTo>
                  <a:pt x="23885" y="47120"/>
                  <a:pt x="21333" y="50369"/>
                  <a:pt x="19386" y="55014"/>
                </a:cubicBezTo>
                <a:cubicBezTo>
                  <a:pt x="17438" y="59660"/>
                  <a:pt x="16464" y="65627"/>
                  <a:pt x="16464" y="72917"/>
                </a:cubicBezTo>
                <a:cubicBezTo>
                  <a:pt x="16464" y="84677"/>
                  <a:pt x="18810" y="94821"/>
                  <a:pt x="23502" y="103348"/>
                </a:cubicBezTo>
                <a:cubicBezTo>
                  <a:pt x="28193" y="111874"/>
                  <a:pt x="34375" y="116136"/>
                  <a:pt x="42046" y="116136"/>
                </a:cubicBezTo>
                <a:cubicBezTo>
                  <a:pt x="47770" y="116136"/>
                  <a:pt x="52491" y="113784"/>
                  <a:pt x="56209" y="109080"/>
                </a:cubicBezTo>
                <a:cubicBezTo>
                  <a:pt x="59927" y="104375"/>
                  <a:pt x="61786" y="96291"/>
                  <a:pt x="61786" y="84826"/>
                </a:cubicBezTo>
                <a:cubicBezTo>
                  <a:pt x="61786" y="70478"/>
                  <a:pt x="58688" y="59188"/>
                  <a:pt x="52491" y="50956"/>
                </a:cubicBezTo>
                <a:cubicBezTo>
                  <a:pt x="48302" y="45311"/>
                  <a:pt x="42961" y="42489"/>
                  <a:pt x="36470" y="42489"/>
                </a:cubicBezTo>
                <a:close/>
                <a:moveTo>
                  <a:pt x="161281" y="38948"/>
                </a:moveTo>
                <a:lnTo>
                  <a:pt x="161281" y="88341"/>
                </a:lnTo>
                <a:cubicBezTo>
                  <a:pt x="161281" y="97608"/>
                  <a:pt x="161502" y="103276"/>
                  <a:pt x="161945" y="105345"/>
                </a:cubicBezTo>
                <a:cubicBezTo>
                  <a:pt x="162388" y="107413"/>
                  <a:pt x="163096" y="108858"/>
                  <a:pt x="164069" y="109680"/>
                </a:cubicBezTo>
                <a:cubicBezTo>
                  <a:pt x="165043" y="110502"/>
                  <a:pt x="166179" y="110914"/>
                  <a:pt x="167477" y="110914"/>
                </a:cubicBezTo>
                <a:cubicBezTo>
                  <a:pt x="169307" y="110914"/>
                  <a:pt x="171372" y="110412"/>
                  <a:pt x="173674" y="109409"/>
                </a:cubicBezTo>
                <a:lnTo>
                  <a:pt x="174913" y="112596"/>
                </a:lnTo>
                <a:lnTo>
                  <a:pt x="150659" y="122510"/>
                </a:lnTo>
                <a:lnTo>
                  <a:pt x="146676" y="122510"/>
                </a:lnTo>
                <a:lnTo>
                  <a:pt x="146676" y="105417"/>
                </a:lnTo>
                <a:cubicBezTo>
                  <a:pt x="139712" y="112936"/>
                  <a:pt x="134401" y="117664"/>
                  <a:pt x="130742" y="119602"/>
                </a:cubicBezTo>
                <a:cubicBezTo>
                  <a:pt x="127083" y="121541"/>
                  <a:pt x="123218" y="122510"/>
                  <a:pt x="119146" y="122510"/>
                </a:cubicBezTo>
                <a:cubicBezTo>
                  <a:pt x="114602" y="122510"/>
                  <a:pt x="110663" y="121197"/>
                  <a:pt x="107329" y="118571"/>
                </a:cubicBezTo>
                <a:cubicBezTo>
                  <a:pt x="103995" y="115945"/>
                  <a:pt x="101679" y="112566"/>
                  <a:pt x="100380" y="108435"/>
                </a:cubicBezTo>
                <a:cubicBezTo>
                  <a:pt x="99082" y="104304"/>
                  <a:pt x="98433" y="98462"/>
                  <a:pt x="98433" y="90909"/>
                </a:cubicBezTo>
                <a:lnTo>
                  <a:pt x="98433" y="54704"/>
                </a:lnTo>
                <a:cubicBezTo>
                  <a:pt x="98433" y="50841"/>
                  <a:pt x="98020" y="48167"/>
                  <a:pt x="97194" y="46682"/>
                </a:cubicBezTo>
                <a:cubicBezTo>
                  <a:pt x="96368" y="45196"/>
                  <a:pt x="95143" y="44052"/>
                  <a:pt x="93520" y="43250"/>
                </a:cubicBezTo>
                <a:cubicBezTo>
                  <a:pt x="91897" y="42447"/>
                  <a:pt x="88961" y="42076"/>
                  <a:pt x="84713" y="42135"/>
                </a:cubicBezTo>
                <a:lnTo>
                  <a:pt x="84713" y="38948"/>
                </a:lnTo>
                <a:lnTo>
                  <a:pt x="113127" y="38948"/>
                </a:lnTo>
                <a:lnTo>
                  <a:pt x="113127" y="93276"/>
                </a:lnTo>
                <a:cubicBezTo>
                  <a:pt x="113127" y="100839"/>
                  <a:pt x="114440" y="105803"/>
                  <a:pt x="117066" y="108167"/>
                </a:cubicBezTo>
                <a:cubicBezTo>
                  <a:pt x="119692" y="110529"/>
                  <a:pt x="122864" y="111710"/>
                  <a:pt x="126582" y="111710"/>
                </a:cubicBezTo>
                <a:cubicBezTo>
                  <a:pt x="129119" y="111710"/>
                  <a:pt x="131996" y="110913"/>
                  <a:pt x="135212" y="109318"/>
                </a:cubicBezTo>
                <a:cubicBezTo>
                  <a:pt x="138429" y="107722"/>
                  <a:pt x="142250" y="104680"/>
                  <a:pt x="146676" y="100189"/>
                </a:cubicBezTo>
                <a:lnTo>
                  <a:pt x="146676" y="54350"/>
                </a:lnTo>
                <a:cubicBezTo>
                  <a:pt x="146676" y="49646"/>
                  <a:pt x="145835" y="46464"/>
                  <a:pt x="144153" y="44804"/>
                </a:cubicBezTo>
                <a:cubicBezTo>
                  <a:pt x="142471" y="43144"/>
                  <a:pt x="138974" y="42255"/>
                  <a:pt x="133663" y="42135"/>
                </a:cubicBezTo>
                <a:lnTo>
                  <a:pt x="133663" y="38948"/>
                </a:lnTo>
                <a:lnTo>
                  <a:pt x="161281" y="38948"/>
                </a:lnTo>
                <a:close/>
                <a:moveTo>
                  <a:pt x="204567" y="36647"/>
                </a:moveTo>
                <a:lnTo>
                  <a:pt x="204567" y="54881"/>
                </a:lnTo>
                <a:cubicBezTo>
                  <a:pt x="211353" y="42725"/>
                  <a:pt x="218317" y="36647"/>
                  <a:pt x="225457" y="36647"/>
                </a:cubicBezTo>
                <a:cubicBezTo>
                  <a:pt x="228703" y="36647"/>
                  <a:pt x="231388" y="37635"/>
                  <a:pt x="233513" y="39612"/>
                </a:cubicBezTo>
                <a:cubicBezTo>
                  <a:pt x="235637" y="41589"/>
                  <a:pt x="236699" y="43876"/>
                  <a:pt x="236699" y="46472"/>
                </a:cubicBezTo>
                <a:cubicBezTo>
                  <a:pt x="236699" y="48774"/>
                  <a:pt x="235932" y="50721"/>
                  <a:pt x="234398" y="52314"/>
                </a:cubicBezTo>
                <a:cubicBezTo>
                  <a:pt x="232863" y="53908"/>
                  <a:pt x="231034" y="54704"/>
                  <a:pt x="228910" y="54704"/>
                </a:cubicBezTo>
                <a:cubicBezTo>
                  <a:pt x="226844" y="54704"/>
                  <a:pt x="224528" y="53701"/>
                  <a:pt x="221961" y="51695"/>
                </a:cubicBezTo>
                <a:cubicBezTo>
                  <a:pt x="219394" y="49688"/>
                  <a:pt x="217491" y="48685"/>
                  <a:pt x="216251" y="48685"/>
                </a:cubicBezTo>
                <a:cubicBezTo>
                  <a:pt x="215189" y="48685"/>
                  <a:pt x="214039" y="49271"/>
                  <a:pt x="212799" y="50442"/>
                </a:cubicBezTo>
                <a:cubicBezTo>
                  <a:pt x="210144" y="52845"/>
                  <a:pt x="207400" y="56799"/>
                  <a:pt x="204567" y="62306"/>
                </a:cubicBezTo>
                <a:lnTo>
                  <a:pt x="204567" y="101088"/>
                </a:lnTo>
                <a:cubicBezTo>
                  <a:pt x="204567" y="105577"/>
                  <a:pt x="205128" y="108972"/>
                  <a:pt x="206249" y="111273"/>
                </a:cubicBezTo>
                <a:cubicBezTo>
                  <a:pt x="207016" y="112868"/>
                  <a:pt x="208373" y="114196"/>
                  <a:pt x="210321" y="115257"/>
                </a:cubicBezTo>
                <a:cubicBezTo>
                  <a:pt x="212268" y="116315"/>
                  <a:pt x="215071" y="116844"/>
                  <a:pt x="218730" y="116844"/>
                </a:cubicBezTo>
                <a:lnTo>
                  <a:pt x="218730" y="120031"/>
                </a:lnTo>
                <a:lnTo>
                  <a:pt x="177215" y="120031"/>
                </a:lnTo>
                <a:lnTo>
                  <a:pt x="177215" y="116844"/>
                </a:lnTo>
                <a:cubicBezTo>
                  <a:pt x="181346" y="116844"/>
                  <a:pt x="184414" y="116188"/>
                  <a:pt x="186421" y="114875"/>
                </a:cubicBezTo>
                <a:cubicBezTo>
                  <a:pt x="187896" y="113920"/>
                  <a:pt x="188929" y="112397"/>
                  <a:pt x="189519" y="110308"/>
                </a:cubicBezTo>
                <a:cubicBezTo>
                  <a:pt x="189814" y="109292"/>
                  <a:pt x="189961" y="106396"/>
                  <a:pt x="189961" y="101619"/>
                </a:cubicBezTo>
                <a:lnTo>
                  <a:pt x="189961" y="70461"/>
                </a:lnTo>
                <a:cubicBezTo>
                  <a:pt x="189961" y="61019"/>
                  <a:pt x="189770" y="55398"/>
                  <a:pt x="189386" y="53598"/>
                </a:cubicBezTo>
                <a:cubicBezTo>
                  <a:pt x="189003" y="51798"/>
                  <a:pt x="188294" y="50485"/>
                  <a:pt x="187262" y="49659"/>
                </a:cubicBezTo>
                <a:cubicBezTo>
                  <a:pt x="186229" y="48833"/>
                  <a:pt x="184945" y="48420"/>
                  <a:pt x="183411" y="48420"/>
                </a:cubicBezTo>
                <a:cubicBezTo>
                  <a:pt x="181582" y="48420"/>
                  <a:pt x="179516" y="48862"/>
                  <a:pt x="177215" y="49747"/>
                </a:cubicBezTo>
                <a:lnTo>
                  <a:pt x="176330" y="46561"/>
                </a:lnTo>
                <a:lnTo>
                  <a:pt x="200849" y="36647"/>
                </a:lnTo>
                <a:lnTo>
                  <a:pt x="204567" y="36647"/>
                </a:lnTo>
                <a:close/>
                <a:moveTo>
                  <a:pt x="318754" y="6550"/>
                </a:moveTo>
                <a:lnTo>
                  <a:pt x="318754" y="53819"/>
                </a:lnTo>
                <a:lnTo>
                  <a:pt x="345133" y="53819"/>
                </a:lnTo>
                <a:cubicBezTo>
                  <a:pt x="351978" y="53819"/>
                  <a:pt x="356551" y="52781"/>
                  <a:pt x="358853" y="50705"/>
                </a:cubicBezTo>
                <a:cubicBezTo>
                  <a:pt x="361922" y="47977"/>
                  <a:pt x="363633" y="43173"/>
                  <a:pt x="363987" y="36293"/>
                </a:cubicBezTo>
                <a:lnTo>
                  <a:pt x="367262" y="36293"/>
                </a:lnTo>
                <a:lnTo>
                  <a:pt x="367262" y="78250"/>
                </a:lnTo>
                <a:lnTo>
                  <a:pt x="363987" y="78250"/>
                </a:lnTo>
                <a:cubicBezTo>
                  <a:pt x="363161" y="72408"/>
                  <a:pt x="362335" y="68661"/>
                  <a:pt x="361508" y="67009"/>
                </a:cubicBezTo>
                <a:cubicBezTo>
                  <a:pt x="360446" y="64943"/>
                  <a:pt x="358705" y="63320"/>
                  <a:pt x="356286" y="62140"/>
                </a:cubicBezTo>
                <a:cubicBezTo>
                  <a:pt x="353866" y="60960"/>
                  <a:pt x="350149" y="60370"/>
                  <a:pt x="345133" y="60370"/>
                </a:cubicBezTo>
                <a:lnTo>
                  <a:pt x="318754" y="60370"/>
                </a:lnTo>
                <a:lnTo>
                  <a:pt x="318754" y="100004"/>
                </a:lnTo>
                <a:cubicBezTo>
                  <a:pt x="318754" y="105324"/>
                  <a:pt x="318990" y="108561"/>
                  <a:pt x="319462" y="109713"/>
                </a:cubicBezTo>
                <a:cubicBezTo>
                  <a:pt x="319934" y="110866"/>
                  <a:pt x="320760" y="111782"/>
                  <a:pt x="321941" y="112463"/>
                </a:cubicBezTo>
                <a:cubicBezTo>
                  <a:pt x="323121" y="113141"/>
                  <a:pt x="325363" y="113481"/>
                  <a:pt x="328668" y="113481"/>
                </a:cubicBezTo>
                <a:lnTo>
                  <a:pt x="349027" y="113481"/>
                </a:lnTo>
                <a:cubicBezTo>
                  <a:pt x="355814" y="113481"/>
                  <a:pt x="360741" y="113009"/>
                  <a:pt x="363810" y="112064"/>
                </a:cubicBezTo>
                <a:cubicBezTo>
                  <a:pt x="366879" y="111120"/>
                  <a:pt x="369829" y="109261"/>
                  <a:pt x="372662" y="106488"/>
                </a:cubicBezTo>
                <a:cubicBezTo>
                  <a:pt x="376321" y="102829"/>
                  <a:pt x="380068" y="97311"/>
                  <a:pt x="383904" y="89935"/>
                </a:cubicBezTo>
                <a:lnTo>
                  <a:pt x="387444" y="89935"/>
                </a:lnTo>
                <a:lnTo>
                  <a:pt x="377088" y="120031"/>
                </a:lnTo>
                <a:lnTo>
                  <a:pt x="284586" y="120031"/>
                </a:lnTo>
                <a:lnTo>
                  <a:pt x="284586" y="116667"/>
                </a:lnTo>
                <a:lnTo>
                  <a:pt x="288835" y="116667"/>
                </a:lnTo>
                <a:cubicBezTo>
                  <a:pt x="291667" y="116667"/>
                  <a:pt x="294352" y="115989"/>
                  <a:pt x="296890" y="114631"/>
                </a:cubicBezTo>
                <a:cubicBezTo>
                  <a:pt x="298778" y="113687"/>
                  <a:pt x="300062" y="112271"/>
                  <a:pt x="300740" y="110383"/>
                </a:cubicBezTo>
                <a:cubicBezTo>
                  <a:pt x="301419" y="108494"/>
                  <a:pt x="301758" y="104629"/>
                  <a:pt x="301758" y="98787"/>
                </a:cubicBezTo>
                <a:lnTo>
                  <a:pt x="301758" y="20890"/>
                </a:lnTo>
                <a:cubicBezTo>
                  <a:pt x="301758" y="13317"/>
                  <a:pt x="300991" y="8649"/>
                  <a:pt x="299457" y="6888"/>
                </a:cubicBezTo>
                <a:cubicBezTo>
                  <a:pt x="297333" y="4538"/>
                  <a:pt x="293792" y="3364"/>
                  <a:pt x="288835" y="3364"/>
                </a:cubicBezTo>
                <a:lnTo>
                  <a:pt x="284586" y="3364"/>
                </a:lnTo>
                <a:lnTo>
                  <a:pt x="284586" y="0"/>
                </a:lnTo>
                <a:lnTo>
                  <a:pt x="377088" y="0"/>
                </a:lnTo>
                <a:lnTo>
                  <a:pt x="378416" y="26379"/>
                </a:lnTo>
                <a:lnTo>
                  <a:pt x="374963" y="26379"/>
                </a:lnTo>
                <a:cubicBezTo>
                  <a:pt x="373724" y="20037"/>
                  <a:pt x="372352" y="15680"/>
                  <a:pt x="370847" y="13308"/>
                </a:cubicBezTo>
                <a:cubicBezTo>
                  <a:pt x="369342" y="10937"/>
                  <a:pt x="367115" y="9128"/>
                  <a:pt x="364164" y="7884"/>
                </a:cubicBezTo>
                <a:cubicBezTo>
                  <a:pt x="361804" y="6995"/>
                  <a:pt x="357643" y="6550"/>
                  <a:pt x="351683" y="6550"/>
                </a:cubicBezTo>
                <a:lnTo>
                  <a:pt x="318754" y="6550"/>
                </a:lnTo>
                <a:close/>
                <a:moveTo>
                  <a:pt x="465631" y="120031"/>
                </a:moveTo>
                <a:lnTo>
                  <a:pt x="419247" y="19031"/>
                </a:lnTo>
                <a:lnTo>
                  <a:pt x="419247" y="99141"/>
                </a:lnTo>
                <a:cubicBezTo>
                  <a:pt x="419247" y="106517"/>
                  <a:pt x="420044" y="111120"/>
                  <a:pt x="421637" y="112950"/>
                </a:cubicBezTo>
                <a:cubicBezTo>
                  <a:pt x="423821" y="115428"/>
                  <a:pt x="427273" y="116667"/>
                  <a:pt x="431994" y="116667"/>
                </a:cubicBezTo>
                <a:lnTo>
                  <a:pt x="436243" y="116667"/>
                </a:lnTo>
                <a:lnTo>
                  <a:pt x="436243" y="120031"/>
                </a:lnTo>
                <a:lnTo>
                  <a:pt x="394462" y="120031"/>
                </a:lnTo>
                <a:lnTo>
                  <a:pt x="394462" y="116667"/>
                </a:lnTo>
                <a:lnTo>
                  <a:pt x="398711" y="116667"/>
                </a:lnTo>
                <a:cubicBezTo>
                  <a:pt x="403786" y="116667"/>
                  <a:pt x="407386" y="115133"/>
                  <a:pt x="409510" y="112064"/>
                </a:cubicBezTo>
                <a:cubicBezTo>
                  <a:pt x="410809" y="110176"/>
                  <a:pt x="411458" y="105868"/>
                  <a:pt x="411458" y="99141"/>
                </a:cubicBezTo>
                <a:lnTo>
                  <a:pt x="411458" y="20890"/>
                </a:lnTo>
                <a:cubicBezTo>
                  <a:pt x="411458" y="15579"/>
                  <a:pt x="410868" y="11743"/>
                  <a:pt x="409687" y="9383"/>
                </a:cubicBezTo>
                <a:cubicBezTo>
                  <a:pt x="408861" y="7672"/>
                  <a:pt x="407342" y="6241"/>
                  <a:pt x="405129" y="5090"/>
                </a:cubicBezTo>
                <a:cubicBezTo>
                  <a:pt x="402916" y="3939"/>
                  <a:pt x="399360" y="3364"/>
                  <a:pt x="394462" y="3364"/>
                </a:cubicBezTo>
                <a:lnTo>
                  <a:pt x="394462" y="0"/>
                </a:lnTo>
                <a:lnTo>
                  <a:pt x="428453" y="0"/>
                </a:lnTo>
                <a:lnTo>
                  <a:pt x="472004" y="93899"/>
                </a:lnTo>
                <a:lnTo>
                  <a:pt x="514847" y="0"/>
                </a:lnTo>
                <a:lnTo>
                  <a:pt x="548838" y="0"/>
                </a:lnTo>
                <a:lnTo>
                  <a:pt x="548838" y="3364"/>
                </a:lnTo>
                <a:lnTo>
                  <a:pt x="544678" y="3364"/>
                </a:lnTo>
                <a:cubicBezTo>
                  <a:pt x="539544" y="3364"/>
                  <a:pt x="535915" y="4898"/>
                  <a:pt x="533790" y="7967"/>
                </a:cubicBezTo>
                <a:cubicBezTo>
                  <a:pt x="532492" y="9855"/>
                  <a:pt x="531843" y="14163"/>
                  <a:pt x="531843" y="20890"/>
                </a:cubicBezTo>
                <a:lnTo>
                  <a:pt x="531843" y="99141"/>
                </a:lnTo>
                <a:cubicBezTo>
                  <a:pt x="531843" y="106517"/>
                  <a:pt x="532669" y="111120"/>
                  <a:pt x="534321" y="112950"/>
                </a:cubicBezTo>
                <a:cubicBezTo>
                  <a:pt x="536505" y="115428"/>
                  <a:pt x="539957" y="116667"/>
                  <a:pt x="544678" y="116667"/>
                </a:cubicBezTo>
                <a:lnTo>
                  <a:pt x="548838" y="116667"/>
                </a:lnTo>
                <a:lnTo>
                  <a:pt x="548838" y="120031"/>
                </a:lnTo>
                <a:lnTo>
                  <a:pt x="497852" y="120031"/>
                </a:lnTo>
                <a:lnTo>
                  <a:pt x="497852" y="116667"/>
                </a:lnTo>
                <a:lnTo>
                  <a:pt x="502101" y="116667"/>
                </a:lnTo>
                <a:cubicBezTo>
                  <a:pt x="507235" y="116667"/>
                  <a:pt x="510834" y="115133"/>
                  <a:pt x="512900" y="112064"/>
                </a:cubicBezTo>
                <a:cubicBezTo>
                  <a:pt x="514198" y="110176"/>
                  <a:pt x="514847" y="105868"/>
                  <a:pt x="514847" y="99141"/>
                </a:cubicBezTo>
                <a:lnTo>
                  <a:pt x="514847" y="19032"/>
                </a:lnTo>
                <a:lnTo>
                  <a:pt x="468552" y="120031"/>
                </a:lnTo>
                <a:lnTo>
                  <a:pt x="465631" y="120031"/>
                </a:lnTo>
                <a:close/>
                <a:moveTo>
                  <a:pt x="555714" y="120031"/>
                </a:moveTo>
                <a:lnTo>
                  <a:pt x="555714" y="116667"/>
                </a:lnTo>
                <a:lnTo>
                  <a:pt x="560229" y="116667"/>
                </a:lnTo>
                <a:cubicBezTo>
                  <a:pt x="565304" y="116667"/>
                  <a:pt x="568903" y="115053"/>
                  <a:pt x="571028" y="111824"/>
                </a:cubicBezTo>
                <a:cubicBezTo>
                  <a:pt x="572326" y="109886"/>
                  <a:pt x="572975" y="105540"/>
                  <a:pt x="572975" y="98787"/>
                </a:cubicBezTo>
                <a:lnTo>
                  <a:pt x="572975" y="21244"/>
                </a:lnTo>
                <a:cubicBezTo>
                  <a:pt x="572975" y="13787"/>
                  <a:pt x="572149" y="9118"/>
                  <a:pt x="570497" y="7239"/>
                </a:cubicBezTo>
                <a:cubicBezTo>
                  <a:pt x="568195" y="4656"/>
                  <a:pt x="564773" y="3364"/>
                  <a:pt x="560229" y="3364"/>
                </a:cubicBezTo>
                <a:lnTo>
                  <a:pt x="555714" y="3364"/>
                </a:lnTo>
                <a:lnTo>
                  <a:pt x="555714" y="0"/>
                </a:lnTo>
                <a:lnTo>
                  <a:pt x="604576" y="0"/>
                </a:lnTo>
                <a:cubicBezTo>
                  <a:pt x="622516" y="0"/>
                  <a:pt x="636163" y="2036"/>
                  <a:pt x="645516" y="6108"/>
                </a:cubicBezTo>
                <a:cubicBezTo>
                  <a:pt x="654870" y="10180"/>
                  <a:pt x="662394" y="16966"/>
                  <a:pt x="668088" y="26467"/>
                </a:cubicBezTo>
                <a:cubicBezTo>
                  <a:pt x="673783" y="35968"/>
                  <a:pt x="676631" y="46944"/>
                  <a:pt x="676630" y="59396"/>
                </a:cubicBezTo>
                <a:cubicBezTo>
                  <a:pt x="676630" y="76096"/>
                  <a:pt x="671555" y="90053"/>
                  <a:pt x="661405" y="101265"/>
                </a:cubicBezTo>
                <a:cubicBezTo>
                  <a:pt x="650016" y="113776"/>
                  <a:pt x="632666" y="120031"/>
                  <a:pt x="609356" y="120031"/>
                </a:cubicBezTo>
                <a:lnTo>
                  <a:pt x="555714" y="120031"/>
                </a:lnTo>
                <a:moveTo>
                  <a:pt x="589971" y="111182"/>
                </a:moveTo>
                <a:cubicBezTo>
                  <a:pt x="597465" y="112833"/>
                  <a:pt x="603750" y="113658"/>
                  <a:pt x="608825" y="113658"/>
                </a:cubicBezTo>
                <a:cubicBezTo>
                  <a:pt x="622516" y="113658"/>
                  <a:pt x="633876" y="108857"/>
                  <a:pt x="642905" y="99254"/>
                </a:cubicBezTo>
                <a:cubicBezTo>
                  <a:pt x="651934" y="89650"/>
                  <a:pt x="656448" y="76629"/>
                  <a:pt x="656448" y="60193"/>
                </a:cubicBezTo>
                <a:cubicBezTo>
                  <a:pt x="656448" y="43638"/>
                  <a:pt x="651934" y="30589"/>
                  <a:pt x="642905" y="21045"/>
                </a:cubicBezTo>
                <a:cubicBezTo>
                  <a:pt x="633876" y="11500"/>
                  <a:pt x="622280" y="6727"/>
                  <a:pt x="608117" y="6727"/>
                </a:cubicBezTo>
                <a:cubicBezTo>
                  <a:pt x="602806" y="6727"/>
                  <a:pt x="596757" y="7581"/>
                  <a:pt x="589971" y="9289"/>
                </a:cubicBezTo>
                <a:lnTo>
                  <a:pt x="589971" y="111182"/>
                </a:lnTo>
                <a:close/>
                <a:moveTo>
                  <a:pt x="803359" y="89227"/>
                </a:moveTo>
                <a:cubicBezTo>
                  <a:pt x="801175" y="99908"/>
                  <a:pt x="796897" y="108125"/>
                  <a:pt x="790524" y="113879"/>
                </a:cubicBezTo>
                <a:cubicBezTo>
                  <a:pt x="784150" y="119633"/>
                  <a:pt x="777098" y="122510"/>
                  <a:pt x="769368" y="122510"/>
                </a:cubicBezTo>
                <a:cubicBezTo>
                  <a:pt x="760162" y="122510"/>
                  <a:pt x="752136" y="118649"/>
                  <a:pt x="745291" y="110928"/>
                </a:cubicBezTo>
                <a:cubicBezTo>
                  <a:pt x="738445" y="103204"/>
                  <a:pt x="735023" y="92769"/>
                  <a:pt x="735023" y="79622"/>
                </a:cubicBezTo>
                <a:cubicBezTo>
                  <a:pt x="735023" y="66889"/>
                  <a:pt x="738814" y="56543"/>
                  <a:pt x="746397" y="48586"/>
                </a:cubicBezTo>
                <a:cubicBezTo>
                  <a:pt x="753980" y="40626"/>
                  <a:pt x="763083" y="36647"/>
                  <a:pt x="773705" y="36647"/>
                </a:cubicBezTo>
                <a:cubicBezTo>
                  <a:pt x="781672" y="36647"/>
                  <a:pt x="788222" y="38764"/>
                  <a:pt x="793356" y="42998"/>
                </a:cubicBezTo>
                <a:cubicBezTo>
                  <a:pt x="798490" y="47230"/>
                  <a:pt x="801057" y="51626"/>
                  <a:pt x="801057" y="56184"/>
                </a:cubicBezTo>
                <a:cubicBezTo>
                  <a:pt x="801057" y="58434"/>
                  <a:pt x="800335" y="60255"/>
                  <a:pt x="798889" y="61648"/>
                </a:cubicBezTo>
                <a:cubicBezTo>
                  <a:pt x="797443" y="63038"/>
                  <a:pt x="795422" y="63733"/>
                  <a:pt x="792825" y="63733"/>
                </a:cubicBezTo>
                <a:cubicBezTo>
                  <a:pt x="789344" y="63733"/>
                  <a:pt x="786717" y="62603"/>
                  <a:pt x="784947" y="60342"/>
                </a:cubicBezTo>
                <a:cubicBezTo>
                  <a:pt x="783944" y="59092"/>
                  <a:pt x="783280" y="56711"/>
                  <a:pt x="782955" y="53200"/>
                </a:cubicBezTo>
                <a:cubicBezTo>
                  <a:pt x="782631" y="49688"/>
                  <a:pt x="781436" y="47011"/>
                  <a:pt x="779370" y="45167"/>
                </a:cubicBezTo>
                <a:cubicBezTo>
                  <a:pt x="777305" y="43381"/>
                  <a:pt x="774443" y="42489"/>
                  <a:pt x="770784" y="42489"/>
                </a:cubicBezTo>
                <a:cubicBezTo>
                  <a:pt x="764883" y="42489"/>
                  <a:pt x="760132" y="44672"/>
                  <a:pt x="756533" y="49039"/>
                </a:cubicBezTo>
                <a:cubicBezTo>
                  <a:pt x="751753" y="54822"/>
                  <a:pt x="749363" y="62465"/>
                  <a:pt x="749363" y="71966"/>
                </a:cubicBezTo>
                <a:cubicBezTo>
                  <a:pt x="749363" y="81644"/>
                  <a:pt x="751738" y="90186"/>
                  <a:pt x="756488" y="97592"/>
                </a:cubicBezTo>
                <a:cubicBezTo>
                  <a:pt x="761239" y="104998"/>
                  <a:pt x="767656" y="108701"/>
                  <a:pt x="775741" y="108701"/>
                </a:cubicBezTo>
                <a:cubicBezTo>
                  <a:pt x="781524" y="108701"/>
                  <a:pt x="786717" y="106724"/>
                  <a:pt x="791320" y="102770"/>
                </a:cubicBezTo>
                <a:cubicBezTo>
                  <a:pt x="794566" y="100055"/>
                  <a:pt x="797723" y="95128"/>
                  <a:pt x="800792" y="87987"/>
                </a:cubicBezTo>
                <a:lnTo>
                  <a:pt x="803359" y="89227"/>
                </a:lnTo>
                <a:close/>
                <a:moveTo>
                  <a:pt x="860742" y="108441"/>
                </a:moveTo>
                <a:cubicBezTo>
                  <a:pt x="852422" y="114871"/>
                  <a:pt x="847199" y="118587"/>
                  <a:pt x="845075" y="119589"/>
                </a:cubicBezTo>
                <a:cubicBezTo>
                  <a:pt x="841888" y="121064"/>
                  <a:pt x="838495" y="121801"/>
                  <a:pt x="834895" y="121801"/>
                </a:cubicBezTo>
                <a:cubicBezTo>
                  <a:pt x="829289" y="121801"/>
                  <a:pt x="824671" y="119884"/>
                  <a:pt x="821042" y="116048"/>
                </a:cubicBezTo>
                <a:cubicBezTo>
                  <a:pt x="817413" y="112212"/>
                  <a:pt x="815598" y="107166"/>
                  <a:pt x="815598" y="100911"/>
                </a:cubicBezTo>
                <a:cubicBezTo>
                  <a:pt x="815598" y="96957"/>
                  <a:pt x="816483" y="93535"/>
                  <a:pt x="818254" y="90643"/>
                </a:cubicBezTo>
                <a:cubicBezTo>
                  <a:pt x="820673" y="86630"/>
                  <a:pt x="824878" y="82853"/>
                  <a:pt x="830867" y="79313"/>
                </a:cubicBezTo>
                <a:cubicBezTo>
                  <a:pt x="836857" y="75772"/>
                  <a:pt x="846815" y="71464"/>
                  <a:pt x="860742" y="66389"/>
                </a:cubicBezTo>
                <a:lnTo>
                  <a:pt x="860742" y="63213"/>
                </a:lnTo>
                <a:cubicBezTo>
                  <a:pt x="860742" y="55158"/>
                  <a:pt x="859459" y="49631"/>
                  <a:pt x="856892" y="46633"/>
                </a:cubicBezTo>
                <a:cubicBezTo>
                  <a:pt x="854325" y="43634"/>
                  <a:pt x="850592" y="42135"/>
                  <a:pt x="845694" y="42135"/>
                </a:cubicBezTo>
                <a:cubicBezTo>
                  <a:pt x="841976" y="42135"/>
                  <a:pt x="839026" y="43138"/>
                  <a:pt x="836842" y="45144"/>
                </a:cubicBezTo>
                <a:cubicBezTo>
                  <a:pt x="834600" y="47151"/>
                  <a:pt x="833479" y="49452"/>
                  <a:pt x="833479" y="52049"/>
                </a:cubicBezTo>
                <a:lnTo>
                  <a:pt x="833656" y="57183"/>
                </a:lnTo>
                <a:cubicBezTo>
                  <a:pt x="833656" y="59898"/>
                  <a:pt x="832962" y="61992"/>
                  <a:pt x="831576" y="63468"/>
                </a:cubicBezTo>
                <a:cubicBezTo>
                  <a:pt x="830189" y="64943"/>
                  <a:pt x="828374" y="65681"/>
                  <a:pt x="826132" y="65681"/>
                </a:cubicBezTo>
                <a:cubicBezTo>
                  <a:pt x="823948" y="65681"/>
                  <a:pt x="822163" y="64912"/>
                  <a:pt x="820776" y="63374"/>
                </a:cubicBezTo>
                <a:cubicBezTo>
                  <a:pt x="819390" y="61834"/>
                  <a:pt x="818696" y="59732"/>
                  <a:pt x="818696" y="57070"/>
                </a:cubicBezTo>
                <a:cubicBezTo>
                  <a:pt x="818696" y="51978"/>
                  <a:pt x="821293" y="47301"/>
                  <a:pt x="826486" y="43039"/>
                </a:cubicBezTo>
                <a:cubicBezTo>
                  <a:pt x="831679" y="38778"/>
                  <a:pt x="838967" y="36647"/>
                  <a:pt x="848350" y="36647"/>
                </a:cubicBezTo>
                <a:cubicBezTo>
                  <a:pt x="855549" y="36647"/>
                  <a:pt x="861451" y="37855"/>
                  <a:pt x="866054" y="40270"/>
                </a:cubicBezTo>
                <a:cubicBezTo>
                  <a:pt x="869535" y="42098"/>
                  <a:pt x="872102" y="44957"/>
                  <a:pt x="873755" y="48848"/>
                </a:cubicBezTo>
                <a:cubicBezTo>
                  <a:pt x="874817" y="51382"/>
                  <a:pt x="875348" y="56569"/>
                  <a:pt x="875348" y="64408"/>
                </a:cubicBezTo>
                <a:lnTo>
                  <a:pt x="875348" y="91904"/>
                </a:lnTo>
                <a:cubicBezTo>
                  <a:pt x="875348" y="99626"/>
                  <a:pt x="875495" y="104356"/>
                  <a:pt x="875791" y="106095"/>
                </a:cubicBezTo>
                <a:cubicBezTo>
                  <a:pt x="876086" y="107834"/>
                  <a:pt x="876572" y="108999"/>
                  <a:pt x="877251" y="109589"/>
                </a:cubicBezTo>
                <a:cubicBezTo>
                  <a:pt x="877930" y="110177"/>
                  <a:pt x="878712" y="110471"/>
                  <a:pt x="879597" y="110471"/>
                </a:cubicBezTo>
                <a:cubicBezTo>
                  <a:pt x="880541" y="110471"/>
                  <a:pt x="881367" y="110265"/>
                  <a:pt x="882075" y="109851"/>
                </a:cubicBezTo>
                <a:cubicBezTo>
                  <a:pt x="883315" y="109084"/>
                  <a:pt x="885705" y="106930"/>
                  <a:pt x="889245" y="103390"/>
                </a:cubicBezTo>
                <a:lnTo>
                  <a:pt x="889245" y="108347"/>
                </a:lnTo>
                <a:cubicBezTo>
                  <a:pt x="882636" y="117199"/>
                  <a:pt x="876322" y="121624"/>
                  <a:pt x="870302" y="121624"/>
                </a:cubicBezTo>
                <a:cubicBezTo>
                  <a:pt x="867411" y="121624"/>
                  <a:pt x="865109" y="120629"/>
                  <a:pt x="863398" y="118637"/>
                </a:cubicBezTo>
                <a:cubicBezTo>
                  <a:pt x="861687" y="116643"/>
                  <a:pt x="860801" y="113245"/>
                  <a:pt x="860742" y="108441"/>
                </a:cubicBezTo>
                <a:moveTo>
                  <a:pt x="860742" y="102701"/>
                </a:moveTo>
                <a:lnTo>
                  <a:pt x="860742" y="71877"/>
                </a:lnTo>
                <a:cubicBezTo>
                  <a:pt x="851832" y="75410"/>
                  <a:pt x="846078" y="77913"/>
                  <a:pt x="843481" y="79385"/>
                </a:cubicBezTo>
                <a:cubicBezTo>
                  <a:pt x="838819" y="81976"/>
                  <a:pt x="835485" y="84685"/>
                  <a:pt x="833479" y="87512"/>
                </a:cubicBezTo>
                <a:cubicBezTo>
                  <a:pt x="831472" y="90337"/>
                  <a:pt x="830469" y="93428"/>
                  <a:pt x="830469" y="96784"/>
                </a:cubicBezTo>
                <a:cubicBezTo>
                  <a:pt x="830469" y="101024"/>
                  <a:pt x="831738" y="104542"/>
                  <a:pt x="834275" y="107340"/>
                </a:cubicBezTo>
                <a:cubicBezTo>
                  <a:pt x="836813" y="110135"/>
                  <a:pt x="839734" y="111533"/>
                  <a:pt x="843039" y="111533"/>
                </a:cubicBezTo>
                <a:cubicBezTo>
                  <a:pt x="847524" y="111533"/>
                  <a:pt x="853425" y="108589"/>
                  <a:pt x="860742" y="102701"/>
                </a:cubicBezTo>
                <a:close/>
                <a:moveTo>
                  <a:pt x="918657" y="12216"/>
                </a:moveTo>
                <a:lnTo>
                  <a:pt x="918657" y="38948"/>
                </a:lnTo>
                <a:lnTo>
                  <a:pt x="937600" y="38948"/>
                </a:lnTo>
                <a:lnTo>
                  <a:pt x="937600" y="44967"/>
                </a:lnTo>
                <a:lnTo>
                  <a:pt x="918657" y="45144"/>
                </a:lnTo>
                <a:lnTo>
                  <a:pt x="918657" y="97796"/>
                </a:lnTo>
                <a:cubicBezTo>
                  <a:pt x="918657" y="103054"/>
                  <a:pt x="919409" y="106599"/>
                  <a:pt x="920914" y="108432"/>
                </a:cubicBezTo>
                <a:cubicBezTo>
                  <a:pt x="922419" y="110264"/>
                  <a:pt x="924352" y="111179"/>
                  <a:pt x="926712" y="111179"/>
                </a:cubicBezTo>
                <a:cubicBezTo>
                  <a:pt x="928660" y="111179"/>
                  <a:pt x="930548" y="110567"/>
                  <a:pt x="932377" y="109343"/>
                </a:cubicBezTo>
                <a:cubicBezTo>
                  <a:pt x="934207" y="108118"/>
                  <a:pt x="935623" y="106311"/>
                  <a:pt x="936626" y="103921"/>
                </a:cubicBezTo>
                <a:lnTo>
                  <a:pt x="940078" y="103921"/>
                </a:lnTo>
                <a:cubicBezTo>
                  <a:pt x="938013" y="109733"/>
                  <a:pt x="935092" y="114108"/>
                  <a:pt x="931315" y="117044"/>
                </a:cubicBezTo>
                <a:cubicBezTo>
                  <a:pt x="927538" y="119979"/>
                  <a:pt x="923644" y="121447"/>
                  <a:pt x="919631" y="121447"/>
                </a:cubicBezTo>
                <a:cubicBezTo>
                  <a:pt x="916916" y="121447"/>
                  <a:pt x="914261" y="120692"/>
                  <a:pt x="911664" y="119182"/>
                </a:cubicBezTo>
                <a:cubicBezTo>
                  <a:pt x="909067" y="117672"/>
                  <a:pt x="907150" y="115510"/>
                  <a:pt x="905910" y="112698"/>
                </a:cubicBezTo>
                <a:cubicBezTo>
                  <a:pt x="904671" y="109886"/>
                  <a:pt x="904051" y="105548"/>
                  <a:pt x="904051" y="99686"/>
                </a:cubicBezTo>
                <a:lnTo>
                  <a:pt x="904051" y="44967"/>
                </a:lnTo>
                <a:lnTo>
                  <a:pt x="891216" y="44967"/>
                </a:lnTo>
                <a:lnTo>
                  <a:pt x="891216" y="42129"/>
                </a:lnTo>
                <a:cubicBezTo>
                  <a:pt x="894462" y="40838"/>
                  <a:pt x="897781" y="38653"/>
                  <a:pt x="901175" y="35573"/>
                </a:cubicBezTo>
                <a:cubicBezTo>
                  <a:pt x="904568" y="32494"/>
                  <a:pt x="907592" y="28823"/>
                  <a:pt x="910248" y="24561"/>
                </a:cubicBezTo>
                <a:cubicBezTo>
                  <a:pt x="911605" y="22311"/>
                  <a:pt x="913493" y="18196"/>
                  <a:pt x="915913" y="12216"/>
                </a:cubicBezTo>
                <a:lnTo>
                  <a:pt x="918657" y="12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off">
            <a:extLst xmlns:a="http://schemas.openxmlformats.org/drawingml/2006/main">
              <a:ext uri="{FF2B5EF4-FFF2-40B4-BE49-F238E27FC236}">
                <a16:creationId xmlns:a16="http://schemas.microsoft.com/office/drawing/2014/main" id="{9C94169D-9A82-4BB3-9E37-6720438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369" y="3595141"/>
            <a:ext cx="269007" cy="128352"/>
          </a:xfrm>
          <a:custGeom xmlns:a="http://schemas.openxmlformats.org/drawingml/2006/main">
            <a:pathLst>
              <a:path w="269007" h="128352" fill="none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7" y="116785"/>
                  <a:pt x="124369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60" y="125873"/>
                </a:lnTo>
                <a:lnTo>
                  <a:pt x="92060" y="122687"/>
                </a:lnTo>
                <a:lnTo>
                  <a:pt x="95689" y="122687"/>
                </a:lnTo>
                <a:cubicBezTo>
                  <a:pt x="98049" y="122687"/>
                  <a:pt x="100203" y="122097"/>
                  <a:pt x="102151" y="120916"/>
                </a:cubicBezTo>
                <a:cubicBezTo>
                  <a:pt x="104098" y="119736"/>
                  <a:pt x="105441" y="118143"/>
                  <a:pt x="106178" y="116136"/>
                </a:cubicBezTo>
                <a:cubicBezTo>
                  <a:pt x="106916" y="114130"/>
                  <a:pt x="107285" y="110235"/>
                  <a:pt x="107285" y="104452"/>
                </a:cubicBezTo>
                <a:lnTo>
                  <a:pt x="107285" y="51164"/>
                </a:lnTo>
                <a:lnTo>
                  <a:pt x="91529" y="51164"/>
                </a:lnTo>
                <a:lnTo>
                  <a:pt x="91529" y="44790"/>
                </a:lnTo>
                <a:lnTo>
                  <a:pt x="107285" y="44790"/>
                </a:lnTo>
                <a:lnTo>
                  <a:pt x="107285" y="39457"/>
                </a:lnTo>
                <a:cubicBezTo>
                  <a:pt x="107285" y="31341"/>
                  <a:pt x="108583" y="24469"/>
                  <a:pt x="111180" y="18841"/>
                </a:cubicBezTo>
                <a:cubicBezTo>
                  <a:pt x="113776" y="13212"/>
                  <a:pt x="117745" y="8666"/>
                  <a:pt x="123085" y="5200"/>
                </a:cubicBezTo>
                <a:cubicBezTo>
                  <a:pt x="128426" y="1733"/>
                  <a:pt x="134431" y="0"/>
                  <a:pt x="141099" y="0"/>
                </a:cubicBezTo>
                <a:cubicBezTo>
                  <a:pt x="147295" y="0"/>
                  <a:pt x="152990" y="2006"/>
                  <a:pt x="158183" y="6019"/>
                </a:cubicBezTo>
                <a:cubicBezTo>
                  <a:pt x="161606" y="8675"/>
                  <a:pt x="163317" y="11655"/>
                  <a:pt x="163317" y="14960"/>
                </a:cubicBezTo>
                <a:cubicBezTo>
                  <a:pt x="163317" y="16730"/>
                  <a:pt x="162550" y="18397"/>
                  <a:pt x="161016" y="19961"/>
                </a:cubicBezTo>
                <a:cubicBezTo>
                  <a:pt x="159481" y="21525"/>
                  <a:pt x="157829" y="22307"/>
                  <a:pt x="156059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1" y="19872"/>
                  <a:pt x="148416" y="17777"/>
                  <a:pt x="146233" y="14561"/>
                </a:cubicBezTo>
                <a:cubicBezTo>
                  <a:pt x="144050" y="11345"/>
                  <a:pt x="142043" y="9176"/>
                  <a:pt x="140214" y="8055"/>
                </a:cubicBezTo>
                <a:cubicBezTo>
                  <a:pt x="138384" y="6934"/>
                  <a:pt x="136348" y="6373"/>
                  <a:pt x="134106" y="6373"/>
                </a:cubicBezTo>
                <a:cubicBezTo>
                  <a:pt x="131391" y="6373"/>
                  <a:pt x="129090" y="7100"/>
                  <a:pt x="127201" y="8553"/>
                </a:cubicBezTo>
                <a:cubicBezTo>
                  <a:pt x="125313" y="10004"/>
                  <a:pt x="123956" y="12257"/>
                  <a:pt x="123130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1" y="44790"/>
                </a:lnTo>
                <a:lnTo>
                  <a:pt x="142781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75" name="Text ourEMDcat">
            <a:extLst xmlns:a="http://schemas.openxmlformats.org/drawingml/2006/main">
              <a:ext uri="{FF2B5EF4-FFF2-40B4-BE49-F238E27FC236}">
                <a16:creationId xmlns:a16="http://schemas.microsoft.com/office/drawing/2014/main" id="{8B681E7D-6339-406C-87B4-8ED1D71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070" y="3600983"/>
            <a:ext cx="940078" cy="122510"/>
          </a:xfrm>
          <a:custGeom xmlns:a="http://schemas.openxmlformats.org/drawingml/2006/main">
            <a:pathLst>
              <a:path w="940078" h="122510" fill="none">
                <a:moveTo>
                  <a:pt x="39214" y="36647"/>
                </a:moveTo>
                <a:cubicBezTo>
                  <a:pt x="51488" y="36647"/>
                  <a:pt x="61343" y="41304"/>
                  <a:pt x="68779" y="50619"/>
                </a:cubicBezTo>
                <a:cubicBezTo>
                  <a:pt x="75093" y="58576"/>
                  <a:pt x="78250" y="67714"/>
                  <a:pt x="78250" y="78032"/>
                </a:cubicBezTo>
                <a:cubicBezTo>
                  <a:pt x="78250" y="85283"/>
                  <a:pt x="76509" y="92623"/>
                  <a:pt x="73028" y="100051"/>
                </a:cubicBezTo>
                <a:cubicBezTo>
                  <a:pt x="69546" y="107477"/>
                  <a:pt x="64751" y="113077"/>
                  <a:pt x="58644" y="116850"/>
                </a:cubicBezTo>
                <a:cubicBezTo>
                  <a:pt x="52536" y="120623"/>
                  <a:pt x="45735" y="122510"/>
                  <a:pt x="38240" y="122510"/>
                </a:cubicBezTo>
                <a:cubicBezTo>
                  <a:pt x="26024" y="122510"/>
                  <a:pt x="16317" y="117646"/>
                  <a:pt x="9117" y="107918"/>
                </a:cubicBezTo>
                <a:cubicBezTo>
                  <a:pt x="3039" y="99724"/>
                  <a:pt x="0" y="90529"/>
                  <a:pt x="0" y="80331"/>
                </a:cubicBezTo>
                <a:cubicBezTo>
                  <a:pt x="0" y="72902"/>
                  <a:pt x="1844" y="65518"/>
                  <a:pt x="5532" y="58179"/>
                </a:cubicBezTo>
                <a:cubicBezTo>
                  <a:pt x="9221" y="50839"/>
                  <a:pt x="14074" y="45416"/>
                  <a:pt x="20094" y="41908"/>
                </a:cubicBezTo>
                <a:cubicBezTo>
                  <a:pt x="26113" y="38400"/>
                  <a:pt x="32486" y="36647"/>
                  <a:pt x="39214" y="36647"/>
                </a:cubicBezTo>
                <a:moveTo>
                  <a:pt x="36470" y="42489"/>
                </a:moveTo>
                <a:cubicBezTo>
                  <a:pt x="33342" y="42489"/>
                  <a:pt x="30200" y="43416"/>
                  <a:pt x="27042" y="45269"/>
                </a:cubicBezTo>
                <a:cubicBezTo>
                  <a:pt x="23885" y="47120"/>
                  <a:pt x="21333" y="50369"/>
                  <a:pt x="19386" y="55014"/>
                </a:cubicBezTo>
                <a:cubicBezTo>
                  <a:pt x="17438" y="59660"/>
                  <a:pt x="16464" y="65627"/>
                  <a:pt x="16464" y="72917"/>
                </a:cubicBezTo>
                <a:cubicBezTo>
                  <a:pt x="16464" y="84677"/>
                  <a:pt x="18810" y="94821"/>
                  <a:pt x="23502" y="103348"/>
                </a:cubicBezTo>
                <a:cubicBezTo>
                  <a:pt x="28193" y="111874"/>
                  <a:pt x="34375" y="116136"/>
                  <a:pt x="42046" y="116136"/>
                </a:cubicBezTo>
                <a:cubicBezTo>
                  <a:pt x="47770" y="116136"/>
                  <a:pt x="52491" y="113784"/>
                  <a:pt x="56209" y="109080"/>
                </a:cubicBezTo>
                <a:cubicBezTo>
                  <a:pt x="59927" y="104375"/>
                  <a:pt x="61786" y="96291"/>
                  <a:pt x="61786" y="84826"/>
                </a:cubicBezTo>
                <a:cubicBezTo>
                  <a:pt x="61786" y="70478"/>
                  <a:pt x="58688" y="59188"/>
                  <a:pt x="52491" y="50956"/>
                </a:cubicBezTo>
                <a:cubicBezTo>
                  <a:pt x="48302" y="45311"/>
                  <a:pt x="42961" y="42489"/>
                  <a:pt x="36470" y="42489"/>
                </a:cubicBezTo>
                <a:close/>
                <a:moveTo>
                  <a:pt x="161281" y="38948"/>
                </a:moveTo>
                <a:lnTo>
                  <a:pt x="161281" y="88341"/>
                </a:lnTo>
                <a:cubicBezTo>
                  <a:pt x="161281" y="97608"/>
                  <a:pt x="161502" y="103276"/>
                  <a:pt x="161945" y="105345"/>
                </a:cubicBezTo>
                <a:cubicBezTo>
                  <a:pt x="162388" y="107413"/>
                  <a:pt x="163096" y="108858"/>
                  <a:pt x="164069" y="109680"/>
                </a:cubicBezTo>
                <a:cubicBezTo>
                  <a:pt x="165043" y="110502"/>
                  <a:pt x="166179" y="110914"/>
                  <a:pt x="167477" y="110914"/>
                </a:cubicBezTo>
                <a:cubicBezTo>
                  <a:pt x="169307" y="110914"/>
                  <a:pt x="171372" y="110412"/>
                  <a:pt x="173674" y="109409"/>
                </a:cubicBezTo>
                <a:lnTo>
                  <a:pt x="174913" y="112596"/>
                </a:lnTo>
                <a:lnTo>
                  <a:pt x="150659" y="122510"/>
                </a:lnTo>
                <a:lnTo>
                  <a:pt x="146676" y="122510"/>
                </a:lnTo>
                <a:lnTo>
                  <a:pt x="146676" y="105417"/>
                </a:lnTo>
                <a:cubicBezTo>
                  <a:pt x="139712" y="112936"/>
                  <a:pt x="134401" y="117664"/>
                  <a:pt x="130742" y="119602"/>
                </a:cubicBezTo>
                <a:cubicBezTo>
                  <a:pt x="127083" y="121541"/>
                  <a:pt x="123218" y="122510"/>
                  <a:pt x="119146" y="122510"/>
                </a:cubicBezTo>
                <a:cubicBezTo>
                  <a:pt x="114602" y="122510"/>
                  <a:pt x="110663" y="121197"/>
                  <a:pt x="107329" y="118571"/>
                </a:cubicBezTo>
                <a:cubicBezTo>
                  <a:pt x="103995" y="115945"/>
                  <a:pt x="101679" y="112566"/>
                  <a:pt x="100380" y="108435"/>
                </a:cubicBezTo>
                <a:cubicBezTo>
                  <a:pt x="99082" y="104304"/>
                  <a:pt x="98433" y="98462"/>
                  <a:pt x="98433" y="90909"/>
                </a:cubicBezTo>
                <a:lnTo>
                  <a:pt x="98433" y="54704"/>
                </a:lnTo>
                <a:cubicBezTo>
                  <a:pt x="98433" y="50841"/>
                  <a:pt x="98020" y="48167"/>
                  <a:pt x="97194" y="46682"/>
                </a:cubicBezTo>
                <a:cubicBezTo>
                  <a:pt x="96368" y="45196"/>
                  <a:pt x="95143" y="44052"/>
                  <a:pt x="93520" y="43250"/>
                </a:cubicBezTo>
                <a:cubicBezTo>
                  <a:pt x="91897" y="42447"/>
                  <a:pt x="88961" y="42076"/>
                  <a:pt x="84713" y="42135"/>
                </a:cubicBezTo>
                <a:lnTo>
                  <a:pt x="84713" y="38948"/>
                </a:lnTo>
                <a:lnTo>
                  <a:pt x="113127" y="38948"/>
                </a:lnTo>
                <a:lnTo>
                  <a:pt x="113127" y="93276"/>
                </a:lnTo>
                <a:cubicBezTo>
                  <a:pt x="113127" y="100839"/>
                  <a:pt x="114440" y="105803"/>
                  <a:pt x="117066" y="108167"/>
                </a:cubicBezTo>
                <a:cubicBezTo>
                  <a:pt x="119692" y="110529"/>
                  <a:pt x="122864" y="111710"/>
                  <a:pt x="126582" y="111710"/>
                </a:cubicBezTo>
                <a:cubicBezTo>
                  <a:pt x="129119" y="111710"/>
                  <a:pt x="131996" y="110913"/>
                  <a:pt x="135212" y="109318"/>
                </a:cubicBezTo>
                <a:cubicBezTo>
                  <a:pt x="138429" y="107722"/>
                  <a:pt x="142250" y="104680"/>
                  <a:pt x="146676" y="100189"/>
                </a:cubicBezTo>
                <a:lnTo>
                  <a:pt x="146676" y="54350"/>
                </a:lnTo>
                <a:cubicBezTo>
                  <a:pt x="146676" y="49646"/>
                  <a:pt x="145835" y="46464"/>
                  <a:pt x="144153" y="44804"/>
                </a:cubicBezTo>
                <a:cubicBezTo>
                  <a:pt x="142471" y="43144"/>
                  <a:pt x="138974" y="42255"/>
                  <a:pt x="133663" y="42135"/>
                </a:cubicBezTo>
                <a:lnTo>
                  <a:pt x="133663" y="38948"/>
                </a:lnTo>
                <a:lnTo>
                  <a:pt x="161281" y="38948"/>
                </a:lnTo>
                <a:close/>
                <a:moveTo>
                  <a:pt x="204567" y="36647"/>
                </a:moveTo>
                <a:lnTo>
                  <a:pt x="204567" y="54881"/>
                </a:lnTo>
                <a:cubicBezTo>
                  <a:pt x="211353" y="42725"/>
                  <a:pt x="218317" y="36647"/>
                  <a:pt x="225457" y="36647"/>
                </a:cubicBezTo>
                <a:cubicBezTo>
                  <a:pt x="228703" y="36647"/>
                  <a:pt x="231388" y="37635"/>
                  <a:pt x="233513" y="39612"/>
                </a:cubicBezTo>
                <a:cubicBezTo>
                  <a:pt x="235637" y="41589"/>
                  <a:pt x="236699" y="43876"/>
                  <a:pt x="236699" y="46472"/>
                </a:cubicBezTo>
                <a:cubicBezTo>
                  <a:pt x="236699" y="48774"/>
                  <a:pt x="235932" y="50721"/>
                  <a:pt x="234398" y="52314"/>
                </a:cubicBezTo>
                <a:cubicBezTo>
                  <a:pt x="232863" y="53908"/>
                  <a:pt x="231034" y="54704"/>
                  <a:pt x="228910" y="54704"/>
                </a:cubicBezTo>
                <a:cubicBezTo>
                  <a:pt x="226844" y="54704"/>
                  <a:pt x="224528" y="53701"/>
                  <a:pt x="221961" y="51695"/>
                </a:cubicBezTo>
                <a:cubicBezTo>
                  <a:pt x="219394" y="49688"/>
                  <a:pt x="217491" y="48685"/>
                  <a:pt x="216251" y="48685"/>
                </a:cubicBezTo>
                <a:cubicBezTo>
                  <a:pt x="215189" y="48685"/>
                  <a:pt x="214039" y="49271"/>
                  <a:pt x="212799" y="50442"/>
                </a:cubicBezTo>
                <a:cubicBezTo>
                  <a:pt x="210144" y="52845"/>
                  <a:pt x="207400" y="56799"/>
                  <a:pt x="204567" y="62306"/>
                </a:cubicBezTo>
                <a:lnTo>
                  <a:pt x="204567" y="101088"/>
                </a:lnTo>
                <a:cubicBezTo>
                  <a:pt x="204567" y="105577"/>
                  <a:pt x="205128" y="108972"/>
                  <a:pt x="206249" y="111273"/>
                </a:cubicBezTo>
                <a:cubicBezTo>
                  <a:pt x="207016" y="112868"/>
                  <a:pt x="208373" y="114196"/>
                  <a:pt x="210321" y="115257"/>
                </a:cubicBezTo>
                <a:cubicBezTo>
                  <a:pt x="212268" y="116315"/>
                  <a:pt x="215071" y="116844"/>
                  <a:pt x="218730" y="116844"/>
                </a:cubicBezTo>
                <a:lnTo>
                  <a:pt x="218730" y="120031"/>
                </a:lnTo>
                <a:lnTo>
                  <a:pt x="177215" y="120031"/>
                </a:lnTo>
                <a:lnTo>
                  <a:pt x="177215" y="116844"/>
                </a:lnTo>
                <a:cubicBezTo>
                  <a:pt x="181346" y="116844"/>
                  <a:pt x="184414" y="116188"/>
                  <a:pt x="186421" y="114875"/>
                </a:cubicBezTo>
                <a:cubicBezTo>
                  <a:pt x="187896" y="113920"/>
                  <a:pt x="188929" y="112397"/>
                  <a:pt x="189519" y="110308"/>
                </a:cubicBezTo>
                <a:cubicBezTo>
                  <a:pt x="189814" y="109292"/>
                  <a:pt x="189961" y="106396"/>
                  <a:pt x="189961" y="101619"/>
                </a:cubicBezTo>
                <a:lnTo>
                  <a:pt x="189961" y="70461"/>
                </a:lnTo>
                <a:cubicBezTo>
                  <a:pt x="189961" y="61019"/>
                  <a:pt x="189770" y="55398"/>
                  <a:pt x="189386" y="53598"/>
                </a:cubicBezTo>
                <a:cubicBezTo>
                  <a:pt x="189003" y="51798"/>
                  <a:pt x="188294" y="50485"/>
                  <a:pt x="187262" y="49659"/>
                </a:cubicBezTo>
                <a:cubicBezTo>
                  <a:pt x="186229" y="48833"/>
                  <a:pt x="184945" y="48420"/>
                  <a:pt x="183411" y="48420"/>
                </a:cubicBezTo>
                <a:cubicBezTo>
                  <a:pt x="181582" y="48420"/>
                  <a:pt x="179516" y="48862"/>
                  <a:pt x="177215" y="49747"/>
                </a:cubicBezTo>
                <a:lnTo>
                  <a:pt x="176330" y="46561"/>
                </a:lnTo>
                <a:lnTo>
                  <a:pt x="200849" y="36647"/>
                </a:lnTo>
                <a:lnTo>
                  <a:pt x="204567" y="36647"/>
                </a:lnTo>
                <a:close/>
                <a:moveTo>
                  <a:pt x="318754" y="6550"/>
                </a:moveTo>
                <a:lnTo>
                  <a:pt x="318754" y="53819"/>
                </a:lnTo>
                <a:lnTo>
                  <a:pt x="345133" y="53819"/>
                </a:lnTo>
                <a:cubicBezTo>
                  <a:pt x="351978" y="53819"/>
                  <a:pt x="356551" y="52781"/>
                  <a:pt x="358853" y="50705"/>
                </a:cubicBezTo>
                <a:cubicBezTo>
                  <a:pt x="361922" y="47977"/>
                  <a:pt x="363633" y="43173"/>
                  <a:pt x="363987" y="36293"/>
                </a:cubicBezTo>
                <a:lnTo>
                  <a:pt x="367262" y="36293"/>
                </a:lnTo>
                <a:lnTo>
                  <a:pt x="367262" y="78250"/>
                </a:lnTo>
                <a:lnTo>
                  <a:pt x="363987" y="78250"/>
                </a:lnTo>
                <a:cubicBezTo>
                  <a:pt x="363161" y="72408"/>
                  <a:pt x="362335" y="68661"/>
                  <a:pt x="361508" y="67009"/>
                </a:cubicBezTo>
                <a:cubicBezTo>
                  <a:pt x="360446" y="64943"/>
                  <a:pt x="358705" y="63320"/>
                  <a:pt x="356286" y="62140"/>
                </a:cubicBezTo>
                <a:cubicBezTo>
                  <a:pt x="353866" y="60960"/>
                  <a:pt x="350149" y="60370"/>
                  <a:pt x="345133" y="60370"/>
                </a:cubicBezTo>
                <a:lnTo>
                  <a:pt x="318754" y="60370"/>
                </a:lnTo>
                <a:lnTo>
                  <a:pt x="318754" y="100004"/>
                </a:lnTo>
                <a:cubicBezTo>
                  <a:pt x="318754" y="105324"/>
                  <a:pt x="318990" y="108561"/>
                  <a:pt x="319462" y="109713"/>
                </a:cubicBezTo>
                <a:cubicBezTo>
                  <a:pt x="319934" y="110866"/>
                  <a:pt x="320760" y="111782"/>
                  <a:pt x="321941" y="112463"/>
                </a:cubicBezTo>
                <a:cubicBezTo>
                  <a:pt x="323121" y="113141"/>
                  <a:pt x="325363" y="113481"/>
                  <a:pt x="328668" y="113481"/>
                </a:cubicBezTo>
                <a:lnTo>
                  <a:pt x="349027" y="113481"/>
                </a:lnTo>
                <a:cubicBezTo>
                  <a:pt x="355814" y="113481"/>
                  <a:pt x="360741" y="113009"/>
                  <a:pt x="363810" y="112064"/>
                </a:cubicBezTo>
                <a:cubicBezTo>
                  <a:pt x="366879" y="111120"/>
                  <a:pt x="369829" y="109261"/>
                  <a:pt x="372662" y="106488"/>
                </a:cubicBezTo>
                <a:cubicBezTo>
                  <a:pt x="376321" y="102829"/>
                  <a:pt x="380068" y="97311"/>
                  <a:pt x="383904" y="89935"/>
                </a:cubicBezTo>
                <a:lnTo>
                  <a:pt x="387444" y="89935"/>
                </a:lnTo>
                <a:lnTo>
                  <a:pt x="377088" y="120031"/>
                </a:lnTo>
                <a:lnTo>
                  <a:pt x="284586" y="120031"/>
                </a:lnTo>
                <a:lnTo>
                  <a:pt x="284586" y="116667"/>
                </a:lnTo>
                <a:lnTo>
                  <a:pt x="288835" y="116667"/>
                </a:lnTo>
                <a:cubicBezTo>
                  <a:pt x="291667" y="116667"/>
                  <a:pt x="294352" y="115989"/>
                  <a:pt x="296890" y="114631"/>
                </a:cubicBezTo>
                <a:cubicBezTo>
                  <a:pt x="298778" y="113687"/>
                  <a:pt x="300062" y="112271"/>
                  <a:pt x="300740" y="110383"/>
                </a:cubicBezTo>
                <a:cubicBezTo>
                  <a:pt x="301419" y="108494"/>
                  <a:pt x="301758" y="104629"/>
                  <a:pt x="301758" y="98787"/>
                </a:cubicBezTo>
                <a:lnTo>
                  <a:pt x="301758" y="20890"/>
                </a:lnTo>
                <a:cubicBezTo>
                  <a:pt x="301758" y="13317"/>
                  <a:pt x="300991" y="8649"/>
                  <a:pt x="299457" y="6888"/>
                </a:cubicBezTo>
                <a:cubicBezTo>
                  <a:pt x="297333" y="4538"/>
                  <a:pt x="293792" y="3364"/>
                  <a:pt x="288835" y="3364"/>
                </a:cubicBezTo>
                <a:lnTo>
                  <a:pt x="284586" y="3364"/>
                </a:lnTo>
                <a:lnTo>
                  <a:pt x="284586" y="0"/>
                </a:lnTo>
                <a:lnTo>
                  <a:pt x="377088" y="0"/>
                </a:lnTo>
                <a:lnTo>
                  <a:pt x="378416" y="26379"/>
                </a:lnTo>
                <a:lnTo>
                  <a:pt x="374963" y="26379"/>
                </a:lnTo>
                <a:cubicBezTo>
                  <a:pt x="373724" y="20037"/>
                  <a:pt x="372352" y="15680"/>
                  <a:pt x="370847" y="13308"/>
                </a:cubicBezTo>
                <a:cubicBezTo>
                  <a:pt x="369342" y="10937"/>
                  <a:pt x="367115" y="9128"/>
                  <a:pt x="364164" y="7884"/>
                </a:cubicBezTo>
                <a:cubicBezTo>
                  <a:pt x="361804" y="6995"/>
                  <a:pt x="357643" y="6550"/>
                  <a:pt x="351683" y="6550"/>
                </a:cubicBezTo>
                <a:lnTo>
                  <a:pt x="318754" y="6550"/>
                </a:lnTo>
                <a:close/>
                <a:moveTo>
                  <a:pt x="465631" y="120031"/>
                </a:moveTo>
                <a:lnTo>
                  <a:pt x="419247" y="19031"/>
                </a:lnTo>
                <a:lnTo>
                  <a:pt x="419247" y="99141"/>
                </a:lnTo>
                <a:cubicBezTo>
                  <a:pt x="419247" y="106517"/>
                  <a:pt x="420044" y="111120"/>
                  <a:pt x="421637" y="112950"/>
                </a:cubicBezTo>
                <a:cubicBezTo>
                  <a:pt x="423821" y="115428"/>
                  <a:pt x="427273" y="116667"/>
                  <a:pt x="431994" y="116667"/>
                </a:cubicBezTo>
                <a:lnTo>
                  <a:pt x="436243" y="116667"/>
                </a:lnTo>
                <a:lnTo>
                  <a:pt x="436243" y="120031"/>
                </a:lnTo>
                <a:lnTo>
                  <a:pt x="394462" y="120031"/>
                </a:lnTo>
                <a:lnTo>
                  <a:pt x="394462" y="116667"/>
                </a:lnTo>
                <a:lnTo>
                  <a:pt x="398711" y="116667"/>
                </a:lnTo>
                <a:cubicBezTo>
                  <a:pt x="403786" y="116667"/>
                  <a:pt x="407386" y="115133"/>
                  <a:pt x="409510" y="112064"/>
                </a:cubicBezTo>
                <a:cubicBezTo>
                  <a:pt x="410809" y="110176"/>
                  <a:pt x="411458" y="105868"/>
                  <a:pt x="411458" y="99141"/>
                </a:cubicBezTo>
                <a:lnTo>
                  <a:pt x="411458" y="20890"/>
                </a:lnTo>
                <a:cubicBezTo>
                  <a:pt x="411458" y="15579"/>
                  <a:pt x="410868" y="11743"/>
                  <a:pt x="409687" y="9383"/>
                </a:cubicBezTo>
                <a:cubicBezTo>
                  <a:pt x="408861" y="7672"/>
                  <a:pt x="407342" y="6241"/>
                  <a:pt x="405129" y="5090"/>
                </a:cubicBezTo>
                <a:cubicBezTo>
                  <a:pt x="402916" y="3939"/>
                  <a:pt x="399360" y="3364"/>
                  <a:pt x="394462" y="3364"/>
                </a:cubicBezTo>
                <a:lnTo>
                  <a:pt x="394462" y="0"/>
                </a:lnTo>
                <a:lnTo>
                  <a:pt x="428453" y="0"/>
                </a:lnTo>
                <a:lnTo>
                  <a:pt x="472004" y="93899"/>
                </a:lnTo>
                <a:lnTo>
                  <a:pt x="514847" y="0"/>
                </a:lnTo>
                <a:lnTo>
                  <a:pt x="548838" y="0"/>
                </a:lnTo>
                <a:lnTo>
                  <a:pt x="548838" y="3364"/>
                </a:lnTo>
                <a:lnTo>
                  <a:pt x="544678" y="3364"/>
                </a:lnTo>
                <a:cubicBezTo>
                  <a:pt x="539544" y="3364"/>
                  <a:pt x="535915" y="4898"/>
                  <a:pt x="533790" y="7967"/>
                </a:cubicBezTo>
                <a:cubicBezTo>
                  <a:pt x="532492" y="9855"/>
                  <a:pt x="531843" y="14163"/>
                  <a:pt x="531843" y="20890"/>
                </a:cubicBezTo>
                <a:lnTo>
                  <a:pt x="531843" y="99141"/>
                </a:lnTo>
                <a:cubicBezTo>
                  <a:pt x="531843" y="106517"/>
                  <a:pt x="532669" y="111120"/>
                  <a:pt x="534321" y="112950"/>
                </a:cubicBezTo>
                <a:cubicBezTo>
                  <a:pt x="536505" y="115428"/>
                  <a:pt x="539957" y="116667"/>
                  <a:pt x="544678" y="116667"/>
                </a:cubicBezTo>
                <a:lnTo>
                  <a:pt x="548838" y="116667"/>
                </a:lnTo>
                <a:lnTo>
                  <a:pt x="548838" y="120031"/>
                </a:lnTo>
                <a:lnTo>
                  <a:pt x="497852" y="120031"/>
                </a:lnTo>
                <a:lnTo>
                  <a:pt x="497852" y="116667"/>
                </a:lnTo>
                <a:lnTo>
                  <a:pt x="502101" y="116667"/>
                </a:lnTo>
                <a:cubicBezTo>
                  <a:pt x="507235" y="116667"/>
                  <a:pt x="510834" y="115133"/>
                  <a:pt x="512900" y="112064"/>
                </a:cubicBezTo>
                <a:cubicBezTo>
                  <a:pt x="514198" y="110176"/>
                  <a:pt x="514847" y="105868"/>
                  <a:pt x="514847" y="99141"/>
                </a:cubicBezTo>
                <a:lnTo>
                  <a:pt x="514847" y="19032"/>
                </a:lnTo>
                <a:lnTo>
                  <a:pt x="468552" y="120031"/>
                </a:lnTo>
                <a:lnTo>
                  <a:pt x="465631" y="120031"/>
                </a:lnTo>
                <a:close/>
                <a:moveTo>
                  <a:pt x="555714" y="120031"/>
                </a:moveTo>
                <a:lnTo>
                  <a:pt x="555714" y="116667"/>
                </a:lnTo>
                <a:lnTo>
                  <a:pt x="560229" y="116667"/>
                </a:lnTo>
                <a:cubicBezTo>
                  <a:pt x="565304" y="116667"/>
                  <a:pt x="568903" y="115053"/>
                  <a:pt x="571028" y="111824"/>
                </a:cubicBezTo>
                <a:cubicBezTo>
                  <a:pt x="572326" y="109886"/>
                  <a:pt x="572975" y="105540"/>
                  <a:pt x="572975" y="98787"/>
                </a:cubicBezTo>
                <a:lnTo>
                  <a:pt x="572975" y="21244"/>
                </a:lnTo>
                <a:cubicBezTo>
                  <a:pt x="572975" y="13787"/>
                  <a:pt x="572149" y="9118"/>
                  <a:pt x="570497" y="7239"/>
                </a:cubicBezTo>
                <a:cubicBezTo>
                  <a:pt x="568195" y="4656"/>
                  <a:pt x="564773" y="3364"/>
                  <a:pt x="560229" y="3364"/>
                </a:cubicBezTo>
                <a:lnTo>
                  <a:pt x="555714" y="3364"/>
                </a:lnTo>
                <a:lnTo>
                  <a:pt x="555714" y="0"/>
                </a:lnTo>
                <a:lnTo>
                  <a:pt x="604576" y="0"/>
                </a:lnTo>
                <a:cubicBezTo>
                  <a:pt x="622516" y="0"/>
                  <a:pt x="636163" y="2036"/>
                  <a:pt x="645516" y="6108"/>
                </a:cubicBezTo>
                <a:cubicBezTo>
                  <a:pt x="654870" y="10180"/>
                  <a:pt x="662394" y="16966"/>
                  <a:pt x="668088" y="26467"/>
                </a:cubicBezTo>
                <a:cubicBezTo>
                  <a:pt x="673783" y="35968"/>
                  <a:pt x="676631" y="46944"/>
                  <a:pt x="676630" y="59396"/>
                </a:cubicBezTo>
                <a:cubicBezTo>
                  <a:pt x="676630" y="76096"/>
                  <a:pt x="671555" y="90053"/>
                  <a:pt x="661405" y="101265"/>
                </a:cubicBezTo>
                <a:cubicBezTo>
                  <a:pt x="650016" y="113776"/>
                  <a:pt x="632666" y="120031"/>
                  <a:pt x="609356" y="120031"/>
                </a:cubicBezTo>
                <a:lnTo>
                  <a:pt x="555714" y="120031"/>
                </a:lnTo>
                <a:moveTo>
                  <a:pt x="589971" y="111182"/>
                </a:moveTo>
                <a:cubicBezTo>
                  <a:pt x="597465" y="112833"/>
                  <a:pt x="603750" y="113658"/>
                  <a:pt x="608825" y="113658"/>
                </a:cubicBezTo>
                <a:cubicBezTo>
                  <a:pt x="622516" y="113658"/>
                  <a:pt x="633876" y="108857"/>
                  <a:pt x="642905" y="99254"/>
                </a:cubicBezTo>
                <a:cubicBezTo>
                  <a:pt x="651934" y="89650"/>
                  <a:pt x="656448" y="76629"/>
                  <a:pt x="656448" y="60193"/>
                </a:cubicBezTo>
                <a:cubicBezTo>
                  <a:pt x="656448" y="43638"/>
                  <a:pt x="651934" y="30589"/>
                  <a:pt x="642905" y="21045"/>
                </a:cubicBezTo>
                <a:cubicBezTo>
                  <a:pt x="633876" y="11500"/>
                  <a:pt x="622280" y="6727"/>
                  <a:pt x="608117" y="6727"/>
                </a:cubicBezTo>
                <a:cubicBezTo>
                  <a:pt x="602806" y="6727"/>
                  <a:pt x="596757" y="7581"/>
                  <a:pt x="589971" y="9289"/>
                </a:cubicBezTo>
                <a:lnTo>
                  <a:pt x="589971" y="111182"/>
                </a:lnTo>
                <a:close/>
                <a:moveTo>
                  <a:pt x="803359" y="89227"/>
                </a:moveTo>
                <a:cubicBezTo>
                  <a:pt x="801175" y="99908"/>
                  <a:pt x="796897" y="108125"/>
                  <a:pt x="790524" y="113879"/>
                </a:cubicBezTo>
                <a:cubicBezTo>
                  <a:pt x="784150" y="119633"/>
                  <a:pt x="777098" y="122510"/>
                  <a:pt x="769368" y="122510"/>
                </a:cubicBezTo>
                <a:cubicBezTo>
                  <a:pt x="760162" y="122510"/>
                  <a:pt x="752136" y="118649"/>
                  <a:pt x="745291" y="110928"/>
                </a:cubicBezTo>
                <a:cubicBezTo>
                  <a:pt x="738445" y="103204"/>
                  <a:pt x="735023" y="92769"/>
                  <a:pt x="735023" y="79622"/>
                </a:cubicBezTo>
                <a:cubicBezTo>
                  <a:pt x="735023" y="66889"/>
                  <a:pt x="738814" y="56543"/>
                  <a:pt x="746397" y="48586"/>
                </a:cubicBezTo>
                <a:cubicBezTo>
                  <a:pt x="753980" y="40626"/>
                  <a:pt x="763083" y="36647"/>
                  <a:pt x="773705" y="36647"/>
                </a:cubicBezTo>
                <a:cubicBezTo>
                  <a:pt x="781672" y="36647"/>
                  <a:pt x="788222" y="38764"/>
                  <a:pt x="793356" y="42998"/>
                </a:cubicBezTo>
                <a:cubicBezTo>
                  <a:pt x="798490" y="47230"/>
                  <a:pt x="801057" y="51626"/>
                  <a:pt x="801057" y="56184"/>
                </a:cubicBezTo>
                <a:cubicBezTo>
                  <a:pt x="801057" y="58434"/>
                  <a:pt x="800335" y="60255"/>
                  <a:pt x="798889" y="61648"/>
                </a:cubicBezTo>
                <a:cubicBezTo>
                  <a:pt x="797443" y="63038"/>
                  <a:pt x="795422" y="63733"/>
                  <a:pt x="792825" y="63733"/>
                </a:cubicBezTo>
                <a:cubicBezTo>
                  <a:pt x="789344" y="63733"/>
                  <a:pt x="786717" y="62603"/>
                  <a:pt x="784947" y="60342"/>
                </a:cubicBezTo>
                <a:cubicBezTo>
                  <a:pt x="783944" y="59092"/>
                  <a:pt x="783280" y="56711"/>
                  <a:pt x="782955" y="53200"/>
                </a:cubicBezTo>
                <a:cubicBezTo>
                  <a:pt x="782631" y="49688"/>
                  <a:pt x="781436" y="47011"/>
                  <a:pt x="779370" y="45167"/>
                </a:cubicBezTo>
                <a:cubicBezTo>
                  <a:pt x="777305" y="43381"/>
                  <a:pt x="774443" y="42489"/>
                  <a:pt x="770784" y="42489"/>
                </a:cubicBezTo>
                <a:cubicBezTo>
                  <a:pt x="764883" y="42489"/>
                  <a:pt x="760132" y="44672"/>
                  <a:pt x="756533" y="49039"/>
                </a:cubicBezTo>
                <a:cubicBezTo>
                  <a:pt x="751753" y="54822"/>
                  <a:pt x="749363" y="62465"/>
                  <a:pt x="749363" y="71966"/>
                </a:cubicBezTo>
                <a:cubicBezTo>
                  <a:pt x="749363" y="81644"/>
                  <a:pt x="751738" y="90186"/>
                  <a:pt x="756488" y="97592"/>
                </a:cubicBezTo>
                <a:cubicBezTo>
                  <a:pt x="761239" y="104998"/>
                  <a:pt x="767656" y="108701"/>
                  <a:pt x="775741" y="108701"/>
                </a:cubicBezTo>
                <a:cubicBezTo>
                  <a:pt x="781524" y="108701"/>
                  <a:pt x="786717" y="106724"/>
                  <a:pt x="791320" y="102770"/>
                </a:cubicBezTo>
                <a:cubicBezTo>
                  <a:pt x="794566" y="100055"/>
                  <a:pt x="797723" y="95128"/>
                  <a:pt x="800792" y="87987"/>
                </a:cubicBezTo>
                <a:lnTo>
                  <a:pt x="803359" y="89227"/>
                </a:lnTo>
                <a:close/>
                <a:moveTo>
                  <a:pt x="860742" y="108441"/>
                </a:moveTo>
                <a:cubicBezTo>
                  <a:pt x="852422" y="114871"/>
                  <a:pt x="847199" y="118587"/>
                  <a:pt x="845075" y="119589"/>
                </a:cubicBezTo>
                <a:cubicBezTo>
                  <a:pt x="841888" y="121064"/>
                  <a:pt x="838495" y="121801"/>
                  <a:pt x="834895" y="121801"/>
                </a:cubicBezTo>
                <a:cubicBezTo>
                  <a:pt x="829289" y="121801"/>
                  <a:pt x="824671" y="119884"/>
                  <a:pt x="821042" y="116048"/>
                </a:cubicBezTo>
                <a:cubicBezTo>
                  <a:pt x="817413" y="112212"/>
                  <a:pt x="815598" y="107166"/>
                  <a:pt x="815598" y="100911"/>
                </a:cubicBezTo>
                <a:cubicBezTo>
                  <a:pt x="815598" y="96957"/>
                  <a:pt x="816483" y="93535"/>
                  <a:pt x="818254" y="90643"/>
                </a:cubicBezTo>
                <a:cubicBezTo>
                  <a:pt x="820673" y="86630"/>
                  <a:pt x="824878" y="82853"/>
                  <a:pt x="830867" y="79313"/>
                </a:cubicBezTo>
                <a:cubicBezTo>
                  <a:pt x="836857" y="75772"/>
                  <a:pt x="846815" y="71464"/>
                  <a:pt x="860742" y="66389"/>
                </a:cubicBezTo>
                <a:lnTo>
                  <a:pt x="860742" y="63213"/>
                </a:lnTo>
                <a:cubicBezTo>
                  <a:pt x="860742" y="55158"/>
                  <a:pt x="859459" y="49631"/>
                  <a:pt x="856892" y="46633"/>
                </a:cubicBezTo>
                <a:cubicBezTo>
                  <a:pt x="854325" y="43634"/>
                  <a:pt x="850592" y="42135"/>
                  <a:pt x="845694" y="42135"/>
                </a:cubicBezTo>
                <a:cubicBezTo>
                  <a:pt x="841976" y="42135"/>
                  <a:pt x="839026" y="43138"/>
                  <a:pt x="836842" y="45144"/>
                </a:cubicBezTo>
                <a:cubicBezTo>
                  <a:pt x="834600" y="47151"/>
                  <a:pt x="833479" y="49452"/>
                  <a:pt x="833479" y="52049"/>
                </a:cubicBezTo>
                <a:lnTo>
                  <a:pt x="833656" y="57183"/>
                </a:lnTo>
                <a:cubicBezTo>
                  <a:pt x="833656" y="59898"/>
                  <a:pt x="832962" y="61992"/>
                  <a:pt x="831576" y="63468"/>
                </a:cubicBezTo>
                <a:cubicBezTo>
                  <a:pt x="830189" y="64943"/>
                  <a:pt x="828374" y="65681"/>
                  <a:pt x="826132" y="65681"/>
                </a:cubicBezTo>
                <a:cubicBezTo>
                  <a:pt x="823948" y="65681"/>
                  <a:pt x="822163" y="64912"/>
                  <a:pt x="820776" y="63374"/>
                </a:cubicBezTo>
                <a:cubicBezTo>
                  <a:pt x="819390" y="61834"/>
                  <a:pt x="818696" y="59732"/>
                  <a:pt x="818696" y="57070"/>
                </a:cubicBezTo>
                <a:cubicBezTo>
                  <a:pt x="818696" y="51978"/>
                  <a:pt x="821293" y="47301"/>
                  <a:pt x="826486" y="43039"/>
                </a:cubicBezTo>
                <a:cubicBezTo>
                  <a:pt x="831679" y="38778"/>
                  <a:pt x="838967" y="36647"/>
                  <a:pt x="848350" y="36647"/>
                </a:cubicBezTo>
                <a:cubicBezTo>
                  <a:pt x="855549" y="36647"/>
                  <a:pt x="861451" y="37855"/>
                  <a:pt x="866054" y="40270"/>
                </a:cubicBezTo>
                <a:cubicBezTo>
                  <a:pt x="869535" y="42098"/>
                  <a:pt x="872102" y="44957"/>
                  <a:pt x="873755" y="48848"/>
                </a:cubicBezTo>
                <a:cubicBezTo>
                  <a:pt x="874817" y="51382"/>
                  <a:pt x="875348" y="56569"/>
                  <a:pt x="875348" y="64408"/>
                </a:cubicBezTo>
                <a:lnTo>
                  <a:pt x="875348" y="91904"/>
                </a:lnTo>
                <a:cubicBezTo>
                  <a:pt x="875348" y="99626"/>
                  <a:pt x="875495" y="104356"/>
                  <a:pt x="875791" y="106095"/>
                </a:cubicBezTo>
                <a:cubicBezTo>
                  <a:pt x="876086" y="107834"/>
                  <a:pt x="876572" y="108999"/>
                  <a:pt x="877251" y="109589"/>
                </a:cubicBezTo>
                <a:cubicBezTo>
                  <a:pt x="877930" y="110177"/>
                  <a:pt x="878712" y="110471"/>
                  <a:pt x="879597" y="110471"/>
                </a:cubicBezTo>
                <a:cubicBezTo>
                  <a:pt x="880541" y="110471"/>
                  <a:pt x="881367" y="110265"/>
                  <a:pt x="882075" y="109851"/>
                </a:cubicBezTo>
                <a:cubicBezTo>
                  <a:pt x="883315" y="109084"/>
                  <a:pt x="885705" y="106930"/>
                  <a:pt x="889245" y="103390"/>
                </a:cubicBezTo>
                <a:lnTo>
                  <a:pt x="889245" y="108347"/>
                </a:lnTo>
                <a:cubicBezTo>
                  <a:pt x="882636" y="117199"/>
                  <a:pt x="876322" y="121624"/>
                  <a:pt x="870302" y="121624"/>
                </a:cubicBezTo>
                <a:cubicBezTo>
                  <a:pt x="867411" y="121624"/>
                  <a:pt x="865109" y="120629"/>
                  <a:pt x="863398" y="118637"/>
                </a:cubicBezTo>
                <a:cubicBezTo>
                  <a:pt x="861687" y="116643"/>
                  <a:pt x="860801" y="113245"/>
                  <a:pt x="860742" y="108441"/>
                </a:cubicBezTo>
                <a:moveTo>
                  <a:pt x="860742" y="102701"/>
                </a:moveTo>
                <a:lnTo>
                  <a:pt x="860742" y="71877"/>
                </a:lnTo>
                <a:cubicBezTo>
                  <a:pt x="851832" y="75410"/>
                  <a:pt x="846078" y="77913"/>
                  <a:pt x="843481" y="79385"/>
                </a:cubicBezTo>
                <a:cubicBezTo>
                  <a:pt x="838819" y="81976"/>
                  <a:pt x="835485" y="84685"/>
                  <a:pt x="833479" y="87512"/>
                </a:cubicBezTo>
                <a:cubicBezTo>
                  <a:pt x="831472" y="90337"/>
                  <a:pt x="830469" y="93428"/>
                  <a:pt x="830469" y="96784"/>
                </a:cubicBezTo>
                <a:cubicBezTo>
                  <a:pt x="830469" y="101024"/>
                  <a:pt x="831738" y="104542"/>
                  <a:pt x="834275" y="107340"/>
                </a:cubicBezTo>
                <a:cubicBezTo>
                  <a:pt x="836813" y="110135"/>
                  <a:pt x="839734" y="111533"/>
                  <a:pt x="843039" y="111533"/>
                </a:cubicBezTo>
                <a:cubicBezTo>
                  <a:pt x="847524" y="111533"/>
                  <a:pt x="853425" y="108589"/>
                  <a:pt x="860742" y="102701"/>
                </a:cubicBezTo>
                <a:close/>
                <a:moveTo>
                  <a:pt x="918657" y="12216"/>
                </a:moveTo>
                <a:lnTo>
                  <a:pt x="918657" y="38948"/>
                </a:lnTo>
                <a:lnTo>
                  <a:pt x="937600" y="38948"/>
                </a:lnTo>
                <a:lnTo>
                  <a:pt x="937600" y="44967"/>
                </a:lnTo>
                <a:lnTo>
                  <a:pt x="918657" y="45144"/>
                </a:lnTo>
                <a:lnTo>
                  <a:pt x="918657" y="97796"/>
                </a:lnTo>
                <a:cubicBezTo>
                  <a:pt x="918657" y="103054"/>
                  <a:pt x="919409" y="106599"/>
                  <a:pt x="920914" y="108432"/>
                </a:cubicBezTo>
                <a:cubicBezTo>
                  <a:pt x="922419" y="110264"/>
                  <a:pt x="924352" y="111179"/>
                  <a:pt x="926712" y="111179"/>
                </a:cubicBezTo>
                <a:cubicBezTo>
                  <a:pt x="928660" y="111179"/>
                  <a:pt x="930548" y="110567"/>
                  <a:pt x="932377" y="109343"/>
                </a:cubicBezTo>
                <a:cubicBezTo>
                  <a:pt x="934207" y="108118"/>
                  <a:pt x="935623" y="106311"/>
                  <a:pt x="936626" y="103921"/>
                </a:cubicBezTo>
                <a:lnTo>
                  <a:pt x="940078" y="103921"/>
                </a:lnTo>
                <a:cubicBezTo>
                  <a:pt x="938013" y="109733"/>
                  <a:pt x="935092" y="114108"/>
                  <a:pt x="931315" y="117044"/>
                </a:cubicBezTo>
                <a:cubicBezTo>
                  <a:pt x="927538" y="119979"/>
                  <a:pt x="923644" y="121447"/>
                  <a:pt x="919631" y="121447"/>
                </a:cubicBezTo>
                <a:cubicBezTo>
                  <a:pt x="916916" y="121447"/>
                  <a:pt x="914261" y="120692"/>
                  <a:pt x="911664" y="119182"/>
                </a:cubicBezTo>
                <a:cubicBezTo>
                  <a:pt x="909067" y="117672"/>
                  <a:pt x="907150" y="115510"/>
                  <a:pt x="905910" y="112698"/>
                </a:cubicBezTo>
                <a:cubicBezTo>
                  <a:pt x="904671" y="109886"/>
                  <a:pt x="904051" y="105548"/>
                  <a:pt x="904051" y="99686"/>
                </a:cubicBezTo>
                <a:lnTo>
                  <a:pt x="904051" y="44967"/>
                </a:lnTo>
                <a:lnTo>
                  <a:pt x="891216" y="44967"/>
                </a:lnTo>
                <a:lnTo>
                  <a:pt x="891216" y="42129"/>
                </a:lnTo>
                <a:cubicBezTo>
                  <a:pt x="894462" y="40838"/>
                  <a:pt x="897781" y="38653"/>
                  <a:pt x="901175" y="35573"/>
                </a:cubicBezTo>
                <a:cubicBezTo>
                  <a:pt x="904568" y="32494"/>
                  <a:pt x="907592" y="28823"/>
                  <a:pt x="910248" y="24561"/>
                </a:cubicBezTo>
                <a:cubicBezTo>
                  <a:pt x="911605" y="22311"/>
                  <a:pt x="913493" y="18196"/>
                  <a:pt x="915913" y="12216"/>
                </a:cubicBezTo>
                <a:lnTo>
                  <a:pt x="918657" y="122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76" name="Text egories">
            <a:extLst xmlns:a="http://schemas.openxmlformats.org/drawingml/2006/main">
              <a:ext uri="{FF2B5EF4-FFF2-40B4-BE49-F238E27FC236}">
                <a16:creationId xmlns:a16="http://schemas.microsoft.com/office/drawing/2014/main" id="{4F3055F0-53F7-4F80-9E2C-14BD20F6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58" y="3595143"/>
            <a:ext cx="509938" cy="164999"/>
          </a:xfrm>
          <a:custGeom xmlns:a="http://schemas.openxmlformats.org/drawingml/2006/main">
            <a:pathLst>
              <a:path w="509938" h="164999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0935" y="96328"/>
                </a:moveTo>
                <a:cubicBezTo>
                  <a:pt x="95978" y="93912"/>
                  <a:pt x="92171" y="90538"/>
                  <a:pt x="89516" y="86206"/>
                </a:cubicBezTo>
                <a:cubicBezTo>
                  <a:pt x="86860" y="81874"/>
                  <a:pt x="85532" y="77085"/>
                  <a:pt x="85532" y="71838"/>
                </a:cubicBezTo>
                <a:cubicBezTo>
                  <a:pt x="85532" y="63824"/>
                  <a:pt x="88557" y="56928"/>
                  <a:pt x="94606" y="51153"/>
                </a:cubicBezTo>
                <a:cubicBezTo>
                  <a:pt x="100654" y="45377"/>
                  <a:pt x="108400" y="42489"/>
                  <a:pt x="117842" y="42489"/>
                </a:cubicBezTo>
                <a:cubicBezTo>
                  <a:pt x="125572" y="42489"/>
                  <a:pt x="132270" y="44377"/>
                  <a:pt x="137935" y="48154"/>
                </a:cubicBezTo>
                <a:lnTo>
                  <a:pt x="155108" y="48154"/>
                </a:lnTo>
                <a:cubicBezTo>
                  <a:pt x="157645" y="48154"/>
                  <a:pt x="159121" y="48228"/>
                  <a:pt x="159534" y="48375"/>
                </a:cubicBezTo>
                <a:cubicBezTo>
                  <a:pt x="159947" y="48523"/>
                  <a:pt x="160242" y="48774"/>
                  <a:pt x="160419" y="49128"/>
                </a:cubicBezTo>
                <a:cubicBezTo>
                  <a:pt x="160773" y="49659"/>
                  <a:pt x="160950" y="50603"/>
                  <a:pt x="160950" y="51960"/>
                </a:cubicBezTo>
                <a:cubicBezTo>
                  <a:pt x="160950" y="53495"/>
                  <a:pt x="160803" y="54557"/>
                  <a:pt x="160508" y="55147"/>
                </a:cubicBezTo>
                <a:cubicBezTo>
                  <a:pt x="160330" y="55442"/>
                  <a:pt x="160021" y="55678"/>
                  <a:pt x="159578" y="55855"/>
                </a:cubicBezTo>
                <a:cubicBezTo>
                  <a:pt x="159135" y="56032"/>
                  <a:pt x="157645" y="56121"/>
                  <a:pt x="155108" y="56121"/>
                </a:cubicBezTo>
                <a:lnTo>
                  <a:pt x="144574" y="56121"/>
                </a:lnTo>
                <a:cubicBezTo>
                  <a:pt x="147879" y="60370"/>
                  <a:pt x="149531" y="65799"/>
                  <a:pt x="149531" y="72408"/>
                </a:cubicBezTo>
                <a:cubicBezTo>
                  <a:pt x="149531" y="79962"/>
                  <a:pt x="146640" y="86424"/>
                  <a:pt x="140856" y="91794"/>
                </a:cubicBezTo>
                <a:cubicBezTo>
                  <a:pt x="135073" y="97164"/>
                  <a:pt x="127313" y="99849"/>
                  <a:pt x="117576" y="99849"/>
                </a:cubicBezTo>
                <a:cubicBezTo>
                  <a:pt x="113563" y="99849"/>
                  <a:pt x="109462" y="99247"/>
                  <a:pt x="105272" y="98043"/>
                </a:cubicBezTo>
                <a:cubicBezTo>
                  <a:pt x="102675" y="100252"/>
                  <a:pt x="100920" y="102184"/>
                  <a:pt x="100005" y="103841"/>
                </a:cubicBezTo>
                <a:cubicBezTo>
                  <a:pt x="99090" y="105497"/>
                  <a:pt x="98633" y="106905"/>
                  <a:pt x="98633" y="108067"/>
                </a:cubicBezTo>
                <a:cubicBezTo>
                  <a:pt x="98633" y="109056"/>
                  <a:pt x="99120" y="110015"/>
                  <a:pt x="100094" y="110944"/>
                </a:cubicBezTo>
                <a:cubicBezTo>
                  <a:pt x="101067" y="111874"/>
                  <a:pt x="102970" y="112542"/>
                  <a:pt x="105803" y="112950"/>
                </a:cubicBezTo>
                <a:cubicBezTo>
                  <a:pt x="107455" y="113219"/>
                  <a:pt x="111586" y="113455"/>
                  <a:pt x="118196" y="113658"/>
                </a:cubicBezTo>
                <a:cubicBezTo>
                  <a:pt x="130352" y="113995"/>
                  <a:pt x="138230" y="114467"/>
                  <a:pt x="141830" y="115074"/>
                </a:cubicBezTo>
                <a:cubicBezTo>
                  <a:pt x="147318" y="115839"/>
                  <a:pt x="151700" y="117872"/>
                  <a:pt x="154975" y="121171"/>
                </a:cubicBezTo>
                <a:cubicBezTo>
                  <a:pt x="158250" y="124470"/>
                  <a:pt x="159888" y="128534"/>
                  <a:pt x="159888" y="133364"/>
                </a:cubicBezTo>
                <a:cubicBezTo>
                  <a:pt x="159888" y="140022"/>
                  <a:pt x="156760" y="146266"/>
                  <a:pt x="150505" y="152097"/>
                </a:cubicBezTo>
                <a:cubicBezTo>
                  <a:pt x="141299" y="160698"/>
                  <a:pt x="129290" y="164999"/>
                  <a:pt x="114478" y="164999"/>
                </a:cubicBezTo>
                <a:cubicBezTo>
                  <a:pt x="103088" y="164999"/>
                  <a:pt x="93469" y="162431"/>
                  <a:pt x="85621" y="157295"/>
                </a:cubicBezTo>
                <a:cubicBezTo>
                  <a:pt x="81195" y="154344"/>
                  <a:pt x="78982" y="151274"/>
                  <a:pt x="78982" y="148086"/>
                </a:cubicBezTo>
                <a:cubicBezTo>
                  <a:pt x="78982" y="146670"/>
                  <a:pt x="79307" y="145253"/>
                  <a:pt x="79956" y="143837"/>
                </a:cubicBezTo>
                <a:cubicBezTo>
                  <a:pt x="80959" y="141654"/>
                  <a:pt x="83024" y="138614"/>
                  <a:pt x="86152" y="134717"/>
                </a:cubicBezTo>
                <a:cubicBezTo>
                  <a:pt x="86565" y="134186"/>
                  <a:pt x="89575" y="130998"/>
                  <a:pt x="95181" y="125154"/>
                </a:cubicBezTo>
                <a:cubicBezTo>
                  <a:pt x="92112" y="123327"/>
                  <a:pt x="89944" y="121691"/>
                  <a:pt x="88675" y="120247"/>
                </a:cubicBezTo>
                <a:cubicBezTo>
                  <a:pt x="87406" y="118803"/>
                  <a:pt x="86772" y="117167"/>
                  <a:pt x="86772" y="115340"/>
                </a:cubicBezTo>
                <a:cubicBezTo>
                  <a:pt x="86772" y="113276"/>
                  <a:pt x="87613" y="110859"/>
                  <a:pt x="89294" y="108089"/>
                </a:cubicBezTo>
                <a:cubicBezTo>
                  <a:pt x="90976" y="105318"/>
                  <a:pt x="94856" y="101397"/>
                  <a:pt x="100935" y="96328"/>
                </a:cubicBezTo>
                <a:moveTo>
                  <a:pt x="116337" y="46915"/>
                </a:moveTo>
                <a:cubicBezTo>
                  <a:pt x="111970" y="46915"/>
                  <a:pt x="108311" y="48646"/>
                  <a:pt x="105361" y="52110"/>
                </a:cubicBezTo>
                <a:cubicBezTo>
                  <a:pt x="102410" y="55571"/>
                  <a:pt x="100935" y="60882"/>
                  <a:pt x="100935" y="68043"/>
                </a:cubicBezTo>
                <a:cubicBezTo>
                  <a:pt x="100935" y="77317"/>
                  <a:pt x="102941" y="84507"/>
                  <a:pt x="106954" y="89611"/>
                </a:cubicBezTo>
                <a:cubicBezTo>
                  <a:pt x="110022" y="93486"/>
                  <a:pt x="113917" y="95423"/>
                  <a:pt x="118638" y="95423"/>
                </a:cubicBezTo>
                <a:cubicBezTo>
                  <a:pt x="123123" y="95423"/>
                  <a:pt x="126811" y="93750"/>
                  <a:pt x="129703" y="90405"/>
                </a:cubicBezTo>
                <a:cubicBezTo>
                  <a:pt x="132595" y="87060"/>
                  <a:pt x="134040" y="81807"/>
                  <a:pt x="134040" y="74646"/>
                </a:cubicBezTo>
                <a:cubicBezTo>
                  <a:pt x="134040" y="65315"/>
                  <a:pt x="132005" y="58007"/>
                  <a:pt x="127933" y="52724"/>
                </a:cubicBezTo>
                <a:cubicBezTo>
                  <a:pt x="124923" y="48851"/>
                  <a:pt x="121058" y="46915"/>
                  <a:pt x="116337" y="46915"/>
                </a:cubicBezTo>
                <a:moveTo>
                  <a:pt x="100049" y="125873"/>
                </a:moveTo>
                <a:cubicBezTo>
                  <a:pt x="97276" y="128865"/>
                  <a:pt x="95181" y="131650"/>
                  <a:pt x="93765" y="134230"/>
                </a:cubicBezTo>
                <a:cubicBezTo>
                  <a:pt x="92348" y="136810"/>
                  <a:pt x="91640" y="139185"/>
                  <a:pt x="91640" y="141356"/>
                </a:cubicBezTo>
                <a:cubicBezTo>
                  <a:pt x="91640" y="144170"/>
                  <a:pt x="93351" y="146633"/>
                  <a:pt x="96774" y="148744"/>
                </a:cubicBezTo>
                <a:cubicBezTo>
                  <a:pt x="102675" y="152381"/>
                  <a:pt x="111203" y="154199"/>
                  <a:pt x="122356" y="154199"/>
                </a:cubicBezTo>
                <a:cubicBezTo>
                  <a:pt x="132978" y="154199"/>
                  <a:pt x="140812" y="152344"/>
                  <a:pt x="145858" y="148634"/>
                </a:cubicBezTo>
                <a:cubicBezTo>
                  <a:pt x="150903" y="144925"/>
                  <a:pt x="153426" y="140968"/>
                  <a:pt x="153426" y="136761"/>
                </a:cubicBezTo>
                <a:cubicBezTo>
                  <a:pt x="153426" y="133724"/>
                  <a:pt x="151921" y="131562"/>
                  <a:pt x="148912" y="130277"/>
                </a:cubicBezTo>
                <a:cubicBezTo>
                  <a:pt x="145843" y="128992"/>
                  <a:pt x="139765" y="128232"/>
                  <a:pt x="130677" y="127998"/>
                </a:cubicBezTo>
                <a:cubicBezTo>
                  <a:pt x="117399" y="127629"/>
                  <a:pt x="107190" y="126921"/>
                  <a:pt x="100049" y="125873"/>
                </a:cubicBezTo>
                <a:close/>
                <a:moveTo>
                  <a:pt x="209547" y="42489"/>
                </a:moveTo>
                <a:cubicBezTo>
                  <a:pt x="221821" y="42489"/>
                  <a:pt x="231677" y="47146"/>
                  <a:pt x="239112" y="56461"/>
                </a:cubicBezTo>
                <a:cubicBezTo>
                  <a:pt x="245426" y="64418"/>
                  <a:pt x="248584" y="73556"/>
                  <a:pt x="248584" y="83874"/>
                </a:cubicBezTo>
                <a:cubicBezTo>
                  <a:pt x="248584" y="91125"/>
                  <a:pt x="246843" y="98465"/>
                  <a:pt x="243361" y="105893"/>
                </a:cubicBezTo>
                <a:cubicBezTo>
                  <a:pt x="239879" y="113319"/>
                  <a:pt x="235084" y="118919"/>
                  <a:pt x="228977" y="122692"/>
                </a:cubicBezTo>
                <a:cubicBezTo>
                  <a:pt x="222869" y="126465"/>
                  <a:pt x="216068" y="128352"/>
                  <a:pt x="208573" y="128352"/>
                </a:cubicBezTo>
                <a:cubicBezTo>
                  <a:pt x="196358" y="128352"/>
                  <a:pt x="186650" y="123488"/>
                  <a:pt x="179451" y="113760"/>
                </a:cubicBezTo>
                <a:cubicBezTo>
                  <a:pt x="173372" y="105567"/>
                  <a:pt x="170333" y="96371"/>
                  <a:pt x="170333" y="86173"/>
                </a:cubicBezTo>
                <a:cubicBezTo>
                  <a:pt x="170333" y="78745"/>
                  <a:pt x="172177" y="71361"/>
                  <a:pt x="175866" y="64021"/>
                </a:cubicBezTo>
                <a:cubicBezTo>
                  <a:pt x="179554" y="56681"/>
                  <a:pt x="184408" y="51258"/>
                  <a:pt x="190427" y="47750"/>
                </a:cubicBezTo>
                <a:cubicBezTo>
                  <a:pt x="196446" y="44243"/>
                  <a:pt x="202819" y="42489"/>
                  <a:pt x="209547" y="42489"/>
                </a:cubicBezTo>
                <a:moveTo>
                  <a:pt x="206803" y="48331"/>
                </a:moveTo>
                <a:cubicBezTo>
                  <a:pt x="203675" y="48331"/>
                  <a:pt x="200533" y="49258"/>
                  <a:pt x="197376" y="51111"/>
                </a:cubicBezTo>
                <a:cubicBezTo>
                  <a:pt x="194218" y="52963"/>
                  <a:pt x="191666" y="56211"/>
                  <a:pt x="189719" y="60856"/>
                </a:cubicBezTo>
                <a:cubicBezTo>
                  <a:pt x="187771" y="65502"/>
                  <a:pt x="186798" y="71469"/>
                  <a:pt x="186798" y="78759"/>
                </a:cubicBezTo>
                <a:cubicBezTo>
                  <a:pt x="186798" y="90519"/>
                  <a:pt x="189143" y="100663"/>
                  <a:pt x="193835" y="109190"/>
                </a:cubicBezTo>
                <a:cubicBezTo>
                  <a:pt x="198526" y="117716"/>
                  <a:pt x="204708" y="121979"/>
                  <a:pt x="212379" y="121979"/>
                </a:cubicBezTo>
                <a:cubicBezTo>
                  <a:pt x="218104" y="121979"/>
                  <a:pt x="222825" y="119626"/>
                  <a:pt x="226542" y="114922"/>
                </a:cubicBezTo>
                <a:cubicBezTo>
                  <a:pt x="230260" y="110218"/>
                  <a:pt x="232119" y="102133"/>
                  <a:pt x="232119" y="90668"/>
                </a:cubicBezTo>
                <a:cubicBezTo>
                  <a:pt x="232119" y="76320"/>
                  <a:pt x="229021" y="65031"/>
                  <a:pt x="222825" y="56798"/>
                </a:cubicBezTo>
                <a:cubicBezTo>
                  <a:pt x="218635" y="51154"/>
                  <a:pt x="213294" y="48331"/>
                  <a:pt x="206803" y="48331"/>
                </a:cubicBezTo>
                <a:close/>
                <a:moveTo>
                  <a:pt x="284257" y="42489"/>
                </a:moveTo>
                <a:lnTo>
                  <a:pt x="284257" y="60724"/>
                </a:lnTo>
                <a:cubicBezTo>
                  <a:pt x="291043" y="48567"/>
                  <a:pt x="298007" y="42489"/>
                  <a:pt x="305147" y="42489"/>
                </a:cubicBezTo>
                <a:cubicBezTo>
                  <a:pt x="308393" y="42489"/>
                  <a:pt x="311078" y="43477"/>
                  <a:pt x="313202" y="45454"/>
                </a:cubicBezTo>
                <a:cubicBezTo>
                  <a:pt x="315327" y="47431"/>
                  <a:pt x="316389" y="49718"/>
                  <a:pt x="316389" y="52314"/>
                </a:cubicBezTo>
                <a:cubicBezTo>
                  <a:pt x="316389" y="54616"/>
                  <a:pt x="315622" y="56563"/>
                  <a:pt x="314088" y="58157"/>
                </a:cubicBezTo>
                <a:cubicBezTo>
                  <a:pt x="312553" y="59750"/>
                  <a:pt x="310724" y="60547"/>
                  <a:pt x="308599" y="60547"/>
                </a:cubicBezTo>
                <a:cubicBezTo>
                  <a:pt x="306534" y="60547"/>
                  <a:pt x="304218" y="59543"/>
                  <a:pt x="301651" y="57537"/>
                </a:cubicBezTo>
                <a:cubicBezTo>
                  <a:pt x="299084" y="55531"/>
                  <a:pt x="297181" y="54527"/>
                  <a:pt x="295941" y="54527"/>
                </a:cubicBezTo>
                <a:cubicBezTo>
                  <a:pt x="294879" y="54527"/>
                  <a:pt x="293728" y="55113"/>
                  <a:pt x="292489" y="56284"/>
                </a:cubicBezTo>
                <a:cubicBezTo>
                  <a:pt x="289834" y="58687"/>
                  <a:pt x="287089" y="62642"/>
                  <a:pt x="284257" y="68148"/>
                </a:cubicBezTo>
                <a:lnTo>
                  <a:pt x="284257" y="106930"/>
                </a:lnTo>
                <a:cubicBezTo>
                  <a:pt x="284257" y="111419"/>
                  <a:pt x="284817" y="114814"/>
                  <a:pt x="285939" y="117116"/>
                </a:cubicBezTo>
                <a:cubicBezTo>
                  <a:pt x="286706" y="118711"/>
                  <a:pt x="288063" y="120038"/>
                  <a:pt x="290011" y="121099"/>
                </a:cubicBezTo>
                <a:cubicBezTo>
                  <a:pt x="291958" y="122157"/>
                  <a:pt x="294761" y="122687"/>
                  <a:pt x="298420" y="122687"/>
                </a:cubicBezTo>
                <a:lnTo>
                  <a:pt x="298420" y="125873"/>
                </a:lnTo>
                <a:lnTo>
                  <a:pt x="256905" y="125873"/>
                </a:lnTo>
                <a:lnTo>
                  <a:pt x="256905" y="122687"/>
                </a:lnTo>
                <a:cubicBezTo>
                  <a:pt x="261036" y="122687"/>
                  <a:pt x="264104" y="122030"/>
                  <a:pt x="266111" y="120717"/>
                </a:cubicBezTo>
                <a:cubicBezTo>
                  <a:pt x="267586" y="119762"/>
                  <a:pt x="268619" y="118240"/>
                  <a:pt x="269209" y="116150"/>
                </a:cubicBezTo>
                <a:cubicBezTo>
                  <a:pt x="269504" y="115134"/>
                  <a:pt x="269651" y="112238"/>
                  <a:pt x="269651" y="107461"/>
                </a:cubicBezTo>
                <a:lnTo>
                  <a:pt x="269651" y="76303"/>
                </a:lnTo>
                <a:cubicBezTo>
                  <a:pt x="269651" y="66861"/>
                  <a:pt x="269460" y="61240"/>
                  <a:pt x="269076" y="59440"/>
                </a:cubicBezTo>
                <a:cubicBezTo>
                  <a:pt x="268692" y="57640"/>
                  <a:pt x="267984" y="56327"/>
                  <a:pt x="266952" y="55501"/>
                </a:cubicBezTo>
                <a:cubicBezTo>
                  <a:pt x="265919" y="54675"/>
                  <a:pt x="264635" y="54262"/>
                  <a:pt x="263101" y="54262"/>
                </a:cubicBezTo>
                <a:cubicBezTo>
                  <a:pt x="261272" y="54262"/>
                  <a:pt x="259206" y="54704"/>
                  <a:pt x="256905" y="55590"/>
                </a:cubicBezTo>
                <a:lnTo>
                  <a:pt x="256019" y="52403"/>
                </a:lnTo>
                <a:lnTo>
                  <a:pt x="280539" y="42489"/>
                </a:lnTo>
                <a:lnTo>
                  <a:pt x="284257" y="42489"/>
                </a:lnTo>
                <a:close/>
                <a:moveTo>
                  <a:pt x="341527" y="0"/>
                </a:moveTo>
                <a:cubicBezTo>
                  <a:pt x="344005" y="0"/>
                  <a:pt x="346115" y="875"/>
                  <a:pt x="347856" y="2625"/>
                </a:cubicBezTo>
                <a:cubicBezTo>
                  <a:pt x="349597" y="4373"/>
                  <a:pt x="350467" y="6493"/>
                  <a:pt x="350467" y="8985"/>
                </a:cubicBezTo>
                <a:cubicBezTo>
                  <a:pt x="350467" y="11476"/>
                  <a:pt x="349597" y="13612"/>
                  <a:pt x="347856" y="15391"/>
                </a:cubicBezTo>
                <a:cubicBezTo>
                  <a:pt x="346115" y="17169"/>
                  <a:pt x="344005" y="18058"/>
                  <a:pt x="341527" y="18058"/>
                </a:cubicBezTo>
                <a:cubicBezTo>
                  <a:pt x="339048" y="18058"/>
                  <a:pt x="336924" y="17169"/>
                  <a:pt x="335153" y="15391"/>
                </a:cubicBezTo>
                <a:cubicBezTo>
                  <a:pt x="333383" y="13612"/>
                  <a:pt x="332498" y="11476"/>
                  <a:pt x="332498" y="8985"/>
                </a:cubicBezTo>
                <a:cubicBezTo>
                  <a:pt x="332498" y="6493"/>
                  <a:pt x="333368" y="4373"/>
                  <a:pt x="335109" y="2625"/>
                </a:cubicBezTo>
                <a:cubicBezTo>
                  <a:pt x="336850" y="875"/>
                  <a:pt x="338989" y="0"/>
                  <a:pt x="341527" y="0"/>
                </a:cubicBezTo>
                <a:moveTo>
                  <a:pt x="348874" y="42489"/>
                </a:moveTo>
                <a:lnTo>
                  <a:pt x="348874" y="107461"/>
                </a:lnTo>
                <a:cubicBezTo>
                  <a:pt x="348874" y="112566"/>
                  <a:pt x="349242" y="115965"/>
                  <a:pt x="349980" y="117658"/>
                </a:cubicBezTo>
                <a:cubicBezTo>
                  <a:pt x="350718" y="119349"/>
                  <a:pt x="351809" y="120610"/>
                  <a:pt x="353255" y="121442"/>
                </a:cubicBezTo>
                <a:cubicBezTo>
                  <a:pt x="354701" y="122272"/>
                  <a:pt x="357342" y="122687"/>
                  <a:pt x="361178" y="122687"/>
                </a:cubicBezTo>
                <a:lnTo>
                  <a:pt x="361178" y="125873"/>
                </a:lnTo>
                <a:lnTo>
                  <a:pt x="321787" y="125873"/>
                </a:lnTo>
                <a:lnTo>
                  <a:pt x="321787" y="122687"/>
                </a:lnTo>
                <a:cubicBezTo>
                  <a:pt x="325741" y="122687"/>
                  <a:pt x="328396" y="122301"/>
                  <a:pt x="329754" y="121530"/>
                </a:cubicBezTo>
                <a:cubicBezTo>
                  <a:pt x="331111" y="120758"/>
                  <a:pt x="332188" y="119482"/>
                  <a:pt x="332985" y="117702"/>
                </a:cubicBezTo>
                <a:cubicBezTo>
                  <a:pt x="333781" y="115921"/>
                  <a:pt x="334180" y="112507"/>
                  <a:pt x="334180" y="107461"/>
                </a:cubicBezTo>
                <a:lnTo>
                  <a:pt x="334180" y="76480"/>
                </a:lnTo>
                <a:cubicBezTo>
                  <a:pt x="334180" y="67650"/>
                  <a:pt x="333914" y="61932"/>
                  <a:pt x="333383" y="59324"/>
                </a:cubicBezTo>
                <a:cubicBezTo>
                  <a:pt x="332970" y="57426"/>
                  <a:pt x="332321" y="56109"/>
                  <a:pt x="331435" y="55371"/>
                </a:cubicBezTo>
                <a:cubicBezTo>
                  <a:pt x="330550" y="54632"/>
                  <a:pt x="329341" y="54262"/>
                  <a:pt x="327806" y="54262"/>
                </a:cubicBezTo>
                <a:cubicBezTo>
                  <a:pt x="326154" y="54262"/>
                  <a:pt x="324147" y="54704"/>
                  <a:pt x="321787" y="55590"/>
                </a:cubicBezTo>
                <a:lnTo>
                  <a:pt x="320548" y="52403"/>
                </a:lnTo>
                <a:lnTo>
                  <a:pt x="344979" y="42489"/>
                </a:lnTo>
                <a:lnTo>
                  <a:pt x="348874" y="42489"/>
                </a:lnTo>
                <a:close/>
                <a:moveTo>
                  <a:pt x="384750" y="75418"/>
                </a:moveTo>
                <a:cubicBezTo>
                  <a:pt x="384691" y="87401"/>
                  <a:pt x="387612" y="96800"/>
                  <a:pt x="393513" y="103614"/>
                </a:cubicBezTo>
                <a:cubicBezTo>
                  <a:pt x="399415" y="110428"/>
                  <a:pt x="406349" y="113835"/>
                  <a:pt x="414315" y="113835"/>
                </a:cubicBezTo>
                <a:cubicBezTo>
                  <a:pt x="419626" y="113835"/>
                  <a:pt x="424244" y="112368"/>
                  <a:pt x="428168" y="109434"/>
                </a:cubicBezTo>
                <a:cubicBezTo>
                  <a:pt x="432093" y="106500"/>
                  <a:pt x="435383" y="101475"/>
                  <a:pt x="438038" y="94361"/>
                </a:cubicBezTo>
                <a:lnTo>
                  <a:pt x="440782" y="96139"/>
                </a:lnTo>
                <a:cubicBezTo>
                  <a:pt x="439543" y="104267"/>
                  <a:pt x="435943" y="111667"/>
                  <a:pt x="429983" y="118341"/>
                </a:cubicBezTo>
                <a:cubicBezTo>
                  <a:pt x="424023" y="125015"/>
                  <a:pt x="416558" y="128352"/>
                  <a:pt x="407588" y="128352"/>
                </a:cubicBezTo>
                <a:cubicBezTo>
                  <a:pt x="397851" y="128352"/>
                  <a:pt x="389515" y="124569"/>
                  <a:pt x="382581" y="117002"/>
                </a:cubicBezTo>
                <a:cubicBezTo>
                  <a:pt x="375647" y="109434"/>
                  <a:pt x="372181" y="99260"/>
                  <a:pt x="372181" y="86480"/>
                </a:cubicBezTo>
                <a:cubicBezTo>
                  <a:pt x="372181" y="72641"/>
                  <a:pt x="375736" y="61850"/>
                  <a:pt x="382847" y="54107"/>
                </a:cubicBezTo>
                <a:cubicBezTo>
                  <a:pt x="389958" y="46362"/>
                  <a:pt x="398884" y="42489"/>
                  <a:pt x="409624" y="42489"/>
                </a:cubicBezTo>
                <a:cubicBezTo>
                  <a:pt x="418712" y="42489"/>
                  <a:pt x="426177" y="45476"/>
                  <a:pt x="432019" y="51451"/>
                </a:cubicBezTo>
                <a:cubicBezTo>
                  <a:pt x="437861" y="57425"/>
                  <a:pt x="440782" y="65413"/>
                  <a:pt x="440782" y="75418"/>
                </a:cubicBezTo>
                <a:lnTo>
                  <a:pt x="384750" y="75418"/>
                </a:lnTo>
                <a:moveTo>
                  <a:pt x="384750" y="70284"/>
                </a:moveTo>
                <a:lnTo>
                  <a:pt x="422282" y="70284"/>
                </a:lnTo>
                <a:cubicBezTo>
                  <a:pt x="421987" y="65133"/>
                  <a:pt x="421367" y="61505"/>
                  <a:pt x="420423" y="59399"/>
                </a:cubicBezTo>
                <a:cubicBezTo>
                  <a:pt x="418948" y="56120"/>
                  <a:pt x="416750" y="53544"/>
                  <a:pt x="413828" y="51673"/>
                </a:cubicBezTo>
                <a:cubicBezTo>
                  <a:pt x="410907" y="49799"/>
                  <a:pt x="407853" y="48862"/>
                  <a:pt x="404667" y="48862"/>
                </a:cubicBezTo>
                <a:cubicBezTo>
                  <a:pt x="399769" y="48862"/>
                  <a:pt x="395387" y="50750"/>
                  <a:pt x="391522" y="54525"/>
                </a:cubicBezTo>
                <a:cubicBezTo>
                  <a:pt x="387657" y="58300"/>
                  <a:pt x="385399" y="63553"/>
                  <a:pt x="384750" y="70284"/>
                </a:cubicBezTo>
                <a:close/>
                <a:moveTo>
                  <a:pt x="503831" y="42489"/>
                </a:moveTo>
                <a:lnTo>
                  <a:pt x="503831" y="70107"/>
                </a:lnTo>
                <a:lnTo>
                  <a:pt x="500910" y="70107"/>
                </a:lnTo>
                <a:cubicBezTo>
                  <a:pt x="498667" y="61467"/>
                  <a:pt x="495790" y="55590"/>
                  <a:pt x="492279" y="52475"/>
                </a:cubicBezTo>
                <a:cubicBezTo>
                  <a:pt x="488768" y="49358"/>
                  <a:pt x="484298" y="47800"/>
                  <a:pt x="478869" y="47800"/>
                </a:cubicBezTo>
                <a:cubicBezTo>
                  <a:pt x="474738" y="47800"/>
                  <a:pt x="471403" y="48888"/>
                  <a:pt x="468866" y="51064"/>
                </a:cubicBezTo>
                <a:cubicBezTo>
                  <a:pt x="466328" y="53240"/>
                  <a:pt x="465060" y="55651"/>
                  <a:pt x="465060" y="58298"/>
                </a:cubicBezTo>
                <a:cubicBezTo>
                  <a:pt x="465060" y="61590"/>
                  <a:pt x="466004" y="64412"/>
                  <a:pt x="467892" y="66765"/>
                </a:cubicBezTo>
                <a:cubicBezTo>
                  <a:pt x="469722" y="69175"/>
                  <a:pt x="473439" y="71733"/>
                  <a:pt x="479046" y="74439"/>
                </a:cubicBezTo>
                <a:lnTo>
                  <a:pt x="491969" y="80701"/>
                </a:lnTo>
                <a:cubicBezTo>
                  <a:pt x="503949" y="86536"/>
                  <a:pt x="509938" y="94227"/>
                  <a:pt x="509938" y="103774"/>
                </a:cubicBezTo>
                <a:cubicBezTo>
                  <a:pt x="509938" y="111141"/>
                  <a:pt x="507150" y="117080"/>
                  <a:pt x="501573" y="121588"/>
                </a:cubicBezTo>
                <a:cubicBezTo>
                  <a:pt x="495997" y="126097"/>
                  <a:pt x="489756" y="128352"/>
                  <a:pt x="482852" y="128352"/>
                </a:cubicBezTo>
                <a:cubicBezTo>
                  <a:pt x="477895" y="128352"/>
                  <a:pt x="472230" y="127511"/>
                  <a:pt x="465856" y="125829"/>
                </a:cubicBezTo>
                <a:cubicBezTo>
                  <a:pt x="463909" y="125268"/>
                  <a:pt x="462316" y="124988"/>
                  <a:pt x="461076" y="124988"/>
                </a:cubicBezTo>
                <a:cubicBezTo>
                  <a:pt x="459719" y="124988"/>
                  <a:pt x="458657" y="125696"/>
                  <a:pt x="457890" y="127113"/>
                </a:cubicBezTo>
                <a:lnTo>
                  <a:pt x="454968" y="127113"/>
                </a:lnTo>
                <a:lnTo>
                  <a:pt x="454969" y="98079"/>
                </a:lnTo>
                <a:lnTo>
                  <a:pt x="457890" y="98079"/>
                </a:lnTo>
                <a:cubicBezTo>
                  <a:pt x="459542" y="106340"/>
                  <a:pt x="462699" y="112566"/>
                  <a:pt x="467361" y="116756"/>
                </a:cubicBezTo>
                <a:cubicBezTo>
                  <a:pt x="472023" y="120946"/>
                  <a:pt x="477246" y="123041"/>
                  <a:pt x="483029" y="123041"/>
                </a:cubicBezTo>
                <a:cubicBezTo>
                  <a:pt x="487101" y="123041"/>
                  <a:pt x="490420" y="121852"/>
                  <a:pt x="492987" y="119475"/>
                </a:cubicBezTo>
                <a:cubicBezTo>
                  <a:pt x="495554" y="117096"/>
                  <a:pt x="496838" y="114233"/>
                  <a:pt x="496838" y="110886"/>
                </a:cubicBezTo>
                <a:cubicBezTo>
                  <a:pt x="496838" y="106834"/>
                  <a:pt x="495407" y="103429"/>
                  <a:pt x="492545" y="100670"/>
                </a:cubicBezTo>
                <a:cubicBezTo>
                  <a:pt x="489683" y="97910"/>
                  <a:pt x="483973" y="94423"/>
                  <a:pt x="475416" y="90211"/>
                </a:cubicBezTo>
                <a:cubicBezTo>
                  <a:pt x="466859" y="85998"/>
                  <a:pt x="461253" y="82177"/>
                  <a:pt x="458598" y="78748"/>
                </a:cubicBezTo>
                <a:cubicBezTo>
                  <a:pt x="455942" y="75379"/>
                  <a:pt x="454614" y="71124"/>
                  <a:pt x="454614" y="65982"/>
                </a:cubicBezTo>
                <a:cubicBezTo>
                  <a:pt x="454614" y="59303"/>
                  <a:pt x="456901" y="53718"/>
                  <a:pt x="461475" y="49227"/>
                </a:cubicBezTo>
                <a:cubicBezTo>
                  <a:pt x="466048" y="44735"/>
                  <a:pt x="471964" y="42489"/>
                  <a:pt x="479223" y="42489"/>
                </a:cubicBezTo>
                <a:cubicBezTo>
                  <a:pt x="482409" y="42489"/>
                  <a:pt x="486275" y="43168"/>
                  <a:pt x="490819" y="44525"/>
                </a:cubicBezTo>
                <a:cubicBezTo>
                  <a:pt x="493828" y="45410"/>
                  <a:pt x="495835" y="45853"/>
                  <a:pt x="496838" y="45853"/>
                </a:cubicBezTo>
                <a:cubicBezTo>
                  <a:pt x="497782" y="45853"/>
                  <a:pt x="498520" y="45646"/>
                  <a:pt x="499051" y="45233"/>
                </a:cubicBezTo>
                <a:cubicBezTo>
                  <a:pt x="499582" y="44820"/>
                  <a:pt x="500201" y="43905"/>
                  <a:pt x="500910" y="42489"/>
                </a:cubicBezTo>
                <a:lnTo>
                  <a:pt x="503831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gories">
            <a:extLst xmlns:a="http://schemas.openxmlformats.org/drawingml/2006/main">
              <a:ext uri="{FF2B5EF4-FFF2-40B4-BE49-F238E27FC236}">
                <a16:creationId xmlns:a16="http://schemas.microsoft.com/office/drawing/2014/main" id="{A77D0845-3F56-4EAE-805B-DB8F13AD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58" y="3595143"/>
            <a:ext cx="509938" cy="164999"/>
          </a:xfrm>
          <a:custGeom xmlns:a="http://schemas.openxmlformats.org/drawingml/2006/main">
            <a:pathLst>
              <a:path w="509938" h="164999" fill="none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0935" y="96328"/>
                </a:moveTo>
                <a:cubicBezTo>
                  <a:pt x="95978" y="93912"/>
                  <a:pt x="92171" y="90538"/>
                  <a:pt x="89516" y="86206"/>
                </a:cubicBezTo>
                <a:cubicBezTo>
                  <a:pt x="86860" y="81874"/>
                  <a:pt x="85532" y="77085"/>
                  <a:pt x="85532" y="71838"/>
                </a:cubicBezTo>
                <a:cubicBezTo>
                  <a:pt x="85532" y="63824"/>
                  <a:pt x="88557" y="56928"/>
                  <a:pt x="94606" y="51153"/>
                </a:cubicBezTo>
                <a:cubicBezTo>
                  <a:pt x="100654" y="45377"/>
                  <a:pt x="108400" y="42489"/>
                  <a:pt x="117842" y="42489"/>
                </a:cubicBezTo>
                <a:cubicBezTo>
                  <a:pt x="125572" y="42489"/>
                  <a:pt x="132270" y="44377"/>
                  <a:pt x="137935" y="48154"/>
                </a:cubicBezTo>
                <a:lnTo>
                  <a:pt x="155108" y="48154"/>
                </a:lnTo>
                <a:cubicBezTo>
                  <a:pt x="157645" y="48154"/>
                  <a:pt x="159121" y="48228"/>
                  <a:pt x="159534" y="48375"/>
                </a:cubicBezTo>
                <a:cubicBezTo>
                  <a:pt x="159947" y="48523"/>
                  <a:pt x="160242" y="48774"/>
                  <a:pt x="160419" y="49128"/>
                </a:cubicBezTo>
                <a:cubicBezTo>
                  <a:pt x="160773" y="49659"/>
                  <a:pt x="160950" y="50603"/>
                  <a:pt x="160950" y="51960"/>
                </a:cubicBezTo>
                <a:cubicBezTo>
                  <a:pt x="160950" y="53495"/>
                  <a:pt x="160803" y="54557"/>
                  <a:pt x="160508" y="55147"/>
                </a:cubicBezTo>
                <a:cubicBezTo>
                  <a:pt x="160330" y="55442"/>
                  <a:pt x="160021" y="55678"/>
                  <a:pt x="159578" y="55855"/>
                </a:cubicBezTo>
                <a:cubicBezTo>
                  <a:pt x="159135" y="56032"/>
                  <a:pt x="157645" y="56121"/>
                  <a:pt x="155108" y="56121"/>
                </a:cubicBezTo>
                <a:lnTo>
                  <a:pt x="144574" y="56121"/>
                </a:lnTo>
                <a:cubicBezTo>
                  <a:pt x="147879" y="60370"/>
                  <a:pt x="149531" y="65799"/>
                  <a:pt x="149531" y="72408"/>
                </a:cubicBezTo>
                <a:cubicBezTo>
                  <a:pt x="149531" y="79962"/>
                  <a:pt x="146640" y="86424"/>
                  <a:pt x="140856" y="91794"/>
                </a:cubicBezTo>
                <a:cubicBezTo>
                  <a:pt x="135073" y="97164"/>
                  <a:pt x="127313" y="99849"/>
                  <a:pt x="117576" y="99849"/>
                </a:cubicBezTo>
                <a:cubicBezTo>
                  <a:pt x="113563" y="99849"/>
                  <a:pt x="109462" y="99247"/>
                  <a:pt x="105272" y="98043"/>
                </a:cubicBezTo>
                <a:cubicBezTo>
                  <a:pt x="102675" y="100252"/>
                  <a:pt x="100920" y="102184"/>
                  <a:pt x="100005" y="103841"/>
                </a:cubicBezTo>
                <a:cubicBezTo>
                  <a:pt x="99090" y="105497"/>
                  <a:pt x="98633" y="106905"/>
                  <a:pt x="98633" y="108067"/>
                </a:cubicBezTo>
                <a:cubicBezTo>
                  <a:pt x="98633" y="109056"/>
                  <a:pt x="99120" y="110015"/>
                  <a:pt x="100094" y="110944"/>
                </a:cubicBezTo>
                <a:cubicBezTo>
                  <a:pt x="101067" y="111874"/>
                  <a:pt x="102970" y="112542"/>
                  <a:pt x="105803" y="112950"/>
                </a:cubicBezTo>
                <a:cubicBezTo>
                  <a:pt x="107455" y="113219"/>
                  <a:pt x="111586" y="113455"/>
                  <a:pt x="118196" y="113658"/>
                </a:cubicBezTo>
                <a:cubicBezTo>
                  <a:pt x="130352" y="113995"/>
                  <a:pt x="138230" y="114467"/>
                  <a:pt x="141830" y="115074"/>
                </a:cubicBezTo>
                <a:cubicBezTo>
                  <a:pt x="147318" y="115839"/>
                  <a:pt x="151700" y="117872"/>
                  <a:pt x="154975" y="121171"/>
                </a:cubicBezTo>
                <a:cubicBezTo>
                  <a:pt x="158250" y="124470"/>
                  <a:pt x="159888" y="128534"/>
                  <a:pt x="159888" y="133364"/>
                </a:cubicBezTo>
                <a:cubicBezTo>
                  <a:pt x="159888" y="140022"/>
                  <a:pt x="156760" y="146266"/>
                  <a:pt x="150505" y="152097"/>
                </a:cubicBezTo>
                <a:cubicBezTo>
                  <a:pt x="141299" y="160698"/>
                  <a:pt x="129290" y="164999"/>
                  <a:pt x="114478" y="164999"/>
                </a:cubicBezTo>
                <a:cubicBezTo>
                  <a:pt x="103088" y="164999"/>
                  <a:pt x="93469" y="162431"/>
                  <a:pt x="85621" y="157295"/>
                </a:cubicBezTo>
                <a:cubicBezTo>
                  <a:pt x="81195" y="154344"/>
                  <a:pt x="78982" y="151274"/>
                  <a:pt x="78982" y="148086"/>
                </a:cubicBezTo>
                <a:cubicBezTo>
                  <a:pt x="78982" y="146670"/>
                  <a:pt x="79307" y="145253"/>
                  <a:pt x="79956" y="143837"/>
                </a:cubicBezTo>
                <a:cubicBezTo>
                  <a:pt x="80959" y="141654"/>
                  <a:pt x="83024" y="138614"/>
                  <a:pt x="86152" y="134717"/>
                </a:cubicBezTo>
                <a:cubicBezTo>
                  <a:pt x="86565" y="134186"/>
                  <a:pt x="89575" y="130998"/>
                  <a:pt x="95181" y="125154"/>
                </a:cubicBezTo>
                <a:cubicBezTo>
                  <a:pt x="92112" y="123327"/>
                  <a:pt x="89944" y="121691"/>
                  <a:pt x="88675" y="120247"/>
                </a:cubicBezTo>
                <a:cubicBezTo>
                  <a:pt x="87406" y="118803"/>
                  <a:pt x="86772" y="117167"/>
                  <a:pt x="86772" y="115340"/>
                </a:cubicBezTo>
                <a:cubicBezTo>
                  <a:pt x="86772" y="113276"/>
                  <a:pt x="87613" y="110859"/>
                  <a:pt x="89294" y="108089"/>
                </a:cubicBezTo>
                <a:cubicBezTo>
                  <a:pt x="90976" y="105318"/>
                  <a:pt x="94856" y="101397"/>
                  <a:pt x="100935" y="96328"/>
                </a:cubicBezTo>
                <a:moveTo>
                  <a:pt x="116337" y="46915"/>
                </a:moveTo>
                <a:cubicBezTo>
                  <a:pt x="111970" y="46915"/>
                  <a:pt x="108311" y="48646"/>
                  <a:pt x="105361" y="52110"/>
                </a:cubicBezTo>
                <a:cubicBezTo>
                  <a:pt x="102410" y="55571"/>
                  <a:pt x="100935" y="60882"/>
                  <a:pt x="100935" y="68043"/>
                </a:cubicBezTo>
                <a:cubicBezTo>
                  <a:pt x="100935" y="77317"/>
                  <a:pt x="102941" y="84507"/>
                  <a:pt x="106954" y="89611"/>
                </a:cubicBezTo>
                <a:cubicBezTo>
                  <a:pt x="110022" y="93486"/>
                  <a:pt x="113917" y="95423"/>
                  <a:pt x="118638" y="95423"/>
                </a:cubicBezTo>
                <a:cubicBezTo>
                  <a:pt x="123123" y="95423"/>
                  <a:pt x="126811" y="93750"/>
                  <a:pt x="129703" y="90405"/>
                </a:cubicBezTo>
                <a:cubicBezTo>
                  <a:pt x="132595" y="87060"/>
                  <a:pt x="134040" y="81807"/>
                  <a:pt x="134040" y="74646"/>
                </a:cubicBezTo>
                <a:cubicBezTo>
                  <a:pt x="134040" y="65315"/>
                  <a:pt x="132005" y="58007"/>
                  <a:pt x="127933" y="52724"/>
                </a:cubicBezTo>
                <a:cubicBezTo>
                  <a:pt x="124923" y="48851"/>
                  <a:pt x="121058" y="46915"/>
                  <a:pt x="116337" y="46915"/>
                </a:cubicBezTo>
                <a:moveTo>
                  <a:pt x="100049" y="125873"/>
                </a:moveTo>
                <a:cubicBezTo>
                  <a:pt x="97276" y="128865"/>
                  <a:pt x="95181" y="131650"/>
                  <a:pt x="93765" y="134230"/>
                </a:cubicBezTo>
                <a:cubicBezTo>
                  <a:pt x="92348" y="136810"/>
                  <a:pt x="91640" y="139185"/>
                  <a:pt x="91640" y="141356"/>
                </a:cubicBezTo>
                <a:cubicBezTo>
                  <a:pt x="91640" y="144170"/>
                  <a:pt x="93351" y="146633"/>
                  <a:pt x="96774" y="148744"/>
                </a:cubicBezTo>
                <a:cubicBezTo>
                  <a:pt x="102675" y="152381"/>
                  <a:pt x="111203" y="154199"/>
                  <a:pt x="122356" y="154199"/>
                </a:cubicBezTo>
                <a:cubicBezTo>
                  <a:pt x="132978" y="154199"/>
                  <a:pt x="140812" y="152344"/>
                  <a:pt x="145858" y="148634"/>
                </a:cubicBezTo>
                <a:cubicBezTo>
                  <a:pt x="150903" y="144925"/>
                  <a:pt x="153426" y="140968"/>
                  <a:pt x="153426" y="136761"/>
                </a:cubicBezTo>
                <a:cubicBezTo>
                  <a:pt x="153426" y="133724"/>
                  <a:pt x="151921" y="131562"/>
                  <a:pt x="148912" y="130277"/>
                </a:cubicBezTo>
                <a:cubicBezTo>
                  <a:pt x="145843" y="128992"/>
                  <a:pt x="139765" y="128232"/>
                  <a:pt x="130677" y="127998"/>
                </a:cubicBezTo>
                <a:cubicBezTo>
                  <a:pt x="117399" y="127629"/>
                  <a:pt x="107190" y="126921"/>
                  <a:pt x="100049" y="125873"/>
                </a:cubicBezTo>
                <a:close/>
                <a:moveTo>
                  <a:pt x="209547" y="42489"/>
                </a:moveTo>
                <a:cubicBezTo>
                  <a:pt x="221821" y="42489"/>
                  <a:pt x="231677" y="47146"/>
                  <a:pt x="239112" y="56461"/>
                </a:cubicBezTo>
                <a:cubicBezTo>
                  <a:pt x="245426" y="64418"/>
                  <a:pt x="248584" y="73556"/>
                  <a:pt x="248584" y="83874"/>
                </a:cubicBezTo>
                <a:cubicBezTo>
                  <a:pt x="248584" y="91125"/>
                  <a:pt x="246843" y="98465"/>
                  <a:pt x="243361" y="105893"/>
                </a:cubicBezTo>
                <a:cubicBezTo>
                  <a:pt x="239879" y="113319"/>
                  <a:pt x="235084" y="118919"/>
                  <a:pt x="228977" y="122692"/>
                </a:cubicBezTo>
                <a:cubicBezTo>
                  <a:pt x="222869" y="126465"/>
                  <a:pt x="216068" y="128352"/>
                  <a:pt x="208573" y="128352"/>
                </a:cubicBezTo>
                <a:cubicBezTo>
                  <a:pt x="196358" y="128352"/>
                  <a:pt x="186650" y="123488"/>
                  <a:pt x="179451" y="113760"/>
                </a:cubicBezTo>
                <a:cubicBezTo>
                  <a:pt x="173372" y="105567"/>
                  <a:pt x="170333" y="96371"/>
                  <a:pt x="170333" y="86173"/>
                </a:cubicBezTo>
                <a:cubicBezTo>
                  <a:pt x="170333" y="78745"/>
                  <a:pt x="172177" y="71361"/>
                  <a:pt x="175866" y="64021"/>
                </a:cubicBezTo>
                <a:cubicBezTo>
                  <a:pt x="179554" y="56681"/>
                  <a:pt x="184408" y="51258"/>
                  <a:pt x="190427" y="47750"/>
                </a:cubicBezTo>
                <a:cubicBezTo>
                  <a:pt x="196446" y="44243"/>
                  <a:pt x="202819" y="42489"/>
                  <a:pt x="209547" y="42489"/>
                </a:cubicBezTo>
                <a:moveTo>
                  <a:pt x="206803" y="48331"/>
                </a:moveTo>
                <a:cubicBezTo>
                  <a:pt x="203675" y="48331"/>
                  <a:pt x="200533" y="49258"/>
                  <a:pt x="197376" y="51111"/>
                </a:cubicBezTo>
                <a:cubicBezTo>
                  <a:pt x="194218" y="52963"/>
                  <a:pt x="191666" y="56211"/>
                  <a:pt x="189719" y="60856"/>
                </a:cubicBezTo>
                <a:cubicBezTo>
                  <a:pt x="187771" y="65502"/>
                  <a:pt x="186798" y="71469"/>
                  <a:pt x="186798" y="78759"/>
                </a:cubicBezTo>
                <a:cubicBezTo>
                  <a:pt x="186798" y="90519"/>
                  <a:pt x="189143" y="100663"/>
                  <a:pt x="193835" y="109190"/>
                </a:cubicBezTo>
                <a:cubicBezTo>
                  <a:pt x="198526" y="117716"/>
                  <a:pt x="204708" y="121979"/>
                  <a:pt x="212379" y="121979"/>
                </a:cubicBezTo>
                <a:cubicBezTo>
                  <a:pt x="218104" y="121979"/>
                  <a:pt x="222825" y="119626"/>
                  <a:pt x="226542" y="114922"/>
                </a:cubicBezTo>
                <a:cubicBezTo>
                  <a:pt x="230260" y="110218"/>
                  <a:pt x="232119" y="102133"/>
                  <a:pt x="232119" y="90668"/>
                </a:cubicBezTo>
                <a:cubicBezTo>
                  <a:pt x="232119" y="76320"/>
                  <a:pt x="229021" y="65031"/>
                  <a:pt x="222825" y="56798"/>
                </a:cubicBezTo>
                <a:cubicBezTo>
                  <a:pt x="218635" y="51154"/>
                  <a:pt x="213294" y="48331"/>
                  <a:pt x="206803" y="48331"/>
                </a:cubicBezTo>
                <a:close/>
                <a:moveTo>
                  <a:pt x="284257" y="42489"/>
                </a:moveTo>
                <a:lnTo>
                  <a:pt x="284257" y="60724"/>
                </a:lnTo>
                <a:cubicBezTo>
                  <a:pt x="291043" y="48567"/>
                  <a:pt x="298007" y="42489"/>
                  <a:pt x="305147" y="42489"/>
                </a:cubicBezTo>
                <a:cubicBezTo>
                  <a:pt x="308393" y="42489"/>
                  <a:pt x="311078" y="43477"/>
                  <a:pt x="313202" y="45454"/>
                </a:cubicBezTo>
                <a:cubicBezTo>
                  <a:pt x="315327" y="47431"/>
                  <a:pt x="316389" y="49718"/>
                  <a:pt x="316389" y="52314"/>
                </a:cubicBezTo>
                <a:cubicBezTo>
                  <a:pt x="316389" y="54616"/>
                  <a:pt x="315622" y="56563"/>
                  <a:pt x="314088" y="58157"/>
                </a:cubicBezTo>
                <a:cubicBezTo>
                  <a:pt x="312553" y="59750"/>
                  <a:pt x="310724" y="60547"/>
                  <a:pt x="308599" y="60547"/>
                </a:cubicBezTo>
                <a:cubicBezTo>
                  <a:pt x="306534" y="60547"/>
                  <a:pt x="304218" y="59543"/>
                  <a:pt x="301651" y="57537"/>
                </a:cubicBezTo>
                <a:cubicBezTo>
                  <a:pt x="299084" y="55531"/>
                  <a:pt x="297181" y="54527"/>
                  <a:pt x="295941" y="54527"/>
                </a:cubicBezTo>
                <a:cubicBezTo>
                  <a:pt x="294879" y="54527"/>
                  <a:pt x="293728" y="55113"/>
                  <a:pt x="292489" y="56284"/>
                </a:cubicBezTo>
                <a:cubicBezTo>
                  <a:pt x="289834" y="58687"/>
                  <a:pt x="287089" y="62642"/>
                  <a:pt x="284257" y="68148"/>
                </a:cubicBezTo>
                <a:lnTo>
                  <a:pt x="284257" y="106930"/>
                </a:lnTo>
                <a:cubicBezTo>
                  <a:pt x="284257" y="111419"/>
                  <a:pt x="284817" y="114814"/>
                  <a:pt x="285939" y="117116"/>
                </a:cubicBezTo>
                <a:cubicBezTo>
                  <a:pt x="286706" y="118711"/>
                  <a:pt x="288063" y="120038"/>
                  <a:pt x="290011" y="121099"/>
                </a:cubicBezTo>
                <a:cubicBezTo>
                  <a:pt x="291958" y="122157"/>
                  <a:pt x="294761" y="122687"/>
                  <a:pt x="298420" y="122687"/>
                </a:cubicBezTo>
                <a:lnTo>
                  <a:pt x="298420" y="125873"/>
                </a:lnTo>
                <a:lnTo>
                  <a:pt x="256905" y="125873"/>
                </a:lnTo>
                <a:lnTo>
                  <a:pt x="256905" y="122687"/>
                </a:lnTo>
                <a:cubicBezTo>
                  <a:pt x="261036" y="122687"/>
                  <a:pt x="264104" y="122030"/>
                  <a:pt x="266111" y="120717"/>
                </a:cubicBezTo>
                <a:cubicBezTo>
                  <a:pt x="267586" y="119762"/>
                  <a:pt x="268619" y="118240"/>
                  <a:pt x="269209" y="116150"/>
                </a:cubicBezTo>
                <a:cubicBezTo>
                  <a:pt x="269504" y="115134"/>
                  <a:pt x="269651" y="112238"/>
                  <a:pt x="269651" y="107461"/>
                </a:cubicBezTo>
                <a:lnTo>
                  <a:pt x="269651" y="76303"/>
                </a:lnTo>
                <a:cubicBezTo>
                  <a:pt x="269651" y="66861"/>
                  <a:pt x="269460" y="61240"/>
                  <a:pt x="269076" y="59440"/>
                </a:cubicBezTo>
                <a:cubicBezTo>
                  <a:pt x="268692" y="57640"/>
                  <a:pt x="267984" y="56327"/>
                  <a:pt x="266952" y="55501"/>
                </a:cubicBezTo>
                <a:cubicBezTo>
                  <a:pt x="265919" y="54675"/>
                  <a:pt x="264635" y="54262"/>
                  <a:pt x="263101" y="54262"/>
                </a:cubicBezTo>
                <a:cubicBezTo>
                  <a:pt x="261272" y="54262"/>
                  <a:pt x="259206" y="54704"/>
                  <a:pt x="256905" y="55590"/>
                </a:cubicBezTo>
                <a:lnTo>
                  <a:pt x="256019" y="52403"/>
                </a:lnTo>
                <a:lnTo>
                  <a:pt x="280539" y="42489"/>
                </a:lnTo>
                <a:lnTo>
                  <a:pt x="284257" y="42489"/>
                </a:lnTo>
                <a:close/>
                <a:moveTo>
                  <a:pt x="341527" y="0"/>
                </a:moveTo>
                <a:cubicBezTo>
                  <a:pt x="344005" y="0"/>
                  <a:pt x="346115" y="875"/>
                  <a:pt x="347856" y="2625"/>
                </a:cubicBezTo>
                <a:cubicBezTo>
                  <a:pt x="349597" y="4373"/>
                  <a:pt x="350467" y="6493"/>
                  <a:pt x="350467" y="8985"/>
                </a:cubicBezTo>
                <a:cubicBezTo>
                  <a:pt x="350467" y="11476"/>
                  <a:pt x="349597" y="13612"/>
                  <a:pt x="347856" y="15391"/>
                </a:cubicBezTo>
                <a:cubicBezTo>
                  <a:pt x="346115" y="17169"/>
                  <a:pt x="344005" y="18058"/>
                  <a:pt x="341527" y="18058"/>
                </a:cubicBezTo>
                <a:cubicBezTo>
                  <a:pt x="339048" y="18058"/>
                  <a:pt x="336924" y="17169"/>
                  <a:pt x="335153" y="15391"/>
                </a:cubicBezTo>
                <a:cubicBezTo>
                  <a:pt x="333383" y="13612"/>
                  <a:pt x="332498" y="11476"/>
                  <a:pt x="332498" y="8985"/>
                </a:cubicBezTo>
                <a:cubicBezTo>
                  <a:pt x="332498" y="6493"/>
                  <a:pt x="333368" y="4373"/>
                  <a:pt x="335109" y="2625"/>
                </a:cubicBezTo>
                <a:cubicBezTo>
                  <a:pt x="336850" y="875"/>
                  <a:pt x="338989" y="0"/>
                  <a:pt x="341527" y="0"/>
                </a:cubicBezTo>
                <a:moveTo>
                  <a:pt x="348874" y="42489"/>
                </a:moveTo>
                <a:lnTo>
                  <a:pt x="348874" y="107461"/>
                </a:lnTo>
                <a:cubicBezTo>
                  <a:pt x="348874" y="112566"/>
                  <a:pt x="349242" y="115965"/>
                  <a:pt x="349980" y="117658"/>
                </a:cubicBezTo>
                <a:cubicBezTo>
                  <a:pt x="350718" y="119349"/>
                  <a:pt x="351809" y="120610"/>
                  <a:pt x="353255" y="121442"/>
                </a:cubicBezTo>
                <a:cubicBezTo>
                  <a:pt x="354701" y="122272"/>
                  <a:pt x="357342" y="122687"/>
                  <a:pt x="361178" y="122687"/>
                </a:cubicBezTo>
                <a:lnTo>
                  <a:pt x="361178" y="125873"/>
                </a:lnTo>
                <a:lnTo>
                  <a:pt x="321787" y="125873"/>
                </a:lnTo>
                <a:lnTo>
                  <a:pt x="321787" y="122687"/>
                </a:lnTo>
                <a:cubicBezTo>
                  <a:pt x="325741" y="122687"/>
                  <a:pt x="328396" y="122301"/>
                  <a:pt x="329754" y="121530"/>
                </a:cubicBezTo>
                <a:cubicBezTo>
                  <a:pt x="331111" y="120758"/>
                  <a:pt x="332188" y="119482"/>
                  <a:pt x="332985" y="117702"/>
                </a:cubicBezTo>
                <a:cubicBezTo>
                  <a:pt x="333781" y="115921"/>
                  <a:pt x="334180" y="112507"/>
                  <a:pt x="334180" y="107461"/>
                </a:cubicBezTo>
                <a:lnTo>
                  <a:pt x="334180" y="76480"/>
                </a:lnTo>
                <a:cubicBezTo>
                  <a:pt x="334180" y="67650"/>
                  <a:pt x="333914" y="61932"/>
                  <a:pt x="333383" y="59324"/>
                </a:cubicBezTo>
                <a:cubicBezTo>
                  <a:pt x="332970" y="57426"/>
                  <a:pt x="332321" y="56109"/>
                  <a:pt x="331435" y="55371"/>
                </a:cubicBezTo>
                <a:cubicBezTo>
                  <a:pt x="330550" y="54632"/>
                  <a:pt x="329341" y="54262"/>
                  <a:pt x="327806" y="54262"/>
                </a:cubicBezTo>
                <a:cubicBezTo>
                  <a:pt x="326154" y="54262"/>
                  <a:pt x="324147" y="54704"/>
                  <a:pt x="321787" y="55590"/>
                </a:cubicBezTo>
                <a:lnTo>
                  <a:pt x="320548" y="52403"/>
                </a:lnTo>
                <a:lnTo>
                  <a:pt x="344979" y="42489"/>
                </a:lnTo>
                <a:lnTo>
                  <a:pt x="348874" y="42489"/>
                </a:lnTo>
                <a:close/>
                <a:moveTo>
                  <a:pt x="384750" y="75418"/>
                </a:moveTo>
                <a:cubicBezTo>
                  <a:pt x="384691" y="87401"/>
                  <a:pt x="387612" y="96800"/>
                  <a:pt x="393513" y="103614"/>
                </a:cubicBezTo>
                <a:cubicBezTo>
                  <a:pt x="399415" y="110428"/>
                  <a:pt x="406349" y="113835"/>
                  <a:pt x="414315" y="113835"/>
                </a:cubicBezTo>
                <a:cubicBezTo>
                  <a:pt x="419626" y="113835"/>
                  <a:pt x="424244" y="112368"/>
                  <a:pt x="428168" y="109434"/>
                </a:cubicBezTo>
                <a:cubicBezTo>
                  <a:pt x="432093" y="106500"/>
                  <a:pt x="435383" y="101475"/>
                  <a:pt x="438038" y="94361"/>
                </a:cubicBezTo>
                <a:lnTo>
                  <a:pt x="440782" y="96139"/>
                </a:lnTo>
                <a:cubicBezTo>
                  <a:pt x="439543" y="104267"/>
                  <a:pt x="435943" y="111667"/>
                  <a:pt x="429983" y="118341"/>
                </a:cubicBezTo>
                <a:cubicBezTo>
                  <a:pt x="424023" y="125015"/>
                  <a:pt x="416558" y="128352"/>
                  <a:pt x="407588" y="128352"/>
                </a:cubicBezTo>
                <a:cubicBezTo>
                  <a:pt x="397851" y="128352"/>
                  <a:pt x="389515" y="124569"/>
                  <a:pt x="382581" y="117002"/>
                </a:cubicBezTo>
                <a:cubicBezTo>
                  <a:pt x="375647" y="109434"/>
                  <a:pt x="372181" y="99260"/>
                  <a:pt x="372181" y="86480"/>
                </a:cubicBezTo>
                <a:cubicBezTo>
                  <a:pt x="372181" y="72641"/>
                  <a:pt x="375736" y="61850"/>
                  <a:pt x="382847" y="54107"/>
                </a:cubicBezTo>
                <a:cubicBezTo>
                  <a:pt x="389958" y="46362"/>
                  <a:pt x="398884" y="42489"/>
                  <a:pt x="409624" y="42489"/>
                </a:cubicBezTo>
                <a:cubicBezTo>
                  <a:pt x="418712" y="42489"/>
                  <a:pt x="426177" y="45476"/>
                  <a:pt x="432019" y="51451"/>
                </a:cubicBezTo>
                <a:cubicBezTo>
                  <a:pt x="437861" y="57425"/>
                  <a:pt x="440782" y="65413"/>
                  <a:pt x="440782" y="75418"/>
                </a:cubicBezTo>
                <a:lnTo>
                  <a:pt x="384750" y="75418"/>
                </a:lnTo>
                <a:moveTo>
                  <a:pt x="384750" y="70284"/>
                </a:moveTo>
                <a:lnTo>
                  <a:pt x="422282" y="70284"/>
                </a:lnTo>
                <a:cubicBezTo>
                  <a:pt x="421987" y="65133"/>
                  <a:pt x="421367" y="61505"/>
                  <a:pt x="420423" y="59399"/>
                </a:cubicBezTo>
                <a:cubicBezTo>
                  <a:pt x="418948" y="56120"/>
                  <a:pt x="416750" y="53544"/>
                  <a:pt x="413828" y="51673"/>
                </a:cubicBezTo>
                <a:cubicBezTo>
                  <a:pt x="410907" y="49799"/>
                  <a:pt x="407853" y="48862"/>
                  <a:pt x="404667" y="48862"/>
                </a:cubicBezTo>
                <a:cubicBezTo>
                  <a:pt x="399769" y="48862"/>
                  <a:pt x="395387" y="50750"/>
                  <a:pt x="391522" y="54525"/>
                </a:cubicBezTo>
                <a:cubicBezTo>
                  <a:pt x="387657" y="58300"/>
                  <a:pt x="385399" y="63553"/>
                  <a:pt x="384750" y="70284"/>
                </a:cubicBezTo>
                <a:close/>
                <a:moveTo>
                  <a:pt x="503831" y="42489"/>
                </a:moveTo>
                <a:lnTo>
                  <a:pt x="503831" y="70107"/>
                </a:lnTo>
                <a:lnTo>
                  <a:pt x="500910" y="70107"/>
                </a:lnTo>
                <a:cubicBezTo>
                  <a:pt x="498667" y="61467"/>
                  <a:pt x="495790" y="55590"/>
                  <a:pt x="492279" y="52475"/>
                </a:cubicBezTo>
                <a:cubicBezTo>
                  <a:pt x="488768" y="49358"/>
                  <a:pt x="484298" y="47800"/>
                  <a:pt x="478869" y="47800"/>
                </a:cubicBezTo>
                <a:cubicBezTo>
                  <a:pt x="474738" y="47800"/>
                  <a:pt x="471403" y="48888"/>
                  <a:pt x="468866" y="51064"/>
                </a:cubicBezTo>
                <a:cubicBezTo>
                  <a:pt x="466328" y="53240"/>
                  <a:pt x="465060" y="55651"/>
                  <a:pt x="465060" y="58298"/>
                </a:cubicBezTo>
                <a:cubicBezTo>
                  <a:pt x="465060" y="61590"/>
                  <a:pt x="466004" y="64412"/>
                  <a:pt x="467892" y="66765"/>
                </a:cubicBezTo>
                <a:cubicBezTo>
                  <a:pt x="469722" y="69175"/>
                  <a:pt x="473439" y="71733"/>
                  <a:pt x="479046" y="74439"/>
                </a:cubicBezTo>
                <a:lnTo>
                  <a:pt x="491969" y="80701"/>
                </a:lnTo>
                <a:cubicBezTo>
                  <a:pt x="503949" y="86536"/>
                  <a:pt x="509938" y="94227"/>
                  <a:pt x="509938" y="103774"/>
                </a:cubicBezTo>
                <a:cubicBezTo>
                  <a:pt x="509938" y="111141"/>
                  <a:pt x="507150" y="117080"/>
                  <a:pt x="501573" y="121588"/>
                </a:cubicBezTo>
                <a:cubicBezTo>
                  <a:pt x="495997" y="126097"/>
                  <a:pt x="489756" y="128352"/>
                  <a:pt x="482852" y="128352"/>
                </a:cubicBezTo>
                <a:cubicBezTo>
                  <a:pt x="477895" y="128352"/>
                  <a:pt x="472230" y="127511"/>
                  <a:pt x="465856" y="125829"/>
                </a:cubicBezTo>
                <a:cubicBezTo>
                  <a:pt x="463909" y="125268"/>
                  <a:pt x="462316" y="124988"/>
                  <a:pt x="461076" y="124988"/>
                </a:cubicBezTo>
                <a:cubicBezTo>
                  <a:pt x="459719" y="124988"/>
                  <a:pt x="458657" y="125696"/>
                  <a:pt x="457890" y="127113"/>
                </a:cubicBezTo>
                <a:lnTo>
                  <a:pt x="454968" y="127113"/>
                </a:lnTo>
                <a:lnTo>
                  <a:pt x="454969" y="98079"/>
                </a:lnTo>
                <a:lnTo>
                  <a:pt x="457890" y="98079"/>
                </a:lnTo>
                <a:cubicBezTo>
                  <a:pt x="459542" y="106340"/>
                  <a:pt x="462699" y="112566"/>
                  <a:pt x="467361" y="116756"/>
                </a:cubicBezTo>
                <a:cubicBezTo>
                  <a:pt x="472023" y="120946"/>
                  <a:pt x="477246" y="123041"/>
                  <a:pt x="483029" y="123041"/>
                </a:cubicBezTo>
                <a:cubicBezTo>
                  <a:pt x="487101" y="123041"/>
                  <a:pt x="490420" y="121852"/>
                  <a:pt x="492987" y="119475"/>
                </a:cubicBezTo>
                <a:cubicBezTo>
                  <a:pt x="495554" y="117096"/>
                  <a:pt x="496838" y="114233"/>
                  <a:pt x="496838" y="110886"/>
                </a:cubicBezTo>
                <a:cubicBezTo>
                  <a:pt x="496838" y="106834"/>
                  <a:pt x="495407" y="103429"/>
                  <a:pt x="492545" y="100670"/>
                </a:cubicBezTo>
                <a:cubicBezTo>
                  <a:pt x="489683" y="97910"/>
                  <a:pt x="483973" y="94423"/>
                  <a:pt x="475416" y="90211"/>
                </a:cubicBezTo>
                <a:cubicBezTo>
                  <a:pt x="466859" y="85998"/>
                  <a:pt x="461253" y="82177"/>
                  <a:pt x="458598" y="78748"/>
                </a:cubicBezTo>
                <a:cubicBezTo>
                  <a:pt x="455942" y="75379"/>
                  <a:pt x="454614" y="71124"/>
                  <a:pt x="454614" y="65982"/>
                </a:cubicBezTo>
                <a:cubicBezTo>
                  <a:pt x="454614" y="59303"/>
                  <a:pt x="456901" y="53718"/>
                  <a:pt x="461475" y="49227"/>
                </a:cubicBezTo>
                <a:cubicBezTo>
                  <a:pt x="466048" y="44735"/>
                  <a:pt x="471964" y="42489"/>
                  <a:pt x="479223" y="42489"/>
                </a:cubicBezTo>
                <a:cubicBezTo>
                  <a:pt x="482409" y="42489"/>
                  <a:pt x="486275" y="43168"/>
                  <a:pt x="490819" y="44525"/>
                </a:cubicBezTo>
                <a:cubicBezTo>
                  <a:pt x="493828" y="45410"/>
                  <a:pt x="495835" y="45853"/>
                  <a:pt x="496838" y="45853"/>
                </a:cubicBezTo>
                <a:cubicBezTo>
                  <a:pt x="497782" y="45853"/>
                  <a:pt x="498520" y="45646"/>
                  <a:pt x="499051" y="45233"/>
                </a:cubicBezTo>
                <a:cubicBezTo>
                  <a:pt x="499582" y="44820"/>
                  <a:pt x="500201" y="43905"/>
                  <a:pt x="500910" y="42489"/>
                </a:cubicBezTo>
                <a:lnTo>
                  <a:pt x="503831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78" name="Text LLM-based">
            <a:extLst xmlns:a="http://schemas.openxmlformats.org/drawingml/2006/main">
              <a:ext uri="{FF2B5EF4-FFF2-40B4-BE49-F238E27FC236}">
                <a16:creationId xmlns:a16="http://schemas.microsoft.com/office/drawing/2014/main" id="{73744388-A3F3-4866-856C-B86C2C5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585" y="2409209"/>
            <a:ext cx="685650" cy="103299"/>
          </a:xfrm>
          <a:custGeom xmlns:a="http://schemas.openxmlformats.org/drawingml/2006/main">
            <a:pathLst>
              <a:path w="685650" h="103299">
                <a:moveTo>
                  <a:pt x="80716" y="74518"/>
                </a:moveTo>
                <a:lnTo>
                  <a:pt x="83067" y="75019"/>
                </a:lnTo>
                <a:lnTo>
                  <a:pt x="74803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81"/>
                  <a:pt x="12396" y="94648"/>
                </a:cubicBezTo>
                <a:cubicBezTo>
                  <a:pt x="13393" y="93143"/>
                  <a:pt x="13892" y="89663"/>
                  <a:pt x="13892" y="84207"/>
                </a:cubicBezTo>
                <a:lnTo>
                  <a:pt x="13892" y="21800"/>
                </a:lnTo>
                <a:cubicBezTo>
                  <a:pt x="13892" y="15798"/>
                  <a:pt x="13227" y="12040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43742" y="4702"/>
                </a:lnTo>
                <a:lnTo>
                  <a:pt x="43742" y="7409"/>
                </a:lnTo>
                <a:cubicBezTo>
                  <a:pt x="38613" y="7362"/>
                  <a:pt x="35015" y="7832"/>
                  <a:pt x="32949" y="8821"/>
                </a:cubicBezTo>
                <a:cubicBezTo>
                  <a:pt x="30883" y="9809"/>
                  <a:pt x="29470" y="11056"/>
                  <a:pt x="28710" y="12563"/>
                </a:cubicBezTo>
                <a:cubicBezTo>
                  <a:pt x="27950" y="14069"/>
                  <a:pt x="27570" y="17671"/>
                  <a:pt x="27570" y="23367"/>
                </a:cubicBezTo>
                <a:lnTo>
                  <a:pt x="27570" y="84124"/>
                </a:lnTo>
                <a:cubicBezTo>
                  <a:pt x="27570" y="88071"/>
                  <a:pt x="27950" y="90781"/>
                  <a:pt x="28710" y="92255"/>
                </a:cubicBezTo>
                <a:cubicBezTo>
                  <a:pt x="29280" y="93252"/>
                  <a:pt x="30159" y="93989"/>
                  <a:pt x="31346" y="94465"/>
                </a:cubicBezTo>
                <a:cubicBezTo>
                  <a:pt x="32533" y="94940"/>
                  <a:pt x="36238" y="95178"/>
                  <a:pt x="42460" y="95178"/>
                </a:cubicBezTo>
                <a:lnTo>
                  <a:pt x="49512" y="95178"/>
                </a:lnTo>
                <a:cubicBezTo>
                  <a:pt x="56921" y="95178"/>
                  <a:pt x="62122" y="94630"/>
                  <a:pt x="65114" y="93535"/>
                </a:cubicBezTo>
                <a:cubicBezTo>
                  <a:pt x="68106" y="92438"/>
                  <a:pt x="70837" y="90496"/>
                  <a:pt x="73307" y="87709"/>
                </a:cubicBezTo>
                <a:cubicBezTo>
                  <a:pt x="75776" y="84920"/>
                  <a:pt x="78246" y="80523"/>
                  <a:pt x="80716" y="74518"/>
                </a:cubicBezTo>
                <a:close/>
                <a:moveTo>
                  <a:pt x="169714" y="74518"/>
                </a:moveTo>
                <a:lnTo>
                  <a:pt x="172065" y="75019"/>
                </a:lnTo>
                <a:lnTo>
                  <a:pt x="163801" y="101304"/>
                </a:lnTo>
                <a:lnTo>
                  <a:pt x="88999" y="101304"/>
                </a:lnTo>
                <a:lnTo>
                  <a:pt x="88999" y="98597"/>
                </a:lnTo>
                <a:lnTo>
                  <a:pt x="92632" y="98597"/>
                </a:lnTo>
                <a:cubicBezTo>
                  <a:pt x="96716" y="98597"/>
                  <a:pt x="99637" y="97281"/>
                  <a:pt x="101394" y="94648"/>
                </a:cubicBezTo>
                <a:cubicBezTo>
                  <a:pt x="102392" y="93143"/>
                  <a:pt x="102891" y="89663"/>
                  <a:pt x="102891" y="84207"/>
                </a:cubicBezTo>
                <a:lnTo>
                  <a:pt x="102891" y="21800"/>
                </a:lnTo>
                <a:cubicBezTo>
                  <a:pt x="102891" y="15798"/>
                  <a:pt x="102226" y="12040"/>
                  <a:pt x="100896" y="10528"/>
                </a:cubicBezTo>
                <a:cubicBezTo>
                  <a:pt x="99044" y="8449"/>
                  <a:pt x="96289" y="7409"/>
                  <a:pt x="92632" y="7409"/>
                </a:cubicBezTo>
                <a:lnTo>
                  <a:pt x="88999" y="7409"/>
                </a:lnTo>
                <a:lnTo>
                  <a:pt x="88999" y="4702"/>
                </a:lnTo>
                <a:lnTo>
                  <a:pt x="132740" y="4702"/>
                </a:lnTo>
                <a:lnTo>
                  <a:pt x="132740" y="7409"/>
                </a:lnTo>
                <a:cubicBezTo>
                  <a:pt x="127611" y="7362"/>
                  <a:pt x="124013" y="7832"/>
                  <a:pt x="121947" y="8821"/>
                </a:cubicBezTo>
                <a:cubicBezTo>
                  <a:pt x="119881" y="9809"/>
                  <a:pt x="118469" y="11056"/>
                  <a:pt x="117709" y="12563"/>
                </a:cubicBezTo>
                <a:cubicBezTo>
                  <a:pt x="116949" y="14069"/>
                  <a:pt x="116569" y="17671"/>
                  <a:pt x="116569" y="23367"/>
                </a:cubicBezTo>
                <a:lnTo>
                  <a:pt x="116569" y="84124"/>
                </a:lnTo>
                <a:cubicBezTo>
                  <a:pt x="116569" y="88071"/>
                  <a:pt x="116949" y="90781"/>
                  <a:pt x="117709" y="92255"/>
                </a:cubicBezTo>
                <a:cubicBezTo>
                  <a:pt x="118279" y="93252"/>
                  <a:pt x="119157" y="93989"/>
                  <a:pt x="120345" y="94465"/>
                </a:cubicBezTo>
                <a:cubicBezTo>
                  <a:pt x="121532" y="94940"/>
                  <a:pt x="125236" y="95178"/>
                  <a:pt x="131458" y="95178"/>
                </a:cubicBezTo>
                <a:lnTo>
                  <a:pt x="138511" y="95178"/>
                </a:lnTo>
                <a:cubicBezTo>
                  <a:pt x="145920" y="95178"/>
                  <a:pt x="151121" y="94630"/>
                  <a:pt x="154113" y="93535"/>
                </a:cubicBezTo>
                <a:cubicBezTo>
                  <a:pt x="157105" y="92438"/>
                  <a:pt x="159836" y="90496"/>
                  <a:pt x="162305" y="87709"/>
                </a:cubicBezTo>
                <a:cubicBezTo>
                  <a:pt x="164775" y="84920"/>
                  <a:pt x="167245" y="80523"/>
                  <a:pt x="169714" y="74518"/>
                </a:cubicBezTo>
                <a:close/>
                <a:moveTo>
                  <a:pt x="234777" y="101304"/>
                </a:moveTo>
                <a:lnTo>
                  <a:pt x="197447" y="20019"/>
                </a:lnTo>
                <a:lnTo>
                  <a:pt x="197447" y="84492"/>
                </a:lnTo>
                <a:cubicBezTo>
                  <a:pt x="197447" y="90428"/>
                  <a:pt x="198088" y="94133"/>
                  <a:pt x="199370" y="95605"/>
                </a:cubicBezTo>
                <a:cubicBezTo>
                  <a:pt x="201127" y="97600"/>
                  <a:pt x="203906" y="98597"/>
                  <a:pt x="207705" y="98597"/>
                </a:cubicBezTo>
                <a:lnTo>
                  <a:pt x="211125" y="98597"/>
                </a:lnTo>
                <a:lnTo>
                  <a:pt x="211125" y="101304"/>
                </a:lnTo>
                <a:lnTo>
                  <a:pt x="177499" y="101304"/>
                </a:lnTo>
                <a:lnTo>
                  <a:pt x="177499" y="98597"/>
                </a:lnTo>
                <a:lnTo>
                  <a:pt x="180919" y="98597"/>
                </a:lnTo>
                <a:cubicBezTo>
                  <a:pt x="185003" y="98597"/>
                  <a:pt x="187900" y="97362"/>
                  <a:pt x="189610" y="94893"/>
                </a:cubicBezTo>
                <a:cubicBezTo>
                  <a:pt x="190655" y="93373"/>
                  <a:pt x="191178" y="89906"/>
                  <a:pt x="191178" y="84492"/>
                </a:cubicBezTo>
                <a:lnTo>
                  <a:pt x="191178" y="21515"/>
                </a:lnTo>
                <a:cubicBezTo>
                  <a:pt x="191178" y="17240"/>
                  <a:pt x="190703" y="14153"/>
                  <a:pt x="189753" y="12253"/>
                </a:cubicBezTo>
                <a:cubicBezTo>
                  <a:pt x="189088" y="10876"/>
                  <a:pt x="187865" y="9724"/>
                  <a:pt x="186084" y="8798"/>
                </a:cubicBezTo>
                <a:cubicBezTo>
                  <a:pt x="184303" y="7872"/>
                  <a:pt x="181441" y="7409"/>
                  <a:pt x="177499" y="7409"/>
                </a:cubicBezTo>
                <a:lnTo>
                  <a:pt x="177499" y="4702"/>
                </a:lnTo>
                <a:lnTo>
                  <a:pt x="204856" y="4702"/>
                </a:lnTo>
                <a:lnTo>
                  <a:pt x="239906" y="80273"/>
                </a:lnTo>
                <a:lnTo>
                  <a:pt x="274387" y="4702"/>
                </a:lnTo>
                <a:lnTo>
                  <a:pt x="301743" y="4702"/>
                </a:lnTo>
                <a:lnTo>
                  <a:pt x="301743" y="7409"/>
                </a:lnTo>
                <a:lnTo>
                  <a:pt x="298395" y="7409"/>
                </a:lnTo>
                <a:cubicBezTo>
                  <a:pt x="294263" y="7409"/>
                  <a:pt x="291342" y="8644"/>
                  <a:pt x="289632" y="11114"/>
                </a:cubicBezTo>
                <a:cubicBezTo>
                  <a:pt x="288587" y="12633"/>
                  <a:pt x="288065" y="16100"/>
                  <a:pt x="288065" y="21515"/>
                </a:cubicBezTo>
                <a:lnTo>
                  <a:pt x="288065" y="84492"/>
                </a:lnTo>
                <a:cubicBezTo>
                  <a:pt x="288065" y="90428"/>
                  <a:pt x="288730" y="94133"/>
                  <a:pt x="290060" y="95605"/>
                </a:cubicBezTo>
                <a:cubicBezTo>
                  <a:pt x="291817" y="97600"/>
                  <a:pt x="294595" y="98597"/>
                  <a:pt x="298395" y="98597"/>
                </a:cubicBezTo>
                <a:lnTo>
                  <a:pt x="301743" y="98597"/>
                </a:lnTo>
                <a:lnTo>
                  <a:pt x="301743" y="101305"/>
                </a:lnTo>
                <a:lnTo>
                  <a:pt x="260709" y="101304"/>
                </a:lnTo>
                <a:lnTo>
                  <a:pt x="260709" y="98597"/>
                </a:lnTo>
                <a:lnTo>
                  <a:pt x="264128" y="98597"/>
                </a:lnTo>
                <a:cubicBezTo>
                  <a:pt x="268260" y="98597"/>
                  <a:pt x="271157" y="97362"/>
                  <a:pt x="272819" y="94893"/>
                </a:cubicBezTo>
                <a:cubicBezTo>
                  <a:pt x="273864" y="93373"/>
                  <a:pt x="274387" y="89906"/>
                  <a:pt x="274387" y="84492"/>
                </a:cubicBezTo>
                <a:lnTo>
                  <a:pt x="274387" y="20019"/>
                </a:lnTo>
                <a:lnTo>
                  <a:pt x="237128" y="101304"/>
                </a:lnTo>
                <a:lnTo>
                  <a:pt x="234777" y="101304"/>
                </a:lnTo>
                <a:close/>
                <a:moveTo>
                  <a:pt x="310697" y="63119"/>
                </a:moveTo>
                <a:lnTo>
                  <a:pt x="347528" y="63119"/>
                </a:lnTo>
                <a:lnTo>
                  <a:pt x="347528" y="73948"/>
                </a:lnTo>
                <a:lnTo>
                  <a:pt x="310697" y="73948"/>
                </a:lnTo>
                <a:lnTo>
                  <a:pt x="310697" y="63119"/>
                </a:lnTo>
                <a:close/>
                <a:moveTo>
                  <a:pt x="375810" y="47502"/>
                </a:moveTo>
                <a:cubicBezTo>
                  <a:pt x="382127" y="38631"/>
                  <a:pt x="388942" y="34196"/>
                  <a:pt x="396256" y="34196"/>
                </a:cubicBezTo>
                <a:cubicBezTo>
                  <a:pt x="402953" y="34196"/>
                  <a:pt x="408794" y="37054"/>
                  <a:pt x="413781" y="42771"/>
                </a:cubicBezTo>
                <a:cubicBezTo>
                  <a:pt x="418768" y="48488"/>
                  <a:pt x="421262" y="56305"/>
                  <a:pt x="421262" y="66221"/>
                </a:cubicBezTo>
                <a:cubicBezTo>
                  <a:pt x="421262" y="77797"/>
                  <a:pt x="417415" y="87120"/>
                  <a:pt x="409721" y="94189"/>
                </a:cubicBezTo>
                <a:cubicBezTo>
                  <a:pt x="403119" y="100263"/>
                  <a:pt x="395757" y="103299"/>
                  <a:pt x="387636" y="103299"/>
                </a:cubicBezTo>
                <a:cubicBezTo>
                  <a:pt x="383836" y="103299"/>
                  <a:pt x="379978" y="102606"/>
                  <a:pt x="376059" y="101220"/>
                </a:cubicBezTo>
                <a:cubicBezTo>
                  <a:pt x="372141" y="99834"/>
                  <a:pt x="368140" y="97754"/>
                  <a:pt x="364055" y="94980"/>
                </a:cubicBezTo>
                <a:lnTo>
                  <a:pt x="364055" y="27499"/>
                </a:lnTo>
                <a:cubicBezTo>
                  <a:pt x="364055" y="20090"/>
                  <a:pt x="363877" y="15531"/>
                  <a:pt x="363521" y="13821"/>
                </a:cubicBezTo>
                <a:cubicBezTo>
                  <a:pt x="363165" y="12111"/>
                  <a:pt x="362607" y="10947"/>
                  <a:pt x="361847" y="10330"/>
                </a:cubicBezTo>
                <a:cubicBezTo>
                  <a:pt x="361087" y="9713"/>
                  <a:pt x="360137" y="9404"/>
                  <a:pt x="358997" y="9404"/>
                </a:cubicBezTo>
                <a:cubicBezTo>
                  <a:pt x="357667" y="9404"/>
                  <a:pt x="356005" y="9784"/>
                  <a:pt x="354010" y="10544"/>
                </a:cubicBezTo>
                <a:lnTo>
                  <a:pt x="353013" y="7979"/>
                </a:lnTo>
                <a:lnTo>
                  <a:pt x="372604" y="0"/>
                </a:lnTo>
                <a:lnTo>
                  <a:pt x="375810" y="0"/>
                </a:lnTo>
                <a:lnTo>
                  <a:pt x="375810" y="47502"/>
                </a:lnTo>
                <a:moveTo>
                  <a:pt x="375810" y="52037"/>
                </a:moveTo>
                <a:lnTo>
                  <a:pt x="375810" y="90870"/>
                </a:lnTo>
                <a:cubicBezTo>
                  <a:pt x="378232" y="93233"/>
                  <a:pt x="380737" y="95017"/>
                  <a:pt x="383326" y="96222"/>
                </a:cubicBezTo>
                <a:cubicBezTo>
                  <a:pt x="385914" y="97426"/>
                  <a:pt x="388562" y="98027"/>
                  <a:pt x="391269" y="98027"/>
                </a:cubicBezTo>
                <a:cubicBezTo>
                  <a:pt x="395591" y="98027"/>
                  <a:pt x="399616" y="95665"/>
                  <a:pt x="403345" y="90941"/>
                </a:cubicBezTo>
                <a:cubicBezTo>
                  <a:pt x="407073" y="86217"/>
                  <a:pt x="408937" y="79343"/>
                  <a:pt x="408937" y="70319"/>
                </a:cubicBezTo>
                <a:cubicBezTo>
                  <a:pt x="408937" y="62005"/>
                  <a:pt x="407073" y="55615"/>
                  <a:pt x="403345" y="51151"/>
                </a:cubicBezTo>
                <a:cubicBezTo>
                  <a:pt x="399616" y="46687"/>
                  <a:pt x="395377" y="44454"/>
                  <a:pt x="390628" y="44454"/>
                </a:cubicBezTo>
                <a:cubicBezTo>
                  <a:pt x="388111" y="44454"/>
                  <a:pt x="385594" y="45092"/>
                  <a:pt x="383077" y="46367"/>
                </a:cubicBezTo>
                <a:cubicBezTo>
                  <a:pt x="381177" y="47312"/>
                  <a:pt x="378755" y="49202"/>
                  <a:pt x="375810" y="52037"/>
                </a:cubicBezTo>
                <a:close/>
                <a:moveTo>
                  <a:pt x="467853" y="91976"/>
                </a:moveTo>
                <a:cubicBezTo>
                  <a:pt x="461156" y="97152"/>
                  <a:pt x="456953" y="100142"/>
                  <a:pt x="455243" y="100948"/>
                </a:cubicBezTo>
                <a:cubicBezTo>
                  <a:pt x="452679" y="102136"/>
                  <a:pt x="449948" y="102729"/>
                  <a:pt x="447051" y="102729"/>
                </a:cubicBezTo>
                <a:cubicBezTo>
                  <a:pt x="442539" y="102729"/>
                  <a:pt x="438822" y="101186"/>
                  <a:pt x="435902" y="98099"/>
                </a:cubicBezTo>
                <a:cubicBezTo>
                  <a:pt x="432981" y="95012"/>
                  <a:pt x="431520" y="90951"/>
                  <a:pt x="431520" y="85916"/>
                </a:cubicBezTo>
                <a:cubicBezTo>
                  <a:pt x="431520" y="82734"/>
                  <a:pt x="432233" y="79980"/>
                  <a:pt x="433657" y="77653"/>
                </a:cubicBezTo>
                <a:cubicBezTo>
                  <a:pt x="435605" y="74423"/>
                  <a:pt x="438989" y="71383"/>
                  <a:pt x="443809" y="68534"/>
                </a:cubicBezTo>
                <a:cubicBezTo>
                  <a:pt x="448630" y="65684"/>
                  <a:pt x="456644" y="62217"/>
                  <a:pt x="467853" y="58133"/>
                </a:cubicBezTo>
                <a:lnTo>
                  <a:pt x="467853" y="55577"/>
                </a:lnTo>
                <a:cubicBezTo>
                  <a:pt x="467853" y="49094"/>
                  <a:pt x="466820" y="44646"/>
                  <a:pt x="464754" y="42232"/>
                </a:cubicBezTo>
                <a:cubicBezTo>
                  <a:pt x="462688" y="39819"/>
                  <a:pt x="459684" y="38613"/>
                  <a:pt x="455742" y="38613"/>
                </a:cubicBezTo>
                <a:cubicBezTo>
                  <a:pt x="452750" y="38613"/>
                  <a:pt x="450375" y="39420"/>
                  <a:pt x="448618" y="41035"/>
                </a:cubicBezTo>
                <a:cubicBezTo>
                  <a:pt x="446813" y="42650"/>
                  <a:pt x="445911" y="44502"/>
                  <a:pt x="445911" y="46592"/>
                </a:cubicBezTo>
                <a:lnTo>
                  <a:pt x="446053" y="50723"/>
                </a:lnTo>
                <a:cubicBezTo>
                  <a:pt x="446053" y="52908"/>
                  <a:pt x="445495" y="54594"/>
                  <a:pt x="444379" y="55782"/>
                </a:cubicBezTo>
                <a:cubicBezTo>
                  <a:pt x="443263" y="56969"/>
                  <a:pt x="441803" y="57563"/>
                  <a:pt x="439998" y="57563"/>
                </a:cubicBezTo>
                <a:cubicBezTo>
                  <a:pt x="438241" y="57563"/>
                  <a:pt x="436804" y="56944"/>
                  <a:pt x="435688" y="55706"/>
                </a:cubicBezTo>
                <a:cubicBezTo>
                  <a:pt x="434572" y="54467"/>
                  <a:pt x="434014" y="52775"/>
                  <a:pt x="434014" y="50632"/>
                </a:cubicBezTo>
                <a:cubicBezTo>
                  <a:pt x="434014" y="46534"/>
                  <a:pt x="436103" y="42770"/>
                  <a:pt x="440283" y="39341"/>
                </a:cubicBezTo>
                <a:cubicBezTo>
                  <a:pt x="444462" y="35911"/>
                  <a:pt x="450328" y="34196"/>
                  <a:pt x="457879" y="34196"/>
                </a:cubicBezTo>
                <a:cubicBezTo>
                  <a:pt x="463674" y="34196"/>
                  <a:pt x="468423" y="35168"/>
                  <a:pt x="472127" y="37112"/>
                </a:cubicBezTo>
                <a:cubicBezTo>
                  <a:pt x="474930" y="38583"/>
                  <a:pt x="476996" y="40884"/>
                  <a:pt x="478325" y="44016"/>
                </a:cubicBezTo>
                <a:cubicBezTo>
                  <a:pt x="479180" y="46055"/>
                  <a:pt x="479608" y="50229"/>
                  <a:pt x="479608" y="56539"/>
                </a:cubicBezTo>
                <a:lnTo>
                  <a:pt x="479608" y="78668"/>
                </a:lnTo>
                <a:cubicBezTo>
                  <a:pt x="479608" y="84882"/>
                  <a:pt x="479727" y="88689"/>
                  <a:pt x="479964" y="90089"/>
                </a:cubicBezTo>
                <a:cubicBezTo>
                  <a:pt x="480201" y="91488"/>
                  <a:pt x="480593" y="92425"/>
                  <a:pt x="481139" y="92900"/>
                </a:cubicBezTo>
                <a:cubicBezTo>
                  <a:pt x="481686" y="93374"/>
                  <a:pt x="482315" y="93610"/>
                  <a:pt x="483027" y="93610"/>
                </a:cubicBezTo>
                <a:cubicBezTo>
                  <a:pt x="483787" y="93610"/>
                  <a:pt x="484452" y="93444"/>
                  <a:pt x="485022" y="93112"/>
                </a:cubicBezTo>
                <a:cubicBezTo>
                  <a:pt x="486019" y="92494"/>
                  <a:pt x="487943" y="90761"/>
                  <a:pt x="490793" y="87911"/>
                </a:cubicBezTo>
                <a:lnTo>
                  <a:pt x="490793" y="91901"/>
                </a:lnTo>
                <a:cubicBezTo>
                  <a:pt x="485473" y="99025"/>
                  <a:pt x="480391" y="102587"/>
                  <a:pt x="475547" y="102587"/>
                </a:cubicBezTo>
                <a:cubicBezTo>
                  <a:pt x="473220" y="102587"/>
                  <a:pt x="471368" y="101785"/>
                  <a:pt x="469990" y="100182"/>
                </a:cubicBezTo>
                <a:cubicBezTo>
                  <a:pt x="468613" y="98578"/>
                  <a:pt x="467901" y="95843"/>
                  <a:pt x="467853" y="91976"/>
                </a:cubicBezTo>
                <a:moveTo>
                  <a:pt x="467853" y="87357"/>
                </a:moveTo>
                <a:lnTo>
                  <a:pt x="467853" y="62549"/>
                </a:lnTo>
                <a:cubicBezTo>
                  <a:pt x="460681" y="65393"/>
                  <a:pt x="456051" y="67407"/>
                  <a:pt x="453961" y="68592"/>
                </a:cubicBezTo>
                <a:cubicBezTo>
                  <a:pt x="450209" y="70677"/>
                  <a:pt x="447526" y="72857"/>
                  <a:pt x="445911" y="75132"/>
                </a:cubicBezTo>
                <a:cubicBezTo>
                  <a:pt x="444296" y="77406"/>
                  <a:pt x="443489" y="79894"/>
                  <a:pt x="443489" y="82595"/>
                </a:cubicBezTo>
                <a:cubicBezTo>
                  <a:pt x="443489" y="86007"/>
                  <a:pt x="444510" y="88839"/>
                  <a:pt x="446552" y="91090"/>
                </a:cubicBezTo>
                <a:cubicBezTo>
                  <a:pt x="448594" y="93340"/>
                  <a:pt x="450945" y="94465"/>
                  <a:pt x="453605" y="94465"/>
                </a:cubicBezTo>
                <a:cubicBezTo>
                  <a:pt x="457214" y="94465"/>
                  <a:pt x="461964" y="92096"/>
                  <a:pt x="467853" y="87357"/>
                </a:cubicBezTo>
                <a:close/>
                <a:moveTo>
                  <a:pt x="537688" y="34196"/>
                </a:moveTo>
                <a:lnTo>
                  <a:pt x="537688" y="56423"/>
                </a:lnTo>
                <a:lnTo>
                  <a:pt x="535337" y="56423"/>
                </a:lnTo>
                <a:cubicBezTo>
                  <a:pt x="533533" y="49469"/>
                  <a:pt x="531217" y="44739"/>
                  <a:pt x="528391" y="42232"/>
                </a:cubicBezTo>
                <a:cubicBezTo>
                  <a:pt x="525565" y="39724"/>
                  <a:pt x="521968" y="38470"/>
                  <a:pt x="517598" y="38470"/>
                </a:cubicBezTo>
                <a:cubicBezTo>
                  <a:pt x="514274" y="38470"/>
                  <a:pt x="511590" y="39346"/>
                  <a:pt x="509548" y="41097"/>
                </a:cubicBezTo>
                <a:cubicBezTo>
                  <a:pt x="507506" y="42848"/>
                  <a:pt x="506485" y="44789"/>
                  <a:pt x="506485" y="46919"/>
                </a:cubicBezTo>
                <a:cubicBezTo>
                  <a:pt x="506485" y="49568"/>
                  <a:pt x="507245" y="51840"/>
                  <a:pt x="508764" y="53733"/>
                </a:cubicBezTo>
                <a:cubicBezTo>
                  <a:pt x="510237" y="55673"/>
                  <a:pt x="513229" y="57732"/>
                  <a:pt x="517741" y="59909"/>
                </a:cubicBezTo>
                <a:lnTo>
                  <a:pt x="528142" y="64949"/>
                </a:lnTo>
                <a:cubicBezTo>
                  <a:pt x="537783" y="69645"/>
                  <a:pt x="542604" y="75835"/>
                  <a:pt x="542604" y="83519"/>
                </a:cubicBezTo>
                <a:cubicBezTo>
                  <a:pt x="542604" y="89448"/>
                  <a:pt x="540360" y="94227"/>
                  <a:pt x="535872" y="97856"/>
                </a:cubicBezTo>
                <a:cubicBezTo>
                  <a:pt x="531383" y="101485"/>
                  <a:pt x="526361" y="103299"/>
                  <a:pt x="520804" y="103299"/>
                </a:cubicBezTo>
                <a:cubicBezTo>
                  <a:pt x="516815" y="103299"/>
                  <a:pt x="512255" y="102622"/>
                  <a:pt x="507126" y="101269"/>
                </a:cubicBezTo>
                <a:cubicBezTo>
                  <a:pt x="505559" y="100818"/>
                  <a:pt x="504276" y="100592"/>
                  <a:pt x="503279" y="100592"/>
                </a:cubicBezTo>
                <a:cubicBezTo>
                  <a:pt x="502187" y="100592"/>
                  <a:pt x="501332" y="101162"/>
                  <a:pt x="500714" y="102302"/>
                </a:cubicBezTo>
                <a:lnTo>
                  <a:pt x="498363" y="102302"/>
                </a:lnTo>
                <a:lnTo>
                  <a:pt x="498363" y="78935"/>
                </a:lnTo>
                <a:lnTo>
                  <a:pt x="500714" y="78935"/>
                </a:lnTo>
                <a:cubicBezTo>
                  <a:pt x="502044" y="85584"/>
                  <a:pt x="504585" y="90595"/>
                  <a:pt x="508337" y="93967"/>
                </a:cubicBezTo>
                <a:cubicBezTo>
                  <a:pt x="512089" y="97339"/>
                  <a:pt x="516292" y="99025"/>
                  <a:pt x="520947" y="99025"/>
                </a:cubicBezTo>
                <a:cubicBezTo>
                  <a:pt x="524224" y="99025"/>
                  <a:pt x="526895" y="98068"/>
                  <a:pt x="528961" y="96155"/>
                </a:cubicBezTo>
                <a:cubicBezTo>
                  <a:pt x="531027" y="94241"/>
                  <a:pt x="532060" y="91936"/>
                  <a:pt x="532060" y="89243"/>
                </a:cubicBezTo>
                <a:cubicBezTo>
                  <a:pt x="532060" y="85982"/>
                  <a:pt x="530909" y="83241"/>
                  <a:pt x="528605" y="81021"/>
                </a:cubicBezTo>
                <a:cubicBezTo>
                  <a:pt x="526302" y="78799"/>
                  <a:pt x="521707" y="75993"/>
                  <a:pt x="514820" y="72603"/>
                </a:cubicBezTo>
                <a:cubicBezTo>
                  <a:pt x="507933" y="69212"/>
                  <a:pt x="503421" y="66137"/>
                  <a:pt x="501284" y="63378"/>
                </a:cubicBezTo>
                <a:cubicBezTo>
                  <a:pt x="499147" y="60666"/>
                  <a:pt x="498078" y="57241"/>
                  <a:pt x="498078" y="53103"/>
                </a:cubicBezTo>
                <a:cubicBezTo>
                  <a:pt x="498078" y="47728"/>
                  <a:pt x="499919" y="43233"/>
                  <a:pt x="503600" y="39619"/>
                </a:cubicBezTo>
                <a:cubicBezTo>
                  <a:pt x="507280" y="36003"/>
                  <a:pt x="512042" y="34196"/>
                  <a:pt x="517883" y="34196"/>
                </a:cubicBezTo>
                <a:cubicBezTo>
                  <a:pt x="520448" y="34196"/>
                  <a:pt x="523559" y="34742"/>
                  <a:pt x="527216" y="35834"/>
                </a:cubicBezTo>
                <a:cubicBezTo>
                  <a:pt x="529638" y="36547"/>
                  <a:pt x="531253" y="36903"/>
                  <a:pt x="532060" y="36903"/>
                </a:cubicBezTo>
                <a:cubicBezTo>
                  <a:pt x="532820" y="36903"/>
                  <a:pt x="533414" y="36737"/>
                  <a:pt x="533841" y="36404"/>
                </a:cubicBezTo>
                <a:cubicBezTo>
                  <a:pt x="534269" y="36072"/>
                  <a:pt x="534767" y="35335"/>
                  <a:pt x="535337" y="34196"/>
                </a:cubicBezTo>
                <a:lnTo>
                  <a:pt x="537688" y="34196"/>
                </a:lnTo>
                <a:close/>
                <a:moveTo>
                  <a:pt x="563240" y="60697"/>
                </a:moveTo>
                <a:cubicBezTo>
                  <a:pt x="563192" y="70341"/>
                  <a:pt x="565543" y="77906"/>
                  <a:pt x="570293" y="83390"/>
                </a:cubicBezTo>
                <a:cubicBezTo>
                  <a:pt x="575042" y="88874"/>
                  <a:pt x="580623" y="91616"/>
                  <a:pt x="587034" y="91616"/>
                </a:cubicBezTo>
                <a:cubicBezTo>
                  <a:pt x="591309" y="91616"/>
                  <a:pt x="595025" y="90435"/>
                  <a:pt x="598184" y="88074"/>
                </a:cubicBezTo>
                <a:cubicBezTo>
                  <a:pt x="601342" y="85712"/>
                  <a:pt x="603990" y="81669"/>
                  <a:pt x="606127" y="75943"/>
                </a:cubicBezTo>
                <a:lnTo>
                  <a:pt x="608335" y="77374"/>
                </a:lnTo>
                <a:cubicBezTo>
                  <a:pt x="607338" y="83915"/>
                  <a:pt x="604441" y="89871"/>
                  <a:pt x="599644" y="95242"/>
                </a:cubicBezTo>
                <a:cubicBezTo>
                  <a:pt x="594847" y="100614"/>
                  <a:pt x="588839" y="103299"/>
                  <a:pt x="581620" y="103299"/>
                </a:cubicBezTo>
                <a:cubicBezTo>
                  <a:pt x="573784" y="103299"/>
                  <a:pt x="567075" y="100254"/>
                  <a:pt x="561494" y="94165"/>
                </a:cubicBezTo>
                <a:cubicBezTo>
                  <a:pt x="555914" y="88074"/>
                  <a:pt x="553124" y="79885"/>
                  <a:pt x="553124" y="69600"/>
                </a:cubicBezTo>
                <a:cubicBezTo>
                  <a:pt x="553124" y="58463"/>
                  <a:pt x="555985" y="49778"/>
                  <a:pt x="561708" y="43546"/>
                </a:cubicBezTo>
                <a:cubicBezTo>
                  <a:pt x="567431" y="37312"/>
                  <a:pt x="574615" y="34196"/>
                  <a:pt x="583259" y="34196"/>
                </a:cubicBezTo>
                <a:cubicBezTo>
                  <a:pt x="590573" y="34196"/>
                  <a:pt x="596581" y="36600"/>
                  <a:pt x="601282" y="41409"/>
                </a:cubicBezTo>
                <a:cubicBezTo>
                  <a:pt x="605984" y="46216"/>
                  <a:pt x="608335" y="52646"/>
                  <a:pt x="608335" y="60697"/>
                </a:cubicBezTo>
                <a:lnTo>
                  <a:pt x="563240" y="60697"/>
                </a:lnTo>
                <a:moveTo>
                  <a:pt x="563240" y="56565"/>
                </a:moveTo>
                <a:lnTo>
                  <a:pt x="593446" y="56565"/>
                </a:lnTo>
                <a:cubicBezTo>
                  <a:pt x="593209" y="52420"/>
                  <a:pt x="592710" y="49500"/>
                  <a:pt x="591950" y="47805"/>
                </a:cubicBezTo>
                <a:cubicBezTo>
                  <a:pt x="590763" y="45166"/>
                  <a:pt x="588993" y="43093"/>
                  <a:pt x="586643" y="41587"/>
                </a:cubicBezTo>
                <a:cubicBezTo>
                  <a:pt x="584292" y="40079"/>
                  <a:pt x="581834" y="39325"/>
                  <a:pt x="579269" y="39325"/>
                </a:cubicBezTo>
                <a:cubicBezTo>
                  <a:pt x="575327" y="39325"/>
                  <a:pt x="571801" y="40844"/>
                  <a:pt x="568690" y="43882"/>
                </a:cubicBezTo>
                <a:cubicBezTo>
                  <a:pt x="565579" y="46920"/>
                  <a:pt x="563762" y="51148"/>
                  <a:pt x="563240" y="56565"/>
                </a:cubicBezTo>
                <a:close/>
                <a:moveTo>
                  <a:pt x="662995" y="93971"/>
                </a:moveTo>
                <a:cubicBezTo>
                  <a:pt x="659813" y="97294"/>
                  <a:pt x="656702" y="99680"/>
                  <a:pt x="653663" y="101129"/>
                </a:cubicBezTo>
                <a:cubicBezTo>
                  <a:pt x="650623" y="102576"/>
                  <a:pt x="647346" y="103299"/>
                  <a:pt x="643832" y="103299"/>
                </a:cubicBezTo>
                <a:cubicBezTo>
                  <a:pt x="636708" y="103299"/>
                  <a:pt x="630486" y="100326"/>
                  <a:pt x="625167" y="94379"/>
                </a:cubicBezTo>
                <a:cubicBezTo>
                  <a:pt x="619847" y="88430"/>
                  <a:pt x="617188" y="80786"/>
                  <a:pt x="617188" y="71448"/>
                </a:cubicBezTo>
                <a:cubicBezTo>
                  <a:pt x="617188" y="62111"/>
                  <a:pt x="620132" y="53568"/>
                  <a:pt x="626021" y="45819"/>
                </a:cubicBezTo>
                <a:cubicBezTo>
                  <a:pt x="631911" y="38070"/>
                  <a:pt x="639486" y="34196"/>
                  <a:pt x="648747" y="34196"/>
                </a:cubicBezTo>
                <a:cubicBezTo>
                  <a:pt x="654494" y="34196"/>
                  <a:pt x="659243" y="36023"/>
                  <a:pt x="662995" y="39679"/>
                </a:cubicBezTo>
                <a:lnTo>
                  <a:pt x="662995" y="27499"/>
                </a:lnTo>
                <a:cubicBezTo>
                  <a:pt x="662995" y="20074"/>
                  <a:pt x="662817" y="15510"/>
                  <a:pt x="662461" y="13807"/>
                </a:cubicBezTo>
                <a:cubicBezTo>
                  <a:pt x="662105" y="12105"/>
                  <a:pt x="661547" y="10946"/>
                  <a:pt x="660787" y="10330"/>
                </a:cubicBezTo>
                <a:cubicBezTo>
                  <a:pt x="660027" y="9713"/>
                  <a:pt x="659077" y="9404"/>
                  <a:pt x="657937" y="9404"/>
                </a:cubicBezTo>
                <a:cubicBezTo>
                  <a:pt x="656702" y="9404"/>
                  <a:pt x="655064" y="9784"/>
                  <a:pt x="653022" y="10544"/>
                </a:cubicBezTo>
                <a:lnTo>
                  <a:pt x="652096" y="7979"/>
                </a:lnTo>
                <a:lnTo>
                  <a:pt x="671544" y="0"/>
                </a:lnTo>
                <a:lnTo>
                  <a:pt x="674750" y="0"/>
                </a:lnTo>
                <a:lnTo>
                  <a:pt x="674750" y="75515"/>
                </a:lnTo>
                <a:cubicBezTo>
                  <a:pt x="674750" y="83131"/>
                  <a:pt x="674928" y="87778"/>
                  <a:pt x="675284" y="89456"/>
                </a:cubicBezTo>
                <a:cubicBezTo>
                  <a:pt x="675641" y="91135"/>
                  <a:pt x="676211" y="92307"/>
                  <a:pt x="676994" y="92972"/>
                </a:cubicBezTo>
                <a:cubicBezTo>
                  <a:pt x="677778" y="93635"/>
                  <a:pt x="678692" y="93967"/>
                  <a:pt x="679737" y="93967"/>
                </a:cubicBezTo>
                <a:cubicBezTo>
                  <a:pt x="681019" y="93967"/>
                  <a:pt x="682729" y="93563"/>
                  <a:pt x="684866" y="92756"/>
                </a:cubicBezTo>
                <a:lnTo>
                  <a:pt x="685650" y="95320"/>
                </a:lnTo>
                <a:lnTo>
                  <a:pt x="666272" y="103299"/>
                </a:lnTo>
                <a:lnTo>
                  <a:pt x="662995" y="103299"/>
                </a:lnTo>
                <a:lnTo>
                  <a:pt x="662995" y="93971"/>
                </a:lnTo>
                <a:moveTo>
                  <a:pt x="662995" y="88995"/>
                </a:moveTo>
                <a:lnTo>
                  <a:pt x="662995" y="55454"/>
                </a:lnTo>
                <a:cubicBezTo>
                  <a:pt x="662710" y="52232"/>
                  <a:pt x="661856" y="49295"/>
                  <a:pt x="660431" y="46643"/>
                </a:cubicBezTo>
                <a:cubicBezTo>
                  <a:pt x="659006" y="43989"/>
                  <a:pt x="657118" y="41988"/>
                  <a:pt x="654767" y="40638"/>
                </a:cubicBezTo>
                <a:cubicBezTo>
                  <a:pt x="652416" y="39288"/>
                  <a:pt x="650125" y="38613"/>
                  <a:pt x="647892" y="38613"/>
                </a:cubicBezTo>
                <a:cubicBezTo>
                  <a:pt x="643713" y="38613"/>
                  <a:pt x="639985" y="40484"/>
                  <a:pt x="636708" y="44227"/>
                </a:cubicBezTo>
                <a:cubicBezTo>
                  <a:pt x="632386" y="49153"/>
                  <a:pt x="630225" y="56354"/>
                  <a:pt x="630225" y="65829"/>
                </a:cubicBezTo>
                <a:cubicBezTo>
                  <a:pt x="630225" y="75399"/>
                  <a:pt x="632314" y="82731"/>
                  <a:pt x="636494" y="87824"/>
                </a:cubicBezTo>
                <a:cubicBezTo>
                  <a:pt x="640673" y="92917"/>
                  <a:pt x="645328" y="95463"/>
                  <a:pt x="650457" y="95463"/>
                </a:cubicBezTo>
                <a:cubicBezTo>
                  <a:pt x="654779" y="95463"/>
                  <a:pt x="658958" y="93307"/>
                  <a:pt x="662995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LLM-based">
            <a:extLst xmlns:a="http://schemas.openxmlformats.org/drawingml/2006/main">
              <a:ext uri="{FF2B5EF4-FFF2-40B4-BE49-F238E27FC236}">
                <a16:creationId xmlns:a16="http://schemas.microsoft.com/office/drawing/2014/main" id="{1BE826B2-760D-410E-9854-D0EEF12D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585" y="2409209"/>
            <a:ext cx="685650" cy="103299"/>
          </a:xfrm>
          <a:custGeom xmlns:a="http://schemas.openxmlformats.org/drawingml/2006/main">
            <a:pathLst>
              <a:path w="685650" h="103299" fill="none">
                <a:moveTo>
                  <a:pt x="80716" y="74518"/>
                </a:moveTo>
                <a:lnTo>
                  <a:pt x="83067" y="75019"/>
                </a:lnTo>
                <a:lnTo>
                  <a:pt x="74803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81"/>
                  <a:pt x="12396" y="94648"/>
                </a:cubicBezTo>
                <a:cubicBezTo>
                  <a:pt x="13393" y="93143"/>
                  <a:pt x="13892" y="89663"/>
                  <a:pt x="13892" y="84207"/>
                </a:cubicBezTo>
                <a:lnTo>
                  <a:pt x="13892" y="21800"/>
                </a:lnTo>
                <a:cubicBezTo>
                  <a:pt x="13892" y="15798"/>
                  <a:pt x="13227" y="12040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43742" y="4702"/>
                </a:lnTo>
                <a:lnTo>
                  <a:pt x="43742" y="7409"/>
                </a:lnTo>
                <a:cubicBezTo>
                  <a:pt x="38613" y="7362"/>
                  <a:pt x="35015" y="7832"/>
                  <a:pt x="32949" y="8821"/>
                </a:cubicBezTo>
                <a:cubicBezTo>
                  <a:pt x="30883" y="9809"/>
                  <a:pt x="29470" y="11056"/>
                  <a:pt x="28710" y="12563"/>
                </a:cubicBezTo>
                <a:cubicBezTo>
                  <a:pt x="27950" y="14069"/>
                  <a:pt x="27570" y="17671"/>
                  <a:pt x="27570" y="23367"/>
                </a:cubicBezTo>
                <a:lnTo>
                  <a:pt x="27570" y="84124"/>
                </a:lnTo>
                <a:cubicBezTo>
                  <a:pt x="27570" y="88071"/>
                  <a:pt x="27950" y="90781"/>
                  <a:pt x="28710" y="92255"/>
                </a:cubicBezTo>
                <a:cubicBezTo>
                  <a:pt x="29280" y="93252"/>
                  <a:pt x="30159" y="93989"/>
                  <a:pt x="31346" y="94465"/>
                </a:cubicBezTo>
                <a:cubicBezTo>
                  <a:pt x="32533" y="94940"/>
                  <a:pt x="36238" y="95178"/>
                  <a:pt x="42460" y="95178"/>
                </a:cubicBezTo>
                <a:lnTo>
                  <a:pt x="49512" y="95178"/>
                </a:lnTo>
                <a:cubicBezTo>
                  <a:pt x="56921" y="95178"/>
                  <a:pt x="62122" y="94630"/>
                  <a:pt x="65114" y="93535"/>
                </a:cubicBezTo>
                <a:cubicBezTo>
                  <a:pt x="68106" y="92438"/>
                  <a:pt x="70837" y="90496"/>
                  <a:pt x="73307" y="87709"/>
                </a:cubicBezTo>
                <a:cubicBezTo>
                  <a:pt x="75776" y="84920"/>
                  <a:pt x="78246" y="80523"/>
                  <a:pt x="80716" y="74518"/>
                </a:cubicBezTo>
                <a:close/>
                <a:moveTo>
                  <a:pt x="169714" y="74518"/>
                </a:moveTo>
                <a:lnTo>
                  <a:pt x="172065" y="75019"/>
                </a:lnTo>
                <a:lnTo>
                  <a:pt x="163801" y="101304"/>
                </a:lnTo>
                <a:lnTo>
                  <a:pt x="88999" y="101304"/>
                </a:lnTo>
                <a:lnTo>
                  <a:pt x="88999" y="98597"/>
                </a:lnTo>
                <a:lnTo>
                  <a:pt x="92632" y="98597"/>
                </a:lnTo>
                <a:cubicBezTo>
                  <a:pt x="96716" y="98597"/>
                  <a:pt x="99637" y="97281"/>
                  <a:pt x="101394" y="94648"/>
                </a:cubicBezTo>
                <a:cubicBezTo>
                  <a:pt x="102392" y="93143"/>
                  <a:pt x="102891" y="89663"/>
                  <a:pt x="102891" y="84207"/>
                </a:cubicBezTo>
                <a:lnTo>
                  <a:pt x="102891" y="21800"/>
                </a:lnTo>
                <a:cubicBezTo>
                  <a:pt x="102891" y="15798"/>
                  <a:pt x="102226" y="12040"/>
                  <a:pt x="100896" y="10528"/>
                </a:cubicBezTo>
                <a:cubicBezTo>
                  <a:pt x="99044" y="8449"/>
                  <a:pt x="96289" y="7409"/>
                  <a:pt x="92632" y="7409"/>
                </a:cubicBezTo>
                <a:lnTo>
                  <a:pt x="88999" y="7409"/>
                </a:lnTo>
                <a:lnTo>
                  <a:pt x="88999" y="4702"/>
                </a:lnTo>
                <a:lnTo>
                  <a:pt x="132740" y="4702"/>
                </a:lnTo>
                <a:lnTo>
                  <a:pt x="132740" y="7409"/>
                </a:lnTo>
                <a:cubicBezTo>
                  <a:pt x="127611" y="7362"/>
                  <a:pt x="124013" y="7832"/>
                  <a:pt x="121947" y="8821"/>
                </a:cubicBezTo>
                <a:cubicBezTo>
                  <a:pt x="119881" y="9809"/>
                  <a:pt x="118469" y="11056"/>
                  <a:pt x="117709" y="12563"/>
                </a:cubicBezTo>
                <a:cubicBezTo>
                  <a:pt x="116949" y="14069"/>
                  <a:pt x="116569" y="17671"/>
                  <a:pt x="116569" y="23367"/>
                </a:cubicBezTo>
                <a:lnTo>
                  <a:pt x="116569" y="84124"/>
                </a:lnTo>
                <a:cubicBezTo>
                  <a:pt x="116569" y="88071"/>
                  <a:pt x="116949" y="90781"/>
                  <a:pt x="117709" y="92255"/>
                </a:cubicBezTo>
                <a:cubicBezTo>
                  <a:pt x="118279" y="93252"/>
                  <a:pt x="119157" y="93989"/>
                  <a:pt x="120345" y="94465"/>
                </a:cubicBezTo>
                <a:cubicBezTo>
                  <a:pt x="121532" y="94940"/>
                  <a:pt x="125236" y="95178"/>
                  <a:pt x="131458" y="95178"/>
                </a:cubicBezTo>
                <a:lnTo>
                  <a:pt x="138511" y="95178"/>
                </a:lnTo>
                <a:cubicBezTo>
                  <a:pt x="145920" y="95178"/>
                  <a:pt x="151121" y="94630"/>
                  <a:pt x="154113" y="93535"/>
                </a:cubicBezTo>
                <a:cubicBezTo>
                  <a:pt x="157105" y="92438"/>
                  <a:pt x="159836" y="90496"/>
                  <a:pt x="162305" y="87709"/>
                </a:cubicBezTo>
                <a:cubicBezTo>
                  <a:pt x="164775" y="84920"/>
                  <a:pt x="167245" y="80523"/>
                  <a:pt x="169714" y="74518"/>
                </a:cubicBezTo>
                <a:close/>
                <a:moveTo>
                  <a:pt x="234777" y="101304"/>
                </a:moveTo>
                <a:lnTo>
                  <a:pt x="197447" y="20019"/>
                </a:lnTo>
                <a:lnTo>
                  <a:pt x="197447" y="84492"/>
                </a:lnTo>
                <a:cubicBezTo>
                  <a:pt x="197447" y="90428"/>
                  <a:pt x="198088" y="94133"/>
                  <a:pt x="199370" y="95605"/>
                </a:cubicBezTo>
                <a:cubicBezTo>
                  <a:pt x="201127" y="97600"/>
                  <a:pt x="203906" y="98597"/>
                  <a:pt x="207705" y="98597"/>
                </a:cubicBezTo>
                <a:lnTo>
                  <a:pt x="211125" y="98597"/>
                </a:lnTo>
                <a:lnTo>
                  <a:pt x="211125" y="101304"/>
                </a:lnTo>
                <a:lnTo>
                  <a:pt x="177499" y="101304"/>
                </a:lnTo>
                <a:lnTo>
                  <a:pt x="177499" y="98597"/>
                </a:lnTo>
                <a:lnTo>
                  <a:pt x="180919" y="98597"/>
                </a:lnTo>
                <a:cubicBezTo>
                  <a:pt x="185003" y="98597"/>
                  <a:pt x="187900" y="97362"/>
                  <a:pt x="189610" y="94893"/>
                </a:cubicBezTo>
                <a:cubicBezTo>
                  <a:pt x="190655" y="93373"/>
                  <a:pt x="191178" y="89906"/>
                  <a:pt x="191178" y="84492"/>
                </a:cubicBezTo>
                <a:lnTo>
                  <a:pt x="191178" y="21515"/>
                </a:lnTo>
                <a:cubicBezTo>
                  <a:pt x="191178" y="17240"/>
                  <a:pt x="190703" y="14153"/>
                  <a:pt x="189753" y="12253"/>
                </a:cubicBezTo>
                <a:cubicBezTo>
                  <a:pt x="189088" y="10876"/>
                  <a:pt x="187865" y="9724"/>
                  <a:pt x="186084" y="8798"/>
                </a:cubicBezTo>
                <a:cubicBezTo>
                  <a:pt x="184303" y="7872"/>
                  <a:pt x="181441" y="7409"/>
                  <a:pt x="177499" y="7409"/>
                </a:cubicBezTo>
                <a:lnTo>
                  <a:pt x="177499" y="4702"/>
                </a:lnTo>
                <a:lnTo>
                  <a:pt x="204856" y="4702"/>
                </a:lnTo>
                <a:lnTo>
                  <a:pt x="239906" y="80273"/>
                </a:lnTo>
                <a:lnTo>
                  <a:pt x="274387" y="4702"/>
                </a:lnTo>
                <a:lnTo>
                  <a:pt x="301743" y="4702"/>
                </a:lnTo>
                <a:lnTo>
                  <a:pt x="301743" y="7409"/>
                </a:lnTo>
                <a:lnTo>
                  <a:pt x="298395" y="7409"/>
                </a:lnTo>
                <a:cubicBezTo>
                  <a:pt x="294263" y="7409"/>
                  <a:pt x="291342" y="8644"/>
                  <a:pt x="289632" y="11114"/>
                </a:cubicBezTo>
                <a:cubicBezTo>
                  <a:pt x="288587" y="12633"/>
                  <a:pt x="288065" y="16100"/>
                  <a:pt x="288065" y="21515"/>
                </a:cubicBezTo>
                <a:lnTo>
                  <a:pt x="288065" y="84492"/>
                </a:lnTo>
                <a:cubicBezTo>
                  <a:pt x="288065" y="90428"/>
                  <a:pt x="288730" y="94133"/>
                  <a:pt x="290060" y="95605"/>
                </a:cubicBezTo>
                <a:cubicBezTo>
                  <a:pt x="291817" y="97600"/>
                  <a:pt x="294595" y="98597"/>
                  <a:pt x="298395" y="98597"/>
                </a:cubicBezTo>
                <a:lnTo>
                  <a:pt x="301743" y="98597"/>
                </a:lnTo>
                <a:lnTo>
                  <a:pt x="301743" y="101305"/>
                </a:lnTo>
                <a:lnTo>
                  <a:pt x="260709" y="101304"/>
                </a:lnTo>
                <a:lnTo>
                  <a:pt x="260709" y="98597"/>
                </a:lnTo>
                <a:lnTo>
                  <a:pt x="264128" y="98597"/>
                </a:lnTo>
                <a:cubicBezTo>
                  <a:pt x="268260" y="98597"/>
                  <a:pt x="271157" y="97362"/>
                  <a:pt x="272819" y="94893"/>
                </a:cubicBezTo>
                <a:cubicBezTo>
                  <a:pt x="273864" y="93373"/>
                  <a:pt x="274387" y="89906"/>
                  <a:pt x="274387" y="84492"/>
                </a:cubicBezTo>
                <a:lnTo>
                  <a:pt x="274387" y="20019"/>
                </a:lnTo>
                <a:lnTo>
                  <a:pt x="237128" y="101304"/>
                </a:lnTo>
                <a:lnTo>
                  <a:pt x="234777" y="101304"/>
                </a:lnTo>
                <a:close/>
                <a:moveTo>
                  <a:pt x="310697" y="63119"/>
                </a:moveTo>
                <a:lnTo>
                  <a:pt x="347528" y="63119"/>
                </a:lnTo>
                <a:lnTo>
                  <a:pt x="347528" y="73948"/>
                </a:lnTo>
                <a:lnTo>
                  <a:pt x="310697" y="73948"/>
                </a:lnTo>
                <a:lnTo>
                  <a:pt x="310697" y="63119"/>
                </a:lnTo>
                <a:close/>
                <a:moveTo>
                  <a:pt x="375810" y="47502"/>
                </a:moveTo>
                <a:cubicBezTo>
                  <a:pt x="382127" y="38631"/>
                  <a:pt x="388942" y="34196"/>
                  <a:pt x="396256" y="34196"/>
                </a:cubicBezTo>
                <a:cubicBezTo>
                  <a:pt x="402953" y="34196"/>
                  <a:pt x="408794" y="37054"/>
                  <a:pt x="413781" y="42771"/>
                </a:cubicBezTo>
                <a:cubicBezTo>
                  <a:pt x="418768" y="48488"/>
                  <a:pt x="421262" y="56305"/>
                  <a:pt x="421262" y="66221"/>
                </a:cubicBezTo>
                <a:cubicBezTo>
                  <a:pt x="421262" y="77797"/>
                  <a:pt x="417415" y="87120"/>
                  <a:pt x="409721" y="94189"/>
                </a:cubicBezTo>
                <a:cubicBezTo>
                  <a:pt x="403119" y="100263"/>
                  <a:pt x="395757" y="103299"/>
                  <a:pt x="387636" y="103299"/>
                </a:cubicBezTo>
                <a:cubicBezTo>
                  <a:pt x="383836" y="103299"/>
                  <a:pt x="379978" y="102606"/>
                  <a:pt x="376059" y="101220"/>
                </a:cubicBezTo>
                <a:cubicBezTo>
                  <a:pt x="372141" y="99834"/>
                  <a:pt x="368140" y="97754"/>
                  <a:pt x="364055" y="94980"/>
                </a:cubicBezTo>
                <a:lnTo>
                  <a:pt x="364055" y="27499"/>
                </a:lnTo>
                <a:cubicBezTo>
                  <a:pt x="364055" y="20090"/>
                  <a:pt x="363877" y="15531"/>
                  <a:pt x="363521" y="13821"/>
                </a:cubicBezTo>
                <a:cubicBezTo>
                  <a:pt x="363165" y="12111"/>
                  <a:pt x="362607" y="10947"/>
                  <a:pt x="361847" y="10330"/>
                </a:cubicBezTo>
                <a:cubicBezTo>
                  <a:pt x="361087" y="9713"/>
                  <a:pt x="360137" y="9404"/>
                  <a:pt x="358997" y="9404"/>
                </a:cubicBezTo>
                <a:cubicBezTo>
                  <a:pt x="357667" y="9404"/>
                  <a:pt x="356005" y="9784"/>
                  <a:pt x="354010" y="10544"/>
                </a:cubicBezTo>
                <a:lnTo>
                  <a:pt x="353013" y="7979"/>
                </a:lnTo>
                <a:lnTo>
                  <a:pt x="372604" y="0"/>
                </a:lnTo>
                <a:lnTo>
                  <a:pt x="375810" y="0"/>
                </a:lnTo>
                <a:lnTo>
                  <a:pt x="375810" y="47502"/>
                </a:lnTo>
                <a:moveTo>
                  <a:pt x="375810" y="52037"/>
                </a:moveTo>
                <a:lnTo>
                  <a:pt x="375810" y="90870"/>
                </a:lnTo>
                <a:cubicBezTo>
                  <a:pt x="378232" y="93233"/>
                  <a:pt x="380737" y="95017"/>
                  <a:pt x="383326" y="96222"/>
                </a:cubicBezTo>
                <a:cubicBezTo>
                  <a:pt x="385914" y="97426"/>
                  <a:pt x="388562" y="98027"/>
                  <a:pt x="391269" y="98027"/>
                </a:cubicBezTo>
                <a:cubicBezTo>
                  <a:pt x="395591" y="98027"/>
                  <a:pt x="399616" y="95665"/>
                  <a:pt x="403345" y="90941"/>
                </a:cubicBezTo>
                <a:cubicBezTo>
                  <a:pt x="407073" y="86217"/>
                  <a:pt x="408937" y="79343"/>
                  <a:pt x="408937" y="70319"/>
                </a:cubicBezTo>
                <a:cubicBezTo>
                  <a:pt x="408937" y="62005"/>
                  <a:pt x="407073" y="55615"/>
                  <a:pt x="403345" y="51151"/>
                </a:cubicBezTo>
                <a:cubicBezTo>
                  <a:pt x="399616" y="46687"/>
                  <a:pt x="395377" y="44454"/>
                  <a:pt x="390628" y="44454"/>
                </a:cubicBezTo>
                <a:cubicBezTo>
                  <a:pt x="388111" y="44454"/>
                  <a:pt x="385594" y="45092"/>
                  <a:pt x="383077" y="46367"/>
                </a:cubicBezTo>
                <a:cubicBezTo>
                  <a:pt x="381177" y="47312"/>
                  <a:pt x="378755" y="49202"/>
                  <a:pt x="375810" y="52037"/>
                </a:cubicBezTo>
                <a:close/>
                <a:moveTo>
                  <a:pt x="467853" y="91976"/>
                </a:moveTo>
                <a:cubicBezTo>
                  <a:pt x="461156" y="97152"/>
                  <a:pt x="456953" y="100142"/>
                  <a:pt x="455243" y="100948"/>
                </a:cubicBezTo>
                <a:cubicBezTo>
                  <a:pt x="452679" y="102136"/>
                  <a:pt x="449948" y="102729"/>
                  <a:pt x="447051" y="102729"/>
                </a:cubicBezTo>
                <a:cubicBezTo>
                  <a:pt x="442539" y="102729"/>
                  <a:pt x="438822" y="101186"/>
                  <a:pt x="435902" y="98099"/>
                </a:cubicBezTo>
                <a:cubicBezTo>
                  <a:pt x="432981" y="95012"/>
                  <a:pt x="431520" y="90951"/>
                  <a:pt x="431520" y="85916"/>
                </a:cubicBezTo>
                <a:cubicBezTo>
                  <a:pt x="431520" y="82734"/>
                  <a:pt x="432233" y="79980"/>
                  <a:pt x="433657" y="77653"/>
                </a:cubicBezTo>
                <a:cubicBezTo>
                  <a:pt x="435605" y="74423"/>
                  <a:pt x="438989" y="71383"/>
                  <a:pt x="443809" y="68534"/>
                </a:cubicBezTo>
                <a:cubicBezTo>
                  <a:pt x="448630" y="65684"/>
                  <a:pt x="456644" y="62217"/>
                  <a:pt x="467853" y="58133"/>
                </a:cubicBezTo>
                <a:lnTo>
                  <a:pt x="467853" y="55577"/>
                </a:lnTo>
                <a:cubicBezTo>
                  <a:pt x="467853" y="49094"/>
                  <a:pt x="466820" y="44646"/>
                  <a:pt x="464754" y="42232"/>
                </a:cubicBezTo>
                <a:cubicBezTo>
                  <a:pt x="462688" y="39819"/>
                  <a:pt x="459684" y="38613"/>
                  <a:pt x="455742" y="38613"/>
                </a:cubicBezTo>
                <a:cubicBezTo>
                  <a:pt x="452750" y="38613"/>
                  <a:pt x="450375" y="39420"/>
                  <a:pt x="448618" y="41035"/>
                </a:cubicBezTo>
                <a:cubicBezTo>
                  <a:pt x="446813" y="42650"/>
                  <a:pt x="445911" y="44502"/>
                  <a:pt x="445911" y="46592"/>
                </a:cubicBezTo>
                <a:lnTo>
                  <a:pt x="446053" y="50723"/>
                </a:lnTo>
                <a:cubicBezTo>
                  <a:pt x="446053" y="52908"/>
                  <a:pt x="445495" y="54594"/>
                  <a:pt x="444379" y="55782"/>
                </a:cubicBezTo>
                <a:cubicBezTo>
                  <a:pt x="443263" y="56969"/>
                  <a:pt x="441803" y="57563"/>
                  <a:pt x="439998" y="57563"/>
                </a:cubicBezTo>
                <a:cubicBezTo>
                  <a:pt x="438241" y="57563"/>
                  <a:pt x="436804" y="56944"/>
                  <a:pt x="435688" y="55706"/>
                </a:cubicBezTo>
                <a:cubicBezTo>
                  <a:pt x="434572" y="54467"/>
                  <a:pt x="434014" y="52775"/>
                  <a:pt x="434014" y="50632"/>
                </a:cubicBezTo>
                <a:cubicBezTo>
                  <a:pt x="434014" y="46534"/>
                  <a:pt x="436103" y="42770"/>
                  <a:pt x="440283" y="39341"/>
                </a:cubicBezTo>
                <a:cubicBezTo>
                  <a:pt x="444462" y="35911"/>
                  <a:pt x="450328" y="34196"/>
                  <a:pt x="457879" y="34196"/>
                </a:cubicBezTo>
                <a:cubicBezTo>
                  <a:pt x="463674" y="34196"/>
                  <a:pt x="468423" y="35168"/>
                  <a:pt x="472127" y="37112"/>
                </a:cubicBezTo>
                <a:cubicBezTo>
                  <a:pt x="474930" y="38583"/>
                  <a:pt x="476996" y="40884"/>
                  <a:pt x="478325" y="44016"/>
                </a:cubicBezTo>
                <a:cubicBezTo>
                  <a:pt x="479180" y="46055"/>
                  <a:pt x="479608" y="50229"/>
                  <a:pt x="479608" y="56539"/>
                </a:cubicBezTo>
                <a:lnTo>
                  <a:pt x="479608" y="78668"/>
                </a:lnTo>
                <a:cubicBezTo>
                  <a:pt x="479608" y="84882"/>
                  <a:pt x="479727" y="88689"/>
                  <a:pt x="479964" y="90089"/>
                </a:cubicBezTo>
                <a:cubicBezTo>
                  <a:pt x="480201" y="91488"/>
                  <a:pt x="480593" y="92425"/>
                  <a:pt x="481139" y="92900"/>
                </a:cubicBezTo>
                <a:cubicBezTo>
                  <a:pt x="481686" y="93374"/>
                  <a:pt x="482315" y="93610"/>
                  <a:pt x="483027" y="93610"/>
                </a:cubicBezTo>
                <a:cubicBezTo>
                  <a:pt x="483787" y="93610"/>
                  <a:pt x="484452" y="93444"/>
                  <a:pt x="485022" y="93112"/>
                </a:cubicBezTo>
                <a:cubicBezTo>
                  <a:pt x="486019" y="92494"/>
                  <a:pt x="487943" y="90761"/>
                  <a:pt x="490793" y="87911"/>
                </a:cubicBezTo>
                <a:lnTo>
                  <a:pt x="490793" y="91901"/>
                </a:lnTo>
                <a:cubicBezTo>
                  <a:pt x="485473" y="99025"/>
                  <a:pt x="480391" y="102587"/>
                  <a:pt x="475547" y="102587"/>
                </a:cubicBezTo>
                <a:cubicBezTo>
                  <a:pt x="473220" y="102587"/>
                  <a:pt x="471368" y="101785"/>
                  <a:pt x="469990" y="100182"/>
                </a:cubicBezTo>
                <a:cubicBezTo>
                  <a:pt x="468613" y="98578"/>
                  <a:pt x="467901" y="95843"/>
                  <a:pt x="467853" y="91976"/>
                </a:cubicBezTo>
                <a:moveTo>
                  <a:pt x="467853" y="87357"/>
                </a:moveTo>
                <a:lnTo>
                  <a:pt x="467853" y="62549"/>
                </a:lnTo>
                <a:cubicBezTo>
                  <a:pt x="460681" y="65393"/>
                  <a:pt x="456051" y="67407"/>
                  <a:pt x="453961" y="68592"/>
                </a:cubicBezTo>
                <a:cubicBezTo>
                  <a:pt x="450209" y="70677"/>
                  <a:pt x="447526" y="72857"/>
                  <a:pt x="445911" y="75132"/>
                </a:cubicBezTo>
                <a:cubicBezTo>
                  <a:pt x="444296" y="77406"/>
                  <a:pt x="443489" y="79894"/>
                  <a:pt x="443489" y="82595"/>
                </a:cubicBezTo>
                <a:cubicBezTo>
                  <a:pt x="443489" y="86007"/>
                  <a:pt x="444510" y="88839"/>
                  <a:pt x="446552" y="91090"/>
                </a:cubicBezTo>
                <a:cubicBezTo>
                  <a:pt x="448594" y="93340"/>
                  <a:pt x="450945" y="94465"/>
                  <a:pt x="453605" y="94465"/>
                </a:cubicBezTo>
                <a:cubicBezTo>
                  <a:pt x="457214" y="94465"/>
                  <a:pt x="461964" y="92096"/>
                  <a:pt x="467853" y="87357"/>
                </a:cubicBezTo>
                <a:close/>
                <a:moveTo>
                  <a:pt x="537688" y="34196"/>
                </a:moveTo>
                <a:lnTo>
                  <a:pt x="537688" y="56423"/>
                </a:lnTo>
                <a:lnTo>
                  <a:pt x="535337" y="56423"/>
                </a:lnTo>
                <a:cubicBezTo>
                  <a:pt x="533533" y="49469"/>
                  <a:pt x="531217" y="44739"/>
                  <a:pt x="528391" y="42232"/>
                </a:cubicBezTo>
                <a:cubicBezTo>
                  <a:pt x="525565" y="39724"/>
                  <a:pt x="521968" y="38470"/>
                  <a:pt x="517598" y="38470"/>
                </a:cubicBezTo>
                <a:cubicBezTo>
                  <a:pt x="514274" y="38470"/>
                  <a:pt x="511590" y="39346"/>
                  <a:pt x="509548" y="41097"/>
                </a:cubicBezTo>
                <a:cubicBezTo>
                  <a:pt x="507506" y="42848"/>
                  <a:pt x="506485" y="44789"/>
                  <a:pt x="506485" y="46919"/>
                </a:cubicBezTo>
                <a:cubicBezTo>
                  <a:pt x="506485" y="49568"/>
                  <a:pt x="507245" y="51840"/>
                  <a:pt x="508764" y="53733"/>
                </a:cubicBezTo>
                <a:cubicBezTo>
                  <a:pt x="510237" y="55673"/>
                  <a:pt x="513229" y="57732"/>
                  <a:pt x="517741" y="59909"/>
                </a:cubicBezTo>
                <a:lnTo>
                  <a:pt x="528142" y="64949"/>
                </a:lnTo>
                <a:cubicBezTo>
                  <a:pt x="537783" y="69645"/>
                  <a:pt x="542604" y="75835"/>
                  <a:pt x="542604" y="83519"/>
                </a:cubicBezTo>
                <a:cubicBezTo>
                  <a:pt x="542604" y="89448"/>
                  <a:pt x="540360" y="94227"/>
                  <a:pt x="535872" y="97856"/>
                </a:cubicBezTo>
                <a:cubicBezTo>
                  <a:pt x="531383" y="101485"/>
                  <a:pt x="526361" y="103299"/>
                  <a:pt x="520804" y="103299"/>
                </a:cubicBezTo>
                <a:cubicBezTo>
                  <a:pt x="516815" y="103299"/>
                  <a:pt x="512255" y="102622"/>
                  <a:pt x="507126" y="101269"/>
                </a:cubicBezTo>
                <a:cubicBezTo>
                  <a:pt x="505559" y="100818"/>
                  <a:pt x="504276" y="100592"/>
                  <a:pt x="503279" y="100592"/>
                </a:cubicBezTo>
                <a:cubicBezTo>
                  <a:pt x="502187" y="100592"/>
                  <a:pt x="501332" y="101162"/>
                  <a:pt x="500714" y="102302"/>
                </a:cubicBezTo>
                <a:lnTo>
                  <a:pt x="498363" y="102302"/>
                </a:lnTo>
                <a:lnTo>
                  <a:pt x="498363" y="78935"/>
                </a:lnTo>
                <a:lnTo>
                  <a:pt x="500714" y="78935"/>
                </a:lnTo>
                <a:cubicBezTo>
                  <a:pt x="502044" y="85584"/>
                  <a:pt x="504585" y="90595"/>
                  <a:pt x="508337" y="93967"/>
                </a:cubicBezTo>
                <a:cubicBezTo>
                  <a:pt x="512089" y="97339"/>
                  <a:pt x="516292" y="99025"/>
                  <a:pt x="520947" y="99025"/>
                </a:cubicBezTo>
                <a:cubicBezTo>
                  <a:pt x="524224" y="99025"/>
                  <a:pt x="526895" y="98068"/>
                  <a:pt x="528961" y="96155"/>
                </a:cubicBezTo>
                <a:cubicBezTo>
                  <a:pt x="531027" y="94241"/>
                  <a:pt x="532060" y="91936"/>
                  <a:pt x="532060" y="89243"/>
                </a:cubicBezTo>
                <a:cubicBezTo>
                  <a:pt x="532060" y="85982"/>
                  <a:pt x="530909" y="83241"/>
                  <a:pt x="528605" y="81021"/>
                </a:cubicBezTo>
                <a:cubicBezTo>
                  <a:pt x="526302" y="78799"/>
                  <a:pt x="521707" y="75993"/>
                  <a:pt x="514820" y="72603"/>
                </a:cubicBezTo>
                <a:cubicBezTo>
                  <a:pt x="507933" y="69212"/>
                  <a:pt x="503421" y="66137"/>
                  <a:pt x="501284" y="63378"/>
                </a:cubicBezTo>
                <a:cubicBezTo>
                  <a:pt x="499147" y="60666"/>
                  <a:pt x="498078" y="57241"/>
                  <a:pt x="498078" y="53103"/>
                </a:cubicBezTo>
                <a:cubicBezTo>
                  <a:pt x="498078" y="47728"/>
                  <a:pt x="499919" y="43233"/>
                  <a:pt x="503600" y="39619"/>
                </a:cubicBezTo>
                <a:cubicBezTo>
                  <a:pt x="507280" y="36003"/>
                  <a:pt x="512042" y="34196"/>
                  <a:pt x="517883" y="34196"/>
                </a:cubicBezTo>
                <a:cubicBezTo>
                  <a:pt x="520448" y="34196"/>
                  <a:pt x="523559" y="34742"/>
                  <a:pt x="527216" y="35834"/>
                </a:cubicBezTo>
                <a:cubicBezTo>
                  <a:pt x="529638" y="36547"/>
                  <a:pt x="531253" y="36903"/>
                  <a:pt x="532060" y="36903"/>
                </a:cubicBezTo>
                <a:cubicBezTo>
                  <a:pt x="532820" y="36903"/>
                  <a:pt x="533414" y="36737"/>
                  <a:pt x="533841" y="36404"/>
                </a:cubicBezTo>
                <a:cubicBezTo>
                  <a:pt x="534269" y="36072"/>
                  <a:pt x="534767" y="35335"/>
                  <a:pt x="535337" y="34196"/>
                </a:cubicBezTo>
                <a:lnTo>
                  <a:pt x="537688" y="34196"/>
                </a:lnTo>
                <a:close/>
                <a:moveTo>
                  <a:pt x="563240" y="60697"/>
                </a:moveTo>
                <a:cubicBezTo>
                  <a:pt x="563192" y="70341"/>
                  <a:pt x="565543" y="77906"/>
                  <a:pt x="570293" y="83390"/>
                </a:cubicBezTo>
                <a:cubicBezTo>
                  <a:pt x="575042" y="88874"/>
                  <a:pt x="580623" y="91616"/>
                  <a:pt x="587034" y="91616"/>
                </a:cubicBezTo>
                <a:cubicBezTo>
                  <a:pt x="591309" y="91616"/>
                  <a:pt x="595025" y="90435"/>
                  <a:pt x="598184" y="88074"/>
                </a:cubicBezTo>
                <a:cubicBezTo>
                  <a:pt x="601342" y="85712"/>
                  <a:pt x="603990" y="81669"/>
                  <a:pt x="606127" y="75943"/>
                </a:cubicBezTo>
                <a:lnTo>
                  <a:pt x="608335" y="77374"/>
                </a:lnTo>
                <a:cubicBezTo>
                  <a:pt x="607338" y="83915"/>
                  <a:pt x="604441" y="89871"/>
                  <a:pt x="599644" y="95242"/>
                </a:cubicBezTo>
                <a:cubicBezTo>
                  <a:pt x="594847" y="100614"/>
                  <a:pt x="588839" y="103299"/>
                  <a:pt x="581620" y="103299"/>
                </a:cubicBezTo>
                <a:cubicBezTo>
                  <a:pt x="573784" y="103299"/>
                  <a:pt x="567075" y="100254"/>
                  <a:pt x="561494" y="94165"/>
                </a:cubicBezTo>
                <a:cubicBezTo>
                  <a:pt x="555914" y="88074"/>
                  <a:pt x="553124" y="79885"/>
                  <a:pt x="553124" y="69600"/>
                </a:cubicBezTo>
                <a:cubicBezTo>
                  <a:pt x="553124" y="58463"/>
                  <a:pt x="555985" y="49778"/>
                  <a:pt x="561708" y="43546"/>
                </a:cubicBezTo>
                <a:cubicBezTo>
                  <a:pt x="567431" y="37312"/>
                  <a:pt x="574615" y="34196"/>
                  <a:pt x="583259" y="34196"/>
                </a:cubicBezTo>
                <a:cubicBezTo>
                  <a:pt x="590573" y="34196"/>
                  <a:pt x="596581" y="36600"/>
                  <a:pt x="601282" y="41409"/>
                </a:cubicBezTo>
                <a:cubicBezTo>
                  <a:pt x="605984" y="46216"/>
                  <a:pt x="608335" y="52646"/>
                  <a:pt x="608335" y="60697"/>
                </a:cubicBezTo>
                <a:lnTo>
                  <a:pt x="563240" y="60697"/>
                </a:lnTo>
                <a:moveTo>
                  <a:pt x="563240" y="56565"/>
                </a:moveTo>
                <a:lnTo>
                  <a:pt x="593446" y="56565"/>
                </a:lnTo>
                <a:cubicBezTo>
                  <a:pt x="593209" y="52420"/>
                  <a:pt x="592710" y="49500"/>
                  <a:pt x="591950" y="47805"/>
                </a:cubicBezTo>
                <a:cubicBezTo>
                  <a:pt x="590763" y="45166"/>
                  <a:pt x="588993" y="43093"/>
                  <a:pt x="586643" y="41587"/>
                </a:cubicBezTo>
                <a:cubicBezTo>
                  <a:pt x="584292" y="40079"/>
                  <a:pt x="581834" y="39325"/>
                  <a:pt x="579269" y="39325"/>
                </a:cubicBezTo>
                <a:cubicBezTo>
                  <a:pt x="575327" y="39325"/>
                  <a:pt x="571801" y="40844"/>
                  <a:pt x="568690" y="43882"/>
                </a:cubicBezTo>
                <a:cubicBezTo>
                  <a:pt x="565579" y="46920"/>
                  <a:pt x="563762" y="51148"/>
                  <a:pt x="563240" y="56565"/>
                </a:cubicBezTo>
                <a:close/>
                <a:moveTo>
                  <a:pt x="662995" y="93971"/>
                </a:moveTo>
                <a:cubicBezTo>
                  <a:pt x="659813" y="97294"/>
                  <a:pt x="656702" y="99680"/>
                  <a:pt x="653663" y="101129"/>
                </a:cubicBezTo>
                <a:cubicBezTo>
                  <a:pt x="650623" y="102576"/>
                  <a:pt x="647346" y="103299"/>
                  <a:pt x="643832" y="103299"/>
                </a:cubicBezTo>
                <a:cubicBezTo>
                  <a:pt x="636708" y="103299"/>
                  <a:pt x="630486" y="100326"/>
                  <a:pt x="625167" y="94379"/>
                </a:cubicBezTo>
                <a:cubicBezTo>
                  <a:pt x="619847" y="88430"/>
                  <a:pt x="617188" y="80786"/>
                  <a:pt x="617188" y="71448"/>
                </a:cubicBezTo>
                <a:cubicBezTo>
                  <a:pt x="617188" y="62111"/>
                  <a:pt x="620132" y="53568"/>
                  <a:pt x="626021" y="45819"/>
                </a:cubicBezTo>
                <a:cubicBezTo>
                  <a:pt x="631911" y="38070"/>
                  <a:pt x="639486" y="34196"/>
                  <a:pt x="648747" y="34196"/>
                </a:cubicBezTo>
                <a:cubicBezTo>
                  <a:pt x="654494" y="34196"/>
                  <a:pt x="659243" y="36023"/>
                  <a:pt x="662995" y="39679"/>
                </a:cubicBezTo>
                <a:lnTo>
                  <a:pt x="662995" y="27499"/>
                </a:lnTo>
                <a:cubicBezTo>
                  <a:pt x="662995" y="20074"/>
                  <a:pt x="662817" y="15510"/>
                  <a:pt x="662461" y="13807"/>
                </a:cubicBezTo>
                <a:cubicBezTo>
                  <a:pt x="662105" y="12105"/>
                  <a:pt x="661547" y="10946"/>
                  <a:pt x="660787" y="10330"/>
                </a:cubicBezTo>
                <a:cubicBezTo>
                  <a:pt x="660027" y="9713"/>
                  <a:pt x="659077" y="9404"/>
                  <a:pt x="657937" y="9404"/>
                </a:cubicBezTo>
                <a:cubicBezTo>
                  <a:pt x="656702" y="9404"/>
                  <a:pt x="655064" y="9784"/>
                  <a:pt x="653022" y="10544"/>
                </a:cubicBezTo>
                <a:lnTo>
                  <a:pt x="652096" y="7979"/>
                </a:lnTo>
                <a:lnTo>
                  <a:pt x="671544" y="0"/>
                </a:lnTo>
                <a:lnTo>
                  <a:pt x="674750" y="0"/>
                </a:lnTo>
                <a:lnTo>
                  <a:pt x="674750" y="75515"/>
                </a:lnTo>
                <a:cubicBezTo>
                  <a:pt x="674750" y="83131"/>
                  <a:pt x="674928" y="87778"/>
                  <a:pt x="675284" y="89456"/>
                </a:cubicBezTo>
                <a:cubicBezTo>
                  <a:pt x="675641" y="91135"/>
                  <a:pt x="676211" y="92307"/>
                  <a:pt x="676994" y="92972"/>
                </a:cubicBezTo>
                <a:cubicBezTo>
                  <a:pt x="677778" y="93635"/>
                  <a:pt x="678692" y="93967"/>
                  <a:pt x="679737" y="93967"/>
                </a:cubicBezTo>
                <a:cubicBezTo>
                  <a:pt x="681019" y="93967"/>
                  <a:pt x="682729" y="93563"/>
                  <a:pt x="684866" y="92756"/>
                </a:cubicBezTo>
                <a:lnTo>
                  <a:pt x="685650" y="95320"/>
                </a:lnTo>
                <a:lnTo>
                  <a:pt x="666272" y="103299"/>
                </a:lnTo>
                <a:lnTo>
                  <a:pt x="662995" y="103299"/>
                </a:lnTo>
                <a:lnTo>
                  <a:pt x="662995" y="93971"/>
                </a:lnTo>
                <a:moveTo>
                  <a:pt x="662995" y="88995"/>
                </a:moveTo>
                <a:lnTo>
                  <a:pt x="662995" y="55454"/>
                </a:lnTo>
                <a:cubicBezTo>
                  <a:pt x="662710" y="52232"/>
                  <a:pt x="661856" y="49295"/>
                  <a:pt x="660431" y="46643"/>
                </a:cubicBezTo>
                <a:cubicBezTo>
                  <a:pt x="659006" y="43989"/>
                  <a:pt x="657118" y="41988"/>
                  <a:pt x="654767" y="40638"/>
                </a:cubicBezTo>
                <a:cubicBezTo>
                  <a:pt x="652416" y="39288"/>
                  <a:pt x="650125" y="38613"/>
                  <a:pt x="647892" y="38613"/>
                </a:cubicBezTo>
                <a:cubicBezTo>
                  <a:pt x="643713" y="38613"/>
                  <a:pt x="639985" y="40484"/>
                  <a:pt x="636708" y="44227"/>
                </a:cubicBezTo>
                <a:cubicBezTo>
                  <a:pt x="632386" y="49153"/>
                  <a:pt x="630225" y="56354"/>
                  <a:pt x="630225" y="65829"/>
                </a:cubicBezTo>
                <a:cubicBezTo>
                  <a:pt x="630225" y="75399"/>
                  <a:pt x="632314" y="82731"/>
                  <a:pt x="636494" y="87824"/>
                </a:cubicBezTo>
                <a:cubicBezTo>
                  <a:pt x="640673" y="92917"/>
                  <a:pt x="645328" y="95463"/>
                  <a:pt x="650457" y="95463"/>
                </a:cubicBezTo>
                <a:cubicBezTo>
                  <a:pt x="654779" y="95463"/>
                  <a:pt x="658958" y="93307"/>
                  <a:pt x="662995" y="889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A5385-C2FF-4365-BD03-D7562B1A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664" y="2534726"/>
            <a:ext cx="688218" cy="7297"/>
          </a:xfrm>
          <a:custGeom xmlns:a="http://schemas.openxmlformats.org/drawingml/2006/main">
            <a:pathLst>
              <a:path w="688218" h="7297">
                <a:moveTo>
                  <a:pt x="688218" y="7297"/>
                </a:moveTo>
                <a:lnTo>
                  <a:pt x="0" y="7297"/>
                </a:lnTo>
                <a:lnTo>
                  <a:pt x="0" y="0"/>
                </a:lnTo>
                <a:lnTo>
                  <a:pt x="688218" y="0"/>
                </a:lnTo>
                <a:lnTo>
                  <a:pt x="688218" y="72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Tree-basedNN">
            <a:extLst xmlns:a="http://schemas.openxmlformats.org/drawingml/2006/main">
              <a:ext uri="{FF2B5EF4-FFF2-40B4-BE49-F238E27FC236}">
                <a16:creationId xmlns:a16="http://schemas.microsoft.com/office/drawing/2014/main" id="{44F5A67A-3AC4-4DA9-8593-AB6F2FC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520" y="430454"/>
            <a:ext cx="888063" cy="103299"/>
          </a:xfrm>
          <a:custGeom xmlns:a="http://schemas.openxmlformats.org/drawingml/2006/main">
            <a:pathLst>
              <a:path w="888063" h="103299">
                <a:moveTo>
                  <a:pt x="80003" y="4702"/>
                </a:moveTo>
                <a:lnTo>
                  <a:pt x="81072" y="27428"/>
                </a:lnTo>
                <a:lnTo>
                  <a:pt x="78365" y="27428"/>
                </a:lnTo>
                <a:cubicBezTo>
                  <a:pt x="77842" y="23438"/>
                  <a:pt x="77130" y="20589"/>
                  <a:pt x="76228" y="18879"/>
                </a:cubicBezTo>
                <a:cubicBezTo>
                  <a:pt x="74755" y="16124"/>
                  <a:pt x="72796" y="14094"/>
                  <a:pt x="70350" y="12788"/>
                </a:cubicBezTo>
                <a:cubicBezTo>
                  <a:pt x="67904" y="11482"/>
                  <a:pt x="64687" y="10829"/>
                  <a:pt x="60697" y="10829"/>
                </a:cubicBezTo>
                <a:lnTo>
                  <a:pt x="47090" y="10829"/>
                </a:lnTo>
                <a:lnTo>
                  <a:pt x="47090" y="84492"/>
                </a:lnTo>
                <a:cubicBezTo>
                  <a:pt x="47090" y="90428"/>
                  <a:pt x="47731" y="94133"/>
                  <a:pt x="49014" y="95605"/>
                </a:cubicBezTo>
                <a:cubicBezTo>
                  <a:pt x="50818" y="97600"/>
                  <a:pt x="53597" y="98597"/>
                  <a:pt x="57349" y="98597"/>
                </a:cubicBezTo>
                <a:lnTo>
                  <a:pt x="60697" y="98597"/>
                </a:lnTo>
                <a:lnTo>
                  <a:pt x="60697" y="101304"/>
                </a:lnTo>
                <a:lnTo>
                  <a:pt x="19734" y="101304"/>
                </a:lnTo>
                <a:lnTo>
                  <a:pt x="19734" y="98597"/>
                </a:lnTo>
                <a:lnTo>
                  <a:pt x="23153" y="98597"/>
                </a:lnTo>
                <a:cubicBezTo>
                  <a:pt x="27238" y="98597"/>
                  <a:pt x="30135" y="97362"/>
                  <a:pt x="31845" y="94893"/>
                </a:cubicBezTo>
                <a:cubicBezTo>
                  <a:pt x="32889" y="93373"/>
                  <a:pt x="33412" y="89906"/>
                  <a:pt x="33412" y="84492"/>
                </a:cubicBezTo>
                <a:lnTo>
                  <a:pt x="33412" y="10829"/>
                </a:lnTo>
                <a:lnTo>
                  <a:pt x="21800" y="10829"/>
                </a:lnTo>
                <a:cubicBezTo>
                  <a:pt x="17288" y="10829"/>
                  <a:pt x="14082" y="11161"/>
                  <a:pt x="12182" y="11826"/>
                </a:cubicBezTo>
                <a:cubicBezTo>
                  <a:pt x="9713" y="12728"/>
                  <a:pt x="7599" y="14462"/>
                  <a:pt x="5842" y="17027"/>
                </a:cubicBezTo>
                <a:cubicBezTo>
                  <a:pt x="4084" y="19591"/>
                  <a:pt x="3040" y="23058"/>
                  <a:pt x="2707" y="27428"/>
                </a:cubicBezTo>
                <a:lnTo>
                  <a:pt x="0" y="27428"/>
                </a:lnTo>
                <a:lnTo>
                  <a:pt x="1140" y="4702"/>
                </a:lnTo>
                <a:lnTo>
                  <a:pt x="80003" y="4702"/>
                </a:lnTo>
                <a:close/>
                <a:moveTo>
                  <a:pt x="108235" y="34196"/>
                </a:moveTo>
                <a:lnTo>
                  <a:pt x="108235" y="48871"/>
                </a:lnTo>
                <a:cubicBezTo>
                  <a:pt x="113697" y="39087"/>
                  <a:pt x="119301" y="34196"/>
                  <a:pt x="125048" y="34196"/>
                </a:cubicBezTo>
                <a:cubicBezTo>
                  <a:pt x="127660" y="34196"/>
                  <a:pt x="129821" y="34991"/>
                  <a:pt x="131530" y="36582"/>
                </a:cubicBezTo>
                <a:cubicBezTo>
                  <a:pt x="133240" y="38173"/>
                  <a:pt x="134095" y="40014"/>
                  <a:pt x="134095" y="42103"/>
                </a:cubicBezTo>
                <a:cubicBezTo>
                  <a:pt x="134095" y="43956"/>
                  <a:pt x="133478" y="45523"/>
                  <a:pt x="132243" y="46805"/>
                </a:cubicBezTo>
                <a:cubicBezTo>
                  <a:pt x="131008" y="48088"/>
                  <a:pt x="129536" y="48729"/>
                  <a:pt x="127826" y="48729"/>
                </a:cubicBezTo>
                <a:cubicBezTo>
                  <a:pt x="126164" y="48729"/>
                  <a:pt x="124300" y="47921"/>
                  <a:pt x="122234" y="46307"/>
                </a:cubicBezTo>
                <a:cubicBezTo>
                  <a:pt x="120168" y="44692"/>
                  <a:pt x="118636" y="43884"/>
                  <a:pt x="117639" y="43884"/>
                </a:cubicBezTo>
                <a:cubicBezTo>
                  <a:pt x="116784" y="43884"/>
                  <a:pt x="115857" y="44356"/>
                  <a:pt x="114860" y="45298"/>
                </a:cubicBezTo>
                <a:cubicBezTo>
                  <a:pt x="112723" y="47232"/>
                  <a:pt x="110514" y="50415"/>
                  <a:pt x="108235" y="54847"/>
                </a:cubicBezTo>
                <a:lnTo>
                  <a:pt x="108235" y="86059"/>
                </a:lnTo>
                <a:cubicBezTo>
                  <a:pt x="108235" y="89671"/>
                  <a:pt x="108686" y="92404"/>
                  <a:pt x="109588" y="94256"/>
                </a:cubicBezTo>
                <a:cubicBezTo>
                  <a:pt x="110206" y="95540"/>
                  <a:pt x="111298" y="96609"/>
                  <a:pt x="112865" y="97462"/>
                </a:cubicBezTo>
                <a:cubicBezTo>
                  <a:pt x="114433" y="98314"/>
                  <a:pt x="116689" y="98740"/>
                  <a:pt x="119633" y="98740"/>
                </a:cubicBezTo>
                <a:lnTo>
                  <a:pt x="119633" y="101304"/>
                </a:lnTo>
                <a:lnTo>
                  <a:pt x="86221" y="101304"/>
                </a:lnTo>
                <a:lnTo>
                  <a:pt x="86221" y="98740"/>
                </a:lnTo>
                <a:cubicBezTo>
                  <a:pt x="89546" y="98740"/>
                  <a:pt x="92016" y="98211"/>
                  <a:pt x="93630" y="97155"/>
                </a:cubicBezTo>
                <a:cubicBezTo>
                  <a:pt x="94818" y="96386"/>
                  <a:pt x="95649" y="95161"/>
                  <a:pt x="96124" y="93479"/>
                </a:cubicBezTo>
                <a:cubicBezTo>
                  <a:pt x="96361" y="92661"/>
                  <a:pt x="96480" y="90330"/>
                  <a:pt x="96480" y="86486"/>
                </a:cubicBezTo>
                <a:lnTo>
                  <a:pt x="96480" y="61410"/>
                </a:lnTo>
                <a:cubicBezTo>
                  <a:pt x="96480" y="53811"/>
                  <a:pt x="96326" y="49287"/>
                  <a:pt x="96017" y="47838"/>
                </a:cubicBezTo>
                <a:cubicBezTo>
                  <a:pt x="95708" y="46390"/>
                  <a:pt x="95138" y="45333"/>
                  <a:pt x="94307" y="44668"/>
                </a:cubicBezTo>
                <a:cubicBezTo>
                  <a:pt x="93476" y="44003"/>
                  <a:pt x="92443" y="43671"/>
                  <a:pt x="91208" y="43671"/>
                </a:cubicBezTo>
                <a:cubicBezTo>
                  <a:pt x="89736" y="43671"/>
                  <a:pt x="88074" y="44027"/>
                  <a:pt x="86221" y="44739"/>
                </a:cubicBezTo>
                <a:lnTo>
                  <a:pt x="85509" y="42175"/>
                </a:lnTo>
                <a:lnTo>
                  <a:pt x="105243" y="34196"/>
                </a:lnTo>
                <a:lnTo>
                  <a:pt x="108235" y="34196"/>
                </a:lnTo>
                <a:close/>
                <a:moveTo>
                  <a:pt x="148699" y="60697"/>
                </a:moveTo>
                <a:cubicBezTo>
                  <a:pt x="148651" y="70341"/>
                  <a:pt x="151002" y="77906"/>
                  <a:pt x="155752" y="83390"/>
                </a:cubicBezTo>
                <a:cubicBezTo>
                  <a:pt x="160501" y="88874"/>
                  <a:pt x="166082" y="91616"/>
                  <a:pt x="172493" y="91616"/>
                </a:cubicBezTo>
                <a:cubicBezTo>
                  <a:pt x="176768" y="91616"/>
                  <a:pt x="180484" y="90435"/>
                  <a:pt x="183642" y="88074"/>
                </a:cubicBezTo>
                <a:cubicBezTo>
                  <a:pt x="186801" y="85712"/>
                  <a:pt x="189448" y="81669"/>
                  <a:pt x="191586" y="75943"/>
                </a:cubicBezTo>
                <a:lnTo>
                  <a:pt x="193794" y="77374"/>
                </a:lnTo>
                <a:cubicBezTo>
                  <a:pt x="192797" y="83915"/>
                  <a:pt x="189900" y="89871"/>
                  <a:pt x="185103" y="95242"/>
                </a:cubicBezTo>
                <a:cubicBezTo>
                  <a:pt x="180306" y="100614"/>
                  <a:pt x="174298" y="103299"/>
                  <a:pt x="167079" y="103299"/>
                </a:cubicBezTo>
                <a:cubicBezTo>
                  <a:pt x="159242" y="103299"/>
                  <a:pt x="152534" y="100254"/>
                  <a:pt x="146953" y="94165"/>
                </a:cubicBezTo>
                <a:cubicBezTo>
                  <a:pt x="141373" y="88074"/>
                  <a:pt x="138583" y="79885"/>
                  <a:pt x="138583" y="69600"/>
                </a:cubicBezTo>
                <a:cubicBezTo>
                  <a:pt x="138583" y="58463"/>
                  <a:pt x="141444" y="49778"/>
                  <a:pt x="147167" y="43546"/>
                </a:cubicBezTo>
                <a:cubicBezTo>
                  <a:pt x="152890" y="37312"/>
                  <a:pt x="160074" y="34196"/>
                  <a:pt x="168717" y="34196"/>
                </a:cubicBezTo>
                <a:cubicBezTo>
                  <a:pt x="176031" y="34196"/>
                  <a:pt x="182039" y="36600"/>
                  <a:pt x="186741" y="41409"/>
                </a:cubicBezTo>
                <a:cubicBezTo>
                  <a:pt x="191443" y="46216"/>
                  <a:pt x="193794" y="52646"/>
                  <a:pt x="193794" y="60697"/>
                </a:cubicBezTo>
                <a:lnTo>
                  <a:pt x="148699" y="60697"/>
                </a:lnTo>
                <a:moveTo>
                  <a:pt x="148699" y="56565"/>
                </a:moveTo>
                <a:lnTo>
                  <a:pt x="178905" y="56565"/>
                </a:lnTo>
                <a:cubicBezTo>
                  <a:pt x="178667" y="52420"/>
                  <a:pt x="178169" y="49500"/>
                  <a:pt x="177409" y="47805"/>
                </a:cubicBezTo>
                <a:cubicBezTo>
                  <a:pt x="176221" y="45166"/>
                  <a:pt x="174452" y="43093"/>
                  <a:pt x="172101" y="41587"/>
                </a:cubicBezTo>
                <a:cubicBezTo>
                  <a:pt x="169750" y="40079"/>
                  <a:pt x="167293" y="39325"/>
                  <a:pt x="164728" y="39325"/>
                </a:cubicBezTo>
                <a:cubicBezTo>
                  <a:pt x="160786" y="39325"/>
                  <a:pt x="157260" y="40844"/>
                  <a:pt x="154149" y="43882"/>
                </a:cubicBezTo>
                <a:cubicBezTo>
                  <a:pt x="151038" y="46920"/>
                  <a:pt x="149221" y="51148"/>
                  <a:pt x="148699" y="56565"/>
                </a:cubicBezTo>
                <a:close/>
                <a:moveTo>
                  <a:pt x="213333" y="60697"/>
                </a:moveTo>
                <a:cubicBezTo>
                  <a:pt x="213286" y="70341"/>
                  <a:pt x="215637" y="77906"/>
                  <a:pt x="220386" y="83390"/>
                </a:cubicBezTo>
                <a:cubicBezTo>
                  <a:pt x="225136" y="88874"/>
                  <a:pt x="230716" y="91616"/>
                  <a:pt x="237128" y="91616"/>
                </a:cubicBezTo>
                <a:cubicBezTo>
                  <a:pt x="241402" y="91616"/>
                  <a:pt x="245119" y="90435"/>
                  <a:pt x="248277" y="88074"/>
                </a:cubicBezTo>
                <a:cubicBezTo>
                  <a:pt x="251435" y="85712"/>
                  <a:pt x="254083" y="81669"/>
                  <a:pt x="256220" y="75943"/>
                </a:cubicBezTo>
                <a:lnTo>
                  <a:pt x="258429" y="77374"/>
                </a:lnTo>
                <a:cubicBezTo>
                  <a:pt x="257431" y="83915"/>
                  <a:pt x="254534" y="89871"/>
                  <a:pt x="249737" y="95242"/>
                </a:cubicBezTo>
                <a:cubicBezTo>
                  <a:pt x="244941" y="100614"/>
                  <a:pt x="238933" y="103299"/>
                  <a:pt x="231714" y="103299"/>
                </a:cubicBezTo>
                <a:cubicBezTo>
                  <a:pt x="223877" y="103299"/>
                  <a:pt x="217169" y="100254"/>
                  <a:pt x="211588" y="94165"/>
                </a:cubicBezTo>
                <a:cubicBezTo>
                  <a:pt x="206007" y="88074"/>
                  <a:pt x="203217" y="79885"/>
                  <a:pt x="203217" y="69600"/>
                </a:cubicBezTo>
                <a:cubicBezTo>
                  <a:pt x="203217" y="58463"/>
                  <a:pt x="206079" y="49778"/>
                  <a:pt x="211802" y="43546"/>
                </a:cubicBezTo>
                <a:cubicBezTo>
                  <a:pt x="217525" y="37312"/>
                  <a:pt x="224708" y="34196"/>
                  <a:pt x="233352" y="34196"/>
                </a:cubicBezTo>
                <a:cubicBezTo>
                  <a:pt x="240666" y="34196"/>
                  <a:pt x="246674" y="36600"/>
                  <a:pt x="251376" y="41409"/>
                </a:cubicBezTo>
                <a:cubicBezTo>
                  <a:pt x="256078" y="46216"/>
                  <a:pt x="258429" y="52646"/>
                  <a:pt x="258429" y="60697"/>
                </a:cubicBezTo>
                <a:lnTo>
                  <a:pt x="213333" y="60697"/>
                </a:lnTo>
                <a:moveTo>
                  <a:pt x="213333" y="56565"/>
                </a:moveTo>
                <a:lnTo>
                  <a:pt x="243540" y="56565"/>
                </a:lnTo>
                <a:cubicBezTo>
                  <a:pt x="243302" y="52420"/>
                  <a:pt x="242803" y="49500"/>
                  <a:pt x="242043" y="47805"/>
                </a:cubicBezTo>
                <a:cubicBezTo>
                  <a:pt x="240856" y="45166"/>
                  <a:pt x="239087" y="43093"/>
                  <a:pt x="236736" y="41587"/>
                </a:cubicBezTo>
                <a:cubicBezTo>
                  <a:pt x="234385" y="40079"/>
                  <a:pt x="231927" y="39325"/>
                  <a:pt x="229363" y="39325"/>
                </a:cubicBezTo>
                <a:cubicBezTo>
                  <a:pt x="225421" y="39325"/>
                  <a:pt x="221894" y="40844"/>
                  <a:pt x="218783" y="43882"/>
                </a:cubicBezTo>
                <a:cubicBezTo>
                  <a:pt x="215672" y="46920"/>
                  <a:pt x="213856" y="51148"/>
                  <a:pt x="213333" y="56565"/>
                </a:cubicBezTo>
                <a:close/>
                <a:moveTo>
                  <a:pt x="268351" y="63119"/>
                </a:moveTo>
                <a:lnTo>
                  <a:pt x="305182" y="63119"/>
                </a:lnTo>
                <a:lnTo>
                  <a:pt x="305182" y="73948"/>
                </a:lnTo>
                <a:lnTo>
                  <a:pt x="268351" y="73948"/>
                </a:lnTo>
                <a:lnTo>
                  <a:pt x="268351" y="63119"/>
                </a:lnTo>
                <a:close/>
                <a:moveTo>
                  <a:pt x="333464" y="47502"/>
                </a:moveTo>
                <a:cubicBezTo>
                  <a:pt x="339781" y="38631"/>
                  <a:pt x="346597" y="34196"/>
                  <a:pt x="353911" y="34196"/>
                </a:cubicBezTo>
                <a:cubicBezTo>
                  <a:pt x="360607" y="34196"/>
                  <a:pt x="366449" y="37054"/>
                  <a:pt x="371436" y="42771"/>
                </a:cubicBezTo>
                <a:cubicBezTo>
                  <a:pt x="376423" y="48488"/>
                  <a:pt x="378916" y="56305"/>
                  <a:pt x="378916" y="66221"/>
                </a:cubicBezTo>
                <a:cubicBezTo>
                  <a:pt x="378916" y="77797"/>
                  <a:pt x="375069" y="87120"/>
                  <a:pt x="367375" y="94189"/>
                </a:cubicBezTo>
                <a:cubicBezTo>
                  <a:pt x="360773" y="100263"/>
                  <a:pt x="353412" y="103299"/>
                  <a:pt x="345290" y="103299"/>
                </a:cubicBezTo>
                <a:cubicBezTo>
                  <a:pt x="341491" y="103299"/>
                  <a:pt x="337632" y="102606"/>
                  <a:pt x="333714" y="101220"/>
                </a:cubicBezTo>
                <a:cubicBezTo>
                  <a:pt x="329796" y="99834"/>
                  <a:pt x="325794" y="97754"/>
                  <a:pt x="321710" y="94980"/>
                </a:cubicBezTo>
                <a:lnTo>
                  <a:pt x="321710" y="27499"/>
                </a:lnTo>
                <a:cubicBezTo>
                  <a:pt x="321710" y="20090"/>
                  <a:pt x="321532" y="15531"/>
                  <a:pt x="321175" y="13821"/>
                </a:cubicBezTo>
                <a:cubicBezTo>
                  <a:pt x="320819" y="12111"/>
                  <a:pt x="320261" y="10947"/>
                  <a:pt x="319501" y="10330"/>
                </a:cubicBezTo>
                <a:cubicBezTo>
                  <a:pt x="318741" y="9713"/>
                  <a:pt x="317792" y="9404"/>
                  <a:pt x="316652" y="9404"/>
                </a:cubicBezTo>
                <a:cubicBezTo>
                  <a:pt x="315322" y="9404"/>
                  <a:pt x="313660" y="9784"/>
                  <a:pt x="311665" y="10544"/>
                </a:cubicBezTo>
                <a:lnTo>
                  <a:pt x="310667" y="7979"/>
                </a:lnTo>
                <a:lnTo>
                  <a:pt x="330259" y="0"/>
                </a:lnTo>
                <a:lnTo>
                  <a:pt x="333465" y="0"/>
                </a:lnTo>
                <a:lnTo>
                  <a:pt x="333464" y="47502"/>
                </a:lnTo>
                <a:moveTo>
                  <a:pt x="333464" y="52037"/>
                </a:moveTo>
                <a:lnTo>
                  <a:pt x="333464" y="90870"/>
                </a:lnTo>
                <a:cubicBezTo>
                  <a:pt x="335887" y="93233"/>
                  <a:pt x="338392" y="95017"/>
                  <a:pt x="340980" y="96222"/>
                </a:cubicBezTo>
                <a:cubicBezTo>
                  <a:pt x="343569" y="97426"/>
                  <a:pt x="346217" y="98027"/>
                  <a:pt x="348924" y="98027"/>
                </a:cubicBezTo>
                <a:cubicBezTo>
                  <a:pt x="353246" y="98027"/>
                  <a:pt x="357271" y="95665"/>
                  <a:pt x="360999" y="90941"/>
                </a:cubicBezTo>
                <a:cubicBezTo>
                  <a:pt x="364727" y="86217"/>
                  <a:pt x="366591" y="79343"/>
                  <a:pt x="366591" y="70319"/>
                </a:cubicBezTo>
                <a:cubicBezTo>
                  <a:pt x="366591" y="62005"/>
                  <a:pt x="364727" y="55615"/>
                  <a:pt x="360999" y="51151"/>
                </a:cubicBezTo>
                <a:cubicBezTo>
                  <a:pt x="357271" y="46687"/>
                  <a:pt x="353032" y="44454"/>
                  <a:pt x="348283" y="44454"/>
                </a:cubicBezTo>
                <a:cubicBezTo>
                  <a:pt x="345765" y="44454"/>
                  <a:pt x="343248" y="45092"/>
                  <a:pt x="340731" y="46367"/>
                </a:cubicBezTo>
                <a:cubicBezTo>
                  <a:pt x="338831" y="47312"/>
                  <a:pt x="336409" y="49202"/>
                  <a:pt x="333464" y="52037"/>
                </a:cubicBezTo>
                <a:close/>
                <a:moveTo>
                  <a:pt x="425507" y="91976"/>
                </a:moveTo>
                <a:cubicBezTo>
                  <a:pt x="418811" y="97152"/>
                  <a:pt x="414607" y="100142"/>
                  <a:pt x="412898" y="100948"/>
                </a:cubicBezTo>
                <a:cubicBezTo>
                  <a:pt x="410333" y="102136"/>
                  <a:pt x="407602" y="102729"/>
                  <a:pt x="404705" y="102729"/>
                </a:cubicBezTo>
                <a:cubicBezTo>
                  <a:pt x="400193" y="102729"/>
                  <a:pt x="396477" y="101186"/>
                  <a:pt x="393556" y="98099"/>
                </a:cubicBezTo>
                <a:cubicBezTo>
                  <a:pt x="390635" y="95012"/>
                  <a:pt x="389174" y="90951"/>
                  <a:pt x="389174" y="85916"/>
                </a:cubicBezTo>
                <a:cubicBezTo>
                  <a:pt x="389174" y="82734"/>
                  <a:pt x="389887" y="79980"/>
                  <a:pt x="391312" y="77653"/>
                </a:cubicBezTo>
                <a:cubicBezTo>
                  <a:pt x="393259" y="74423"/>
                  <a:pt x="396643" y="71383"/>
                  <a:pt x="401464" y="68534"/>
                </a:cubicBezTo>
                <a:cubicBezTo>
                  <a:pt x="406284" y="65684"/>
                  <a:pt x="414299" y="62217"/>
                  <a:pt x="425507" y="58133"/>
                </a:cubicBezTo>
                <a:lnTo>
                  <a:pt x="425507" y="55577"/>
                </a:lnTo>
                <a:cubicBezTo>
                  <a:pt x="425507" y="49094"/>
                  <a:pt x="424474" y="44646"/>
                  <a:pt x="422408" y="42232"/>
                </a:cubicBezTo>
                <a:cubicBezTo>
                  <a:pt x="420342" y="39819"/>
                  <a:pt x="417338" y="38613"/>
                  <a:pt x="413396" y="38613"/>
                </a:cubicBezTo>
                <a:cubicBezTo>
                  <a:pt x="410404" y="38613"/>
                  <a:pt x="408030" y="39420"/>
                  <a:pt x="406272" y="41035"/>
                </a:cubicBezTo>
                <a:cubicBezTo>
                  <a:pt x="404468" y="42650"/>
                  <a:pt x="403565" y="44502"/>
                  <a:pt x="403565" y="46592"/>
                </a:cubicBezTo>
                <a:lnTo>
                  <a:pt x="403708" y="50723"/>
                </a:lnTo>
                <a:cubicBezTo>
                  <a:pt x="403708" y="52908"/>
                  <a:pt x="403150" y="54594"/>
                  <a:pt x="402033" y="55782"/>
                </a:cubicBezTo>
                <a:cubicBezTo>
                  <a:pt x="400917" y="56969"/>
                  <a:pt x="399457" y="57563"/>
                  <a:pt x="397652" y="57563"/>
                </a:cubicBezTo>
                <a:cubicBezTo>
                  <a:pt x="395895" y="57563"/>
                  <a:pt x="394458" y="56944"/>
                  <a:pt x="393342" y="55706"/>
                </a:cubicBezTo>
                <a:cubicBezTo>
                  <a:pt x="392226" y="54467"/>
                  <a:pt x="391668" y="52775"/>
                  <a:pt x="391668" y="50632"/>
                </a:cubicBezTo>
                <a:cubicBezTo>
                  <a:pt x="391668" y="46534"/>
                  <a:pt x="393758" y="42770"/>
                  <a:pt x="397937" y="39341"/>
                </a:cubicBezTo>
                <a:cubicBezTo>
                  <a:pt x="402117" y="35911"/>
                  <a:pt x="407982" y="34196"/>
                  <a:pt x="415534" y="34196"/>
                </a:cubicBezTo>
                <a:cubicBezTo>
                  <a:pt x="421328" y="34196"/>
                  <a:pt x="426077" y="35168"/>
                  <a:pt x="429782" y="37112"/>
                </a:cubicBezTo>
                <a:cubicBezTo>
                  <a:pt x="432584" y="38583"/>
                  <a:pt x="434650" y="40884"/>
                  <a:pt x="435980" y="44016"/>
                </a:cubicBezTo>
                <a:cubicBezTo>
                  <a:pt x="436835" y="46055"/>
                  <a:pt x="437262" y="50229"/>
                  <a:pt x="437262" y="56539"/>
                </a:cubicBezTo>
                <a:lnTo>
                  <a:pt x="437262" y="78668"/>
                </a:lnTo>
                <a:cubicBezTo>
                  <a:pt x="437262" y="84882"/>
                  <a:pt x="437381" y="88689"/>
                  <a:pt x="437618" y="90089"/>
                </a:cubicBezTo>
                <a:cubicBezTo>
                  <a:pt x="437856" y="91488"/>
                  <a:pt x="438248" y="92425"/>
                  <a:pt x="438794" y="92900"/>
                </a:cubicBezTo>
                <a:cubicBezTo>
                  <a:pt x="439340" y="93374"/>
                  <a:pt x="439969" y="93610"/>
                  <a:pt x="440682" y="93610"/>
                </a:cubicBezTo>
                <a:cubicBezTo>
                  <a:pt x="441441" y="93610"/>
                  <a:pt x="442106" y="93444"/>
                  <a:pt x="442676" y="93112"/>
                </a:cubicBezTo>
                <a:cubicBezTo>
                  <a:pt x="443674" y="92494"/>
                  <a:pt x="445597" y="90761"/>
                  <a:pt x="448447" y="87911"/>
                </a:cubicBezTo>
                <a:lnTo>
                  <a:pt x="448447" y="91901"/>
                </a:lnTo>
                <a:cubicBezTo>
                  <a:pt x="443128" y="99025"/>
                  <a:pt x="438046" y="102587"/>
                  <a:pt x="433201" y="102587"/>
                </a:cubicBezTo>
                <a:cubicBezTo>
                  <a:pt x="430874" y="102587"/>
                  <a:pt x="429022" y="101785"/>
                  <a:pt x="427644" y="100182"/>
                </a:cubicBezTo>
                <a:cubicBezTo>
                  <a:pt x="426267" y="98578"/>
                  <a:pt x="425555" y="95843"/>
                  <a:pt x="425507" y="91976"/>
                </a:cubicBezTo>
                <a:moveTo>
                  <a:pt x="425507" y="87357"/>
                </a:moveTo>
                <a:lnTo>
                  <a:pt x="425507" y="62549"/>
                </a:lnTo>
                <a:cubicBezTo>
                  <a:pt x="418336" y="65393"/>
                  <a:pt x="413705" y="67407"/>
                  <a:pt x="411615" y="68592"/>
                </a:cubicBezTo>
                <a:cubicBezTo>
                  <a:pt x="407863" y="70677"/>
                  <a:pt x="405180" y="72857"/>
                  <a:pt x="403565" y="75132"/>
                </a:cubicBezTo>
                <a:cubicBezTo>
                  <a:pt x="401950" y="77406"/>
                  <a:pt x="401143" y="79894"/>
                  <a:pt x="401143" y="82595"/>
                </a:cubicBezTo>
                <a:cubicBezTo>
                  <a:pt x="401143" y="86007"/>
                  <a:pt x="402164" y="88839"/>
                  <a:pt x="404206" y="91090"/>
                </a:cubicBezTo>
                <a:cubicBezTo>
                  <a:pt x="406249" y="93340"/>
                  <a:pt x="408599" y="94465"/>
                  <a:pt x="411259" y="94465"/>
                </a:cubicBezTo>
                <a:cubicBezTo>
                  <a:pt x="414869" y="94465"/>
                  <a:pt x="419618" y="92096"/>
                  <a:pt x="425507" y="87357"/>
                </a:cubicBezTo>
                <a:close/>
                <a:moveTo>
                  <a:pt x="495343" y="34196"/>
                </a:moveTo>
                <a:lnTo>
                  <a:pt x="495343" y="56423"/>
                </a:lnTo>
                <a:lnTo>
                  <a:pt x="492992" y="56423"/>
                </a:lnTo>
                <a:cubicBezTo>
                  <a:pt x="491187" y="49469"/>
                  <a:pt x="488871" y="44739"/>
                  <a:pt x="486046" y="42232"/>
                </a:cubicBezTo>
                <a:cubicBezTo>
                  <a:pt x="483220" y="39724"/>
                  <a:pt x="479622" y="38470"/>
                  <a:pt x="475253" y="38470"/>
                </a:cubicBezTo>
                <a:cubicBezTo>
                  <a:pt x="471928" y="38470"/>
                  <a:pt x="469245" y="39346"/>
                  <a:pt x="467202" y="41097"/>
                </a:cubicBezTo>
                <a:cubicBezTo>
                  <a:pt x="465160" y="42848"/>
                  <a:pt x="464139" y="44789"/>
                  <a:pt x="464139" y="46919"/>
                </a:cubicBezTo>
                <a:cubicBezTo>
                  <a:pt x="464139" y="49568"/>
                  <a:pt x="464899" y="51840"/>
                  <a:pt x="466419" y="53733"/>
                </a:cubicBezTo>
                <a:cubicBezTo>
                  <a:pt x="467891" y="55673"/>
                  <a:pt x="470883" y="57732"/>
                  <a:pt x="475395" y="59909"/>
                </a:cubicBezTo>
                <a:lnTo>
                  <a:pt x="485796" y="64949"/>
                </a:lnTo>
                <a:cubicBezTo>
                  <a:pt x="495438" y="69645"/>
                  <a:pt x="500258" y="75835"/>
                  <a:pt x="500258" y="83519"/>
                </a:cubicBezTo>
                <a:cubicBezTo>
                  <a:pt x="500258" y="89448"/>
                  <a:pt x="498014" y="94227"/>
                  <a:pt x="493526" y="97856"/>
                </a:cubicBezTo>
                <a:cubicBezTo>
                  <a:pt x="489038" y="101485"/>
                  <a:pt x="484015" y="103299"/>
                  <a:pt x="478458" y="103299"/>
                </a:cubicBezTo>
                <a:cubicBezTo>
                  <a:pt x="474469" y="103299"/>
                  <a:pt x="469910" y="102622"/>
                  <a:pt x="464780" y="101269"/>
                </a:cubicBezTo>
                <a:cubicBezTo>
                  <a:pt x="463213" y="100818"/>
                  <a:pt x="461931" y="100592"/>
                  <a:pt x="460933" y="100592"/>
                </a:cubicBezTo>
                <a:cubicBezTo>
                  <a:pt x="459841" y="100592"/>
                  <a:pt x="458986" y="101162"/>
                  <a:pt x="458369" y="102302"/>
                </a:cubicBezTo>
                <a:lnTo>
                  <a:pt x="456018" y="102302"/>
                </a:lnTo>
                <a:lnTo>
                  <a:pt x="456018" y="78935"/>
                </a:lnTo>
                <a:lnTo>
                  <a:pt x="458369" y="78935"/>
                </a:lnTo>
                <a:cubicBezTo>
                  <a:pt x="459698" y="85584"/>
                  <a:pt x="462239" y="90595"/>
                  <a:pt x="465991" y="93967"/>
                </a:cubicBezTo>
                <a:cubicBezTo>
                  <a:pt x="469743" y="97339"/>
                  <a:pt x="473947" y="99025"/>
                  <a:pt x="478601" y="99025"/>
                </a:cubicBezTo>
                <a:cubicBezTo>
                  <a:pt x="481878" y="99025"/>
                  <a:pt x="484550" y="98068"/>
                  <a:pt x="486616" y="96155"/>
                </a:cubicBezTo>
                <a:cubicBezTo>
                  <a:pt x="488681" y="94241"/>
                  <a:pt x="489714" y="91936"/>
                  <a:pt x="489714" y="89243"/>
                </a:cubicBezTo>
                <a:cubicBezTo>
                  <a:pt x="489714" y="85982"/>
                  <a:pt x="488563" y="83241"/>
                  <a:pt x="486259" y="81021"/>
                </a:cubicBezTo>
                <a:cubicBezTo>
                  <a:pt x="483956" y="78799"/>
                  <a:pt x="479361" y="75993"/>
                  <a:pt x="472474" y="72603"/>
                </a:cubicBezTo>
                <a:cubicBezTo>
                  <a:pt x="465588" y="69212"/>
                  <a:pt x="461076" y="66137"/>
                  <a:pt x="458938" y="63378"/>
                </a:cubicBezTo>
                <a:cubicBezTo>
                  <a:pt x="456801" y="60666"/>
                  <a:pt x="455733" y="57241"/>
                  <a:pt x="455733" y="53103"/>
                </a:cubicBezTo>
                <a:cubicBezTo>
                  <a:pt x="455733" y="47728"/>
                  <a:pt x="457573" y="43233"/>
                  <a:pt x="461254" y="39619"/>
                </a:cubicBezTo>
                <a:cubicBezTo>
                  <a:pt x="464935" y="36003"/>
                  <a:pt x="469696" y="34196"/>
                  <a:pt x="475538" y="34196"/>
                </a:cubicBezTo>
                <a:cubicBezTo>
                  <a:pt x="478102" y="34196"/>
                  <a:pt x="481213" y="34742"/>
                  <a:pt x="484870" y="35834"/>
                </a:cubicBezTo>
                <a:cubicBezTo>
                  <a:pt x="487292" y="36547"/>
                  <a:pt x="488907" y="36903"/>
                  <a:pt x="489714" y="36903"/>
                </a:cubicBezTo>
                <a:cubicBezTo>
                  <a:pt x="490474" y="36903"/>
                  <a:pt x="491068" y="36737"/>
                  <a:pt x="491496" y="36404"/>
                </a:cubicBezTo>
                <a:cubicBezTo>
                  <a:pt x="491923" y="36072"/>
                  <a:pt x="492422" y="35335"/>
                  <a:pt x="492992" y="34196"/>
                </a:cubicBezTo>
                <a:lnTo>
                  <a:pt x="495343" y="34196"/>
                </a:lnTo>
                <a:close/>
                <a:moveTo>
                  <a:pt x="520894" y="60697"/>
                </a:moveTo>
                <a:cubicBezTo>
                  <a:pt x="520847" y="70341"/>
                  <a:pt x="523198" y="77906"/>
                  <a:pt x="527947" y="83390"/>
                </a:cubicBezTo>
                <a:cubicBezTo>
                  <a:pt x="532696" y="88874"/>
                  <a:pt x="538277" y="91616"/>
                  <a:pt x="544689" y="91616"/>
                </a:cubicBezTo>
                <a:cubicBezTo>
                  <a:pt x="548963" y="91616"/>
                  <a:pt x="552679" y="90435"/>
                  <a:pt x="555838" y="88074"/>
                </a:cubicBezTo>
                <a:cubicBezTo>
                  <a:pt x="558996" y="85712"/>
                  <a:pt x="561644" y="81669"/>
                  <a:pt x="563781" y="75943"/>
                </a:cubicBezTo>
                <a:lnTo>
                  <a:pt x="565990" y="77374"/>
                </a:lnTo>
                <a:cubicBezTo>
                  <a:pt x="564992" y="83915"/>
                  <a:pt x="562095" y="89871"/>
                  <a:pt x="557298" y="95242"/>
                </a:cubicBezTo>
                <a:cubicBezTo>
                  <a:pt x="552501" y="100614"/>
                  <a:pt x="546493" y="103299"/>
                  <a:pt x="539274" y="103299"/>
                </a:cubicBezTo>
                <a:cubicBezTo>
                  <a:pt x="531438" y="103299"/>
                  <a:pt x="524729" y="100254"/>
                  <a:pt x="519149" y="94165"/>
                </a:cubicBezTo>
                <a:cubicBezTo>
                  <a:pt x="513568" y="88074"/>
                  <a:pt x="510778" y="79885"/>
                  <a:pt x="510778" y="69600"/>
                </a:cubicBezTo>
                <a:cubicBezTo>
                  <a:pt x="510778" y="58463"/>
                  <a:pt x="513639" y="49778"/>
                  <a:pt x="519362" y="43546"/>
                </a:cubicBezTo>
                <a:cubicBezTo>
                  <a:pt x="525085" y="37312"/>
                  <a:pt x="532269" y="34196"/>
                  <a:pt x="540913" y="34196"/>
                </a:cubicBezTo>
                <a:cubicBezTo>
                  <a:pt x="548227" y="34196"/>
                  <a:pt x="554235" y="36600"/>
                  <a:pt x="558937" y="41409"/>
                </a:cubicBezTo>
                <a:cubicBezTo>
                  <a:pt x="563639" y="46216"/>
                  <a:pt x="565990" y="52646"/>
                  <a:pt x="565990" y="60697"/>
                </a:cubicBezTo>
                <a:lnTo>
                  <a:pt x="520894" y="60697"/>
                </a:lnTo>
                <a:moveTo>
                  <a:pt x="520894" y="56565"/>
                </a:moveTo>
                <a:lnTo>
                  <a:pt x="551100" y="56565"/>
                </a:lnTo>
                <a:cubicBezTo>
                  <a:pt x="550863" y="52420"/>
                  <a:pt x="550364" y="49500"/>
                  <a:pt x="549604" y="47805"/>
                </a:cubicBezTo>
                <a:cubicBezTo>
                  <a:pt x="548417" y="45166"/>
                  <a:pt x="546648" y="43093"/>
                  <a:pt x="544297" y="41587"/>
                </a:cubicBezTo>
                <a:cubicBezTo>
                  <a:pt x="541946" y="40079"/>
                  <a:pt x="539488" y="39325"/>
                  <a:pt x="536923" y="39325"/>
                </a:cubicBezTo>
                <a:cubicBezTo>
                  <a:pt x="532981" y="39325"/>
                  <a:pt x="529455" y="40844"/>
                  <a:pt x="526344" y="43882"/>
                </a:cubicBezTo>
                <a:cubicBezTo>
                  <a:pt x="523233" y="46920"/>
                  <a:pt x="521417" y="51148"/>
                  <a:pt x="520894" y="56565"/>
                </a:cubicBezTo>
                <a:close/>
                <a:moveTo>
                  <a:pt x="620650" y="93971"/>
                </a:moveTo>
                <a:cubicBezTo>
                  <a:pt x="617468" y="97294"/>
                  <a:pt x="614357" y="99680"/>
                  <a:pt x="611317" y="101129"/>
                </a:cubicBezTo>
                <a:cubicBezTo>
                  <a:pt x="608277" y="102576"/>
                  <a:pt x="605000" y="103299"/>
                  <a:pt x="601486" y="103299"/>
                </a:cubicBezTo>
                <a:cubicBezTo>
                  <a:pt x="594362" y="103299"/>
                  <a:pt x="588140" y="100326"/>
                  <a:pt x="582821" y="94379"/>
                </a:cubicBezTo>
                <a:cubicBezTo>
                  <a:pt x="577501" y="88430"/>
                  <a:pt x="574842" y="80786"/>
                  <a:pt x="574842" y="71448"/>
                </a:cubicBezTo>
                <a:cubicBezTo>
                  <a:pt x="574842" y="62111"/>
                  <a:pt x="577786" y="53568"/>
                  <a:pt x="583676" y="45819"/>
                </a:cubicBezTo>
                <a:cubicBezTo>
                  <a:pt x="589565" y="38070"/>
                  <a:pt x="597140" y="34196"/>
                  <a:pt x="606401" y="34196"/>
                </a:cubicBezTo>
                <a:cubicBezTo>
                  <a:pt x="612148" y="34196"/>
                  <a:pt x="616898" y="36023"/>
                  <a:pt x="620650" y="39679"/>
                </a:cubicBezTo>
                <a:lnTo>
                  <a:pt x="620650" y="27499"/>
                </a:lnTo>
                <a:cubicBezTo>
                  <a:pt x="620650" y="20074"/>
                  <a:pt x="620472" y="15510"/>
                  <a:pt x="620115" y="13807"/>
                </a:cubicBezTo>
                <a:cubicBezTo>
                  <a:pt x="619759" y="12105"/>
                  <a:pt x="619201" y="10946"/>
                  <a:pt x="618441" y="10330"/>
                </a:cubicBezTo>
                <a:cubicBezTo>
                  <a:pt x="617681" y="9713"/>
                  <a:pt x="616731" y="9404"/>
                  <a:pt x="615592" y="9404"/>
                </a:cubicBezTo>
                <a:cubicBezTo>
                  <a:pt x="614357" y="9404"/>
                  <a:pt x="612718" y="9784"/>
                  <a:pt x="610676" y="10544"/>
                </a:cubicBezTo>
                <a:lnTo>
                  <a:pt x="609750" y="7979"/>
                </a:lnTo>
                <a:lnTo>
                  <a:pt x="629199" y="0"/>
                </a:lnTo>
                <a:lnTo>
                  <a:pt x="632404" y="0"/>
                </a:lnTo>
                <a:lnTo>
                  <a:pt x="632404" y="75515"/>
                </a:lnTo>
                <a:cubicBezTo>
                  <a:pt x="632404" y="83131"/>
                  <a:pt x="632582" y="87778"/>
                  <a:pt x="632939" y="89456"/>
                </a:cubicBezTo>
                <a:cubicBezTo>
                  <a:pt x="633295" y="91135"/>
                  <a:pt x="633865" y="92307"/>
                  <a:pt x="634648" y="92972"/>
                </a:cubicBezTo>
                <a:cubicBezTo>
                  <a:pt x="635432" y="93635"/>
                  <a:pt x="636346" y="93967"/>
                  <a:pt x="637391" y="93967"/>
                </a:cubicBezTo>
                <a:cubicBezTo>
                  <a:pt x="638674" y="93967"/>
                  <a:pt x="640383" y="93563"/>
                  <a:pt x="642521" y="92756"/>
                </a:cubicBezTo>
                <a:lnTo>
                  <a:pt x="643304" y="95320"/>
                </a:lnTo>
                <a:lnTo>
                  <a:pt x="623927" y="103299"/>
                </a:lnTo>
                <a:lnTo>
                  <a:pt x="620650" y="103299"/>
                </a:lnTo>
                <a:lnTo>
                  <a:pt x="620650" y="93971"/>
                </a:lnTo>
                <a:moveTo>
                  <a:pt x="620650" y="88995"/>
                </a:moveTo>
                <a:lnTo>
                  <a:pt x="620650" y="55454"/>
                </a:lnTo>
                <a:cubicBezTo>
                  <a:pt x="620365" y="52232"/>
                  <a:pt x="619510" y="49295"/>
                  <a:pt x="618085" y="46643"/>
                </a:cubicBezTo>
                <a:cubicBezTo>
                  <a:pt x="616660" y="43989"/>
                  <a:pt x="614772" y="41988"/>
                  <a:pt x="612421" y="40638"/>
                </a:cubicBezTo>
                <a:cubicBezTo>
                  <a:pt x="610070" y="39288"/>
                  <a:pt x="607779" y="38613"/>
                  <a:pt x="605547" y="38613"/>
                </a:cubicBezTo>
                <a:cubicBezTo>
                  <a:pt x="601367" y="38613"/>
                  <a:pt x="597639" y="40484"/>
                  <a:pt x="594362" y="44227"/>
                </a:cubicBezTo>
                <a:cubicBezTo>
                  <a:pt x="590040" y="49153"/>
                  <a:pt x="587879" y="56354"/>
                  <a:pt x="587879" y="65829"/>
                </a:cubicBezTo>
                <a:cubicBezTo>
                  <a:pt x="587879" y="75399"/>
                  <a:pt x="589969" y="82731"/>
                  <a:pt x="594148" y="87824"/>
                </a:cubicBezTo>
                <a:cubicBezTo>
                  <a:pt x="598328" y="92917"/>
                  <a:pt x="602982" y="95463"/>
                  <a:pt x="608111" y="95463"/>
                </a:cubicBezTo>
                <a:cubicBezTo>
                  <a:pt x="612433" y="95463"/>
                  <a:pt x="616613" y="93307"/>
                  <a:pt x="620650" y="88995"/>
                </a:cubicBezTo>
                <a:close/>
                <a:moveTo>
                  <a:pt x="677500" y="4702"/>
                </a:moveTo>
                <a:lnTo>
                  <a:pt x="703717" y="4702"/>
                </a:lnTo>
                <a:lnTo>
                  <a:pt x="762775" y="77154"/>
                </a:lnTo>
                <a:lnTo>
                  <a:pt x="762775" y="21515"/>
                </a:lnTo>
                <a:cubicBezTo>
                  <a:pt x="762775" y="15578"/>
                  <a:pt x="762111" y="11873"/>
                  <a:pt x="760781" y="10401"/>
                </a:cubicBezTo>
                <a:cubicBezTo>
                  <a:pt x="759023" y="8406"/>
                  <a:pt x="756245" y="7409"/>
                  <a:pt x="752446" y="7409"/>
                </a:cubicBezTo>
                <a:lnTo>
                  <a:pt x="749097" y="7409"/>
                </a:lnTo>
                <a:lnTo>
                  <a:pt x="749097" y="4702"/>
                </a:lnTo>
                <a:lnTo>
                  <a:pt x="782723" y="4702"/>
                </a:lnTo>
                <a:lnTo>
                  <a:pt x="782723" y="7409"/>
                </a:lnTo>
                <a:lnTo>
                  <a:pt x="779303" y="7409"/>
                </a:lnTo>
                <a:cubicBezTo>
                  <a:pt x="775219" y="7409"/>
                  <a:pt x="772322" y="8644"/>
                  <a:pt x="770612" y="11114"/>
                </a:cubicBezTo>
                <a:cubicBezTo>
                  <a:pt x="769567" y="12633"/>
                  <a:pt x="769045" y="16100"/>
                  <a:pt x="769045" y="21515"/>
                </a:cubicBezTo>
                <a:lnTo>
                  <a:pt x="769045" y="102872"/>
                </a:lnTo>
                <a:lnTo>
                  <a:pt x="766480" y="102872"/>
                </a:lnTo>
                <a:lnTo>
                  <a:pt x="702791" y="25046"/>
                </a:lnTo>
                <a:lnTo>
                  <a:pt x="702791" y="84492"/>
                </a:lnTo>
                <a:cubicBezTo>
                  <a:pt x="702791" y="90428"/>
                  <a:pt x="703432" y="94133"/>
                  <a:pt x="704714" y="95605"/>
                </a:cubicBezTo>
                <a:cubicBezTo>
                  <a:pt x="706519" y="97600"/>
                  <a:pt x="709297" y="98597"/>
                  <a:pt x="713049" y="98597"/>
                </a:cubicBezTo>
                <a:lnTo>
                  <a:pt x="716469" y="98597"/>
                </a:lnTo>
                <a:lnTo>
                  <a:pt x="716469" y="101304"/>
                </a:lnTo>
                <a:lnTo>
                  <a:pt x="682843" y="101304"/>
                </a:lnTo>
                <a:lnTo>
                  <a:pt x="682843" y="98597"/>
                </a:lnTo>
                <a:lnTo>
                  <a:pt x="686192" y="98597"/>
                </a:lnTo>
                <a:cubicBezTo>
                  <a:pt x="690324" y="98597"/>
                  <a:pt x="693244" y="97362"/>
                  <a:pt x="694954" y="94893"/>
                </a:cubicBezTo>
                <a:cubicBezTo>
                  <a:pt x="695999" y="93373"/>
                  <a:pt x="696521" y="89906"/>
                  <a:pt x="696521" y="84492"/>
                </a:cubicBezTo>
                <a:lnTo>
                  <a:pt x="696521" y="17383"/>
                </a:lnTo>
                <a:cubicBezTo>
                  <a:pt x="693719" y="14129"/>
                  <a:pt x="691594" y="11984"/>
                  <a:pt x="690145" y="10947"/>
                </a:cubicBezTo>
                <a:cubicBezTo>
                  <a:pt x="688697" y="9909"/>
                  <a:pt x="686572" y="8942"/>
                  <a:pt x="683769" y="8046"/>
                </a:cubicBezTo>
                <a:cubicBezTo>
                  <a:pt x="682392" y="7621"/>
                  <a:pt x="680302" y="7409"/>
                  <a:pt x="677500" y="7409"/>
                </a:cubicBezTo>
                <a:lnTo>
                  <a:pt x="677500" y="4702"/>
                </a:lnTo>
                <a:close/>
                <a:moveTo>
                  <a:pt x="782841" y="4702"/>
                </a:moveTo>
                <a:lnTo>
                  <a:pt x="809057" y="4702"/>
                </a:lnTo>
                <a:lnTo>
                  <a:pt x="868116" y="77154"/>
                </a:lnTo>
                <a:lnTo>
                  <a:pt x="868116" y="21515"/>
                </a:lnTo>
                <a:cubicBezTo>
                  <a:pt x="868116" y="15578"/>
                  <a:pt x="867451" y="11873"/>
                  <a:pt x="866121" y="10401"/>
                </a:cubicBezTo>
                <a:cubicBezTo>
                  <a:pt x="864364" y="8406"/>
                  <a:pt x="861586" y="7409"/>
                  <a:pt x="857786" y="7409"/>
                </a:cubicBezTo>
                <a:lnTo>
                  <a:pt x="854438" y="7409"/>
                </a:lnTo>
                <a:lnTo>
                  <a:pt x="854438" y="4702"/>
                </a:lnTo>
                <a:lnTo>
                  <a:pt x="888063" y="4702"/>
                </a:lnTo>
                <a:lnTo>
                  <a:pt x="888063" y="7409"/>
                </a:lnTo>
                <a:lnTo>
                  <a:pt x="884644" y="7409"/>
                </a:lnTo>
                <a:cubicBezTo>
                  <a:pt x="880559" y="7409"/>
                  <a:pt x="877662" y="8644"/>
                  <a:pt x="875953" y="11114"/>
                </a:cubicBezTo>
                <a:cubicBezTo>
                  <a:pt x="874908" y="12633"/>
                  <a:pt x="874385" y="16100"/>
                  <a:pt x="874385" y="21515"/>
                </a:cubicBezTo>
                <a:lnTo>
                  <a:pt x="874385" y="102872"/>
                </a:lnTo>
                <a:lnTo>
                  <a:pt x="871821" y="102872"/>
                </a:lnTo>
                <a:lnTo>
                  <a:pt x="808131" y="25046"/>
                </a:lnTo>
                <a:lnTo>
                  <a:pt x="808131" y="84492"/>
                </a:lnTo>
                <a:cubicBezTo>
                  <a:pt x="808131" y="90428"/>
                  <a:pt x="808772" y="94133"/>
                  <a:pt x="810055" y="95605"/>
                </a:cubicBezTo>
                <a:cubicBezTo>
                  <a:pt x="811860" y="97600"/>
                  <a:pt x="814638" y="98597"/>
                  <a:pt x="818390" y="98597"/>
                </a:cubicBezTo>
                <a:lnTo>
                  <a:pt x="821809" y="98597"/>
                </a:lnTo>
                <a:lnTo>
                  <a:pt x="821809" y="101304"/>
                </a:lnTo>
                <a:lnTo>
                  <a:pt x="788184" y="101304"/>
                </a:lnTo>
                <a:lnTo>
                  <a:pt x="788184" y="98597"/>
                </a:lnTo>
                <a:lnTo>
                  <a:pt x="791532" y="98597"/>
                </a:lnTo>
                <a:cubicBezTo>
                  <a:pt x="795664" y="98597"/>
                  <a:pt x="798585" y="97362"/>
                  <a:pt x="800295" y="94893"/>
                </a:cubicBezTo>
                <a:cubicBezTo>
                  <a:pt x="801340" y="93373"/>
                  <a:pt x="801862" y="89906"/>
                  <a:pt x="801862" y="84492"/>
                </a:cubicBezTo>
                <a:lnTo>
                  <a:pt x="801862" y="17383"/>
                </a:lnTo>
                <a:cubicBezTo>
                  <a:pt x="799060" y="14129"/>
                  <a:pt x="796935" y="11984"/>
                  <a:pt x="795486" y="10947"/>
                </a:cubicBezTo>
                <a:cubicBezTo>
                  <a:pt x="794037" y="9909"/>
                  <a:pt x="791912" y="8942"/>
                  <a:pt x="789110" y="8046"/>
                </a:cubicBezTo>
                <a:cubicBezTo>
                  <a:pt x="787733" y="7621"/>
                  <a:pt x="785643" y="7409"/>
                  <a:pt x="782841" y="7409"/>
                </a:cubicBezTo>
                <a:lnTo>
                  <a:pt x="782841" y="4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ML-based">
            <a:extLst xmlns:a="http://schemas.openxmlformats.org/drawingml/2006/main">
              <a:ext uri="{FF2B5EF4-FFF2-40B4-BE49-F238E27FC236}">
                <a16:creationId xmlns:a16="http://schemas.microsoft.com/office/drawing/2014/main" id="{BA1ED338-4199-44EE-A6AF-AFAA6C20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723" y="430454"/>
            <a:ext cx="597151" cy="103299"/>
          </a:xfrm>
          <a:custGeom xmlns:a="http://schemas.openxmlformats.org/drawingml/2006/main">
            <a:pathLst>
              <a:path w="597151" h="103299">
                <a:moveTo>
                  <a:pt x="57278" y="101304"/>
                </a:moveTo>
                <a:lnTo>
                  <a:pt x="19947" y="20019"/>
                </a:lnTo>
                <a:lnTo>
                  <a:pt x="19947" y="84492"/>
                </a:lnTo>
                <a:cubicBezTo>
                  <a:pt x="19947" y="90428"/>
                  <a:pt x="20589" y="94133"/>
                  <a:pt x="21871" y="95605"/>
                </a:cubicBezTo>
                <a:cubicBezTo>
                  <a:pt x="23628" y="97600"/>
                  <a:pt x="26407" y="98597"/>
                  <a:pt x="30206" y="98597"/>
                </a:cubicBezTo>
                <a:lnTo>
                  <a:pt x="33626" y="98597"/>
                </a:lnTo>
                <a:lnTo>
                  <a:pt x="33626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504" y="98597"/>
                  <a:pt x="10401" y="97362"/>
                  <a:pt x="12111" y="94893"/>
                </a:cubicBezTo>
                <a:cubicBezTo>
                  <a:pt x="13156" y="93373"/>
                  <a:pt x="13678" y="89906"/>
                  <a:pt x="13678" y="84492"/>
                </a:cubicBezTo>
                <a:lnTo>
                  <a:pt x="13678" y="21515"/>
                </a:lnTo>
                <a:cubicBezTo>
                  <a:pt x="13678" y="17240"/>
                  <a:pt x="13203" y="14153"/>
                  <a:pt x="12253" y="12253"/>
                </a:cubicBezTo>
                <a:cubicBezTo>
                  <a:pt x="11589" y="10876"/>
                  <a:pt x="10366" y="9724"/>
                  <a:pt x="8585" y="8798"/>
                </a:cubicBezTo>
                <a:cubicBezTo>
                  <a:pt x="6804" y="7872"/>
                  <a:pt x="3942" y="7409"/>
                  <a:pt x="0" y="7409"/>
                </a:cubicBezTo>
                <a:lnTo>
                  <a:pt x="0" y="4702"/>
                </a:lnTo>
                <a:lnTo>
                  <a:pt x="27357" y="4702"/>
                </a:lnTo>
                <a:lnTo>
                  <a:pt x="62407" y="80273"/>
                </a:lnTo>
                <a:lnTo>
                  <a:pt x="96888" y="4702"/>
                </a:lnTo>
                <a:lnTo>
                  <a:pt x="124244" y="4702"/>
                </a:lnTo>
                <a:lnTo>
                  <a:pt x="124244" y="7409"/>
                </a:lnTo>
                <a:lnTo>
                  <a:pt x="120896" y="7409"/>
                </a:lnTo>
                <a:cubicBezTo>
                  <a:pt x="116764" y="7409"/>
                  <a:pt x="113843" y="8644"/>
                  <a:pt x="112133" y="11114"/>
                </a:cubicBezTo>
                <a:cubicBezTo>
                  <a:pt x="111088" y="12633"/>
                  <a:pt x="110566" y="16100"/>
                  <a:pt x="110566" y="21515"/>
                </a:cubicBezTo>
                <a:lnTo>
                  <a:pt x="110566" y="84492"/>
                </a:lnTo>
                <a:cubicBezTo>
                  <a:pt x="110566" y="90428"/>
                  <a:pt x="111231" y="94133"/>
                  <a:pt x="112561" y="95605"/>
                </a:cubicBezTo>
                <a:cubicBezTo>
                  <a:pt x="114318" y="97600"/>
                  <a:pt x="117096" y="98597"/>
                  <a:pt x="120896" y="98597"/>
                </a:cubicBezTo>
                <a:lnTo>
                  <a:pt x="124244" y="98597"/>
                </a:lnTo>
                <a:lnTo>
                  <a:pt x="124244" y="101305"/>
                </a:lnTo>
                <a:lnTo>
                  <a:pt x="83209" y="101304"/>
                </a:lnTo>
                <a:lnTo>
                  <a:pt x="83209" y="98597"/>
                </a:lnTo>
                <a:lnTo>
                  <a:pt x="86629" y="98597"/>
                </a:lnTo>
                <a:cubicBezTo>
                  <a:pt x="90761" y="98597"/>
                  <a:pt x="93658" y="97362"/>
                  <a:pt x="95320" y="94893"/>
                </a:cubicBezTo>
                <a:cubicBezTo>
                  <a:pt x="96365" y="93373"/>
                  <a:pt x="96888" y="89906"/>
                  <a:pt x="96888" y="84492"/>
                </a:cubicBezTo>
                <a:lnTo>
                  <a:pt x="96888" y="20019"/>
                </a:lnTo>
                <a:lnTo>
                  <a:pt x="59629" y="101304"/>
                </a:lnTo>
                <a:lnTo>
                  <a:pt x="57278" y="101304"/>
                </a:lnTo>
                <a:close/>
                <a:moveTo>
                  <a:pt x="210921" y="74518"/>
                </a:moveTo>
                <a:lnTo>
                  <a:pt x="213272" y="75019"/>
                </a:lnTo>
                <a:lnTo>
                  <a:pt x="205008" y="101304"/>
                </a:lnTo>
                <a:lnTo>
                  <a:pt x="130205" y="101304"/>
                </a:lnTo>
                <a:lnTo>
                  <a:pt x="130205" y="98597"/>
                </a:lnTo>
                <a:lnTo>
                  <a:pt x="133838" y="98597"/>
                </a:lnTo>
                <a:cubicBezTo>
                  <a:pt x="137923" y="98597"/>
                  <a:pt x="140844" y="97281"/>
                  <a:pt x="142601" y="94648"/>
                </a:cubicBezTo>
                <a:cubicBezTo>
                  <a:pt x="143598" y="93143"/>
                  <a:pt x="144097" y="89663"/>
                  <a:pt x="144097" y="84207"/>
                </a:cubicBezTo>
                <a:lnTo>
                  <a:pt x="144097" y="21800"/>
                </a:lnTo>
                <a:cubicBezTo>
                  <a:pt x="144097" y="15798"/>
                  <a:pt x="143432" y="12040"/>
                  <a:pt x="142102" y="10528"/>
                </a:cubicBezTo>
                <a:cubicBezTo>
                  <a:pt x="140250" y="8449"/>
                  <a:pt x="137495" y="7409"/>
                  <a:pt x="133838" y="7409"/>
                </a:cubicBezTo>
                <a:lnTo>
                  <a:pt x="130205" y="7409"/>
                </a:lnTo>
                <a:lnTo>
                  <a:pt x="130205" y="4702"/>
                </a:lnTo>
                <a:lnTo>
                  <a:pt x="173947" y="4702"/>
                </a:lnTo>
                <a:lnTo>
                  <a:pt x="173947" y="7409"/>
                </a:lnTo>
                <a:cubicBezTo>
                  <a:pt x="168817" y="7362"/>
                  <a:pt x="165220" y="7832"/>
                  <a:pt x="163154" y="8821"/>
                </a:cubicBezTo>
                <a:cubicBezTo>
                  <a:pt x="161088" y="9809"/>
                  <a:pt x="159675" y="11056"/>
                  <a:pt x="158915" y="12563"/>
                </a:cubicBezTo>
                <a:cubicBezTo>
                  <a:pt x="158155" y="14069"/>
                  <a:pt x="157775" y="17671"/>
                  <a:pt x="157775" y="23367"/>
                </a:cubicBezTo>
                <a:lnTo>
                  <a:pt x="157775" y="84124"/>
                </a:lnTo>
                <a:cubicBezTo>
                  <a:pt x="157775" y="88071"/>
                  <a:pt x="158155" y="90781"/>
                  <a:pt x="158915" y="92255"/>
                </a:cubicBezTo>
                <a:cubicBezTo>
                  <a:pt x="159485" y="93252"/>
                  <a:pt x="160364" y="93989"/>
                  <a:pt x="161551" y="94465"/>
                </a:cubicBezTo>
                <a:cubicBezTo>
                  <a:pt x="162738" y="94940"/>
                  <a:pt x="166443" y="95178"/>
                  <a:pt x="172664" y="95178"/>
                </a:cubicBezTo>
                <a:lnTo>
                  <a:pt x="179717" y="95178"/>
                </a:lnTo>
                <a:cubicBezTo>
                  <a:pt x="187126" y="95178"/>
                  <a:pt x="192327" y="94630"/>
                  <a:pt x="195319" y="93535"/>
                </a:cubicBezTo>
                <a:cubicBezTo>
                  <a:pt x="198311" y="92438"/>
                  <a:pt x="201042" y="90496"/>
                  <a:pt x="203512" y="87709"/>
                </a:cubicBezTo>
                <a:cubicBezTo>
                  <a:pt x="205981" y="84920"/>
                  <a:pt x="208451" y="80523"/>
                  <a:pt x="210921" y="74518"/>
                </a:cubicBezTo>
                <a:close/>
                <a:moveTo>
                  <a:pt x="222196" y="63119"/>
                </a:moveTo>
                <a:lnTo>
                  <a:pt x="259028" y="63119"/>
                </a:lnTo>
                <a:lnTo>
                  <a:pt x="259028" y="73948"/>
                </a:lnTo>
                <a:lnTo>
                  <a:pt x="222196" y="73948"/>
                </a:lnTo>
                <a:lnTo>
                  <a:pt x="222196" y="63119"/>
                </a:lnTo>
                <a:close/>
                <a:moveTo>
                  <a:pt x="287310" y="47502"/>
                </a:moveTo>
                <a:cubicBezTo>
                  <a:pt x="293627" y="38631"/>
                  <a:pt x="300442" y="34196"/>
                  <a:pt x="307756" y="34196"/>
                </a:cubicBezTo>
                <a:cubicBezTo>
                  <a:pt x="314453" y="34196"/>
                  <a:pt x="320295" y="37054"/>
                  <a:pt x="325281" y="42771"/>
                </a:cubicBezTo>
                <a:cubicBezTo>
                  <a:pt x="330268" y="48488"/>
                  <a:pt x="332762" y="56305"/>
                  <a:pt x="332762" y="66221"/>
                </a:cubicBezTo>
                <a:cubicBezTo>
                  <a:pt x="332762" y="77797"/>
                  <a:pt x="328915" y="87120"/>
                  <a:pt x="321221" y="94189"/>
                </a:cubicBezTo>
                <a:cubicBezTo>
                  <a:pt x="314619" y="100263"/>
                  <a:pt x="307258" y="103299"/>
                  <a:pt x="299136" y="103299"/>
                </a:cubicBezTo>
                <a:cubicBezTo>
                  <a:pt x="295337" y="103299"/>
                  <a:pt x="291478" y="102606"/>
                  <a:pt x="287559" y="101220"/>
                </a:cubicBezTo>
                <a:cubicBezTo>
                  <a:pt x="283641" y="99834"/>
                  <a:pt x="279640" y="97754"/>
                  <a:pt x="275555" y="94980"/>
                </a:cubicBezTo>
                <a:lnTo>
                  <a:pt x="275555" y="27499"/>
                </a:lnTo>
                <a:cubicBezTo>
                  <a:pt x="275555" y="20090"/>
                  <a:pt x="275377" y="15531"/>
                  <a:pt x="275021" y="13821"/>
                </a:cubicBezTo>
                <a:cubicBezTo>
                  <a:pt x="274665" y="12111"/>
                  <a:pt x="274107" y="10947"/>
                  <a:pt x="273347" y="10330"/>
                </a:cubicBezTo>
                <a:cubicBezTo>
                  <a:pt x="272587" y="9713"/>
                  <a:pt x="271637" y="9404"/>
                  <a:pt x="270497" y="9404"/>
                </a:cubicBezTo>
                <a:cubicBezTo>
                  <a:pt x="269167" y="9404"/>
                  <a:pt x="267505" y="9784"/>
                  <a:pt x="265510" y="10544"/>
                </a:cubicBezTo>
                <a:lnTo>
                  <a:pt x="264513" y="7979"/>
                </a:lnTo>
                <a:lnTo>
                  <a:pt x="284104" y="0"/>
                </a:lnTo>
                <a:lnTo>
                  <a:pt x="287310" y="0"/>
                </a:lnTo>
                <a:lnTo>
                  <a:pt x="287310" y="47502"/>
                </a:lnTo>
                <a:moveTo>
                  <a:pt x="287310" y="52037"/>
                </a:moveTo>
                <a:lnTo>
                  <a:pt x="287310" y="90870"/>
                </a:lnTo>
                <a:cubicBezTo>
                  <a:pt x="289732" y="93233"/>
                  <a:pt x="292238" y="95017"/>
                  <a:pt x="294826" y="96222"/>
                </a:cubicBezTo>
                <a:cubicBezTo>
                  <a:pt x="297414" y="97426"/>
                  <a:pt x="300062" y="98027"/>
                  <a:pt x="302769" y="98027"/>
                </a:cubicBezTo>
                <a:cubicBezTo>
                  <a:pt x="307091" y="98027"/>
                  <a:pt x="311116" y="95665"/>
                  <a:pt x="314845" y="90941"/>
                </a:cubicBezTo>
                <a:cubicBezTo>
                  <a:pt x="318573" y="86217"/>
                  <a:pt x="320437" y="79343"/>
                  <a:pt x="320437" y="70319"/>
                </a:cubicBezTo>
                <a:cubicBezTo>
                  <a:pt x="320437" y="62005"/>
                  <a:pt x="318573" y="55615"/>
                  <a:pt x="314845" y="51151"/>
                </a:cubicBezTo>
                <a:cubicBezTo>
                  <a:pt x="311116" y="46687"/>
                  <a:pt x="306878" y="44454"/>
                  <a:pt x="302128" y="44454"/>
                </a:cubicBezTo>
                <a:cubicBezTo>
                  <a:pt x="299611" y="44454"/>
                  <a:pt x="297094" y="45092"/>
                  <a:pt x="294577" y="46367"/>
                </a:cubicBezTo>
                <a:cubicBezTo>
                  <a:pt x="292677" y="47312"/>
                  <a:pt x="290255" y="49202"/>
                  <a:pt x="287310" y="52037"/>
                </a:cubicBezTo>
                <a:close/>
                <a:moveTo>
                  <a:pt x="379353" y="91976"/>
                </a:moveTo>
                <a:cubicBezTo>
                  <a:pt x="372657" y="97152"/>
                  <a:pt x="368453" y="100142"/>
                  <a:pt x="366744" y="100948"/>
                </a:cubicBezTo>
                <a:cubicBezTo>
                  <a:pt x="364179" y="102136"/>
                  <a:pt x="361448" y="102729"/>
                  <a:pt x="358551" y="102729"/>
                </a:cubicBezTo>
                <a:cubicBezTo>
                  <a:pt x="354039" y="102729"/>
                  <a:pt x="350323" y="101186"/>
                  <a:pt x="347402" y="98099"/>
                </a:cubicBezTo>
                <a:cubicBezTo>
                  <a:pt x="344481" y="95012"/>
                  <a:pt x="343020" y="90951"/>
                  <a:pt x="343020" y="85916"/>
                </a:cubicBezTo>
                <a:cubicBezTo>
                  <a:pt x="343020" y="82734"/>
                  <a:pt x="343733" y="79980"/>
                  <a:pt x="345158" y="77653"/>
                </a:cubicBezTo>
                <a:cubicBezTo>
                  <a:pt x="347105" y="74423"/>
                  <a:pt x="350489" y="71383"/>
                  <a:pt x="355309" y="68534"/>
                </a:cubicBezTo>
                <a:cubicBezTo>
                  <a:pt x="360130" y="65684"/>
                  <a:pt x="368145" y="62217"/>
                  <a:pt x="379353" y="58133"/>
                </a:cubicBezTo>
                <a:lnTo>
                  <a:pt x="379353" y="55577"/>
                </a:lnTo>
                <a:cubicBezTo>
                  <a:pt x="379353" y="49094"/>
                  <a:pt x="378320" y="44646"/>
                  <a:pt x="376254" y="42232"/>
                </a:cubicBezTo>
                <a:cubicBezTo>
                  <a:pt x="374188" y="39819"/>
                  <a:pt x="371184" y="38613"/>
                  <a:pt x="367242" y="38613"/>
                </a:cubicBezTo>
                <a:cubicBezTo>
                  <a:pt x="364250" y="38613"/>
                  <a:pt x="361875" y="39420"/>
                  <a:pt x="360118" y="41035"/>
                </a:cubicBezTo>
                <a:cubicBezTo>
                  <a:pt x="358313" y="42650"/>
                  <a:pt x="357411" y="44502"/>
                  <a:pt x="357411" y="46592"/>
                </a:cubicBezTo>
                <a:lnTo>
                  <a:pt x="357553" y="50723"/>
                </a:lnTo>
                <a:cubicBezTo>
                  <a:pt x="357553" y="52908"/>
                  <a:pt x="356995" y="54594"/>
                  <a:pt x="355879" y="55782"/>
                </a:cubicBezTo>
                <a:cubicBezTo>
                  <a:pt x="354763" y="56969"/>
                  <a:pt x="353303" y="57563"/>
                  <a:pt x="351498" y="57563"/>
                </a:cubicBezTo>
                <a:cubicBezTo>
                  <a:pt x="349741" y="57563"/>
                  <a:pt x="348304" y="56944"/>
                  <a:pt x="347188" y="55706"/>
                </a:cubicBezTo>
                <a:cubicBezTo>
                  <a:pt x="346072" y="54467"/>
                  <a:pt x="345514" y="52775"/>
                  <a:pt x="345514" y="50632"/>
                </a:cubicBezTo>
                <a:cubicBezTo>
                  <a:pt x="345514" y="46534"/>
                  <a:pt x="347604" y="42770"/>
                  <a:pt x="351783" y="39341"/>
                </a:cubicBezTo>
                <a:cubicBezTo>
                  <a:pt x="355962" y="35911"/>
                  <a:pt x="361828" y="34196"/>
                  <a:pt x="369379" y="34196"/>
                </a:cubicBezTo>
                <a:cubicBezTo>
                  <a:pt x="375174" y="34196"/>
                  <a:pt x="379923" y="35168"/>
                  <a:pt x="383628" y="37112"/>
                </a:cubicBezTo>
                <a:cubicBezTo>
                  <a:pt x="386430" y="38583"/>
                  <a:pt x="388496" y="40884"/>
                  <a:pt x="389826" y="44016"/>
                </a:cubicBezTo>
                <a:cubicBezTo>
                  <a:pt x="390680" y="46055"/>
                  <a:pt x="391108" y="50229"/>
                  <a:pt x="391108" y="56539"/>
                </a:cubicBezTo>
                <a:lnTo>
                  <a:pt x="391108" y="78668"/>
                </a:lnTo>
                <a:cubicBezTo>
                  <a:pt x="391108" y="84882"/>
                  <a:pt x="391227" y="88689"/>
                  <a:pt x="391464" y="90089"/>
                </a:cubicBezTo>
                <a:cubicBezTo>
                  <a:pt x="391702" y="91488"/>
                  <a:pt x="392093" y="92425"/>
                  <a:pt x="392640" y="92900"/>
                </a:cubicBezTo>
                <a:cubicBezTo>
                  <a:pt x="393186" y="93374"/>
                  <a:pt x="393815" y="93610"/>
                  <a:pt x="394527" y="93610"/>
                </a:cubicBezTo>
                <a:cubicBezTo>
                  <a:pt x="395287" y="93610"/>
                  <a:pt x="395952" y="93444"/>
                  <a:pt x="396522" y="93112"/>
                </a:cubicBezTo>
                <a:cubicBezTo>
                  <a:pt x="397520" y="92494"/>
                  <a:pt x="399443" y="90761"/>
                  <a:pt x="402293" y="87911"/>
                </a:cubicBezTo>
                <a:lnTo>
                  <a:pt x="402293" y="91901"/>
                </a:lnTo>
                <a:cubicBezTo>
                  <a:pt x="396973" y="99025"/>
                  <a:pt x="391892" y="102587"/>
                  <a:pt x="387047" y="102587"/>
                </a:cubicBezTo>
                <a:cubicBezTo>
                  <a:pt x="384720" y="102587"/>
                  <a:pt x="382868" y="101785"/>
                  <a:pt x="381490" y="100182"/>
                </a:cubicBezTo>
                <a:cubicBezTo>
                  <a:pt x="380113" y="98578"/>
                  <a:pt x="379401" y="95843"/>
                  <a:pt x="379353" y="91976"/>
                </a:cubicBezTo>
                <a:moveTo>
                  <a:pt x="379353" y="87357"/>
                </a:moveTo>
                <a:lnTo>
                  <a:pt x="379353" y="62549"/>
                </a:lnTo>
                <a:cubicBezTo>
                  <a:pt x="372182" y="65393"/>
                  <a:pt x="367551" y="67407"/>
                  <a:pt x="365461" y="68592"/>
                </a:cubicBezTo>
                <a:cubicBezTo>
                  <a:pt x="361709" y="70677"/>
                  <a:pt x="359026" y="72857"/>
                  <a:pt x="357411" y="75132"/>
                </a:cubicBezTo>
                <a:cubicBezTo>
                  <a:pt x="355796" y="77406"/>
                  <a:pt x="354989" y="79894"/>
                  <a:pt x="354989" y="82595"/>
                </a:cubicBezTo>
                <a:cubicBezTo>
                  <a:pt x="354989" y="86007"/>
                  <a:pt x="356010" y="88839"/>
                  <a:pt x="358052" y="91090"/>
                </a:cubicBezTo>
                <a:cubicBezTo>
                  <a:pt x="360094" y="93340"/>
                  <a:pt x="362445" y="94465"/>
                  <a:pt x="365105" y="94465"/>
                </a:cubicBezTo>
                <a:cubicBezTo>
                  <a:pt x="368715" y="94465"/>
                  <a:pt x="373464" y="92096"/>
                  <a:pt x="379353" y="87357"/>
                </a:cubicBezTo>
                <a:close/>
                <a:moveTo>
                  <a:pt x="449188" y="34196"/>
                </a:moveTo>
                <a:lnTo>
                  <a:pt x="449188" y="56423"/>
                </a:lnTo>
                <a:lnTo>
                  <a:pt x="446837" y="56423"/>
                </a:lnTo>
                <a:cubicBezTo>
                  <a:pt x="445033" y="49469"/>
                  <a:pt x="442717" y="44739"/>
                  <a:pt x="439891" y="42232"/>
                </a:cubicBezTo>
                <a:cubicBezTo>
                  <a:pt x="437066" y="39724"/>
                  <a:pt x="433468" y="38470"/>
                  <a:pt x="429099" y="38470"/>
                </a:cubicBezTo>
                <a:cubicBezTo>
                  <a:pt x="425774" y="38470"/>
                  <a:pt x="423091" y="39346"/>
                  <a:pt x="421048" y="41097"/>
                </a:cubicBezTo>
                <a:cubicBezTo>
                  <a:pt x="419006" y="42848"/>
                  <a:pt x="417985" y="44789"/>
                  <a:pt x="417985" y="46919"/>
                </a:cubicBezTo>
                <a:cubicBezTo>
                  <a:pt x="417985" y="49568"/>
                  <a:pt x="418745" y="51840"/>
                  <a:pt x="420265" y="53733"/>
                </a:cubicBezTo>
                <a:cubicBezTo>
                  <a:pt x="421737" y="55673"/>
                  <a:pt x="424729" y="57732"/>
                  <a:pt x="429241" y="59909"/>
                </a:cubicBezTo>
                <a:lnTo>
                  <a:pt x="439642" y="64949"/>
                </a:lnTo>
                <a:cubicBezTo>
                  <a:pt x="449283" y="69645"/>
                  <a:pt x="454104" y="75835"/>
                  <a:pt x="454104" y="83519"/>
                </a:cubicBezTo>
                <a:cubicBezTo>
                  <a:pt x="454104" y="89448"/>
                  <a:pt x="451860" y="94227"/>
                  <a:pt x="447372" y="97856"/>
                </a:cubicBezTo>
                <a:cubicBezTo>
                  <a:pt x="442884" y="101485"/>
                  <a:pt x="437861" y="103299"/>
                  <a:pt x="432304" y="103299"/>
                </a:cubicBezTo>
                <a:cubicBezTo>
                  <a:pt x="428315" y="103299"/>
                  <a:pt x="423755" y="102622"/>
                  <a:pt x="418626" y="101269"/>
                </a:cubicBezTo>
                <a:cubicBezTo>
                  <a:pt x="417059" y="100818"/>
                  <a:pt x="415776" y="100592"/>
                  <a:pt x="414779" y="100592"/>
                </a:cubicBezTo>
                <a:cubicBezTo>
                  <a:pt x="413687" y="100592"/>
                  <a:pt x="412832" y="101162"/>
                  <a:pt x="412214" y="102302"/>
                </a:cubicBezTo>
                <a:lnTo>
                  <a:pt x="409863" y="102302"/>
                </a:lnTo>
                <a:lnTo>
                  <a:pt x="409863" y="78935"/>
                </a:lnTo>
                <a:lnTo>
                  <a:pt x="412214" y="78935"/>
                </a:lnTo>
                <a:cubicBezTo>
                  <a:pt x="413544" y="85584"/>
                  <a:pt x="416085" y="90595"/>
                  <a:pt x="419837" y="93967"/>
                </a:cubicBezTo>
                <a:cubicBezTo>
                  <a:pt x="423589" y="97339"/>
                  <a:pt x="427792" y="99025"/>
                  <a:pt x="432447" y="99025"/>
                </a:cubicBezTo>
                <a:cubicBezTo>
                  <a:pt x="435724" y="99025"/>
                  <a:pt x="438395" y="98068"/>
                  <a:pt x="440461" y="96155"/>
                </a:cubicBezTo>
                <a:cubicBezTo>
                  <a:pt x="442527" y="94241"/>
                  <a:pt x="443560" y="91936"/>
                  <a:pt x="443560" y="89243"/>
                </a:cubicBezTo>
                <a:cubicBezTo>
                  <a:pt x="443560" y="85982"/>
                  <a:pt x="442409" y="83241"/>
                  <a:pt x="440105" y="81021"/>
                </a:cubicBezTo>
                <a:cubicBezTo>
                  <a:pt x="437802" y="78799"/>
                  <a:pt x="433207" y="75993"/>
                  <a:pt x="426320" y="72603"/>
                </a:cubicBezTo>
                <a:cubicBezTo>
                  <a:pt x="419433" y="69212"/>
                  <a:pt x="414922" y="66137"/>
                  <a:pt x="412784" y="63378"/>
                </a:cubicBezTo>
                <a:cubicBezTo>
                  <a:pt x="410647" y="60666"/>
                  <a:pt x="409579" y="57241"/>
                  <a:pt x="409579" y="53103"/>
                </a:cubicBezTo>
                <a:cubicBezTo>
                  <a:pt x="409579" y="47728"/>
                  <a:pt x="411419" y="43233"/>
                  <a:pt x="415100" y="39619"/>
                </a:cubicBezTo>
                <a:cubicBezTo>
                  <a:pt x="418780" y="36003"/>
                  <a:pt x="423542" y="34196"/>
                  <a:pt x="429383" y="34196"/>
                </a:cubicBezTo>
                <a:cubicBezTo>
                  <a:pt x="431948" y="34196"/>
                  <a:pt x="435059" y="34742"/>
                  <a:pt x="438716" y="35834"/>
                </a:cubicBezTo>
                <a:cubicBezTo>
                  <a:pt x="441138" y="36547"/>
                  <a:pt x="442753" y="36903"/>
                  <a:pt x="443560" y="36903"/>
                </a:cubicBezTo>
                <a:cubicBezTo>
                  <a:pt x="444320" y="36903"/>
                  <a:pt x="444914" y="36737"/>
                  <a:pt x="445341" y="36404"/>
                </a:cubicBezTo>
                <a:cubicBezTo>
                  <a:pt x="445769" y="36072"/>
                  <a:pt x="446268" y="35335"/>
                  <a:pt x="446837" y="34196"/>
                </a:cubicBezTo>
                <a:lnTo>
                  <a:pt x="449188" y="34196"/>
                </a:lnTo>
                <a:close/>
                <a:moveTo>
                  <a:pt x="474741" y="60697"/>
                </a:moveTo>
                <a:cubicBezTo>
                  <a:pt x="474693" y="70341"/>
                  <a:pt x="477044" y="77906"/>
                  <a:pt x="481794" y="83390"/>
                </a:cubicBezTo>
                <a:cubicBezTo>
                  <a:pt x="486543" y="88874"/>
                  <a:pt x="492124" y="91616"/>
                  <a:pt x="498535" y="91616"/>
                </a:cubicBezTo>
                <a:cubicBezTo>
                  <a:pt x="502810" y="91616"/>
                  <a:pt x="506526" y="90435"/>
                  <a:pt x="509684" y="88074"/>
                </a:cubicBezTo>
                <a:cubicBezTo>
                  <a:pt x="512843" y="85712"/>
                  <a:pt x="515491" y="81669"/>
                  <a:pt x="517628" y="75943"/>
                </a:cubicBezTo>
                <a:lnTo>
                  <a:pt x="519836" y="77374"/>
                </a:lnTo>
                <a:cubicBezTo>
                  <a:pt x="518839" y="83915"/>
                  <a:pt x="515942" y="89871"/>
                  <a:pt x="511145" y="95242"/>
                </a:cubicBezTo>
                <a:cubicBezTo>
                  <a:pt x="506348" y="100614"/>
                  <a:pt x="500340" y="103299"/>
                  <a:pt x="493121" y="103299"/>
                </a:cubicBezTo>
                <a:cubicBezTo>
                  <a:pt x="485285" y="103299"/>
                  <a:pt x="478576" y="100254"/>
                  <a:pt x="472995" y="94165"/>
                </a:cubicBezTo>
                <a:cubicBezTo>
                  <a:pt x="467415" y="88074"/>
                  <a:pt x="464625" y="79885"/>
                  <a:pt x="464625" y="69600"/>
                </a:cubicBezTo>
                <a:cubicBezTo>
                  <a:pt x="464625" y="58463"/>
                  <a:pt x="467486" y="49778"/>
                  <a:pt x="473209" y="43546"/>
                </a:cubicBezTo>
                <a:cubicBezTo>
                  <a:pt x="478932" y="37312"/>
                  <a:pt x="486116" y="34196"/>
                  <a:pt x="494760" y="34196"/>
                </a:cubicBezTo>
                <a:cubicBezTo>
                  <a:pt x="502074" y="34196"/>
                  <a:pt x="508082" y="36600"/>
                  <a:pt x="512783" y="41409"/>
                </a:cubicBezTo>
                <a:cubicBezTo>
                  <a:pt x="517485" y="46216"/>
                  <a:pt x="519836" y="52646"/>
                  <a:pt x="519836" y="60697"/>
                </a:cubicBezTo>
                <a:lnTo>
                  <a:pt x="474741" y="60697"/>
                </a:lnTo>
                <a:moveTo>
                  <a:pt x="474741" y="56565"/>
                </a:moveTo>
                <a:lnTo>
                  <a:pt x="504947" y="56565"/>
                </a:lnTo>
                <a:cubicBezTo>
                  <a:pt x="504710" y="52420"/>
                  <a:pt x="504211" y="49500"/>
                  <a:pt x="503451" y="47805"/>
                </a:cubicBezTo>
                <a:cubicBezTo>
                  <a:pt x="502264" y="45166"/>
                  <a:pt x="500494" y="43093"/>
                  <a:pt x="498143" y="41587"/>
                </a:cubicBezTo>
                <a:cubicBezTo>
                  <a:pt x="495793" y="40079"/>
                  <a:pt x="493335" y="39325"/>
                  <a:pt x="490770" y="39325"/>
                </a:cubicBezTo>
                <a:cubicBezTo>
                  <a:pt x="486828" y="39325"/>
                  <a:pt x="483302" y="40844"/>
                  <a:pt x="480191" y="43882"/>
                </a:cubicBezTo>
                <a:cubicBezTo>
                  <a:pt x="477080" y="46920"/>
                  <a:pt x="475263" y="51148"/>
                  <a:pt x="474741" y="56565"/>
                </a:cubicBezTo>
                <a:close/>
                <a:moveTo>
                  <a:pt x="574496" y="93971"/>
                </a:moveTo>
                <a:cubicBezTo>
                  <a:pt x="571314" y="97294"/>
                  <a:pt x="568203" y="99680"/>
                  <a:pt x="565164" y="101129"/>
                </a:cubicBezTo>
                <a:cubicBezTo>
                  <a:pt x="562124" y="102576"/>
                  <a:pt x="558847" y="103299"/>
                  <a:pt x="555333" y="103299"/>
                </a:cubicBezTo>
                <a:cubicBezTo>
                  <a:pt x="548209" y="103299"/>
                  <a:pt x="541987" y="100326"/>
                  <a:pt x="536668" y="94379"/>
                </a:cubicBezTo>
                <a:cubicBezTo>
                  <a:pt x="531348" y="88430"/>
                  <a:pt x="528689" y="80786"/>
                  <a:pt x="528689" y="71448"/>
                </a:cubicBezTo>
                <a:cubicBezTo>
                  <a:pt x="528689" y="62111"/>
                  <a:pt x="531633" y="53568"/>
                  <a:pt x="537522" y="45819"/>
                </a:cubicBezTo>
                <a:cubicBezTo>
                  <a:pt x="543412" y="38070"/>
                  <a:pt x="550987" y="34196"/>
                  <a:pt x="560248" y="34196"/>
                </a:cubicBezTo>
                <a:cubicBezTo>
                  <a:pt x="565995" y="34196"/>
                  <a:pt x="570744" y="36023"/>
                  <a:pt x="574496" y="39679"/>
                </a:cubicBezTo>
                <a:lnTo>
                  <a:pt x="574496" y="27499"/>
                </a:lnTo>
                <a:cubicBezTo>
                  <a:pt x="574496" y="20074"/>
                  <a:pt x="574318" y="15510"/>
                  <a:pt x="573962" y="13807"/>
                </a:cubicBezTo>
                <a:cubicBezTo>
                  <a:pt x="573606" y="12105"/>
                  <a:pt x="573048" y="10946"/>
                  <a:pt x="572288" y="10330"/>
                </a:cubicBezTo>
                <a:cubicBezTo>
                  <a:pt x="571528" y="9713"/>
                  <a:pt x="570578" y="9404"/>
                  <a:pt x="569438" y="9404"/>
                </a:cubicBezTo>
                <a:cubicBezTo>
                  <a:pt x="568203" y="9404"/>
                  <a:pt x="566565" y="9784"/>
                  <a:pt x="564523" y="10544"/>
                </a:cubicBezTo>
                <a:lnTo>
                  <a:pt x="563597" y="7979"/>
                </a:lnTo>
                <a:lnTo>
                  <a:pt x="583045" y="0"/>
                </a:lnTo>
                <a:lnTo>
                  <a:pt x="586251" y="0"/>
                </a:lnTo>
                <a:lnTo>
                  <a:pt x="586251" y="75515"/>
                </a:lnTo>
                <a:cubicBezTo>
                  <a:pt x="586251" y="83131"/>
                  <a:pt x="586429" y="87778"/>
                  <a:pt x="586785" y="89456"/>
                </a:cubicBezTo>
                <a:cubicBezTo>
                  <a:pt x="587142" y="91135"/>
                  <a:pt x="587712" y="92307"/>
                  <a:pt x="588495" y="92972"/>
                </a:cubicBezTo>
                <a:cubicBezTo>
                  <a:pt x="589279" y="93635"/>
                  <a:pt x="590193" y="93967"/>
                  <a:pt x="591238" y="93967"/>
                </a:cubicBezTo>
                <a:cubicBezTo>
                  <a:pt x="592520" y="93967"/>
                  <a:pt x="594230" y="93563"/>
                  <a:pt x="596367" y="92756"/>
                </a:cubicBezTo>
                <a:lnTo>
                  <a:pt x="597151" y="95320"/>
                </a:lnTo>
                <a:lnTo>
                  <a:pt x="577773" y="103299"/>
                </a:lnTo>
                <a:lnTo>
                  <a:pt x="574496" y="103299"/>
                </a:lnTo>
                <a:lnTo>
                  <a:pt x="574496" y="93971"/>
                </a:lnTo>
                <a:moveTo>
                  <a:pt x="574496" y="88995"/>
                </a:moveTo>
                <a:lnTo>
                  <a:pt x="574496" y="55454"/>
                </a:lnTo>
                <a:cubicBezTo>
                  <a:pt x="574211" y="52232"/>
                  <a:pt x="573357" y="49295"/>
                  <a:pt x="571932" y="46643"/>
                </a:cubicBezTo>
                <a:cubicBezTo>
                  <a:pt x="570507" y="43989"/>
                  <a:pt x="568619" y="41988"/>
                  <a:pt x="566268" y="40638"/>
                </a:cubicBezTo>
                <a:cubicBezTo>
                  <a:pt x="563917" y="39288"/>
                  <a:pt x="561626" y="38613"/>
                  <a:pt x="559393" y="38613"/>
                </a:cubicBezTo>
                <a:cubicBezTo>
                  <a:pt x="555214" y="38613"/>
                  <a:pt x="551486" y="40484"/>
                  <a:pt x="548209" y="44227"/>
                </a:cubicBezTo>
                <a:cubicBezTo>
                  <a:pt x="543887" y="49153"/>
                  <a:pt x="541726" y="56354"/>
                  <a:pt x="541726" y="65829"/>
                </a:cubicBezTo>
                <a:cubicBezTo>
                  <a:pt x="541726" y="75399"/>
                  <a:pt x="543815" y="82731"/>
                  <a:pt x="547995" y="87824"/>
                </a:cubicBezTo>
                <a:cubicBezTo>
                  <a:pt x="552174" y="92917"/>
                  <a:pt x="556829" y="95463"/>
                  <a:pt x="561958" y="95463"/>
                </a:cubicBezTo>
                <a:cubicBezTo>
                  <a:pt x="566280" y="95463"/>
                  <a:pt x="570459" y="93307"/>
                  <a:pt x="574496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Compiler-based">
            <a:extLst xmlns:a="http://schemas.openxmlformats.org/drawingml/2006/main">
              <a:ext uri="{FF2B5EF4-FFF2-40B4-BE49-F238E27FC236}">
                <a16:creationId xmlns:a16="http://schemas.microsoft.com/office/drawing/2014/main" id="{CA805B42-42E6-4892-8A59-C1496EB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231" y="2683802"/>
            <a:ext cx="926081" cy="132508"/>
          </a:xfrm>
          <a:custGeom xmlns:a="http://schemas.openxmlformats.org/drawingml/2006/main">
            <a:pathLst>
              <a:path w="926081" h="132508">
                <a:moveTo>
                  <a:pt x="82568" y="2565"/>
                </a:moveTo>
                <a:lnTo>
                  <a:pt x="84777" y="35478"/>
                </a:lnTo>
                <a:lnTo>
                  <a:pt x="82568" y="35478"/>
                </a:lnTo>
                <a:cubicBezTo>
                  <a:pt x="79624" y="25621"/>
                  <a:pt x="75420" y="18527"/>
                  <a:pt x="69959" y="14195"/>
                </a:cubicBezTo>
                <a:cubicBezTo>
                  <a:pt x="64497" y="9861"/>
                  <a:pt x="57943" y="7694"/>
                  <a:pt x="50296" y="7694"/>
                </a:cubicBezTo>
                <a:cubicBezTo>
                  <a:pt x="43884" y="7694"/>
                  <a:pt x="38090" y="9318"/>
                  <a:pt x="32913" y="12567"/>
                </a:cubicBezTo>
                <a:cubicBezTo>
                  <a:pt x="27736" y="15815"/>
                  <a:pt x="23664" y="20995"/>
                  <a:pt x="20695" y="28109"/>
                </a:cubicBezTo>
                <a:cubicBezTo>
                  <a:pt x="17727" y="35221"/>
                  <a:pt x="16243" y="44064"/>
                  <a:pt x="16243" y="54637"/>
                </a:cubicBezTo>
                <a:cubicBezTo>
                  <a:pt x="16243" y="63363"/>
                  <a:pt x="17644" y="70926"/>
                  <a:pt x="20446" y="77327"/>
                </a:cubicBezTo>
                <a:cubicBezTo>
                  <a:pt x="23248" y="83729"/>
                  <a:pt x="27463" y="88637"/>
                  <a:pt x="33091" y="92052"/>
                </a:cubicBezTo>
                <a:cubicBezTo>
                  <a:pt x="38719" y="95466"/>
                  <a:pt x="45143" y="97173"/>
                  <a:pt x="52362" y="97173"/>
                </a:cubicBezTo>
                <a:cubicBezTo>
                  <a:pt x="58631" y="97173"/>
                  <a:pt x="64164" y="95826"/>
                  <a:pt x="68961" y="93134"/>
                </a:cubicBezTo>
                <a:cubicBezTo>
                  <a:pt x="73758" y="90440"/>
                  <a:pt x="79030" y="85090"/>
                  <a:pt x="84777" y="77083"/>
                </a:cubicBezTo>
                <a:lnTo>
                  <a:pt x="86985" y="78507"/>
                </a:lnTo>
                <a:cubicBezTo>
                  <a:pt x="82141" y="87129"/>
                  <a:pt x="76489" y="93441"/>
                  <a:pt x="70030" y="97442"/>
                </a:cubicBezTo>
                <a:cubicBezTo>
                  <a:pt x="63571" y="101442"/>
                  <a:pt x="55900" y="103442"/>
                  <a:pt x="47019" y="103442"/>
                </a:cubicBezTo>
                <a:cubicBezTo>
                  <a:pt x="31013" y="103442"/>
                  <a:pt x="18618" y="97513"/>
                  <a:pt x="9831" y="85656"/>
                </a:cubicBezTo>
                <a:cubicBezTo>
                  <a:pt x="3277" y="76835"/>
                  <a:pt x="0" y="66449"/>
                  <a:pt x="0" y="54497"/>
                </a:cubicBezTo>
                <a:cubicBezTo>
                  <a:pt x="0" y="44869"/>
                  <a:pt x="2161" y="36024"/>
                  <a:pt x="6483" y="27962"/>
                </a:cubicBezTo>
                <a:cubicBezTo>
                  <a:pt x="10805" y="19900"/>
                  <a:pt x="16753" y="13652"/>
                  <a:pt x="24329" y="9217"/>
                </a:cubicBezTo>
                <a:cubicBezTo>
                  <a:pt x="31904" y="4782"/>
                  <a:pt x="40180" y="2565"/>
                  <a:pt x="49156" y="2565"/>
                </a:cubicBezTo>
                <a:cubicBezTo>
                  <a:pt x="56138" y="2565"/>
                  <a:pt x="63024" y="4274"/>
                  <a:pt x="69816" y="7694"/>
                </a:cubicBezTo>
                <a:cubicBezTo>
                  <a:pt x="71811" y="8739"/>
                  <a:pt x="73236" y="9261"/>
                  <a:pt x="74090" y="9261"/>
                </a:cubicBezTo>
                <a:cubicBezTo>
                  <a:pt x="75373" y="9261"/>
                  <a:pt x="76489" y="8810"/>
                  <a:pt x="77439" y="7908"/>
                </a:cubicBezTo>
                <a:cubicBezTo>
                  <a:pt x="78674" y="6625"/>
                  <a:pt x="79552" y="4844"/>
                  <a:pt x="80075" y="2565"/>
                </a:cubicBezTo>
                <a:lnTo>
                  <a:pt x="82568" y="2565"/>
                </a:lnTo>
                <a:close/>
                <a:moveTo>
                  <a:pt x="128373" y="34196"/>
                </a:moveTo>
                <a:cubicBezTo>
                  <a:pt x="138252" y="34196"/>
                  <a:pt x="146183" y="37944"/>
                  <a:pt x="152167" y="45441"/>
                </a:cubicBezTo>
                <a:cubicBezTo>
                  <a:pt x="157249" y="51845"/>
                  <a:pt x="159790" y="59199"/>
                  <a:pt x="159790" y="67503"/>
                </a:cubicBezTo>
                <a:cubicBezTo>
                  <a:pt x="159790" y="73339"/>
                  <a:pt x="158389" y="79246"/>
                  <a:pt x="155587" y="85224"/>
                </a:cubicBezTo>
                <a:cubicBezTo>
                  <a:pt x="152785" y="91201"/>
                  <a:pt x="148926" y="95708"/>
                  <a:pt x="144010" y="98744"/>
                </a:cubicBezTo>
                <a:cubicBezTo>
                  <a:pt x="139095" y="101781"/>
                  <a:pt x="133621" y="103299"/>
                  <a:pt x="127589" y="103299"/>
                </a:cubicBezTo>
                <a:cubicBezTo>
                  <a:pt x="117758" y="103299"/>
                  <a:pt x="109945" y="99385"/>
                  <a:pt x="104151" y="91556"/>
                </a:cubicBezTo>
                <a:cubicBezTo>
                  <a:pt x="99259" y="84961"/>
                  <a:pt x="96813" y="77560"/>
                  <a:pt x="96813" y="69353"/>
                </a:cubicBezTo>
                <a:cubicBezTo>
                  <a:pt x="96813" y="63375"/>
                  <a:pt x="98297" y="57432"/>
                  <a:pt x="101266" y="51525"/>
                </a:cubicBezTo>
                <a:cubicBezTo>
                  <a:pt x="104234" y="45618"/>
                  <a:pt x="108140" y="41253"/>
                  <a:pt x="112985" y="38430"/>
                </a:cubicBezTo>
                <a:cubicBezTo>
                  <a:pt x="117829" y="35607"/>
                  <a:pt x="122958" y="34196"/>
                  <a:pt x="128373" y="34196"/>
                </a:cubicBezTo>
                <a:moveTo>
                  <a:pt x="126164" y="38898"/>
                </a:moveTo>
                <a:cubicBezTo>
                  <a:pt x="123647" y="38898"/>
                  <a:pt x="121118" y="39643"/>
                  <a:pt x="118577" y="41135"/>
                </a:cubicBezTo>
                <a:cubicBezTo>
                  <a:pt x="116036" y="42625"/>
                  <a:pt x="113982" y="45239"/>
                  <a:pt x="112415" y="48978"/>
                </a:cubicBezTo>
                <a:cubicBezTo>
                  <a:pt x="110848" y="52717"/>
                  <a:pt x="110064" y="57520"/>
                  <a:pt x="110064" y="63387"/>
                </a:cubicBezTo>
                <a:cubicBezTo>
                  <a:pt x="110064" y="72851"/>
                  <a:pt x="111952" y="81015"/>
                  <a:pt x="115728" y="87878"/>
                </a:cubicBezTo>
                <a:cubicBezTo>
                  <a:pt x="119503" y="94739"/>
                  <a:pt x="124478" y="98170"/>
                  <a:pt x="130652" y="98170"/>
                </a:cubicBezTo>
                <a:cubicBezTo>
                  <a:pt x="135259" y="98170"/>
                  <a:pt x="139059" y="96277"/>
                  <a:pt x="142051" y="92491"/>
                </a:cubicBezTo>
                <a:cubicBezTo>
                  <a:pt x="145043" y="88704"/>
                  <a:pt x="146539" y="82198"/>
                  <a:pt x="146539" y="72971"/>
                </a:cubicBezTo>
                <a:cubicBezTo>
                  <a:pt x="146539" y="61424"/>
                  <a:pt x="144046" y="52338"/>
                  <a:pt x="139059" y="45712"/>
                </a:cubicBezTo>
                <a:cubicBezTo>
                  <a:pt x="135687" y="41169"/>
                  <a:pt x="131389" y="38898"/>
                  <a:pt x="126164" y="38898"/>
                </a:cubicBezTo>
                <a:close/>
                <a:moveTo>
                  <a:pt x="188786" y="48210"/>
                </a:moveTo>
                <a:cubicBezTo>
                  <a:pt x="193535" y="43419"/>
                  <a:pt x="196338" y="40664"/>
                  <a:pt x="197192" y="39946"/>
                </a:cubicBezTo>
                <a:cubicBezTo>
                  <a:pt x="199330" y="38125"/>
                  <a:pt x="201633" y="36711"/>
                  <a:pt x="204103" y="35705"/>
                </a:cubicBezTo>
                <a:cubicBezTo>
                  <a:pt x="206573" y="34699"/>
                  <a:pt x="209018" y="34196"/>
                  <a:pt x="211441" y="34196"/>
                </a:cubicBezTo>
                <a:cubicBezTo>
                  <a:pt x="215525" y="34196"/>
                  <a:pt x="219040" y="35393"/>
                  <a:pt x="221984" y="37789"/>
                </a:cubicBezTo>
                <a:cubicBezTo>
                  <a:pt x="224929" y="40184"/>
                  <a:pt x="226900" y="43658"/>
                  <a:pt x="227897" y="48210"/>
                </a:cubicBezTo>
                <a:cubicBezTo>
                  <a:pt x="232789" y="42460"/>
                  <a:pt x="236921" y="38688"/>
                  <a:pt x="240293" y="36892"/>
                </a:cubicBezTo>
                <a:cubicBezTo>
                  <a:pt x="243665" y="35094"/>
                  <a:pt x="247132" y="34196"/>
                  <a:pt x="250694" y="34196"/>
                </a:cubicBezTo>
                <a:cubicBezTo>
                  <a:pt x="254161" y="34196"/>
                  <a:pt x="257237" y="35084"/>
                  <a:pt x="259920" y="36860"/>
                </a:cubicBezTo>
                <a:cubicBezTo>
                  <a:pt x="262603" y="38636"/>
                  <a:pt x="264729" y="41536"/>
                  <a:pt x="266296" y="45563"/>
                </a:cubicBezTo>
                <a:cubicBezTo>
                  <a:pt x="267341" y="48310"/>
                  <a:pt x="267863" y="52620"/>
                  <a:pt x="267863" y="58493"/>
                </a:cubicBezTo>
                <a:lnTo>
                  <a:pt x="267863" y="86486"/>
                </a:lnTo>
                <a:cubicBezTo>
                  <a:pt x="267863" y="90595"/>
                  <a:pt x="268172" y="93413"/>
                  <a:pt x="268790" y="94942"/>
                </a:cubicBezTo>
                <a:cubicBezTo>
                  <a:pt x="269264" y="95993"/>
                  <a:pt x="270143" y="96888"/>
                  <a:pt x="271425" y="97629"/>
                </a:cubicBezTo>
                <a:cubicBezTo>
                  <a:pt x="272708" y="98370"/>
                  <a:pt x="274797" y="98740"/>
                  <a:pt x="277695" y="98740"/>
                </a:cubicBezTo>
                <a:lnTo>
                  <a:pt x="277695" y="101304"/>
                </a:lnTo>
                <a:lnTo>
                  <a:pt x="245494" y="101304"/>
                </a:lnTo>
                <a:lnTo>
                  <a:pt x="245494" y="98740"/>
                </a:lnTo>
                <a:lnTo>
                  <a:pt x="246847" y="98740"/>
                </a:lnTo>
                <a:cubicBezTo>
                  <a:pt x="249649" y="98740"/>
                  <a:pt x="251834" y="98191"/>
                  <a:pt x="253401" y="97092"/>
                </a:cubicBezTo>
                <a:cubicBezTo>
                  <a:pt x="254494" y="96328"/>
                  <a:pt x="255278" y="95110"/>
                  <a:pt x="255752" y="93437"/>
                </a:cubicBezTo>
                <a:cubicBezTo>
                  <a:pt x="255942" y="92625"/>
                  <a:pt x="256037" y="90308"/>
                  <a:pt x="256037" y="86486"/>
                </a:cubicBezTo>
                <a:lnTo>
                  <a:pt x="256037" y="58600"/>
                </a:lnTo>
                <a:cubicBezTo>
                  <a:pt x="256037" y="53315"/>
                  <a:pt x="255396" y="49587"/>
                  <a:pt x="254114" y="47417"/>
                </a:cubicBezTo>
                <a:cubicBezTo>
                  <a:pt x="252262" y="44397"/>
                  <a:pt x="249293" y="42887"/>
                  <a:pt x="245209" y="42887"/>
                </a:cubicBezTo>
                <a:cubicBezTo>
                  <a:pt x="242692" y="42887"/>
                  <a:pt x="240163" y="43514"/>
                  <a:pt x="237622" y="44768"/>
                </a:cubicBezTo>
                <a:cubicBezTo>
                  <a:pt x="235081" y="46022"/>
                  <a:pt x="232006" y="48353"/>
                  <a:pt x="228396" y="51759"/>
                </a:cubicBezTo>
                <a:lnTo>
                  <a:pt x="228253" y="52540"/>
                </a:lnTo>
                <a:lnTo>
                  <a:pt x="228396" y="55581"/>
                </a:lnTo>
                <a:lnTo>
                  <a:pt x="228396" y="86486"/>
                </a:lnTo>
                <a:cubicBezTo>
                  <a:pt x="228396" y="90978"/>
                  <a:pt x="228645" y="93772"/>
                  <a:pt x="229144" y="94871"/>
                </a:cubicBezTo>
                <a:cubicBezTo>
                  <a:pt x="229643" y="95969"/>
                  <a:pt x="230581" y="96888"/>
                  <a:pt x="231958" y="97629"/>
                </a:cubicBezTo>
                <a:cubicBezTo>
                  <a:pt x="233335" y="98370"/>
                  <a:pt x="235686" y="98740"/>
                  <a:pt x="239011" y="98740"/>
                </a:cubicBezTo>
                <a:lnTo>
                  <a:pt x="239011" y="101304"/>
                </a:lnTo>
                <a:lnTo>
                  <a:pt x="206026" y="101304"/>
                </a:lnTo>
                <a:lnTo>
                  <a:pt x="206026" y="98740"/>
                </a:lnTo>
                <a:cubicBezTo>
                  <a:pt x="209636" y="98740"/>
                  <a:pt x="212117" y="98310"/>
                  <a:pt x="213471" y="97451"/>
                </a:cubicBezTo>
                <a:cubicBezTo>
                  <a:pt x="214825" y="96590"/>
                  <a:pt x="215763" y="95300"/>
                  <a:pt x="216285" y="93582"/>
                </a:cubicBezTo>
                <a:cubicBezTo>
                  <a:pt x="216522" y="92768"/>
                  <a:pt x="216641" y="90403"/>
                  <a:pt x="216641" y="86486"/>
                </a:cubicBezTo>
                <a:lnTo>
                  <a:pt x="216641" y="58618"/>
                </a:lnTo>
                <a:cubicBezTo>
                  <a:pt x="216641" y="53336"/>
                  <a:pt x="215858" y="49525"/>
                  <a:pt x="214290" y="47186"/>
                </a:cubicBezTo>
                <a:cubicBezTo>
                  <a:pt x="212201" y="44130"/>
                  <a:pt x="209280" y="42602"/>
                  <a:pt x="205528" y="42602"/>
                </a:cubicBezTo>
                <a:cubicBezTo>
                  <a:pt x="202963" y="42602"/>
                  <a:pt x="200422" y="43294"/>
                  <a:pt x="197905" y="44677"/>
                </a:cubicBezTo>
                <a:cubicBezTo>
                  <a:pt x="193963" y="46776"/>
                  <a:pt x="190923" y="49136"/>
                  <a:pt x="188786" y="51759"/>
                </a:cubicBezTo>
                <a:lnTo>
                  <a:pt x="188786" y="86486"/>
                </a:lnTo>
                <a:cubicBezTo>
                  <a:pt x="188786" y="90786"/>
                  <a:pt x="189083" y="93581"/>
                  <a:pt x="189677" y="94871"/>
                </a:cubicBezTo>
                <a:cubicBezTo>
                  <a:pt x="190270" y="96160"/>
                  <a:pt x="191149" y="97128"/>
                  <a:pt x="192312" y="97774"/>
                </a:cubicBezTo>
                <a:cubicBezTo>
                  <a:pt x="193476" y="98418"/>
                  <a:pt x="195839" y="98740"/>
                  <a:pt x="199401" y="98740"/>
                </a:cubicBezTo>
                <a:lnTo>
                  <a:pt x="199401" y="101304"/>
                </a:lnTo>
                <a:lnTo>
                  <a:pt x="167129" y="101304"/>
                </a:lnTo>
                <a:lnTo>
                  <a:pt x="167129" y="98740"/>
                </a:lnTo>
                <a:cubicBezTo>
                  <a:pt x="170121" y="98740"/>
                  <a:pt x="172211" y="98418"/>
                  <a:pt x="173398" y="97774"/>
                </a:cubicBezTo>
                <a:cubicBezTo>
                  <a:pt x="174585" y="97128"/>
                  <a:pt x="175488" y="96101"/>
                  <a:pt x="176105" y="94692"/>
                </a:cubicBezTo>
                <a:cubicBezTo>
                  <a:pt x="176723" y="93282"/>
                  <a:pt x="177031" y="90547"/>
                  <a:pt x="177031" y="86486"/>
                </a:cubicBezTo>
                <a:lnTo>
                  <a:pt x="177031" y="61695"/>
                </a:lnTo>
                <a:cubicBezTo>
                  <a:pt x="177031" y="54523"/>
                  <a:pt x="176818" y="49892"/>
                  <a:pt x="176390" y="47803"/>
                </a:cubicBezTo>
                <a:cubicBezTo>
                  <a:pt x="176058" y="46235"/>
                  <a:pt x="175535" y="45155"/>
                  <a:pt x="174823" y="44561"/>
                </a:cubicBezTo>
                <a:cubicBezTo>
                  <a:pt x="174110" y="43967"/>
                  <a:pt x="173137" y="43671"/>
                  <a:pt x="171902" y="43671"/>
                </a:cubicBezTo>
                <a:cubicBezTo>
                  <a:pt x="170572" y="43671"/>
                  <a:pt x="168981" y="44027"/>
                  <a:pt x="167129" y="44739"/>
                </a:cubicBezTo>
                <a:lnTo>
                  <a:pt x="166060" y="42175"/>
                </a:lnTo>
                <a:lnTo>
                  <a:pt x="185723" y="34196"/>
                </a:lnTo>
                <a:lnTo>
                  <a:pt x="188786" y="34196"/>
                </a:lnTo>
                <a:lnTo>
                  <a:pt x="188786" y="48210"/>
                </a:lnTo>
                <a:close/>
                <a:moveTo>
                  <a:pt x="278071" y="42317"/>
                </a:moveTo>
                <a:lnTo>
                  <a:pt x="298161" y="34338"/>
                </a:lnTo>
                <a:lnTo>
                  <a:pt x="300868" y="34338"/>
                </a:lnTo>
                <a:lnTo>
                  <a:pt x="300868" y="49655"/>
                </a:lnTo>
                <a:cubicBezTo>
                  <a:pt x="304240" y="43935"/>
                  <a:pt x="307624" y="39928"/>
                  <a:pt x="311020" y="37635"/>
                </a:cubicBezTo>
                <a:cubicBezTo>
                  <a:pt x="314416" y="35342"/>
                  <a:pt x="317989" y="34196"/>
                  <a:pt x="321741" y="34196"/>
                </a:cubicBezTo>
                <a:cubicBezTo>
                  <a:pt x="328296" y="34196"/>
                  <a:pt x="333757" y="36757"/>
                  <a:pt x="338127" y="41881"/>
                </a:cubicBezTo>
                <a:cubicBezTo>
                  <a:pt x="343494" y="48144"/>
                  <a:pt x="346177" y="56305"/>
                  <a:pt x="346177" y="66363"/>
                </a:cubicBezTo>
                <a:cubicBezTo>
                  <a:pt x="346177" y="77607"/>
                  <a:pt x="342947" y="86906"/>
                  <a:pt x="336488" y="94261"/>
                </a:cubicBezTo>
                <a:cubicBezTo>
                  <a:pt x="331169" y="100286"/>
                  <a:pt x="324472" y="103299"/>
                  <a:pt x="316398" y="103299"/>
                </a:cubicBezTo>
                <a:cubicBezTo>
                  <a:pt x="312884" y="103299"/>
                  <a:pt x="309844" y="102801"/>
                  <a:pt x="307280" y="101803"/>
                </a:cubicBezTo>
                <a:cubicBezTo>
                  <a:pt x="305380" y="101091"/>
                  <a:pt x="303243" y="99666"/>
                  <a:pt x="300868" y="97529"/>
                </a:cubicBezTo>
                <a:lnTo>
                  <a:pt x="300868" y="117405"/>
                </a:lnTo>
                <a:cubicBezTo>
                  <a:pt x="300868" y="121895"/>
                  <a:pt x="301141" y="124749"/>
                  <a:pt x="301687" y="125967"/>
                </a:cubicBezTo>
                <a:cubicBezTo>
                  <a:pt x="302233" y="127186"/>
                  <a:pt x="303183" y="128153"/>
                  <a:pt x="304537" y="128868"/>
                </a:cubicBezTo>
                <a:cubicBezTo>
                  <a:pt x="305890" y="129585"/>
                  <a:pt x="308348" y="129943"/>
                  <a:pt x="311910" y="129943"/>
                </a:cubicBezTo>
                <a:lnTo>
                  <a:pt x="311910" y="132508"/>
                </a:lnTo>
                <a:lnTo>
                  <a:pt x="277715" y="132508"/>
                </a:lnTo>
                <a:lnTo>
                  <a:pt x="277715" y="129943"/>
                </a:lnTo>
                <a:lnTo>
                  <a:pt x="279496" y="129943"/>
                </a:lnTo>
                <a:cubicBezTo>
                  <a:pt x="282108" y="129991"/>
                  <a:pt x="284340" y="129489"/>
                  <a:pt x="286192" y="128438"/>
                </a:cubicBezTo>
                <a:cubicBezTo>
                  <a:pt x="287095" y="127913"/>
                  <a:pt x="287795" y="127065"/>
                  <a:pt x="288294" y="125896"/>
                </a:cubicBezTo>
                <a:cubicBezTo>
                  <a:pt x="288793" y="124726"/>
                  <a:pt x="289042" y="121754"/>
                  <a:pt x="289042" y="116977"/>
                </a:cubicBezTo>
                <a:lnTo>
                  <a:pt x="289042" y="55140"/>
                </a:lnTo>
                <a:cubicBezTo>
                  <a:pt x="289042" y="50885"/>
                  <a:pt x="288852" y="48184"/>
                  <a:pt x="288472" y="47037"/>
                </a:cubicBezTo>
                <a:cubicBezTo>
                  <a:pt x="288092" y="45888"/>
                  <a:pt x="287487" y="45028"/>
                  <a:pt x="286655" y="44457"/>
                </a:cubicBezTo>
                <a:cubicBezTo>
                  <a:pt x="285824" y="43885"/>
                  <a:pt x="284696" y="43599"/>
                  <a:pt x="283271" y="43599"/>
                </a:cubicBezTo>
                <a:cubicBezTo>
                  <a:pt x="282132" y="43599"/>
                  <a:pt x="280683" y="43932"/>
                  <a:pt x="278926" y="44597"/>
                </a:cubicBezTo>
                <a:lnTo>
                  <a:pt x="278071" y="42317"/>
                </a:lnTo>
                <a:moveTo>
                  <a:pt x="300868" y="53858"/>
                </a:moveTo>
                <a:lnTo>
                  <a:pt x="300868" y="78222"/>
                </a:lnTo>
                <a:cubicBezTo>
                  <a:pt x="300868" y="83494"/>
                  <a:pt x="301082" y="86961"/>
                  <a:pt x="301509" y="88624"/>
                </a:cubicBezTo>
                <a:cubicBezTo>
                  <a:pt x="302174" y="91378"/>
                  <a:pt x="303801" y="93800"/>
                  <a:pt x="306389" y="95890"/>
                </a:cubicBezTo>
                <a:cubicBezTo>
                  <a:pt x="308977" y="97980"/>
                  <a:pt x="312243" y="99025"/>
                  <a:pt x="316185" y="99025"/>
                </a:cubicBezTo>
                <a:cubicBezTo>
                  <a:pt x="320934" y="99025"/>
                  <a:pt x="324781" y="97173"/>
                  <a:pt x="327726" y="93468"/>
                </a:cubicBezTo>
                <a:cubicBezTo>
                  <a:pt x="331573" y="88624"/>
                  <a:pt x="333496" y="81808"/>
                  <a:pt x="333496" y="73022"/>
                </a:cubicBezTo>
                <a:cubicBezTo>
                  <a:pt x="333496" y="63048"/>
                  <a:pt x="331311" y="55378"/>
                  <a:pt x="326942" y="50011"/>
                </a:cubicBezTo>
                <a:cubicBezTo>
                  <a:pt x="323902" y="46307"/>
                  <a:pt x="320293" y="44454"/>
                  <a:pt x="316113" y="44454"/>
                </a:cubicBezTo>
                <a:cubicBezTo>
                  <a:pt x="313834" y="44454"/>
                  <a:pt x="311578" y="45024"/>
                  <a:pt x="309346" y="46164"/>
                </a:cubicBezTo>
                <a:cubicBezTo>
                  <a:pt x="307636" y="47019"/>
                  <a:pt x="304810" y="49584"/>
                  <a:pt x="300868" y="53858"/>
                </a:cubicBezTo>
                <a:close/>
                <a:moveTo>
                  <a:pt x="372323" y="0"/>
                </a:moveTo>
                <a:cubicBezTo>
                  <a:pt x="374318" y="0"/>
                  <a:pt x="376016" y="704"/>
                  <a:pt x="377417" y="2113"/>
                </a:cubicBezTo>
                <a:cubicBezTo>
                  <a:pt x="378818" y="3520"/>
                  <a:pt x="379519" y="5226"/>
                  <a:pt x="379519" y="7231"/>
                </a:cubicBezTo>
                <a:cubicBezTo>
                  <a:pt x="379519" y="9236"/>
                  <a:pt x="378818" y="10955"/>
                  <a:pt x="377417" y="12387"/>
                </a:cubicBezTo>
                <a:cubicBezTo>
                  <a:pt x="376016" y="13818"/>
                  <a:pt x="374318" y="14533"/>
                  <a:pt x="372323" y="14533"/>
                </a:cubicBezTo>
                <a:cubicBezTo>
                  <a:pt x="370329" y="14533"/>
                  <a:pt x="368619" y="13818"/>
                  <a:pt x="367194" y="12387"/>
                </a:cubicBezTo>
                <a:cubicBezTo>
                  <a:pt x="365769" y="10955"/>
                  <a:pt x="365057" y="9236"/>
                  <a:pt x="365057" y="7231"/>
                </a:cubicBezTo>
                <a:cubicBezTo>
                  <a:pt x="365057" y="5226"/>
                  <a:pt x="365757" y="3520"/>
                  <a:pt x="367158" y="2113"/>
                </a:cubicBezTo>
                <a:cubicBezTo>
                  <a:pt x="368559" y="704"/>
                  <a:pt x="370281" y="0"/>
                  <a:pt x="372323" y="0"/>
                </a:cubicBezTo>
                <a:moveTo>
                  <a:pt x="378236" y="34196"/>
                </a:moveTo>
                <a:lnTo>
                  <a:pt x="378236" y="86486"/>
                </a:lnTo>
                <a:cubicBezTo>
                  <a:pt x="378236" y="90595"/>
                  <a:pt x="378533" y="93330"/>
                  <a:pt x="379127" y="94692"/>
                </a:cubicBezTo>
                <a:cubicBezTo>
                  <a:pt x="379720" y="96053"/>
                  <a:pt x="380599" y="97069"/>
                  <a:pt x="381763" y="97738"/>
                </a:cubicBezTo>
                <a:cubicBezTo>
                  <a:pt x="382926" y="98406"/>
                  <a:pt x="385052" y="98740"/>
                  <a:pt x="388139" y="98740"/>
                </a:cubicBezTo>
                <a:lnTo>
                  <a:pt x="388139" y="101304"/>
                </a:lnTo>
                <a:lnTo>
                  <a:pt x="356437" y="101304"/>
                </a:lnTo>
                <a:lnTo>
                  <a:pt x="356437" y="98740"/>
                </a:lnTo>
                <a:cubicBezTo>
                  <a:pt x="359619" y="98740"/>
                  <a:pt x="361756" y="98430"/>
                  <a:pt x="362848" y="97809"/>
                </a:cubicBezTo>
                <a:cubicBezTo>
                  <a:pt x="363941" y="97187"/>
                  <a:pt x="364807" y="96160"/>
                  <a:pt x="365449" y="94728"/>
                </a:cubicBezTo>
                <a:cubicBezTo>
                  <a:pt x="366090" y="93294"/>
                  <a:pt x="366410" y="90547"/>
                  <a:pt x="366410" y="86486"/>
                </a:cubicBezTo>
                <a:lnTo>
                  <a:pt x="366410" y="61552"/>
                </a:lnTo>
                <a:cubicBezTo>
                  <a:pt x="366410" y="54446"/>
                  <a:pt x="366197" y="49843"/>
                  <a:pt x="365769" y="47745"/>
                </a:cubicBezTo>
                <a:cubicBezTo>
                  <a:pt x="365437" y="46217"/>
                  <a:pt x="364914" y="45157"/>
                  <a:pt x="364202" y="44563"/>
                </a:cubicBezTo>
                <a:cubicBezTo>
                  <a:pt x="363489" y="43968"/>
                  <a:pt x="362516" y="43671"/>
                  <a:pt x="361281" y="43671"/>
                </a:cubicBezTo>
                <a:cubicBezTo>
                  <a:pt x="359951" y="43671"/>
                  <a:pt x="358336" y="44027"/>
                  <a:pt x="356437" y="44739"/>
                </a:cubicBezTo>
                <a:lnTo>
                  <a:pt x="355439" y="42175"/>
                </a:lnTo>
                <a:lnTo>
                  <a:pt x="375102" y="34196"/>
                </a:lnTo>
                <a:lnTo>
                  <a:pt x="378236" y="34196"/>
                </a:lnTo>
                <a:close/>
                <a:moveTo>
                  <a:pt x="418580" y="0"/>
                </a:moveTo>
                <a:lnTo>
                  <a:pt x="418580" y="86486"/>
                </a:lnTo>
                <a:cubicBezTo>
                  <a:pt x="418580" y="90595"/>
                  <a:pt x="418877" y="93318"/>
                  <a:pt x="419470" y="94657"/>
                </a:cubicBezTo>
                <a:cubicBezTo>
                  <a:pt x="420064" y="95994"/>
                  <a:pt x="420978" y="97009"/>
                  <a:pt x="422213" y="97702"/>
                </a:cubicBezTo>
                <a:cubicBezTo>
                  <a:pt x="423448" y="98394"/>
                  <a:pt x="425751" y="98740"/>
                  <a:pt x="429123" y="98740"/>
                </a:cubicBezTo>
                <a:lnTo>
                  <a:pt x="429123" y="101304"/>
                </a:lnTo>
                <a:lnTo>
                  <a:pt x="397136" y="101304"/>
                </a:lnTo>
                <a:lnTo>
                  <a:pt x="397136" y="98740"/>
                </a:lnTo>
                <a:cubicBezTo>
                  <a:pt x="400128" y="98740"/>
                  <a:pt x="402171" y="98430"/>
                  <a:pt x="403263" y="97809"/>
                </a:cubicBezTo>
                <a:cubicBezTo>
                  <a:pt x="404355" y="97187"/>
                  <a:pt x="405210" y="96160"/>
                  <a:pt x="405828" y="94728"/>
                </a:cubicBezTo>
                <a:cubicBezTo>
                  <a:pt x="406445" y="93294"/>
                  <a:pt x="406754" y="90547"/>
                  <a:pt x="406754" y="86486"/>
                </a:cubicBezTo>
                <a:lnTo>
                  <a:pt x="406754" y="27356"/>
                </a:lnTo>
                <a:cubicBezTo>
                  <a:pt x="406754" y="19995"/>
                  <a:pt x="406588" y="15471"/>
                  <a:pt x="406255" y="13785"/>
                </a:cubicBezTo>
                <a:cubicBezTo>
                  <a:pt x="405923" y="12099"/>
                  <a:pt x="405388" y="10947"/>
                  <a:pt x="404652" y="10330"/>
                </a:cubicBezTo>
                <a:cubicBezTo>
                  <a:pt x="403916" y="9713"/>
                  <a:pt x="402978" y="9404"/>
                  <a:pt x="401838" y="9404"/>
                </a:cubicBezTo>
                <a:cubicBezTo>
                  <a:pt x="400603" y="9404"/>
                  <a:pt x="399036" y="9784"/>
                  <a:pt x="397136" y="10544"/>
                </a:cubicBezTo>
                <a:lnTo>
                  <a:pt x="395925" y="7979"/>
                </a:lnTo>
                <a:lnTo>
                  <a:pt x="415374" y="0"/>
                </a:lnTo>
                <a:lnTo>
                  <a:pt x="418580" y="0"/>
                </a:lnTo>
                <a:close/>
                <a:moveTo>
                  <a:pt x="447525" y="60697"/>
                </a:moveTo>
                <a:cubicBezTo>
                  <a:pt x="447478" y="70341"/>
                  <a:pt x="449829" y="77906"/>
                  <a:pt x="454578" y="83390"/>
                </a:cubicBezTo>
                <a:cubicBezTo>
                  <a:pt x="459328" y="88874"/>
                  <a:pt x="464908" y="91616"/>
                  <a:pt x="471320" y="91616"/>
                </a:cubicBezTo>
                <a:cubicBezTo>
                  <a:pt x="475594" y="91616"/>
                  <a:pt x="479311" y="90435"/>
                  <a:pt x="482469" y="88074"/>
                </a:cubicBezTo>
                <a:cubicBezTo>
                  <a:pt x="485627" y="85712"/>
                  <a:pt x="488275" y="81669"/>
                  <a:pt x="490412" y="75943"/>
                </a:cubicBezTo>
                <a:lnTo>
                  <a:pt x="492621" y="77374"/>
                </a:lnTo>
                <a:cubicBezTo>
                  <a:pt x="491623" y="83915"/>
                  <a:pt x="488726" y="89871"/>
                  <a:pt x="483929" y="95242"/>
                </a:cubicBezTo>
                <a:cubicBezTo>
                  <a:pt x="479133" y="100614"/>
                  <a:pt x="473125" y="103299"/>
                  <a:pt x="465905" y="103299"/>
                </a:cubicBezTo>
                <a:cubicBezTo>
                  <a:pt x="458069" y="103299"/>
                  <a:pt x="451360" y="100254"/>
                  <a:pt x="445780" y="94165"/>
                </a:cubicBezTo>
                <a:cubicBezTo>
                  <a:pt x="440199" y="88074"/>
                  <a:pt x="437409" y="79885"/>
                  <a:pt x="437409" y="69600"/>
                </a:cubicBezTo>
                <a:cubicBezTo>
                  <a:pt x="437409" y="58463"/>
                  <a:pt x="440271" y="49778"/>
                  <a:pt x="445994" y="43546"/>
                </a:cubicBezTo>
                <a:cubicBezTo>
                  <a:pt x="451717" y="37312"/>
                  <a:pt x="458900" y="34196"/>
                  <a:pt x="467544" y="34196"/>
                </a:cubicBezTo>
                <a:cubicBezTo>
                  <a:pt x="474858" y="34196"/>
                  <a:pt x="480866" y="36600"/>
                  <a:pt x="485568" y="41409"/>
                </a:cubicBezTo>
                <a:cubicBezTo>
                  <a:pt x="490270" y="46216"/>
                  <a:pt x="492621" y="52646"/>
                  <a:pt x="492621" y="60697"/>
                </a:cubicBezTo>
                <a:lnTo>
                  <a:pt x="447525" y="60697"/>
                </a:lnTo>
                <a:moveTo>
                  <a:pt x="447525" y="56565"/>
                </a:moveTo>
                <a:lnTo>
                  <a:pt x="477731" y="56565"/>
                </a:lnTo>
                <a:cubicBezTo>
                  <a:pt x="477494" y="52420"/>
                  <a:pt x="476995" y="49500"/>
                  <a:pt x="476235" y="47805"/>
                </a:cubicBezTo>
                <a:cubicBezTo>
                  <a:pt x="475048" y="45166"/>
                  <a:pt x="473279" y="43093"/>
                  <a:pt x="470928" y="41587"/>
                </a:cubicBezTo>
                <a:cubicBezTo>
                  <a:pt x="468577" y="40079"/>
                  <a:pt x="466119" y="39325"/>
                  <a:pt x="463555" y="39325"/>
                </a:cubicBezTo>
                <a:cubicBezTo>
                  <a:pt x="459613" y="39325"/>
                  <a:pt x="456086" y="40844"/>
                  <a:pt x="452975" y="43882"/>
                </a:cubicBezTo>
                <a:cubicBezTo>
                  <a:pt x="449864" y="46920"/>
                  <a:pt x="448048" y="51148"/>
                  <a:pt x="447525" y="56565"/>
                </a:cubicBezTo>
                <a:close/>
                <a:moveTo>
                  <a:pt x="520281" y="34196"/>
                </a:moveTo>
                <a:lnTo>
                  <a:pt x="520281" y="48871"/>
                </a:lnTo>
                <a:cubicBezTo>
                  <a:pt x="525743" y="39087"/>
                  <a:pt x="531347" y="34196"/>
                  <a:pt x="537094" y="34196"/>
                </a:cubicBezTo>
                <a:cubicBezTo>
                  <a:pt x="539706" y="34196"/>
                  <a:pt x="541867" y="34991"/>
                  <a:pt x="543577" y="36582"/>
                </a:cubicBezTo>
                <a:cubicBezTo>
                  <a:pt x="545286" y="38173"/>
                  <a:pt x="546141" y="40014"/>
                  <a:pt x="546141" y="42103"/>
                </a:cubicBezTo>
                <a:cubicBezTo>
                  <a:pt x="546141" y="43956"/>
                  <a:pt x="545524" y="45523"/>
                  <a:pt x="544289" y="46805"/>
                </a:cubicBezTo>
                <a:cubicBezTo>
                  <a:pt x="543054" y="48088"/>
                  <a:pt x="541582" y="48729"/>
                  <a:pt x="539872" y="48729"/>
                </a:cubicBezTo>
                <a:cubicBezTo>
                  <a:pt x="538210" y="48729"/>
                  <a:pt x="536346" y="47921"/>
                  <a:pt x="534280" y="46307"/>
                </a:cubicBezTo>
                <a:cubicBezTo>
                  <a:pt x="532214" y="44692"/>
                  <a:pt x="530682" y="43884"/>
                  <a:pt x="529685" y="43884"/>
                </a:cubicBezTo>
                <a:cubicBezTo>
                  <a:pt x="528830" y="43884"/>
                  <a:pt x="527904" y="44356"/>
                  <a:pt x="526906" y="45298"/>
                </a:cubicBezTo>
                <a:cubicBezTo>
                  <a:pt x="524769" y="47232"/>
                  <a:pt x="522561" y="50415"/>
                  <a:pt x="520281" y="54847"/>
                </a:cubicBezTo>
                <a:lnTo>
                  <a:pt x="520281" y="86059"/>
                </a:lnTo>
                <a:cubicBezTo>
                  <a:pt x="520281" y="89671"/>
                  <a:pt x="520732" y="92404"/>
                  <a:pt x="521634" y="94256"/>
                </a:cubicBezTo>
                <a:cubicBezTo>
                  <a:pt x="522252" y="95540"/>
                  <a:pt x="523344" y="96609"/>
                  <a:pt x="524912" y="97462"/>
                </a:cubicBezTo>
                <a:cubicBezTo>
                  <a:pt x="526479" y="98314"/>
                  <a:pt x="528735" y="98740"/>
                  <a:pt x="531679" y="98740"/>
                </a:cubicBezTo>
                <a:lnTo>
                  <a:pt x="531679" y="101304"/>
                </a:lnTo>
                <a:lnTo>
                  <a:pt x="498267" y="101304"/>
                </a:lnTo>
                <a:lnTo>
                  <a:pt x="498267" y="98740"/>
                </a:lnTo>
                <a:cubicBezTo>
                  <a:pt x="501592" y="98740"/>
                  <a:pt x="504062" y="98211"/>
                  <a:pt x="505676" y="97155"/>
                </a:cubicBezTo>
                <a:cubicBezTo>
                  <a:pt x="506864" y="96386"/>
                  <a:pt x="507695" y="95161"/>
                  <a:pt x="508170" y="93479"/>
                </a:cubicBezTo>
                <a:cubicBezTo>
                  <a:pt x="508407" y="92661"/>
                  <a:pt x="508526" y="90330"/>
                  <a:pt x="508526" y="86486"/>
                </a:cubicBezTo>
                <a:lnTo>
                  <a:pt x="508526" y="61410"/>
                </a:lnTo>
                <a:cubicBezTo>
                  <a:pt x="508526" y="53811"/>
                  <a:pt x="508372" y="49287"/>
                  <a:pt x="508063" y="47838"/>
                </a:cubicBezTo>
                <a:cubicBezTo>
                  <a:pt x="507754" y="46390"/>
                  <a:pt x="507184" y="45333"/>
                  <a:pt x="506353" y="44668"/>
                </a:cubicBezTo>
                <a:cubicBezTo>
                  <a:pt x="505522" y="44003"/>
                  <a:pt x="504489" y="43671"/>
                  <a:pt x="503254" y="43671"/>
                </a:cubicBezTo>
                <a:cubicBezTo>
                  <a:pt x="501782" y="43671"/>
                  <a:pt x="500120" y="44027"/>
                  <a:pt x="498267" y="44739"/>
                </a:cubicBezTo>
                <a:lnTo>
                  <a:pt x="497555" y="42175"/>
                </a:lnTo>
                <a:lnTo>
                  <a:pt x="517289" y="34196"/>
                </a:lnTo>
                <a:lnTo>
                  <a:pt x="520281" y="34196"/>
                </a:lnTo>
                <a:close/>
                <a:moveTo>
                  <a:pt x="551127" y="63119"/>
                </a:moveTo>
                <a:lnTo>
                  <a:pt x="587958" y="63119"/>
                </a:lnTo>
                <a:lnTo>
                  <a:pt x="587958" y="73948"/>
                </a:lnTo>
                <a:lnTo>
                  <a:pt x="551127" y="73948"/>
                </a:lnTo>
                <a:lnTo>
                  <a:pt x="551127" y="63119"/>
                </a:lnTo>
                <a:close/>
                <a:moveTo>
                  <a:pt x="616240" y="47502"/>
                </a:moveTo>
                <a:cubicBezTo>
                  <a:pt x="622557" y="38631"/>
                  <a:pt x="629372" y="34196"/>
                  <a:pt x="636686" y="34196"/>
                </a:cubicBezTo>
                <a:cubicBezTo>
                  <a:pt x="643383" y="34196"/>
                  <a:pt x="649225" y="37054"/>
                  <a:pt x="654212" y="42771"/>
                </a:cubicBezTo>
                <a:cubicBezTo>
                  <a:pt x="659198" y="48488"/>
                  <a:pt x="661692" y="56305"/>
                  <a:pt x="661692" y="66221"/>
                </a:cubicBezTo>
                <a:cubicBezTo>
                  <a:pt x="661692" y="77797"/>
                  <a:pt x="657845" y="87120"/>
                  <a:pt x="650151" y="94189"/>
                </a:cubicBezTo>
                <a:cubicBezTo>
                  <a:pt x="643549" y="100263"/>
                  <a:pt x="636188" y="103299"/>
                  <a:pt x="628066" y="103299"/>
                </a:cubicBezTo>
                <a:cubicBezTo>
                  <a:pt x="624267" y="103299"/>
                  <a:pt x="620408" y="102606"/>
                  <a:pt x="616490" y="101220"/>
                </a:cubicBezTo>
                <a:cubicBezTo>
                  <a:pt x="612571" y="99834"/>
                  <a:pt x="608570" y="97754"/>
                  <a:pt x="604485" y="94980"/>
                </a:cubicBezTo>
                <a:lnTo>
                  <a:pt x="604485" y="27499"/>
                </a:lnTo>
                <a:cubicBezTo>
                  <a:pt x="604485" y="20090"/>
                  <a:pt x="604307" y="15531"/>
                  <a:pt x="603951" y="13821"/>
                </a:cubicBezTo>
                <a:cubicBezTo>
                  <a:pt x="603595" y="12111"/>
                  <a:pt x="603037" y="10947"/>
                  <a:pt x="602277" y="10330"/>
                </a:cubicBezTo>
                <a:cubicBezTo>
                  <a:pt x="601517" y="9713"/>
                  <a:pt x="600567" y="9404"/>
                  <a:pt x="599427" y="9404"/>
                </a:cubicBezTo>
                <a:cubicBezTo>
                  <a:pt x="598098" y="9404"/>
                  <a:pt x="596435" y="9784"/>
                  <a:pt x="594441" y="10544"/>
                </a:cubicBezTo>
                <a:lnTo>
                  <a:pt x="593443" y="7979"/>
                </a:lnTo>
                <a:lnTo>
                  <a:pt x="613034" y="0"/>
                </a:lnTo>
                <a:lnTo>
                  <a:pt x="616240" y="0"/>
                </a:lnTo>
                <a:lnTo>
                  <a:pt x="616240" y="47502"/>
                </a:lnTo>
                <a:moveTo>
                  <a:pt x="616240" y="52037"/>
                </a:moveTo>
                <a:lnTo>
                  <a:pt x="616240" y="90870"/>
                </a:lnTo>
                <a:cubicBezTo>
                  <a:pt x="618662" y="93233"/>
                  <a:pt x="621168" y="95017"/>
                  <a:pt x="623756" y="96222"/>
                </a:cubicBezTo>
                <a:cubicBezTo>
                  <a:pt x="626345" y="97426"/>
                  <a:pt x="628992" y="98027"/>
                  <a:pt x="631699" y="98027"/>
                </a:cubicBezTo>
                <a:cubicBezTo>
                  <a:pt x="636021" y="98027"/>
                  <a:pt x="640046" y="95665"/>
                  <a:pt x="643775" y="90941"/>
                </a:cubicBezTo>
                <a:cubicBezTo>
                  <a:pt x="647503" y="86217"/>
                  <a:pt x="649367" y="79343"/>
                  <a:pt x="649367" y="70319"/>
                </a:cubicBezTo>
                <a:cubicBezTo>
                  <a:pt x="649367" y="62005"/>
                  <a:pt x="647503" y="55615"/>
                  <a:pt x="643775" y="51151"/>
                </a:cubicBezTo>
                <a:cubicBezTo>
                  <a:pt x="640047" y="46687"/>
                  <a:pt x="635808" y="44454"/>
                  <a:pt x="631058" y="44454"/>
                </a:cubicBezTo>
                <a:cubicBezTo>
                  <a:pt x="628541" y="44454"/>
                  <a:pt x="626024" y="45092"/>
                  <a:pt x="623507" y="46367"/>
                </a:cubicBezTo>
                <a:cubicBezTo>
                  <a:pt x="621607" y="47312"/>
                  <a:pt x="619185" y="49202"/>
                  <a:pt x="616240" y="52037"/>
                </a:cubicBezTo>
                <a:close/>
                <a:moveTo>
                  <a:pt x="708283" y="91976"/>
                </a:moveTo>
                <a:cubicBezTo>
                  <a:pt x="701587" y="97152"/>
                  <a:pt x="697383" y="100142"/>
                  <a:pt x="695674" y="100948"/>
                </a:cubicBezTo>
                <a:cubicBezTo>
                  <a:pt x="693109" y="102136"/>
                  <a:pt x="690378" y="102729"/>
                  <a:pt x="687481" y="102729"/>
                </a:cubicBezTo>
                <a:cubicBezTo>
                  <a:pt x="682969" y="102729"/>
                  <a:pt x="679253" y="101186"/>
                  <a:pt x="676332" y="98099"/>
                </a:cubicBezTo>
                <a:cubicBezTo>
                  <a:pt x="673411" y="95012"/>
                  <a:pt x="671950" y="90951"/>
                  <a:pt x="671950" y="85916"/>
                </a:cubicBezTo>
                <a:cubicBezTo>
                  <a:pt x="671950" y="82734"/>
                  <a:pt x="672663" y="79980"/>
                  <a:pt x="674088" y="77653"/>
                </a:cubicBezTo>
                <a:cubicBezTo>
                  <a:pt x="676035" y="74423"/>
                  <a:pt x="679419" y="71383"/>
                  <a:pt x="684240" y="68534"/>
                </a:cubicBezTo>
                <a:cubicBezTo>
                  <a:pt x="689060" y="65684"/>
                  <a:pt x="697075" y="62217"/>
                  <a:pt x="708283" y="58133"/>
                </a:cubicBezTo>
                <a:lnTo>
                  <a:pt x="708283" y="55577"/>
                </a:lnTo>
                <a:cubicBezTo>
                  <a:pt x="708283" y="49094"/>
                  <a:pt x="707250" y="44646"/>
                  <a:pt x="705184" y="42232"/>
                </a:cubicBezTo>
                <a:cubicBezTo>
                  <a:pt x="703118" y="39819"/>
                  <a:pt x="700114" y="38613"/>
                  <a:pt x="696172" y="38613"/>
                </a:cubicBezTo>
                <a:cubicBezTo>
                  <a:pt x="693180" y="38613"/>
                  <a:pt x="690806" y="39420"/>
                  <a:pt x="689048" y="41035"/>
                </a:cubicBezTo>
                <a:cubicBezTo>
                  <a:pt x="687244" y="42650"/>
                  <a:pt x="686341" y="44502"/>
                  <a:pt x="686341" y="46592"/>
                </a:cubicBezTo>
                <a:lnTo>
                  <a:pt x="686484" y="50723"/>
                </a:lnTo>
                <a:cubicBezTo>
                  <a:pt x="686484" y="52908"/>
                  <a:pt x="685926" y="54594"/>
                  <a:pt x="684809" y="55782"/>
                </a:cubicBezTo>
                <a:cubicBezTo>
                  <a:pt x="683693" y="56969"/>
                  <a:pt x="682233" y="57563"/>
                  <a:pt x="680428" y="57563"/>
                </a:cubicBezTo>
                <a:cubicBezTo>
                  <a:pt x="678671" y="57563"/>
                  <a:pt x="677234" y="56944"/>
                  <a:pt x="676118" y="55706"/>
                </a:cubicBezTo>
                <a:cubicBezTo>
                  <a:pt x="675002" y="54467"/>
                  <a:pt x="674444" y="52775"/>
                  <a:pt x="674444" y="50632"/>
                </a:cubicBezTo>
                <a:cubicBezTo>
                  <a:pt x="674444" y="46534"/>
                  <a:pt x="676534" y="42770"/>
                  <a:pt x="680713" y="39341"/>
                </a:cubicBezTo>
                <a:cubicBezTo>
                  <a:pt x="684893" y="35911"/>
                  <a:pt x="690758" y="34196"/>
                  <a:pt x="698310" y="34196"/>
                </a:cubicBezTo>
                <a:cubicBezTo>
                  <a:pt x="704104" y="34196"/>
                  <a:pt x="708853" y="35168"/>
                  <a:pt x="712558" y="37112"/>
                </a:cubicBezTo>
                <a:cubicBezTo>
                  <a:pt x="715360" y="38583"/>
                  <a:pt x="717426" y="40884"/>
                  <a:pt x="718756" y="44016"/>
                </a:cubicBezTo>
                <a:cubicBezTo>
                  <a:pt x="719611" y="46055"/>
                  <a:pt x="720038" y="50229"/>
                  <a:pt x="720038" y="56539"/>
                </a:cubicBezTo>
                <a:lnTo>
                  <a:pt x="720038" y="78668"/>
                </a:lnTo>
                <a:cubicBezTo>
                  <a:pt x="720038" y="84882"/>
                  <a:pt x="720157" y="88689"/>
                  <a:pt x="720394" y="90089"/>
                </a:cubicBezTo>
                <a:cubicBezTo>
                  <a:pt x="720632" y="91488"/>
                  <a:pt x="721024" y="92425"/>
                  <a:pt x="721570" y="92900"/>
                </a:cubicBezTo>
                <a:cubicBezTo>
                  <a:pt x="722116" y="93374"/>
                  <a:pt x="722745" y="93610"/>
                  <a:pt x="723458" y="93610"/>
                </a:cubicBezTo>
                <a:cubicBezTo>
                  <a:pt x="724217" y="93610"/>
                  <a:pt x="724882" y="93444"/>
                  <a:pt x="725452" y="93112"/>
                </a:cubicBezTo>
                <a:cubicBezTo>
                  <a:pt x="726450" y="92494"/>
                  <a:pt x="728373" y="90761"/>
                  <a:pt x="731223" y="87911"/>
                </a:cubicBezTo>
                <a:lnTo>
                  <a:pt x="731223" y="91901"/>
                </a:lnTo>
                <a:cubicBezTo>
                  <a:pt x="725904" y="99025"/>
                  <a:pt x="720822" y="102587"/>
                  <a:pt x="715977" y="102587"/>
                </a:cubicBezTo>
                <a:cubicBezTo>
                  <a:pt x="713650" y="102587"/>
                  <a:pt x="711798" y="101785"/>
                  <a:pt x="710420" y="100182"/>
                </a:cubicBezTo>
                <a:cubicBezTo>
                  <a:pt x="709043" y="98578"/>
                  <a:pt x="708331" y="95843"/>
                  <a:pt x="708283" y="91976"/>
                </a:cubicBezTo>
                <a:moveTo>
                  <a:pt x="708283" y="87357"/>
                </a:moveTo>
                <a:lnTo>
                  <a:pt x="708283" y="62549"/>
                </a:lnTo>
                <a:cubicBezTo>
                  <a:pt x="701112" y="65393"/>
                  <a:pt x="696481" y="67407"/>
                  <a:pt x="694391" y="68592"/>
                </a:cubicBezTo>
                <a:cubicBezTo>
                  <a:pt x="690639" y="70677"/>
                  <a:pt x="687956" y="72857"/>
                  <a:pt x="686341" y="75132"/>
                </a:cubicBezTo>
                <a:cubicBezTo>
                  <a:pt x="684726" y="77406"/>
                  <a:pt x="683919" y="79894"/>
                  <a:pt x="683919" y="82595"/>
                </a:cubicBezTo>
                <a:cubicBezTo>
                  <a:pt x="683919" y="86007"/>
                  <a:pt x="684940" y="88839"/>
                  <a:pt x="686982" y="91090"/>
                </a:cubicBezTo>
                <a:cubicBezTo>
                  <a:pt x="689025" y="93340"/>
                  <a:pt x="691375" y="94465"/>
                  <a:pt x="694035" y="94465"/>
                </a:cubicBezTo>
                <a:cubicBezTo>
                  <a:pt x="697645" y="94465"/>
                  <a:pt x="702394" y="92096"/>
                  <a:pt x="708283" y="87357"/>
                </a:cubicBezTo>
                <a:close/>
                <a:moveTo>
                  <a:pt x="778119" y="34196"/>
                </a:moveTo>
                <a:lnTo>
                  <a:pt x="778119" y="56423"/>
                </a:lnTo>
                <a:lnTo>
                  <a:pt x="775768" y="56423"/>
                </a:lnTo>
                <a:cubicBezTo>
                  <a:pt x="773963" y="49469"/>
                  <a:pt x="771647" y="44739"/>
                  <a:pt x="768822" y="42232"/>
                </a:cubicBezTo>
                <a:cubicBezTo>
                  <a:pt x="765996" y="39724"/>
                  <a:pt x="762398" y="38470"/>
                  <a:pt x="758029" y="38470"/>
                </a:cubicBezTo>
                <a:cubicBezTo>
                  <a:pt x="754704" y="38470"/>
                  <a:pt x="752021" y="39346"/>
                  <a:pt x="749978" y="41097"/>
                </a:cubicBezTo>
                <a:cubicBezTo>
                  <a:pt x="747936" y="42848"/>
                  <a:pt x="746915" y="44789"/>
                  <a:pt x="746915" y="46919"/>
                </a:cubicBezTo>
                <a:cubicBezTo>
                  <a:pt x="746915" y="49568"/>
                  <a:pt x="747675" y="51840"/>
                  <a:pt x="749195" y="53733"/>
                </a:cubicBezTo>
                <a:cubicBezTo>
                  <a:pt x="750667" y="55673"/>
                  <a:pt x="753659" y="57732"/>
                  <a:pt x="758171" y="59909"/>
                </a:cubicBezTo>
                <a:lnTo>
                  <a:pt x="768572" y="64949"/>
                </a:lnTo>
                <a:cubicBezTo>
                  <a:pt x="778214" y="69645"/>
                  <a:pt x="783034" y="75835"/>
                  <a:pt x="783034" y="83519"/>
                </a:cubicBezTo>
                <a:cubicBezTo>
                  <a:pt x="783034" y="89448"/>
                  <a:pt x="780790" y="94227"/>
                  <a:pt x="776302" y="97856"/>
                </a:cubicBezTo>
                <a:cubicBezTo>
                  <a:pt x="771814" y="101485"/>
                  <a:pt x="766791" y="103299"/>
                  <a:pt x="761234" y="103299"/>
                </a:cubicBezTo>
                <a:cubicBezTo>
                  <a:pt x="757245" y="103299"/>
                  <a:pt x="752686" y="102622"/>
                  <a:pt x="747556" y="101269"/>
                </a:cubicBezTo>
                <a:cubicBezTo>
                  <a:pt x="745989" y="100818"/>
                  <a:pt x="744707" y="100592"/>
                  <a:pt x="743709" y="100592"/>
                </a:cubicBezTo>
                <a:cubicBezTo>
                  <a:pt x="742617" y="100592"/>
                  <a:pt x="741762" y="101162"/>
                  <a:pt x="741145" y="102302"/>
                </a:cubicBezTo>
                <a:lnTo>
                  <a:pt x="738794" y="102302"/>
                </a:lnTo>
                <a:lnTo>
                  <a:pt x="738794" y="78935"/>
                </a:lnTo>
                <a:lnTo>
                  <a:pt x="741145" y="78935"/>
                </a:lnTo>
                <a:cubicBezTo>
                  <a:pt x="742474" y="85584"/>
                  <a:pt x="745015" y="90595"/>
                  <a:pt x="748767" y="93967"/>
                </a:cubicBezTo>
                <a:cubicBezTo>
                  <a:pt x="752519" y="97339"/>
                  <a:pt x="756723" y="99025"/>
                  <a:pt x="761377" y="99025"/>
                </a:cubicBezTo>
                <a:cubicBezTo>
                  <a:pt x="764654" y="99025"/>
                  <a:pt x="767326" y="98068"/>
                  <a:pt x="769392" y="96155"/>
                </a:cubicBezTo>
                <a:cubicBezTo>
                  <a:pt x="771457" y="94241"/>
                  <a:pt x="772490" y="91936"/>
                  <a:pt x="772490" y="89243"/>
                </a:cubicBezTo>
                <a:cubicBezTo>
                  <a:pt x="772490" y="85982"/>
                  <a:pt x="771339" y="83241"/>
                  <a:pt x="769035" y="81021"/>
                </a:cubicBezTo>
                <a:cubicBezTo>
                  <a:pt x="766732" y="78799"/>
                  <a:pt x="762137" y="75993"/>
                  <a:pt x="755250" y="72603"/>
                </a:cubicBezTo>
                <a:cubicBezTo>
                  <a:pt x="748364" y="69212"/>
                  <a:pt x="743852" y="66137"/>
                  <a:pt x="741714" y="63378"/>
                </a:cubicBezTo>
                <a:cubicBezTo>
                  <a:pt x="739577" y="60666"/>
                  <a:pt x="738509" y="57241"/>
                  <a:pt x="738509" y="53103"/>
                </a:cubicBezTo>
                <a:cubicBezTo>
                  <a:pt x="738509" y="47728"/>
                  <a:pt x="740349" y="43233"/>
                  <a:pt x="744030" y="39619"/>
                </a:cubicBezTo>
                <a:cubicBezTo>
                  <a:pt x="747711" y="36003"/>
                  <a:pt x="752472" y="34196"/>
                  <a:pt x="758314" y="34196"/>
                </a:cubicBezTo>
                <a:cubicBezTo>
                  <a:pt x="760878" y="34196"/>
                  <a:pt x="763989" y="34742"/>
                  <a:pt x="767646" y="35834"/>
                </a:cubicBezTo>
                <a:cubicBezTo>
                  <a:pt x="770068" y="36547"/>
                  <a:pt x="771683" y="36903"/>
                  <a:pt x="772490" y="36903"/>
                </a:cubicBezTo>
                <a:cubicBezTo>
                  <a:pt x="773250" y="36903"/>
                  <a:pt x="773844" y="36737"/>
                  <a:pt x="774272" y="36404"/>
                </a:cubicBezTo>
                <a:cubicBezTo>
                  <a:pt x="774699" y="36072"/>
                  <a:pt x="775198" y="35335"/>
                  <a:pt x="775768" y="34196"/>
                </a:cubicBezTo>
                <a:lnTo>
                  <a:pt x="778119" y="34196"/>
                </a:lnTo>
                <a:close/>
                <a:moveTo>
                  <a:pt x="803670" y="60697"/>
                </a:moveTo>
                <a:cubicBezTo>
                  <a:pt x="803623" y="70341"/>
                  <a:pt x="805974" y="77906"/>
                  <a:pt x="810723" y="83390"/>
                </a:cubicBezTo>
                <a:cubicBezTo>
                  <a:pt x="815472" y="88874"/>
                  <a:pt x="821053" y="91616"/>
                  <a:pt x="827465" y="91616"/>
                </a:cubicBezTo>
                <a:cubicBezTo>
                  <a:pt x="831739" y="91616"/>
                  <a:pt x="835455" y="90435"/>
                  <a:pt x="838614" y="88074"/>
                </a:cubicBezTo>
                <a:cubicBezTo>
                  <a:pt x="841772" y="85712"/>
                  <a:pt x="844420" y="81669"/>
                  <a:pt x="846557" y="75943"/>
                </a:cubicBezTo>
                <a:lnTo>
                  <a:pt x="848766" y="77374"/>
                </a:lnTo>
                <a:cubicBezTo>
                  <a:pt x="847768" y="83915"/>
                  <a:pt x="844871" y="89871"/>
                  <a:pt x="840074" y="95242"/>
                </a:cubicBezTo>
                <a:cubicBezTo>
                  <a:pt x="835277" y="100614"/>
                  <a:pt x="829269" y="103299"/>
                  <a:pt x="822050" y="103299"/>
                </a:cubicBezTo>
                <a:cubicBezTo>
                  <a:pt x="814214" y="103299"/>
                  <a:pt x="807505" y="100254"/>
                  <a:pt x="801925" y="94165"/>
                </a:cubicBezTo>
                <a:cubicBezTo>
                  <a:pt x="796344" y="88074"/>
                  <a:pt x="793554" y="79885"/>
                  <a:pt x="793554" y="69600"/>
                </a:cubicBezTo>
                <a:cubicBezTo>
                  <a:pt x="793554" y="58463"/>
                  <a:pt x="796415" y="49778"/>
                  <a:pt x="802138" y="43546"/>
                </a:cubicBezTo>
                <a:cubicBezTo>
                  <a:pt x="807861" y="37312"/>
                  <a:pt x="815045" y="34196"/>
                  <a:pt x="823689" y="34196"/>
                </a:cubicBezTo>
                <a:cubicBezTo>
                  <a:pt x="831003" y="34196"/>
                  <a:pt x="837011" y="36600"/>
                  <a:pt x="841713" y="41409"/>
                </a:cubicBezTo>
                <a:cubicBezTo>
                  <a:pt x="846415" y="46216"/>
                  <a:pt x="848766" y="52646"/>
                  <a:pt x="848766" y="60697"/>
                </a:cubicBezTo>
                <a:lnTo>
                  <a:pt x="803670" y="60697"/>
                </a:lnTo>
                <a:moveTo>
                  <a:pt x="803670" y="56565"/>
                </a:moveTo>
                <a:lnTo>
                  <a:pt x="833876" y="56565"/>
                </a:lnTo>
                <a:cubicBezTo>
                  <a:pt x="833639" y="52420"/>
                  <a:pt x="833140" y="49500"/>
                  <a:pt x="832380" y="47805"/>
                </a:cubicBezTo>
                <a:cubicBezTo>
                  <a:pt x="831193" y="45166"/>
                  <a:pt x="829424" y="43093"/>
                  <a:pt x="827073" y="41587"/>
                </a:cubicBezTo>
                <a:cubicBezTo>
                  <a:pt x="824722" y="40079"/>
                  <a:pt x="822264" y="39325"/>
                  <a:pt x="819699" y="39325"/>
                </a:cubicBezTo>
                <a:cubicBezTo>
                  <a:pt x="815757" y="39325"/>
                  <a:pt x="812231" y="40844"/>
                  <a:pt x="809120" y="43882"/>
                </a:cubicBezTo>
                <a:cubicBezTo>
                  <a:pt x="806009" y="46920"/>
                  <a:pt x="804193" y="51148"/>
                  <a:pt x="803670" y="56565"/>
                </a:cubicBezTo>
                <a:close/>
                <a:moveTo>
                  <a:pt x="903426" y="93971"/>
                </a:moveTo>
                <a:cubicBezTo>
                  <a:pt x="900244" y="97294"/>
                  <a:pt x="897134" y="99680"/>
                  <a:pt x="894094" y="101129"/>
                </a:cubicBezTo>
                <a:cubicBezTo>
                  <a:pt x="891054" y="102576"/>
                  <a:pt x="887777" y="103299"/>
                  <a:pt x="884263" y="103299"/>
                </a:cubicBezTo>
                <a:cubicBezTo>
                  <a:pt x="877139" y="103299"/>
                  <a:pt x="870917" y="100326"/>
                  <a:pt x="865598" y="94379"/>
                </a:cubicBezTo>
                <a:cubicBezTo>
                  <a:pt x="860278" y="88430"/>
                  <a:pt x="857619" y="80786"/>
                  <a:pt x="857619" y="71448"/>
                </a:cubicBezTo>
                <a:cubicBezTo>
                  <a:pt x="857619" y="62111"/>
                  <a:pt x="860563" y="53568"/>
                  <a:pt x="866453" y="45819"/>
                </a:cubicBezTo>
                <a:cubicBezTo>
                  <a:pt x="872342" y="38070"/>
                  <a:pt x="879917" y="34196"/>
                  <a:pt x="889178" y="34196"/>
                </a:cubicBezTo>
                <a:cubicBezTo>
                  <a:pt x="894925" y="34196"/>
                  <a:pt x="899674" y="36023"/>
                  <a:pt x="903427" y="39679"/>
                </a:cubicBezTo>
                <a:lnTo>
                  <a:pt x="903427" y="27499"/>
                </a:lnTo>
                <a:cubicBezTo>
                  <a:pt x="903427" y="20074"/>
                  <a:pt x="903248" y="15510"/>
                  <a:pt x="902892" y="13807"/>
                </a:cubicBezTo>
                <a:cubicBezTo>
                  <a:pt x="902536" y="12105"/>
                  <a:pt x="901978" y="10946"/>
                  <a:pt x="901218" y="10330"/>
                </a:cubicBezTo>
                <a:cubicBezTo>
                  <a:pt x="900458" y="9713"/>
                  <a:pt x="899508" y="9404"/>
                  <a:pt x="898368" y="9404"/>
                </a:cubicBezTo>
                <a:cubicBezTo>
                  <a:pt x="897134" y="9404"/>
                  <a:pt x="895495" y="9784"/>
                  <a:pt x="893453" y="10544"/>
                </a:cubicBezTo>
                <a:lnTo>
                  <a:pt x="892527" y="7979"/>
                </a:lnTo>
                <a:lnTo>
                  <a:pt x="911975" y="0"/>
                </a:lnTo>
                <a:lnTo>
                  <a:pt x="915181" y="0"/>
                </a:lnTo>
                <a:lnTo>
                  <a:pt x="915181" y="75515"/>
                </a:lnTo>
                <a:cubicBezTo>
                  <a:pt x="915181" y="83131"/>
                  <a:pt x="915359" y="87778"/>
                  <a:pt x="915716" y="89456"/>
                </a:cubicBezTo>
                <a:cubicBezTo>
                  <a:pt x="916072" y="91135"/>
                  <a:pt x="916642" y="92307"/>
                  <a:pt x="917425" y="92972"/>
                </a:cubicBezTo>
                <a:cubicBezTo>
                  <a:pt x="918209" y="93635"/>
                  <a:pt x="919123" y="93967"/>
                  <a:pt x="920168" y="93967"/>
                </a:cubicBezTo>
                <a:cubicBezTo>
                  <a:pt x="921450" y="93967"/>
                  <a:pt x="923160" y="93563"/>
                  <a:pt x="925297" y="92756"/>
                </a:cubicBezTo>
                <a:lnTo>
                  <a:pt x="926081" y="95320"/>
                </a:lnTo>
                <a:lnTo>
                  <a:pt x="906704" y="103299"/>
                </a:lnTo>
                <a:lnTo>
                  <a:pt x="903426" y="103299"/>
                </a:lnTo>
                <a:lnTo>
                  <a:pt x="903426" y="93971"/>
                </a:lnTo>
                <a:moveTo>
                  <a:pt x="903426" y="88995"/>
                </a:moveTo>
                <a:lnTo>
                  <a:pt x="903427" y="55454"/>
                </a:lnTo>
                <a:cubicBezTo>
                  <a:pt x="903142" y="52232"/>
                  <a:pt x="902287" y="49295"/>
                  <a:pt x="900862" y="46643"/>
                </a:cubicBezTo>
                <a:cubicBezTo>
                  <a:pt x="899437" y="43989"/>
                  <a:pt x="897549" y="41988"/>
                  <a:pt x="895198" y="40638"/>
                </a:cubicBezTo>
                <a:cubicBezTo>
                  <a:pt x="892847" y="39288"/>
                  <a:pt x="890556" y="38613"/>
                  <a:pt x="888323" y="38613"/>
                </a:cubicBezTo>
                <a:cubicBezTo>
                  <a:pt x="884144" y="38613"/>
                  <a:pt x="880416" y="40484"/>
                  <a:pt x="877139" y="44227"/>
                </a:cubicBezTo>
                <a:cubicBezTo>
                  <a:pt x="872817" y="49153"/>
                  <a:pt x="870656" y="56354"/>
                  <a:pt x="870656" y="65829"/>
                </a:cubicBezTo>
                <a:cubicBezTo>
                  <a:pt x="870656" y="75399"/>
                  <a:pt x="872745" y="82731"/>
                  <a:pt x="876925" y="87824"/>
                </a:cubicBezTo>
                <a:cubicBezTo>
                  <a:pt x="881104" y="92917"/>
                  <a:pt x="885759" y="95463"/>
                  <a:pt x="890888" y="95463"/>
                </a:cubicBezTo>
                <a:cubicBezTo>
                  <a:pt x="895210" y="95463"/>
                  <a:pt x="899390" y="93307"/>
                  <a:pt x="903426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A7703-4385-4AC8-AAF3-B510487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471" y="637521"/>
            <a:ext cx="2228388" cy="1491247"/>
          </a:xfrm>
          <a:custGeom xmlns:a="http://schemas.openxmlformats.org/drawingml/2006/main">
            <a:pathLst>
              <a:path w="2228388" h="1491247">
                <a:moveTo>
                  <a:pt x="905217" y="19873"/>
                </a:moveTo>
                <a:lnTo>
                  <a:pt x="871531" y="12724"/>
                </a:lnTo>
                <a:lnTo>
                  <a:pt x="837721" y="7149"/>
                </a:lnTo>
                <a:lnTo>
                  <a:pt x="803911" y="3149"/>
                </a:lnTo>
                <a:lnTo>
                  <a:pt x="770222" y="849"/>
                </a:lnTo>
                <a:lnTo>
                  <a:pt x="736536" y="0"/>
                </a:lnTo>
                <a:lnTo>
                  <a:pt x="702967" y="726"/>
                </a:lnTo>
                <a:lnTo>
                  <a:pt x="669642" y="3028"/>
                </a:lnTo>
                <a:lnTo>
                  <a:pt x="636561" y="6785"/>
                </a:lnTo>
                <a:lnTo>
                  <a:pt x="603843" y="11996"/>
                </a:lnTo>
                <a:lnTo>
                  <a:pt x="571367" y="18660"/>
                </a:lnTo>
                <a:lnTo>
                  <a:pt x="539252" y="26781"/>
                </a:lnTo>
                <a:lnTo>
                  <a:pt x="507625" y="36353"/>
                </a:lnTo>
                <a:lnTo>
                  <a:pt x="476482" y="47259"/>
                </a:lnTo>
                <a:lnTo>
                  <a:pt x="445824" y="59619"/>
                </a:lnTo>
                <a:lnTo>
                  <a:pt x="415891" y="73192"/>
                </a:lnTo>
                <a:lnTo>
                  <a:pt x="386443" y="88218"/>
                </a:lnTo>
                <a:lnTo>
                  <a:pt x="357724" y="104457"/>
                </a:lnTo>
                <a:lnTo>
                  <a:pt x="329732" y="122028"/>
                </a:lnTo>
                <a:lnTo>
                  <a:pt x="302587" y="140811"/>
                </a:lnTo>
                <a:lnTo>
                  <a:pt x="276170" y="160927"/>
                </a:lnTo>
                <a:lnTo>
                  <a:pt x="250722" y="182134"/>
                </a:lnTo>
                <a:lnTo>
                  <a:pt x="226124" y="204553"/>
                </a:lnTo>
                <a:lnTo>
                  <a:pt x="202614" y="228183"/>
                </a:lnTo>
                <a:lnTo>
                  <a:pt x="180075" y="253025"/>
                </a:lnTo>
                <a:lnTo>
                  <a:pt x="158504" y="278957"/>
                </a:lnTo>
                <a:lnTo>
                  <a:pt x="138147" y="305980"/>
                </a:lnTo>
                <a:lnTo>
                  <a:pt x="118999" y="333974"/>
                </a:lnTo>
                <a:lnTo>
                  <a:pt x="101065" y="363178"/>
                </a:lnTo>
                <a:lnTo>
                  <a:pt x="84341" y="393351"/>
                </a:lnTo>
                <a:lnTo>
                  <a:pt x="69073" y="424615"/>
                </a:lnTo>
                <a:lnTo>
                  <a:pt x="55016" y="456729"/>
                </a:lnTo>
                <a:lnTo>
                  <a:pt x="42533" y="489932"/>
                </a:lnTo>
                <a:lnTo>
                  <a:pt x="34658" y="513076"/>
                </a:lnTo>
                <a:lnTo>
                  <a:pt x="27630" y="536224"/>
                </a:lnTo>
                <a:lnTo>
                  <a:pt x="21450" y="559489"/>
                </a:lnTo>
                <a:lnTo>
                  <a:pt x="15996" y="582755"/>
                </a:lnTo>
                <a:lnTo>
                  <a:pt x="11390" y="606143"/>
                </a:lnTo>
                <a:lnTo>
                  <a:pt x="7634" y="629411"/>
                </a:lnTo>
                <a:lnTo>
                  <a:pt x="4605" y="652798"/>
                </a:lnTo>
                <a:lnTo>
                  <a:pt x="2303" y="676186"/>
                </a:lnTo>
                <a:lnTo>
                  <a:pt x="728" y="699454"/>
                </a:lnTo>
                <a:lnTo>
                  <a:pt x="0" y="722720"/>
                </a:lnTo>
                <a:lnTo>
                  <a:pt x="0" y="745865"/>
                </a:lnTo>
                <a:lnTo>
                  <a:pt x="728" y="769010"/>
                </a:lnTo>
                <a:lnTo>
                  <a:pt x="2182" y="792034"/>
                </a:lnTo>
                <a:lnTo>
                  <a:pt x="4362" y="814938"/>
                </a:lnTo>
                <a:lnTo>
                  <a:pt x="7270" y="837719"/>
                </a:lnTo>
                <a:lnTo>
                  <a:pt x="10906" y="860381"/>
                </a:lnTo>
                <a:lnTo>
                  <a:pt x="15268" y="882921"/>
                </a:lnTo>
                <a:lnTo>
                  <a:pt x="20237" y="905217"/>
                </a:lnTo>
                <a:lnTo>
                  <a:pt x="25932" y="927273"/>
                </a:lnTo>
                <a:lnTo>
                  <a:pt x="32356" y="949205"/>
                </a:lnTo>
                <a:lnTo>
                  <a:pt x="39384" y="970898"/>
                </a:lnTo>
                <a:lnTo>
                  <a:pt x="47139" y="992346"/>
                </a:lnTo>
                <a:lnTo>
                  <a:pt x="55501" y="1013432"/>
                </a:lnTo>
                <a:lnTo>
                  <a:pt x="64588" y="1034397"/>
                </a:lnTo>
                <a:lnTo>
                  <a:pt x="74163" y="1054996"/>
                </a:lnTo>
                <a:lnTo>
                  <a:pt x="84464" y="1075356"/>
                </a:lnTo>
                <a:lnTo>
                  <a:pt x="95490" y="1095349"/>
                </a:lnTo>
                <a:lnTo>
                  <a:pt x="107001" y="1114981"/>
                </a:lnTo>
                <a:lnTo>
                  <a:pt x="119120" y="1134249"/>
                </a:lnTo>
                <a:lnTo>
                  <a:pt x="131844" y="1153273"/>
                </a:lnTo>
                <a:lnTo>
                  <a:pt x="145296" y="1171815"/>
                </a:lnTo>
                <a:lnTo>
                  <a:pt x="159230" y="1189870"/>
                </a:lnTo>
                <a:lnTo>
                  <a:pt x="182377" y="1214107"/>
                </a:lnTo>
                <a:lnTo>
                  <a:pt x="205522" y="1237009"/>
                </a:lnTo>
                <a:lnTo>
                  <a:pt x="228667" y="1258700"/>
                </a:lnTo>
                <a:lnTo>
                  <a:pt x="252056" y="1279301"/>
                </a:lnTo>
                <a:lnTo>
                  <a:pt x="275565" y="1298689"/>
                </a:lnTo>
                <a:lnTo>
                  <a:pt x="299195" y="1317111"/>
                </a:lnTo>
                <a:lnTo>
                  <a:pt x="323188" y="1334317"/>
                </a:lnTo>
                <a:lnTo>
                  <a:pt x="347303" y="1350557"/>
                </a:lnTo>
                <a:lnTo>
                  <a:pt x="371904" y="1365824"/>
                </a:lnTo>
                <a:lnTo>
                  <a:pt x="396867" y="1380002"/>
                </a:lnTo>
                <a:lnTo>
                  <a:pt x="422192" y="1393333"/>
                </a:lnTo>
                <a:lnTo>
                  <a:pt x="448003" y="1405693"/>
                </a:lnTo>
                <a:lnTo>
                  <a:pt x="474420" y="1417084"/>
                </a:lnTo>
                <a:lnTo>
                  <a:pt x="501324" y="1427748"/>
                </a:lnTo>
                <a:lnTo>
                  <a:pt x="528831" y="1437441"/>
                </a:lnTo>
                <a:lnTo>
                  <a:pt x="557066" y="1446288"/>
                </a:lnTo>
                <a:lnTo>
                  <a:pt x="592935" y="1456588"/>
                </a:lnTo>
                <a:lnTo>
                  <a:pt x="627593" y="1465315"/>
                </a:lnTo>
                <a:lnTo>
                  <a:pt x="660918" y="1472584"/>
                </a:lnTo>
                <a:lnTo>
                  <a:pt x="693151" y="1478644"/>
                </a:lnTo>
                <a:lnTo>
                  <a:pt x="724296" y="1483249"/>
                </a:lnTo>
                <a:lnTo>
                  <a:pt x="754350" y="1486883"/>
                </a:lnTo>
                <a:lnTo>
                  <a:pt x="783554" y="1489308"/>
                </a:lnTo>
                <a:lnTo>
                  <a:pt x="811789" y="1490762"/>
                </a:lnTo>
                <a:lnTo>
                  <a:pt x="835418" y="1491247"/>
                </a:lnTo>
                <a:lnTo>
                  <a:pt x="858566" y="1491003"/>
                </a:lnTo>
                <a:lnTo>
                  <a:pt x="881103" y="1490155"/>
                </a:lnTo>
                <a:lnTo>
                  <a:pt x="903158" y="1488701"/>
                </a:lnTo>
                <a:lnTo>
                  <a:pt x="924729" y="1486762"/>
                </a:lnTo>
                <a:lnTo>
                  <a:pt x="945935" y="1484339"/>
                </a:lnTo>
                <a:lnTo>
                  <a:pt x="987258" y="1478159"/>
                </a:lnTo>
                <a:lnTo>
                  <a:pt x="1027609" y="1470646"/>
                </a:lnTo>
                <a:lnTo>
                  <a:pt x="1067237" y="1462163"/>
                </a:lnTo>
                <a:lnTo>
                  <a:pt x="1145639" y="1443744"/>
                </a:lnTo>
                <a:lnTo>
                  <a:pt x="1174361" y="1436231"/>
                </a:lnTo>
                <a:lnTo>
                  <a:pt x="1202717" y="1429566"/>
                </a:lnTo>
                <a:lnTo>
                  <a:pt x="1230708" y="1423748"/>
                </a:lnTo>
                <a:lnTo>
                  <a:pt x="1258338" y="1418781"/>
                </a:lnTo>
                <a:lnTo>
                  <a:pt x="1285845" y="1414660"/>
                </a:lnTo>
                <a:lnTo>
                  <a:pt x="1312993" y="1411268"/>
                </a:lnTo>
                <a:lnTo>
                  <a:pt x="1340135" y="1408601"/>
                </a:lnTo>
                <a:lnTo>
                  <a:pt x="1367037" y="1406662"/>
                </a:lnTo>
                <a:lnTo>
                  <a:pt x="1393939" y="1405329"/>
                </a:lnTo>
                <a:lnTo>
                  <a:pt x="1420720" y="1404724"/>
                </a:lnTo>
                <a:lnTo>
                  <a:pt x="1447501" y="1404724"/>
                </a:lnTo>
                <a:lnTo>
                  <a:pt x="1474402" y="1405329"/>
                </a:lnTo>
                <a:lnTo>
                  <a:pt x="1501304" y="1406542"/>
                </a:lnTo>
                <a:lnTo>
                  <a:pt x="1528329" y="1408360"/>
                </a:lnTo>
                <a:lnTo>
                  <a:pt x="1582980" y="1413327"/>
                </a:lnTo>
                <a:lnTo>
                  <a:pt x="1657505" y="1421930"/>
                </a:lnTo>
                <a:lnTo>
                  <a:pt x="1732153" y="1430292"/>
                </a:lnTo>
                <a:lnTo>
                  <a:pt x="1769235" y="1433808"/>
                </a:lnTo>
                <a:lnTo>
                  <a:pt x="1805953" y="1436472"/>
                </a:lnTo>
                <a:lnTo>
                  <a:pt x="1842065" y="1438290"/>
                </a:lnTo>
                <a:lnTo>
                  <a:pt x="1877690" y="1438775"/>
                </a:lnTo>
                <a:lnTo>
                  <a:pt x="1900594" y="1438411"/>
                </a:lnTo>
                <a:lnTo>
                  <a:pt x="1923013" y="1437441"/>
                </a:lnTo>
                <a:lnTo>
                  <a:pt x="1945068" y="1435623"/>
                </a:lnTo>
                <a:lnTo>
                  <a:pt x="1966639" y="1433079"/>
                </a:lnTo>
                <a:lnTo>
                  <a:pt x="1987722" y="1429687"/>
                </a:lnTo>
                <a:lnTo>
                  <a:pt x="2008203" y="1425446"/>
                </a:lnTo>
                <a:lnTo>
                  <a:pt x="2028076" y="1420114"/>
                </a:lnTo>
                <a:lnTo>
                  <a:pt x="2047223" y="1413812"/>
                </a:lnTo>
                <a:lnTo>
                  <a:pt x="2065763" y="1406298"/>
                </a:lnTo>
                <a:lnTo>
                  <a:pt x="2083577" y="1397695"/>
                </a:lnTo>
                <a:lnTo>
                  <a:pt x="2100542" y="1387759"/>
                </a:lnTo>
                <a:lnTo>
                  <a:pt x="2116658" y="1376609"/>
                </a:lnTo>
                <a:lnTo>
                  <a:pt x="2132049" y="1364129"/>
                </a:lnTo>
                <a:lnTo>
                  <a:pt x="2146350" y="1350072"/>
                </a:lnTo>
                <a:lnTo>
                  <a:pt x="2159799" y="1334681"/>
                </a:lnTo>
                <a:lnTo>
                  <a:pt x="2172282" y="1317596"/>
                </a:lnTo>
                <a:lnTo>
                  <a:pt x="2180885" y="1304264"/>
                </a:lnTo>
                <a:lnTo>
                  <a:pt x="2188762" y="1290935"/>
                </a:lnTo>
                <a:lnTo>
                  <a:pt x="2195911" y="1277606"/>
                </a:lnTo>
                <a:lnTo>
                  <a:pt x="2202335" y="1264395"/>
                </a:lnTo>
                <a:lnTo>
                  <a:pt x="2208030" y="1251310"/>
                </a:lnTo>
                <a:lnTo>
                  <a:pt x="2212997" y="1238222"/>
                </a:lnTo>
                <a:lnTo>
                  <a:pt x="2217361" y="1225254"/>
                </a:lnTo>
                <a:lnTo>
                  <a:pt x="2220874" y="1212410"/>
                </a:lnTo>
                <a:lnTo>
                  <a:pt x="2223782" y="1199566"/>
                </a:lnTo>
                <a:lnTo>
                  <a:pt x="2225965" y="1186962"/>
                </a:lnTo>
                <a:lnTo>
                  <a:pt x="2227418" y="1174359"/>
                </a:lnTo>
                <a:lnTo>
                  <a:pt x="2228267" y="1161756"/>
                </a:lnTo>
                <a:lnTo>
                  <a:pt x="2228388" y="1149396"/>
                </a:lnTo>
                <a:lnTo>
                  <a:pt x="2227783" y="1137036"/>
                </a:lnTo>
                <a:lnTo>
                  <a:pt x="2226570" y="1124918"/>
                </a:lnTo>
                <a:lnTo>
                  <a:pt x="2224752" y="1112799"/>
                </a:lnTo>
                <a:lnTo>
                  <a:pt x="2222208" y="1100803"/>
                </a:lnTo>
                <a:lnTo>
                  <a:pt x="2219056" y="1088926"/>
                </a:lnTo>
                <a:lnTo>
                  <a:pt x="2215300" y="1077051"/>
                </a:lnTo>
                <a:lnTo>
                  <a:pt x="2210938" y="1065419"/>
                </a:lnTo>
                <a:lnTo>
                  <a:pt x="2205848" y="1053906"/>
                </a:lnTo>
                <a:lnTo>
                  <a:pt x="2200153" y="1042515"/>
                </a:lnTo>
                <a:lnTo>
                  <a:pt x="2193852" y="1031245"/>
                </a:lnTo>
                <a:lnTo>
                  <a:pt x="2187065" y="1020096"/>
                </a:lnTo>
                <a:lnTo>
                  <a:pt x="2179552" y="1009070"/>
                </a:lnTo>
                <a:lnTo>
                  <a:pt x="2171433" y="998164"/>
                </a:lnTo>
                <a:lnTo>
                  <a:pt x="2162830" y="987379"/>
                </a:lnTo>
                <a:lnTo>
                  <a:pt x="2153499" y="976835"/>
                </a:lnTo>
                <a:lnTo>
                  <a:pt x="2143683" y="966293"/>
                </a:lnTo>
                <a:lnTo>
                  <a:pt x="2133382" y="955992"/>
                </a:lnTo>
                <a:lnTo>
                  <a:pt x="2110842" y="935755"/>
                </a:lnTo>
                <a:lnTo>
                  <a:pt x="2095575" y="922183"/>
                </a:lnTo>
                <a:lnTo>
                  <a:pt x="2079579" y="908610"/>
                </a:lnTo>
                <a:lnTo>
                  <a:pt x="2062975" y="895402"/>
                </a:lnTo>
                <a:lnTo>
                  <a:pt x="2045890" y="882314"/>
                </a:lnTo>
                <a:lnTo>
                  <a:pt x="2010021" y="856502"/>
                </a:lnTo>
                <a:lnTo>
                  <a:pt x="1972575" y="831054"/>
                </a:lnTo>
                <a:lnTo>
                  <a:pt x="1934040" y="806091"/>
                </a:lnTo>
                <a:lnTo>
                  <a:pt x="1894660" y="781128"/>
                </a:lnTo>
                <a:lnTo>
                  <a:pt x="1815284" y="731323"/>
                </a:lnTo>
                <a:lnTo>
                  <a:pt x="1778202" y="707208"/>
                </a:lnTo>
                <a:lnTo>
                  <a:pt x="1742698" y="682730"/>
                </a:lnTo>
                <a:lnTo>
                  <a:pt x="1708644" y="657888"/>
                </a:lnTo>
                <a:lnTo>
                  <a:pt x="1675804" y="632319"/>
                </a:lnTo>
                <a:lnTo>
                  <a:pt x="1644297" y="605902"/>
                </a:lnTo>
                <a:lnTo>
                  <a:pt x="1613882" y="578273"/>
                </a:lnTo>
                <a:lnTo>
                  <a:pt x="1584555" y="549309"/>
                </a:lnTo>
                <a:lnTo>
                  <a:pt x="1556199" y="518651"/>
                </a:lnTo>
                <a:lnTo>
                  <a:pt x="1536811" y="496475"/>
                </a:lnTo>
                <a:lnTo>
                  <a:pt x="1518269" y="474300"/>
                </a:lnTo>
                <a:lnTo>
                  <a:pt x="1483249" y="430190"/>
                </a:lnTo>
                <a:lnTo>
                  <a:pt x="1449560" y="386687"/>
                </a:lnTo>
                <a:lnTo>
                  <a:pt x="1415753" y="343910"/>
                </a:lnTo>
                <a:lnTo>
                  <a:pt x="1389092" y="312039"/>
                </a:lnTo>
                <a:lnTo>
                  <a:pt x="1362552" y="281986"/>
                </a:lnTo>
                <a:lnTo>
                  <a:pt x="1336135" y="253871"/>
                </a:lnTo>
                <a:lnTo>
                  <a:pt x="1309477" y="227575"/>
                </a:lnTo>
                <a:lnTo>
                  <a:pt x="1282453" y="202856"/>
                </a:lnTo>
                <a:lnTo>
                  <a:pt x="1254823" y="179831"/>
                </a:lnTo>
                <a:lnTo>
                  <a:pt x="1226588" y="158381"/>
                </a:lnTo>
                <a:lnTo>
                  <a:pt x="1197263" y="138267"/>
                </a:lnTo>
                <a:lnTo>
                  <a:pt x="1166846" y="119605"/>
                </a:lnTo>
                <a:lnTo>
                  <a:pt x="1135098" y="102155"/>
                </a:lnTo>
                <a:lnTo>
                  <a:pt x="1101773" y="86038"/>
                </a:lnTo>
                <a:lnTo>
                  <a:pt x="1066630" y="70889"/>
                </a:lnTo>
                <a:lnTo>
                  <a:pt x="1029671" y="56834"/>
                </a:lnTo>
                <a:lnTo>
                  <a:pt x="990651" y="43623"/>
                </a:lnTo>
                <a:lnTo>
                  <a:pt x="949207" y="31384"/>
                </a:lnTo>
                <a:lnTo>
                  <a:pt x="905217" y="19873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A3572-7D4C-4B34-A30F-DC82D68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796" y="337606"/>
            <a:ext cx="1461801" cy="2296007"/>
          </a:xfrm>
          <a:custGeom xmlns:a="http://schemas.openxmlformats.org/drawingml/2006/main">
            <a:pathLst>
              <a:path w="1461801" h="2296007">
                <a:moveTo>
                  <a:pt x="1458891" y="670614"/>
                </a:moveTo>
                <a:lnTo>
                  <a:pt x="1455257" y="635714"/>
                </a:lnTo>
                <a:lnTo>
                  <a:pt x="1450047" y="601299"/>
                </a:lnTo>
                <a:lnTo>
                  <a:pt x="1443139" y="567369"/>
                </a:lnTo>
                <a:lnTo>
                  <a:pt x="1434777" y="534044"/>
                </a:lnTo>
                <a:lnTo>
                  <a:pt x="1424840" y="501445"/>
                </a:lnTo>
                <a:lnTo>
                  <a:pt x="1413327" y="469333"/>
                </a:lnTo>
                <a:lnTo>
                  <a:pt x="1400483" y="438069"/>
                </a:lnTo>
                <a:lnTo>
                  <a:pt x="1386305" y="407532"/>
                </a:lnTo>
                <a:lnTo>
                  <a:pt x="1370673" y="377720"/>
                </a:lnTo>
                <a:lnTo>
                  <a:pt x="1353828" y="348759"/>
                </a:lnTo>
                <a:lnTo>
                  <a:pt x="1335651" y="320644"/>
                </a:lnTo>
                <a:lnTo>
                  <a:pt x="1316142" y="293499"/>
                </a:lnTo>
                <a:lnTo>
                  <a:pt x="1295540" y="267326"/>
                </a:lnTo>
                <a:lnTo>
                  <a:pt x="1273849" y="241999"/>
                </a:lnTo>
                <a:lnTo>
                  <a:pt x="1250946" y="217762"/>
                </a:lnTo>
                <a:lnTo>
                  <a:pt x="1226952" y="194617"/>
                </a:lnTo>
                <a:lnTo>
                  <a:pt x="1201989" y="172441"/>
                </a:lnTo>
                <a:lnTo>
                  <a:pt x="1176056" y="151599"/>
                </a:lnTo>
                <a:lnTo>
                  <a:pt x="1149034" y="131846"/>
                </a:lnTo>
                <a:lnTo>
                  <a:pt x="1121284" y="113184"/>
                </a:lnTo>
                <a:lnTo>
                  <a:pt x="1092564" y="95977"/>
                </a:lnTo>
                <a:lnTo>
                  <a:pt x="1062996" y="79981"/>
                </a:lnTo>
                <a:lnTo>
                  <a:pt x="1032579" y="65317"/>
                </a:lnTo>
                <a:lnTo>
                  <a:pt x="1001556" y="51988"/>
                </a:lnTo>
                <a:lnTo>
                  <a:pt x="969685" y="40113"/>
                </a:lnTo>
                <a:lnTo>
                  <a:pt x="937209" y="29691"/>
                </a:lnTo>
                <a:lnTo>
                  <a:pt x="904009" y="20845"/>
                </a:lnTo>
                <a:lnTo>
                  <a:pt x="870318" y="13452"/>
                </a:lnTo>
                <a:lnTo>
                  <a:pt x="836024" y="7636"/>
                </a:lnTo>
                <a:lnTo>
                  <a:pt x="801245" y="3395"/>
                </a:lnTo>
                <a:lnTo>
                  <a:pt x="765981" y="849"/>
                </a:lnTo>
                <a:lnTo>
                  <a:pt x="730233" y="0"/>
                </a:lnTo>
                <a:lnTo>
                  <a:pt x="706847" y="364"/>
                </a:lnTo>
                <a:lnTo>
                  <a:pt x="683579" y="1456"/>
                </a:lnTo>
                <a:lnTo>
                  <a:pt x="660434" y="3272"/>
                </a:lnTo>
                <a:lnTo>
                  <a:pt x="637653" y="5818"/>
                </a:lnTo>
                <a:lnTo>
                  <a:pt x="614990" y="9090"/>
                </a:lnTo>
                <a:lnTo>
                  <a:pt x="592573" y="12967"/>
                </a:lnTo>
                <a:lnTo>
                  <a:pt x="570398" y="17573"/>
                </a:lnTo>
                <a:lnTo>
                  <a:pt x="548463" y="22783"/>
                </a:lnTo>
                <a:lnTo>
                  <a:pt x="526772" y="28722"/>
                </a:lnTo>
                <a:lnTo>
                  <a:pt x="505445" y="35264"/>
                </a:lnTo>
                <a:lnTo>
                  <a:pt x="484359" y="42536"/>
                </a:lnTo>
                <a:lnTo>
                  <a:pt x="463515" y="50290"/>
                </a:lnTo>
                <a:lnTo>
                  <a:pt x="442916" y="58773"/>
                </a:lnTo>
                <a:lnTo>
                  <a:pt x="422799" y="67740"/>
                </a:lnTo>
                <a:lnTo>
                  <a:pt x="402926" y="77315"/>
                </a:lnTo>
                <a:lnTo>
                  <a:pt x="383415" y="87492"/>
                </a:lnTo>
                <a:lnTo>
                  <a:pt x="364147" y="98278"/>
                </a:lnTo>
                <a:lnTo>
                  <a:pt x="345364" y="109547"/>
                </a:lnTo>
                <a:lnTo>
                  <a:pt x="326945" y="121425"/>
                </a:lnTo>
                <a:lnTo>
                  <a:pt x="308890" y="133785"/>
                </a:lnTo>
                <a:lnTo>
                  <a:pt x="291197" y="146750"/>
                </a:lnTo>
                <a:lnTo>
                  <a:pt x="273870" y="160081"/>
                </a:lnTo>
                <a:lnTo>
                  <a:pt x="257023" y="174015"/>
                </a:lnTo>
                <a:lnTo>
                  <a:pt x="240665" y="188437"/>
                </a:lnTo>
                <a:lnTo>
                  <a:pt x="224672" y="203343"/>
                </a:lnTo>
                <a:lnTo>
                  <a:pt x="209035" y="218610"/>
                </a:lnTo>
                <a:lnTo>
                  <a:pt x="194011" y="234365"/>
                </a:lnTo>
                <a:lnTo>
                  <a:pt x="179347" y="250602"/>
                </a:lnTo>
                <a:lnTo>
                  <a:pt x="165289" y="267326"/>
                </a:lnTo>
                <a:lnTo>
                  <a:pt x="151596" y="284412"/>
                </a:lnTo>
                <a:lnTo>
                  <a:pt x="138511" y="301861"/>
                </a:lnTo>
                <a:lnTo>
                  <a:pt x="125907" y="319796"/>
                </a:lnTo>
                <a:lnTo>
                  <a:pt x="109427" y="345607"/>
                </a:lnTo>
                <a:lnTo>
                  <a:pt x="94157" y="371055"/>
                </a:lnTo>
                <a:lnTo>
                  <a:pt x="80100" y="396141"/>
                </a:lnTo>
                <a:lnTo>
                  <a:pt x="67255" y="421225"/>
                </a:lnTo>
                <a:lnTo>
                  <a:pt x="55621" y="446429"/>
                </a:lnTo>
                <a:lnTo>
                  <a:pt x="45080" y="471756"/>
                </a:lnTo>
                <a:lnTo>
                  <a:pt x="35628" y="497568"/>
                </a:lnTo>
                <a:lnTo>
                  <a:pt x="27386" y="523864"/>
                </a:lnTo>
                <a:lnTo>
                  <a:pt x="20237" y="550766"/>
                </a:lnTo>
                <a:lnTo>
                  <a:pt x="14178" y="578639"/>
                </a:lnTo>
                <a:lnTo>
                  <a:pt x="9211" y="607359"/>
                </a:lnTo>
                <a:lnTo>
                  <a:pt x="5331" y="637289"/>
                </a:lnTo>
                <a:lnTo>
                  <a:pt x="2544" y="668432"/>
                </a:lnTo>
                <a:lnTo>
                  <a:pt x="728" y="701031"/>
                </a:lnTo>
                <a:lnTo>
                  <a:pt x="0" y="735325"/>
                </a:lnTo>
                <a:lnTo>
                  <a:pt x="121" y="771194"/>
                </a:lnTo>
                <a:lnTo>
                  <a:pt x="1697" y="811063"/>
                </a:lnTo>
                <a:lnTo>
                  <a:pt x="4241" y="848991"/>
                </a:lnTo>
                <a:lnTo>
                  <a:pt x="7757" y="885103"/>
                </a:lnTo>
                <a:lnTo>
                  <a:pt x="12239" y="919518"/>
                </a:lnTo>
                <a:lnTo>
                  <a:pt x="17570" y="952359"/>
                </a:lnTo>
                <a:lnTo>
                  <a:pt x="23873" y="983622"/>
                </a:lnTo>
                <a:lnTo>
                  <a:pt x="30902" y="1013434"/>
                </a:lnTo>
                <a:lnTo>
                  <a:pt x="38779" y="1042033"/>
                </a:lnTo>
                <a:lnTo>
                  <a:pt x="45564" y="1064450"/>
                </a:lnTo>
                <a:lnTo>
                  <a:pt x="52957" y="1086020"/>
                </a:lnTo>
                <a:lnTo>
                  <a:pt x="60711" y="1106986"/>
                </a:lnTo>
                <a:lnTo>
                  <a:pt x="68830" y="1127223"/>
                </a:lnTo>
                <a:lnTo>
                  <a:pt x="77312" y="1146852"/>
                </a:lnTo>
                <a:lnTo>
                  <a:pt x="86041" y="1165999"/>
                </a:lnTo>
                <a:lnTo>
                  <a:pt x="104457" y="1202717"/>
                </a:lnTo>
                <a:lnTo>
                  <a:pt x="123846" y="1237860"/>
                </a:lnTo>
                <a:lnTo>
                  <a:pt x="144083" y="1271911"/>
                </a:lnTo>
                <a:lnTo>
                  <a:pt x="164684" y="1305115"/>
                </a:lnTo>
                <a:lnTo>
                  <a:pt x="185649" y="1337956"/>
                </a:lnTo>
                <a:lnTo>
                  <a:pt x="202614" y="1363280"/>
                </a:lnTo>
                <a:lnTo>
                  <a:pt x="218613" y="1388246"/>
                </a:lnTo>
                <a:lnTo>
                  <a:pt x="233757" y="1413086"/>
                </a:lnTo>
                <a:lnTo>
                  <a:pt x="248056" y="1437687"/>
                </a:lnTo>
                <a:lnTo>
                  <a:pt x="261508" y="1462286"/>
                </a:lnTo>
                <a:lnTo>
                  <a:pt x="274232" y="1486885"/>
                </a:lnTo>
                <a:lnTo>
                  <a:pt x="286230" y="1511486"/>
                </a:lnTo>
                <a:lnTo>
                  <a:pt x="297497" y="1536206"/>
                </a:lnTo>
                <a:lnTo>
                  <a:pt x="308041" y="1560928"/>
                </a:lnTo>
                <a:lnTo>
                  <a:pt x="317978" y="1586011"/>
                </a:lnTo>
                <a:lnTo>
                  <a:pt x="327309" y="1611338"/>
                </a:lnTo>
                <a:lnTo>
                  <a:pt x="336156" y="1636907"/>
                </a:lnTo>
                <a:lnTo>
                  <a:pt x="344395" y="1662839"/>
                </a:lnTo>
                <a:lnTo>
                  <a:pt x="352151" y="1689256"/>
                </a:lnTo>
                <a:lnTo>
                  <a:pt x="359421" y="1716160"/>
                </a:lnTo>
                <a:lnTo>
                  <a:pt x="366329" y="1743667"/>
                </a:lnTo>
                <a:lnTo>
                  <a:pt x="382689" y="1813953"/>
                </a:lnTo>
                <a:lnTo>
                  <a:pt x="398926" y="1884721"/>
                </a:lnTo>
                <a:lnTo>
                  <a:pt x="407529" y="1919864"/>
                </a:lnTo>
                <a:lnTo>
                  <a:pt x="416496" y="1954520"/>
                </a:lnTo>
                <a:lnTo>
                  <a:pt x="425951" y="1988694"/>
                </a:lnTo>
                <a:lnTo>
                  <a:pt x="436249" y="2021899"/>
                </a:lnTo>
                <a:lnTo>
                  <a:pt x="443277" y="2043105"/>
                </a:lnTo>
                <a:lnTo>
                  <a:pt x="450670" y="2063827"/>
                </a:lnTo>
                <a:lnTo>
                  <a:pt x="458548" y="2083941"/>
                </a:lnTo>
                <a:lnTo>
                  <a:pt x="466909" y="2103452"/>
                </a:lnTo>
                <a:lnTo>
                  <a:pt x="475754" y="2122356"/>
                </a:lnTo>
                <a:lnTo>
                  <a:pt x="485210" y="2140654"/>
                </a:lnTo>
                <a:lnTo>
                  <a:pt x="495144" y="2158104"/>
                </a:lnTo>
                <a:lnTo>
                  <a:pt x="505686" y="2174828"/>
                </a:lnTo>
                <a:lnTo>
                  <a:pt x="516956" y="2190580"/>
                </a:lnTo>
                <a:lnTo>
                  <a:pt x="528954" y="2205607"/>
                </a:lnTo>
                <a:lnTo>
                  <a:pt x="541678" y="2219544"/>
                </a:lnTo>
                <a:lnTo>
                  <a:pt x="555248" y="2232508"/>
                </a:lnTo>
                <a:lnTo>
                  <a:pt x="569549" y="2244507"/>
                </a:lnTo>
                <a:lnTo>
                  <a:pt x="584696" y="2255292"/>
                </a:lnTo>
                <a:lnTo>
                  <a:pt x="600812" y="2264985"/>
                </a:lnTo>
                <a:lnTo>
                  <a:pt x="617900" y="2273467"/>
                </a:lnTo>
                <a:lnTo>
                  <a:pt x="634258" y="2279285"/>
                </a:lnTo>
                <a:lnTo>
                  <a:pt x="650254" y="2284253"/>
                </a:lnTo>
                <a:lnTo>
                  <a:pt x="666129" y="2288253"/>
                </a:lnTo>
                <a:lnTo>
                  <a:pt x="681640" y="2291402"/>
                </a:lnTo>
                <a:lnTo>
                  <a:pt x="696787" y="2293704"/>
                </a:lnTo>
                <a:lnTo>
                  <a:pt x="711693" y="2295281"/>
                </a:lnTo>
                <a:lnTo>
                  <a:pt x="726356" y="2296007"/>
                </a:lnTo>
                <a:lnTo>
                  <a:pt x="740777" y="2295887"/>
                </a:lnTo>
                <a:lnTo>
                  <a:pt x="754834" y="2295038"/>
                </a:lnTo>
                <a:lnTo>
                  <a:pt x="768527" y="2293343"/>
                </a:lnTo>
                <a:lnTo>
                  <a:pt x="782102" y="2291040"/>
                </a:lnTo>
                <a:lnTo>
                  <a:pt x="795308" y="2288009"/>
                </a:lnTo>
                <a:lnTo>
                  <a:pt x="808153" y="2284253"/>
                </a:lnTo>
                <a:lnTo>
                  <a:pt x="820756" y="2279770"/>
                </a:lnTo>
                <a:lnTo>
                  <a:pt x="833116" y="2274680"/>
                </a:lnTo>
                <a:lnTo>
                  <a:pt x="845114" y="2268985"/>
                </a:lnTo>
                <a:lnTo>
                  <a:pt x="856868" y="2262562"/>
                </a:lnTo>
                <a:lnTo>
                  <a:pt x="868259" y="2255653"/>
                </a:lnTo>
                <a:lnTo>
                  <a:pt x="879406" y="2248140"/>
                </a:lnTo>
                <a:lnTo>
                  <a:pt x="890314" y="2240022"/>
                </a:lnTo>
                <a:lnTo>
                  <a:pt x="900856" y="2231298"/>
                </a:lnTo>
                <a:lnTo>
                  <a:pt x="911156" y="2222087"/>
                </a:lnTo>
                <a:lnTo>
                  <a:pt x="921093" y="2212392"/>
                </a:lnTo>
                <a:lnTo>
                  <a:pt x="930788" y="2202214"/>
                </a:lnTo>
                <a:lnTo>
                  <a:pt x="940119" y="2191550"/>
                </a:lnTo>
                <a:lnTo>
                  <a:pt x="949207" y="2180523"/>
                </a:lnTo>
                <a:lnTo>
                  <a:pt x="957931" y="2168889"/>
                </a:lnTo>
                <a:lnTo>
                  <a:pt x="966413" y="2156894"/>
                </a:lnTo>
                <a:lnTo>
                  <a:pt x="982532" y="2131808"/>
                </a:lnTo>
                <a:lnTo>
                  <a:pt x="997436" y="2105270"/>
                </a:lnTo>
                <a:lnTo>
                  <a:pt x="1005918" y="2085274"/>
                </a:lnTo>
                <a:lnTo>
                  <a:pt x="1013916" y="2064673"/>
                </a:lnTo>
                <a:lnTo>
                  <a:pt x="1021552" y="2043467"/>
                </a:lnTo>
                <a:lnTo>
                  <a:pt x="1028702" y="2021655"/>
                </a:lnTo>
                <a:lnTo>
                  <a:pt x="1041910" y="1976819"/>
                </a:lnTo>
                <a:lnTo>
                  <a:pt x="1054149" y="1930527"/>
                </a:lnTo>
                <a:lnTo>
                  <a:pt x="1065540" y="1883147"/>
                </a:lnTo>
                <a:lnTo>
                  <a:pt x="1076446" y="1835159"/>
                </a:lnTo>
                <a:lnTo>
                  <a:pt x="1098380" y="1738700"/>
                </a:lnTo>
                <a:lnTo>
                  <a:pt x="1108437" y="1697013"/>
                </a:lnTo>
                <a:lnTo>
                  <a:pt x="1119586" y="1656295"/>
                </a:lnTo>
                <a:lnTo>
                  <a:pt x="1131826" y="1616428"/>
                </a:lnTo>
                <a:lnTo>
                  <a:pt x="1145278" y="1577529"/>
                </a:lnTo>
                <a:lnTo>
                  <a:pt x="1159940" y="1539357"/>
                </a:lnTo>
                <a:lnTo>
                  <a:pt x="1175938" y="1502032"/>
                </a:lnTo>
                <a:lnTo>
                  <a:pt x="1193265" y="1465438"/>
                </a:lnTo>
                <a:lnTo>
                  <a:pt x="1212048" y="1429446"/>
                </a:lnTo>
                <a:lnTo>
                  <a:pt x="1226952" y="1403393"/>
                </a:lnTo>
                <a:lnTo>
                  <a:pt x="1241978" y="1378307"/>
                </a:lnTo>
                <a:lnTo>
                  <a:pt x="1272275" y="1329958"/>
                </a:lnTo>
                <a:lnTo>
                  <a:pt x="1302328" y="1282940"/>
                </a:lnTo>
                <a:lnTo>
                  <a:pt x="1331532" y="1235678"/>
                </a:lnTo>
                <a:lnTo>
                  <a:pt x="1349344" y="1203322"/>
                </a:lnTo>
                <a:lnTo>
                  <a:pt x="1365824" y="1172302"/>
                </a:lnTo>
                <a:lnTo>
                  <a:pt x="1381094" y="1142370"/>
                </a:lnTo>
                <a:lnTo>
                  <a:pt x="1395031" y="1112922"/>
                </a:lnTo>
                <a:lnTo>
                  <a:pt x="1407755" y="1083718"/>
                </a:lnTo>
                <a:lnTo>
                  <a:pt x="1419027" y="1054513"/>
                </a:lnTo>
                <a:lnTo>
                  <a:pt x="1429082" y="1024704"/>
                </a:lnTo>
                <a:lnTo>
                  <a:pt x="1437808" y="993923"/>
                </a:lnTo>
                <a:lnTo>
                  <a:pt x="1445077" y="961931"/>
                </a:lnTo>
                <a:lnTo>
                  <a:pt x="1451137" y="928365"/>
                </a:lnTo>
                <a:lnTo>
                  <a:pt x="1455863" y="892737"/>
                </a:lnTo>
                <a:lnTo>
                  <a:pt x="1459255" y="854566"/>
                </a:lnTo>
                <a:lnTo>
                  <a:pt x="1461194" y="813727"/>
                </a:lnTo>
                <a:lnTo>
                  <a:pt x="1461801" y="769740"/>
                </a:lnTo>
                <a:lnTo>
                  <a:pt x="1461073" y="722117"/>
                </a:lnTo>
                <a:lnTo>
                  <a:pt x="1458891" y="670614"/>
                </a:lnTo>
                <a:close/>
              </a:path>
            </a:pathLst>
          </a:custGeom>
          <a:solidFill xmlns:a="http://schemas.openxmlformats.org/drawingml/2006/main">
            <a:srgbClr val="FFB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B8A2C-F6AA-46F0-85F2-905C435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552" y="990649"/>
            <a:ext cx="2240627" cy="1476584"/>
          </a:xfrm>
          <a:custGeom xmlns:a="http://schemas.openxmlformats.org/drawingml/2006/main">
            <a:pathLst>
              <a:path w="2240627" h="1476584">
                <a:moveTo>
                  <a:pt x="1781836" y="1406178"/>
                </a:moveTo>
                <a:lnTo>
                  <a:pt x="1814071" y="1392364"/>
                </a:lnTo>
                <a:lnTo>
                  <a:pt x="1845335" y="1377215"/>
                </a:lnTo>
                <a:lnTo>
                  <a:pt x="1875631" y="1360614"/>
                </a:lnTo>
                <a:lnTo>
                  <a:pt x="1904835" y="1342800"/>
                </a:lnTo>
                <a:lnTo>
                  <a:pt x="1933070" y="1323652"/>
                </a:lnTo>
                <a:lnTo>
                  <a:pt x="1960216" y="1303415"/>
                </a:lnTo>
                <a:lnTo>
                  <a:pt x="1986389" y="1281968"/>
                </a:lnTo>
                <a:lnTo>
                  <a:pt x="2011352" y="1259428"/>
                </a:lnTo>
                <a:lnTo>
                  <a:pt x="2035107" y="1235798"/>
                </a:lnTo>
                <a:lnTo>
                  <a:pt x="2057765" y="1211197"/>
                </a:lnTo>
                <a:lnTo>
                  <a:pt x="2079215" y="1185629"/>
                </a:lnTo>
                <a:lnTo>
                  <a:pt x="2099452" y="1159212"/>
                </a:lnTo>
                <a:lnTo>
                  <a:pt x="2118476" y="1131946"/>
                </a:lnTo>
                <a:lnTo>
                  <a:pt x="2136169" y="1103711"/>
                </a:lnTo>
                <a:lnTo>
                  <a:pt x="2152650" y="1074871"/>
                </a:lnTo>
                <a:lnTo>
                  <a:pt x="2167797" y="1045303"/>
                </a:lnTo>
                <a:lnTo>
                  <a:pt x="2181490" y="1015006"/>
                </a:lnTo>
                <a:lnTo>
                  <a:pt x="2193970" y="984107"/>
                </a:lnTo>
                <a:lnTo>
                  <a:pt x="2204879" y="952720"/>
                </a:lnTo>
                <a:lnTo>
                  <a:pt x="2214451" y="920849"/>
                </a:lnTo>
                <a:lnTo>
                  <a:pt x="2222693" y="888373"/>
                </a:lnTo>
                <a:lnTo>
                  <a:pt x="2229234" y="855533"/>
                </a:lnTo>
                <a:lnTo>
                  <a:pt x="2234447" y="822331"/>
                </a:lnTo>
                <a:lnTo>
                  <a:pt x="2238081" y="788885"/>
                </a:lnTo>
                <a:lnTo>
                  <a:pt x="2240142" y="755075"/>
                </a:lnTo>
                <a:lnTo>
                  <a:pt x="2240627" y="721145"/>
                </a:lnTo>
                <a:lnTo>
                  <a:pt x="2239535" y="686971"/>
                </a:lnTo>
                <a:lnTo>
                  <a:pt x="2236747" y="652677"/>
                </a:lnTo>
                <a:lnTo>
                  <a:pt x="2232385" y="618383"/>
                </a:lnTo>
                <a:lnTo>
                  <a:pt x="2226326" y="583968"/>
                </a:lnTo>
                <a:lnTo>
                  <a:pt x="2218572" y="549673"/>
                </a:lnTo>
                <a:lnTo>
                  <a:pt x="2208997" y="515379"/>
                </a:lnTo>
                <a:lnTo>
                  <a:pt x="2201363" y="491629"/>
                </a:lnTo>
                <a:lnTo>
                  <a:pt x="2193001" y="468240"/>
                </a:lnTo>
                <a:lnTo>
                  <a:pt x="2183913" y="445216"/>
                </a:lnTo>
                <a:lnTo>
                  <a:pt x="2174097" y="422797"/>
                </a:lnTo>
                <a:lnTo>
                  <a:pt x="2163556" y="400744"/>
                </a:lnTo>
                <a:lnTo>
                  <a:pt x="2152406" y="379294"/>
                </a:lnTo>
                <a:lnTo>
                  <a:pt x="2140531" y="358208"/>
                </a:lnTo>
                <a:lnTo>
                  <a:pt x="2128049" y="337730"/>
                </a:lnTo>
                <a:lnTo>
                  <a:pt x="2114963" y="317614"/>
                </a:lnTo>
                <a:lnTo>
                  <a:pt x="2101268" y="298102"/>
                </a:lnTo>
                <a:lnTo>
                  <a:pt x="2086969" y="279199"/>
                </a:lnTo>
                <a:lnTo>
                  <a:pt x="2072063" y="260659"/>
                </a:lnTo>
                <a:lnTo>
                  <a:pt x="2056675" y="242845"/>
                </a:lnTo>
                <a:lnTo>
                  <a:pt x="2040800" y="225395"/>
                </a:lnTo>
                <a:lnTo>
                  <a:pt x="2024319" y="208671"/>
                </a:lnTo>
                <a:lnTo>
                  <a:pt x="2007354" y="192434"/>
                </a:lnTo>
                <a:lnTo>
                  <a:pt x="1989904" y="176680"/>
                </a:lnTo>
                <a:lnTo>
                  <a:pt x="1971970" y="161653"/>
                </a:lnTo>
                <a:lnTo>
                  <a:pt x="1953549" y="147234"/>
                </a:lnTo>
                <a:lnTo>
                  <a:pt x="1934765" y="133298"/>
                </a:lnTo>
                <a:lnTo>
                  <a:pt x="1915621" y="120089"/>
                </a:lnTo>
                <a:lnTo>
                  <a:pt x="1895989" y="107486"/>
                </a:lnTo>
                <a:lnTo>
                  <a:pt x="1875872" y="95490"/>
                </a:lnTo>
                <a:lnTo>
                  <a:pt x="1855515" y="84097"/>
                </a:lnTo>
                <a:lnTo>
                  <a:pt x="1834793" y="73435"/>
                </a:lnTo>
                <a:lnTo>
                  <a:pt x="1813707" y="63376"/>
                </a:lnTo>
                <a:lnTo>
                  <a:pt x="1792380" y="54047"/>
                </a:lnTo>
                <a:lnTo>
                  <a:pt x="1770689" y="45321"/>
                </a:lnTo>
                <a:lnTo>
                  <a:pt x="1748634" y="37323"/>
                </a:lnTo>
                <a:lnTo>
                  <a:pt x="1726458" y="30053"/>
                </a:lnTo>
                <a:lnTo>
                  <a:pt x="1703918" y="23509"/>
                </a:lnTo>
                <a:lnTo>
                  <a:pt x="1681135" y="17570"/>
                </a:lnTo>
                <a:lnTo>
                  <a:pt x="1650236" y="12724"/>
                </a:lnTo>
                <a:lnTo>
                  <a:pt x="1620303" y="8603"/>
                </a:lnTo>
                <a:lnTo>
                  <a:pt x="1591220" y="5211"/>
                </a:lnTo>
                <a:lnTo>
                  <a:pt x="1562864" y="2664"/>
                </a:lnTo>
                <a:lnTo>
                  <a:pt x="1534993" y="849"/>
                </a:lnTo>
                <a:lnTo>
                  <a:pt x="1507727" y="0"/>
                </a:lnTo>
                <a:lnTo>
                  <a:pt x="1480703" y="121"/>
                </a:lnTo>
                <a:lnTo>
                  <a:pt x="1454045" y="1090"/>
                </a:lnTo>
                <a:lnTo>
                  <a:pt x="1427505" y="3149"/>
                </a:lnTo>
                <a:lnTo>
                  <a:pt x="1400967" y="6300"/>
                </a:lnTo>
                <a:lnTo>
                  <a:pt x="1374427" y="10542"/>
                </a:lnTo>
                <a:lnTo>
                  <a:pt x="1347526" y="15873"/>
                </a:lnTo>
                <a:lnTo>
                  <a:pt x="1320503" y="22417"/>
                </a:lnTo>
                <a:lnTo>
                  <a:pt x="1292874" y="30174"/>
                </a:lnTo>
                <a:lnTo>
                  <a:pt x="1264759" y="39261"/>
                </a:lnTo>
                <a:lnTo>
                  <a:pt x="1236040" y="49562"/>
                </a:lnTo>
                <a:lnTo>
                  <a:pt x="1200171" y="62770"/>
                </a:lnTo>
                <a:lnTo>
                  <a:pt x="1166241" y="76343"/>
                </a:lnTo>
                <a:lnTo>
                  <a:pt x="1134249" y="90400"/>
                </a:lnTo>
                <a:lnTo>
                  <a:pt x="1104075" y="104822"/>
                </a:lnTo>
                <a:lnTo>
                  <a:pt x="1075597" y="119484"/>
                </a:lnTo>
                <a:lnTo>
                  <a:pt x="1048695" y="134510"/>
                </a:lnTo>
                <a:lnTo>
                  <a:pt x="1023250" y="149899"/>
                </a:lnTo>
                <a:lnTo>
                  <a:pt x="999133" y="165533"/>
                </a:lnTo>
                <a:lnTo>
                  <a:pt x="980109" y="178862"/>
                </a:lnTo>
                <a:lnTo>
                  <a:pt x="961931" y="192434"/>
                </a:lnTo>
                <a:lnTo>
                  <a:pt x="944481" y="206007"/>
                </a:lnTo>
                <a:lnTo>
                  <a:pt x="927757" y="219941"/>
                </a:lnTo>
                <a:lnTo>
                  <a:pt x="911641" y="233878"/>
                </a:lnTo>
                <a:lnTo>
                  <a:pt x="896130" y="247935"/>
                </a:lnTo>
                <a:lnTo>
                  <a:pt x="866802" y="276534"/>
                </a:lnTo>
                <a:lnTo>
                  <a:pt x="839052" y="305616"/>
                </a:lnTo>
                <a:lnTo>
                  <a:pt x="812394" y="334943"/>
                </a:lnTo>
                <a:lnTo>
                  <a:pt x="761012" y="394200"/>
                </a:lnTo>
                <a:lnTo>
                  <a:pt x="741382" y="418071"/>
                </a:lnTo>
                <a:lnTo>
                  <a:pt x="721266" y="440854"/>
                </a:lnTo>
                <a:lnTo>
                  <a:pt x="701029" y="462786"/>
                </a:lnTo>
                <a:lnTo>
                  <a:pt x="680427" y="483631"/>
                </a:lnTo>
                <a:lnTo>
                  <a:pt x="659585" y="503748"/>
                </a:lnTo>
                <a:lnTo>
                  <a:pt x="638499" y="523136"/>
                </a:lnTo>
                <a:lnTo>
                  <a:pt x="616929" y="541676"/>
                </a:lnTo>
                <a:lnTo>
                  <a:pt x="595117" y="559489"/>
                </a:lnTo>
                <a:lnTo>
                  <a:pt x="573062" y="576819"/>
                </a:lnTo>
                <a:lnTo>
                  <a:pt x="550522" y="593420"/>
                </a:lnTo>
                <a:lnTo>
                  <a:pt x="527739" y="609659"/>
                </a:lnTo>
                <a:lnTo>
                  <a:pt x="504473" y="625411"/>
                </a:lnTo>
                <a:lnTo>
                  <a:pt x="480964" y="640681"/>
                </a:lnTo>
                <a:lnTo>
                  <a:pt x="456971" y="655708"/>
                </a:lnTo>
                <a:lnTo>
                  <a:pt x="407893" y="684912"/>
                </a:lnTo>
                <a:lnTo>
                  <a:pt x="347303" y="719568"/>
                </a:lnTo>
                <a:lnTo>
                  <a:pt x="286832" y="754832"/>
                </a:lnTo>
                <a:lnTo>
                  <a:pt x="257143" y="772889"/>
                </a:lnTo>
                <a:lnTo>
                  <a:pt x="228060" y="791188"/>
                </a:lnTo>
                <a:lnTo>
                  <a:pt x="199948" y="809848"/>
                </a:lnTo>
                <a:lnTo>
                  <a:pt x="172803" y="828995"/>
                </a:lnTo>
                <a:lnTo>
                  <a:pt x="154625" y="842568"/>
                </a:lnTo>
                <a:lnTo>
                  <a:pt x="137054" y="856502"/>
                </a:lnTo>
                <a:lnTo>
                  <a:pt x="120330" y="870803"/>
                </a:lnTo>
                <a:lnTo>
                  <a:pt x="104334" y="885344"/>
                </a:lnTo>
                <a:lnTo>
                  <a:pt x="89187" y="900248"/>
                </a:lnTo>
                <a:lnTo>
                  <a:pt x="75130" y="915398"/>
                </a:lnTo>
                <a:lnTo>
                  <a:pt x="61922" y="931029"/>
                </a:lnTo>
                <a:lnTo>
                  <a:pt x="49926" y="947146"/>
                </a:lnTo>
                <a:lnTo>
                  <a:pt x="38897" y="963626"/>
                </a:lnTo>
                <a:lnTo>
                  <a:pt x="29204" y="980591"/>
                </a:lnTo>
                <a:lnTo>
                  <a:pt x="20722" y="998041"/>
                </a:lnTo>
                <a:lnTo>
                  <a:pt x="13693" y="1015855"/>
                </a:lnTo>
                <a:lnTo>
                  <a:pt x="7998" y="1034397"/>
                </a:lnTo>
                <a:lnTo>
                  <a:pt x="3757" y="1053421"/>
                </a:lnTo>
                <a:lnTo>
                  <a:pt x="1090" y="1073053"/>
                </a:lnTo>
                <a:lnTo>
                  <a:pt x="0" y="1093170"/>
                </a:lnTo>
                <a:lnTo>
                  <a:pt x="121" y="1107709"/>
                </a:lnTo>
                <a:lnTo>
                  <a:pt x="969" y="1122010"/>
                </a:lnTo>
                <a:lnTo>
                  <a:pt x="2423" y="1135944"/>
                </a:lnTo>
                <a:lnTo>
                  <a:pt x="4362" y="1149640"/>
                </a:lnTo>
                <a:lnTo>
                  <a:pt x="7029" y="1162969"/>
                </a:lnTo>
                <a:lnTo>
                  <a:pt x="10178" y="1175934"/>
                </a:lnTo>
                <a:lnTo>
                  <a:pt x="13934" y="1188537"/>
                </a:lnTo>
                <a:lnTo>
                  <a:pt x="18298" y="1200899"/>
                </a:lnTo>
                <a:lnTo>
                  <a:pt x="23145" y="1212895"/>
                </a:lnTo>
                <a:lnTo>
                  <a:pt x="28597" y="1224529"/>
                </a:lnTo>
                <a:lnTo>
                  <a:pt x="34656" y="1235798"/>
                </a:lnTo>
                <a:lnTo>
                  <a:pt x="41079" y="1246704"/>
                </a:lnTo>
                <a:lnTo>
                  <a:pt x="48108" y="1257246"/>
                </a:lnTo>
                <a:lnTo>
                  <a:pt x="55742" y="1267426"/>
                </a:lnTo>
                <a:lnTo>
                  <a:pt x="63740" y="1277121"/>
                </a:lnTo>
                <a:lnTo>
                  <a:pt x="72343" y="1286573"/>
                </a:lnTo>
                <a:lnTo>
                  <a:pt x="81433" y="1295540"/>
                </a:lnTo>
                <a:lnTo>
                  <a:pt x="90885" y="1304144"/>
                </a:lnTo>
                <a:lnTo>
                  <a:pt x="100942" y="1312262"/>
                </a:lnTo>
                <a:lnTo>
                  <a:pt x="111363" y="1320139"/>
                </a:lnTo>
                <a:lnTo>
                  <a:pt x="122271" y="1327409"/>
                </a:lnTo>
                <a:lnTo>
                  <a:pt x="133662" y="1334317"/>
                </a:lnTo>
                <a:lnTo>
                  <a:pt x="145537" y="1340861"/>
                </a:lnTo>
                <a:lnTo>
                  <a:pt x="157776" y="1346920"/>
                </a:lnTo>
                <a:lnTo>
                  <a:pt x="170379" y="1352495"/>
                </a:lnTo>
                <a:lnTo>
                  <a:pt x="183467" y="1357706"/>
                </a:lnTo>
                <a:lnTo>
                  <a:pt x="196917" y="1362311"/>
                </a:lnTo>
                <a:lnTo>
                  <a:pt x="210853" y="1366552"/>
                </a:lnTo>
                <a:lnTo>
                  <a:pt x="225031" y="1370309"/>
                </a:lnTo>
                <a:lnTo>
                  <a:pt x="239694" y="1373581"/>
                </a:lnTo>
                <a:lnTo>
                  <a:pt x="254720" y="1376368"/>
                </a:lnTo>
                <a:lnTo>
                  <a:pt x="270111" y="1378669"/>
                </a:lnTo>
                <a:lnTo>
                  <a:pt x="292043" y="1381215"/>
                </a:lnTo>
                <a:lnTo>
                  <a:pt x="314344" y="1382910"/>
                </a:lnTo>
                <a:lnTo>
                  <a:pt x="337246" y="1384123"/>
                </a:lnTo>
                <a:lnTo>
                  <a:pt x="360511" y="1384607"/>
                </a:lnTo>
                <a:lnTo>
                  <a:pt x="408257" y="1384366"/>
                </a:lnTo>
                <a:lnTo>
                  <a:pt x="457214" y="1382548"/>
                </a:lnTo>
                <a:lnTo>
                  <a:pt x="507017" y="1379517"/>
                </a:lnTo>
                <a:lnTo>
                  <a:pt x="557430" y="1376004"/>
                </a:lnTo>
                <a:lnTo>
                  <a:pt x="658493" y="1368855"/>
                </a:lnTo>
                <a:lnTo>
                  <a:pt x="698726" y="1366914"/>
                </a:lnTo>
                <a:lnTo>
                  <a:pt x="738231" y="1365945"/>
                </a:lnTo>
                <a:lnTo>
                  <a:pt x="777130" y="1365945"/>
                </a:lnTo>
                <a:lnTo>
                  <a:pt x="815543" y="1367278"/>
                </a:lnTo>
                <a:lnTo>
                  <a:pt x="853596" y="1369701"/>
                </a:lnTo>
                <a:lnTo>
                  <a:pt x="891281" y="1373581"/>
                </a:lnTo>
                <a:lnTo>
                  <a:pt x="928606" y="1379033"/>
                </a:lnTo>
                <a:lnTo>
                  <a:pt x="965808" y="1385941"/>
                </a:lnTo>
                <a:lnTo>
                  <a:pt x="999738" y="1393210"/>
                </a:lnTo>
                <a:lnTo>
                  <a:pt x="1032579" y="1401208"/>
                </a:lnTo>
                <a:lnTo>
                  <a:pt x="1064570" y="1409691"/>
                </a:lnTo>
                <a:lnTo>
                  <a:pt x="1095957" y="1418417"/>
                </a:lnTo>
                <a:lnTo>
                  <a:pt x="1157637" y="1435867"/>
                </a:lnTo>
                <a:lnTo>
                  <a:pt x="1188537" y="1444349"/>
                </a:lnTo>
                <a:lnTo>
                  <a:pt x="1219680" y="1452227"/>
                </a:lnTo>
                <a:lnTo>
                  <a:pt x="1265729" y="1459981"/>
                </a:lnTo>
                <a:lnTo>
                  <a:pt x="1309113" y="1466284"/>
                </a:lnTo>
                <a:lnTo>
                  <a:pt x="1350192" y="1471010"/>
                </a:lnTo>
                <a:lnTo>
                  <a:pt x="1388969" y="1474402"/>
                </a:lnTo>
                <a:lnTo>
                  <a:pt x="1425930" y="1476220"/>
                </a:lnTo>
                <a:lnTo>
                  <a:pt x="1461314" y="1476584"/>
                </a:lnTo>
                <a:lnTo>
                  <a:pt x="1495245" y="1475613"/>
                </a:lnTo>
                <a:lnTo>
                  <a:pt x="1528085" y="1473189"/>
                </a:lnTo>
                <a:lnTo>
                  <a:pt x="1559956" y="1469312"/>
                </a:lnTo>
                <a:lnTo>
                  <a:pt x="1591340" y="1464222"/>
                </a:lnTo>
                <a:lnTo>
                  <a:pt x="1622485" y="1457678"/>
                </a:lnTo>
                <a:lnTo>
                  <a:pt x="1653387" y="1449924"/>
                </a:lnTo>
                <a:lnTo>
                  <a:pt x="1684530" y="1440836"/>
                </a:lnTo>
                <a:lnTo>
                  <a:pt x="1716158" y="1430536"/>
                </a:lnTo>
                <a:lnTo>
                  <a:pt x="1748513" y="1418902"/>
                </a:lnTo>
                <a:lnTo>
                  <a:pt x="1781836" y="1406178"/>
                </a:lnTo>
                <a:close/>
              </a:path>
            </a:pathLst>
          </a:custGeom>
          <a:solidFill xmlns:a="http://schemas.openxmlformats.org/drawingml/2006/main">
            <a:srgbClr val="7F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B2AA0-6A99-4BE3-AE2C-8B66EDD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300" y="1096196"/>
            <a:ext cx="1750572" cy="2059219"/>
          </a:xfrm>
          <a:custGeom xmlns:a="http://schemas.openxmlformats.org/drawingml/2006/main">
            <a:pathLst>
              <a:path w="1750572" h="2059219">
                <a:moveTo>
                  <a:pt x="462061" y="1801347"/>
                </a:moveTo>
                <a:lnTo>
                  <a:pt x="485329" y="1827403"/>
                </a:lnTo>
                <a:lnTo>
                  <a:pt x="509443" y="1852243"/>
                </a:lnTo>
                <a:lnTo>
                  <a:pt x="534649" y="1875631"/>
                </a:lnTo>
                <a:lnTo>
                  <a:pt x="560702" y="1897686"/>
                </a:lnTo>
                <a:lnTo>
                  <a:pt x="587604" y="1918408"/>
                </a:lnTo>
                <a:lnTo>
                  <a:pt x="615354" y="1937676"/>
                </a:lnTo>
                <a:lnTo>
                  <a:pt x="643833" y="1955610"/>
                </a:lnTo>
                <a:lnTo>
                  <a:pt x="673037" y="1972214"/>
                </a:lnTo>
                <a:lnTo>
                  <a:pt x="702847" y="1987238"/>
                </a:lnTo>
                <a:lnTo>
                  <a:pt x="733264" y="2001054"/>
                </a:lnTo>
                <a:lnTo>
                  <a:pt x="764165" y="2013293"/>
                </a:lnTo>
                <a:lnTo>
                  <a:pt x="795672" y="2024199"/>
                </a:lnTo>
                <a:lnTo>
                  <a:pt x="827541" y="2033651"/>
                </a:lnTo>
                <a:lnTo>
                  <a:pt x="859776" y="2041528"/>
                </a:lnTo>
                <a:lnTo>
                  <a:pt x="892253" y="2048072"/>
                </a:lnTo>
                <a:lnTo>
                  <a:pt x="925093" y="2053039"/>
                </a:lnTo>
                <a:lnTo>
                  <a:pt x="958054" y="2056675"/>
                </a:lnTo>
                <a:lnTo>
                  <a:pt x="991135" y="2058734"/>
                </a:lnTo>
                <a:lnTo>
                  <a:pt x="1024460" y="2059219"/>
                </a:lnTo>
                <a:lnTo>
                  <a:pt x="1057662" y="2058250"/>
                </a:lnTo>
                <a:lnTo>
                  <a:pt x="1090987" y="2055826"/>
                </a:lnTo>
                <a:lnTo>
                  <a:pt x="1124192" y="2051706"/>
                </a:lnTo>
                <a:lnTo>
                  <a:pt x="1157273" y="2046254"/>
                </a:lnTo>
                <a:lnTo>
                  <a:pt x="1190114" y="2039105"/>
                </a:lnTo>
                <a:lnTo>
                  <a:pt x="1222834" y="2030379"/>
                </a:lnTo>
                <a:lnTo>
                  <a:pt x="1255187" y="2020201"/>
                </a:lnTo>
                <a:lnTo>
                  <a:pt x="1287301" y="2008324"/>
                </a:lnTo>
                <a:lnTo>
                  <a:pt x="1318929" y="1994874"/>
                </a:lnTo>
                <a:lnTo>
                  <a:pt x="1350072" y="1979847"/>
                </a:lnTo>
                <a:lnTo>
                  <a:pt x="1380730" y="1963244"/>
                </a:lnTo>
                <a:lnTo>
                  <a:pt x="1410904" y="1945068"/>
                </a:lnTo>
                <a:lnTo>
                  <a:pt x="1440352" y="1925072"/>
                </a:lnTo>
                <a:lnTo>
                  <a:pt x="1459740" y="1911138"/>
                </a:lnTo>
                <a:lnTo>
                  <a:pt x="1478523" y="1896596"/>
                </a:lnTo>
                <a:lnTo>
                  <a:pt x="1496701" y="1881570"/>
                </a:lnTo>
                <a:lnTo>
                  <a:pt x="1514271" y="1866059"/>
                </a:lnTo>
                <a:lnTo>
                  <a:pt x="1531236" y="1849942"/>
                </a:lnTo>
                <a:lnTo>
                  <a:pt x="1547596" y="1833582"/>
                </a:lnTo>
                <a:lnTo>
                  <a:pt x="1563349" y="1816617"/>
                </a:lnTo>
                <a:lnTo>
                  <a:pt x="1578500" y="1799288"/>
                </a:lnTo>
                <a:lnTo>
                  <a:pt x="1593040" y="1781595"/>
                </a:lnTo>
                <a:lnTo>
                  <a:pt x="1606974" y="1763540"/>
                </a:lnTo>
                <a:lnTo>
                  <a:pt x="1620183" y="1745000"/>
                </a:lnTo>
                <a:lnTo>
                  <a:pt x="1632907" y="1726217"/>
                </a:lnTo>
                <a:lnTo>
                  <a:pt x="1644905" y="1707070"/>
                </a:lnTo>
                <a:lnTo>
                  <a:pt x="1656295" y="1687558"/>
                </a:lnTo>
                <a:lnTo>
                  <a:pt x="1667080" y="1667685"/>
                </a:lnTo>
                <a:lnTo>
                  <a:pt x="1677137" y="1647692"/>
                </a:lnTo>
                <a:lnTo>
                  <a:pt x="1686712" y="1627332"/>
                </a:lnTo>
                <a:lnTo>
                  <a:pt x="1695556" y="1606610"/>
                </a:lnTo>
                <a:lnTo>
                  <a:pt x="1703677" y="1585768"/>
                </a:lnTo>
                <a:lnTo>
                  <a:pt x="1711191" y="1564803"/>
                </a:lnTo>
                <a:lnTo>
                  <a:pt x="1718096" y="1543476"/>
                </a:lnTo>
                <a:lnTo>
                  <a:pt x="1724399" y="1522028"/>
                </a:lnTo>
                <a:lnTo>
                  <a:pt x="1729976" y="1500335"/>
                </a:lnTo>
                <a:lnTo>
                  <a:pt x="1734820" y="1478523"/>
                </a:lnTo>
                <a:lnTo>
                  <a:pt x="1739182" y="1456588"/>
                </a:lnTo>
                <a:lnTo>
                  <a:pt x="1742698" y="1434536"/>
                </a:lnTo>
                <a:lnTo>
                  <a:pt x="1745605" y="1412358"/>
                </a:lnTo>
                <a:lnTo>
                  <a:pt x="1747908" y="1390182"/>
                </a:lnTo>
                <a:lnTo>
                  <a:pt x="1749483" y="1367886"/>
                </a:lnTo>
                <a:lnTo>
                  <a:pt x="1750331" y="1345466"/>
                </a:lnTo>
                <a:lnTo>
                  <a:pt x="1750572" y="1323050"/>
                </a:lnTo>
                <a:lnTo>
                  <a:pt x="1750088" y="1300630"/>
                </a:lnTo>
                <a:lnTo>
                  <a:pt x="1745605" y="1267670"/>
                </a:lnTo>
                <a:lnTo>
                  <a:pt x="1740515" y="1235678"/>
                </a:lnTo>
                <a:lnTo>
                  <a:pt x="1734700" y="1204412"/>
                </a:lnTo>
                <a:lnTo>
                  <a:pt x="1728156" y="1173997"/>
                </a:lnTo>
                <a:lnTo>
                  <a:pt x="1720884" y="1144185"/>
                </a:lnTo>
                <a:lnTo>
                  <a:pt x="1712765" y="1115225"/>
                </a:lnTo>
                <a:lnTo>
                  <a:pt x="1703918" y="1086990"/>
                </a:lnTo>
                <a:lnTo>
                  <a:pt x="1694225" y="1059360"/>
                </a:lnTo>
                <a:lnTo>
                  <a:pt x="1683681" y="1032338"/>
                </a:lnTo>
                <a:lnTo>
                  <a:pt x="1672170" y="1005918"/>
                </a:lnTo>
                <a:lnTo>
                  <a:pt x="1659808" y="980230"/>
                </a:lnTo>
                <a:lnTo>
                  <a:pt x="1646479" y="954902"/>
                </a:lnTo>
                <a:lnTo>
                  <a:pt x="1632301" y="930181"/>
                </a:lnTo>
                <a:lnTo>
                  <a:pt x="1617034" y="906066"/>
                </a:lnTo>
                <a:lnTo>
                  <a:pt x="1600794" y="882316"/>
                </a:lnTo>
                <a:lnTo>
                  <a:pt x="1583465" y="858928"/>
                </a:lnTo>
                <a:lnTo>
                  <a:pt x="1560323" y="829118"/>
                </a:lnTo>
                <a:lnTo>
                  <a:pt x="1537175" y="801245"/>
                </a:lnTo>
                <a:lnTo>
                  <a:pt x="1514392" y="775312"/>
                </a:lnTo>
                <a:lnTo>
                  <a:pt x="1491611" y="751198"/>
                </a:lnTo>
                <a:lnTo>
                  <a:pt x="1469071" y="728779"/>
                </a:lnTo>
                <a:lnTo>
                  <a:pt x="1446775" y="707937"/>
                </a:lnTo>
                <a:lnTo>
                  <a:pt x="1424476" y="688669"/>
                </a:lnTo>
                <a:lnTo>
                  <a:pt x="1402544" y="670855"/>
                </a:lnTo>
                <a:lnTo>
                  <a:pt x="1384366" y="657041"/>
                </a:lnTo>
                <a:lnTo>
                  <a:pt x="1366311" y="644074"/>
                </a:lnTo>
                <a:lnTo>
                  <a:pt x="1348256" y="631955"/>
                </a:lnTo>
                <a:lnTo>
                  <a:pt x="1330319" y="620565"/>
                </a:lnTo>
                <a:lnTo>
                  <a:pt x="1312385" y="609780"/>
                </a:lnTo>
                <a:lnTo>
                  <a:pt x="1294571" y="599602"/>
                </a:lnTo>
                <a:lnTo>
                  <a:pt x="1258943" y="580819"/>
                </a:lnTo>
                <a:lnTo>
                  <a:pt x="1223439" y="563974"/>
                </a:lnTo>
                <a:lnTo>
                  <a:pt x="1187932" y="548463"/>
                </a:lnTo>
                <a:lnTo>
                  <a:pt x="1152547" y="533801"/>
                </a:lnTo>
                <a:lnTo>
                  <a:pt x="1117043" y="519623"/>
                </a:lnTo>
                <a:lnTo>
                  <a:pt x="1088080" y="508715"/>
                </a:lnTo>
                <a:lnTo>
                  <a:pt x="1059965" y="497447"/>
                </a:lnTo>
                <a:lnTo>
                  <a:pt x="1032822" y="485813"/>
                </a:lnTo>
                <a:lnTo>
                  <a:pt x="1006405" y="473815"/>
                </a:lnTo>
                <a:lnTo>
                  <a:pt x="980714" y="461335"/>
                </a:lnTo>
                <a:lnTo>
                  <a:pt x="955751" y="448367"/>
                </a:lnTo>
                <a:lnTo>
                  <a:pt x="931393" y="434918"/>
                </a:lnTo>
                <a:lnTo>
                  <a:pt x="907643" y="420981"/>
                </a:lnTo>
                <a:lnTo>
                  <a:pt x="884255" y="406560"/>
                </a:lnTo>
                <a:lnTo>
                  <a:pt x="861351" y="391533"/>
                </a:lnTo>
                <a:lnTo>
                  <a:pt x="838811" y="376022"/>
                </a:lnTo>
                <a:lnTo>
                  <a:pt x="816515" y="359785"/>
                </a:lnTo>
                <a:lnTo>
                  <a:pt x="794580" y="343061"/>
                </a:lnTo>
                <a:lnTo>
                  <a:pt x="772769" y="325612"/>
                </a:lnTo>
                <a:lnTo>
                  <a:pt x="750955" y="307436"/>
                </a:lnTo>
                <a:lnTo>
                  <a:pt x="729264" y="288653"/>
                </a:lnTo>
                <a:lnTo>
                  <a:pt x="677519" y="242360"/>
                </a:lnTo>
                <a:lnTo>
                  <a:pt x="625534" y="195827"/>
                </a:lnTo>
                <a:lnTo>
                  <a:pt x="599479" y="173046"/>
                </a:lnTo>
                <a:lnTo>
                  <a:pt x="573306" y="150750"/>
                </a:lnTo>
                <a:lnTo>
                  <a:pt x="547009" y="129179"/>
                </a:lnTo>
                <a:lnTo>
                  <a:pt x="520592" y="108699"/>
                </a:lnTo>
                <a:lnTo>
                  <a:pt x="500355" y="93672"/>
                </a:lnTo>
                <a:lnTo>
                  <a:pt x="480239" y="79494"/>
                </a:lnTo>
                <a:lnTo>
                  <a:pt x="459881" y="66165"/>
                </a:lnTo>
                <a:lnTo>
                  <a:pt x="439644" y="53803"/>
                </a:lnTo>
                <a:lnTo>
                  <a:pt x="419163" y="42533"/>
                </a:lnTo>
                <a:lnTo>
                  <a:pt x="398806" y="32356"/>
                </a:lnTo>
                <a:lnTo>
                  <a:pt x="378325" y="23389"/>
                </a:lnTo>
                <a:lnTo>
                  <a:pt x="357726" y="15755"/>
                </a:lnTo>
                <a:lnTo>
                  <a:pt x="337127" y="9452"/>
                </a:lnTo>
                <a:lnTo>
                  <a:pt x="316403" y="4726"/>
                </a:lnTo>
                <a:lnTo>
                  <a:pt x="295681" y="1575"/>
                </a:lnTo>
                <a:lnTo>
                  <a:pt x="274837" y="0"/>
                </a:lnTo>
                <a:lnTo>
                  <a:pt x="253874" y="364"/>
                </a:lnTo>
                <a:lnTo>
                  <a:pt x="232909" y="2423"/>
                </a:lnTo>
                <a:lnTo>
                  <a:pt x="211823" y="6544"/>
                </a:lnTo>
                <a:lnTo>
                  <a:pt x="201281" y="9331"/>
                </a:lnTo>
                <a:lnTo>
                  <a:pt x="190616" y="12603"/>
                </a:lnTo>
                <a:lnTo>
                  <a:pt x="176439" y="18904"/>
                </a:lnTo>
                <a:lnTo>
                  <a:pt x="162745" y="25568"/>
                </a:lnTo>
                <a:lnTo>
                  <a:pt x="149537" y="32476"/>
                </a:lnTo>
                <a:lnTo>
                  <a:pt x="136934" y="39625"/>
                </a:lnTo>
                <a:lnTo>
                  <a:pt x="124815" y="47139"/>
                </a:lnTo>
                <a:lnTo>
                  <a:pt x="113304" y="54895"/>
                </a:lnTo>
                <a:lnTo>
                  <a:pt x="102398" y="63014"/>
                </a:lnTo>
                <a:lnTo>
                  <a:pt x="91854" y="71376"/>
                </a:lnTo>
                <a:lnTo>
                  <a:pt x="82041" y="80100"/>
                </a:lnTo>
                <a:lnTo>
                  <a:pt x="72709" y="89067"/>
                </a:lnTo>
                <a:lnTo>
                  <a:pt x="63863" y="98398"/>
                </a:lnTo>
                <a:lnTo>
                  <a:pt x="55744" y="107973"/>
                </a:lnTo>
                <a:lnTo>
                  <a:pt x="47987" y="117909"/>
                </a:lnTo>
                <a:lnTo>
                  <a:pt x="40959" y="128087"/>
                </a:lnTo>
                <a:lnTo>
                  <a:pt x="34415" y="138511"/>
                </a:lnTo>
                <a:lnTo>
                  <a:pt x="28356" y="149293"/>
                </a:lnTo>
                <a:lnTo>
                  <a:pt x="23024" y="160443"/>
                </a:lnTo>
                <a:lnTo>
                  <a:pt x="18178" y="171833"/>
                </a:lnTo>
                <a:lnTo>
                  <a:pt x="13937" y="183588"/>
                </a:lnTo>
                <a:lnTo>
                  <a:pt x="10180" y="195586"/>
                </a:lnTo>
                <a:lnTo>
                  <a:pt x="7029" y="207825"/>
                </a:lnTo>
                <a:lnTo>
                  <a:pt x="4485" y="220549"/>
                </a:lnTo>
                <a:lnTo>
                  <a:pt x="2423" y="233393"/>
                </a:lnTo>
                <a:lnTo>
                  <a:pt x="1090" y="246602"/>
                </a:lnTo>
                <a:lnTo>
                  <a:pt x="244" y="260174"/>
                </a:lnTo>
                <a:lnTo>
                  <a:pt x="0" y="273990"/>
                </a:lnTo>
                <a:lnTo>
                  <a:pt x="244" y="288168"/>
                </a:lnTo>
                <a:lnTo>
                  <a:pt x="1213" y="302587"/>
                </a:lnTo>
                <a:lnTo>
                  <a:pt x="2667" y="317372"/>
                </a:lnTo>
                <a:lnTo>
                  <a:pt x="4726" y="332399"/>
                </a:lnTo>
                <a:lnTo>
                  <a:pt x="7393" y="347787"/>
                </a:lnTo>
                <a:lnTo>
                  <a:pt x="10665" y="363421"/>
                </a:lnTo>
                <a:lnTo>
                  <a:pt x="15391" y="384748"/>
                </a:lnTo>
                <a:lnTo>
                  <a:pt x="20965" y="406198"/>
                </a:lnTo>
                <a:lnTo>
                  <a:pt x="27145" y="428010"/>
                </a:lnTo>
                <a:lnTo>
                  <a:pt x="33930" y="449944"/>
                </a:lnTo>
                <a:lnTo>
                  <a:pt x="49200" y="494537"/>
                </a:lnTo>
                <a:lnTo>
                  <a:pt x="66165" y="539616"/>
                </a:lnTo>
                <a:lnTo>
                  <a:pt x="84341" y="585301"/>
                </a:lnTo>
                <a:lnTo>
                  <a:pt x="103247" y="631229"/>
                </a:lnTo>
                <a:lnTo>
                  <a:pt x="141054" y="723448"/>
                </a:lnTo>
                <a:lnTo>
                  <a:pt x="156202" y="762224"/>
                </a:lnTo>
                <a:lnTo>
                  <a:pt x="170018" y="800760"/>
                </a:lnTo>
                <a:lnTo>
                  <a:pt x="182498" y="839296"/>
                </a:lnTo>
                <a:lnTo>
                  <a:pt x="193527" y="877590"/>
                </a:lnTo>
                <a:lnTo>
                  <a:pt x="203102" y="916003"/>
                </a:lnTo>
                <a:lnTo>
                  <a:pt x="211338" y="954538"/>
                </a:lnTo>
                <a:lnTo>
                  <a:pt x="217882" y="993194"/>
                </a:lnTo>
                <a:lnTo>
                  <a:pt x="222972" y="1032094"/>
                </a:lnTo>
                <a:lnTo>
                  <a:pt x="226003" y="1063722"/>
                </a:lnTo>
                <a:lnTo>
                  <a:pt x="228303" y="1094623"/>
                </a:lnTo>
                <a:lnTo>
                  <a:pt x="231698" y="1155094"/>
                </a:lnTo>
                <a:lnTo>
                  <a:pt x="234486" y="1214228"/>
                </a:lnTo>
                <a:lnTo>
                  <a:pt x="236181" y="1243676"/>
                </a:lnTo>
                <a:lnTo>
                  <a:pt x="238363" y="1273121"/>
                </a:lnTo>
                <a:lnTo>
                  <a:pt x="256177" y="1355526"/>
                </a:lnTo>
                <a:lnTo>
                  <a:pt x="264780" y="1393090"/>
                </a:lnTo>
                <a:lnTo>
                  <a:pt x="273383" y="1428718"/>
                </a:lnTo>
                <a:lnTo>
                  <a:pt x="282350" y="1462648"/>
                </a:lnTo>
                <a:lnTo>
                  <a:pt x="291925" y="1495124"/>
                </a:lnTo>
                <a:lnTo>
                  <a:pt x="302102" y="1526390"/>
                </a:lnTo>
                <a:lnTo>
                  <a:pt x="313252" y="1556684"/>
                </a:lnTo>
                <a:lnTo>
                  <a:pt x="325612" y="1586496"/>
                </a:lnTo>
                <a:lnTo>
                  <a:pt x="339184" y="1615941"/>
                </a:lnTo>
                <a:lnTo>
                  <a:pt x="354454" y="1645269"/>
                </a:lnTo>
                <a:lnTo>
                  <a:pt x="371540" y="1674958"/>
                </a:lnTo>
                <a:lnTo>
                  <a:pt x="390687" y="1705008"/>
                </a:lnTo>
                <a:lnTo>
                  <a:pt x="412014" y="1736031"/>
                </a:lnTo>
                <a:lnTo>
                  <a:pt x="435764" y="1768022"/>
                </a:lnTo>
                <a:lnTo>
                  <a:pt x="462061" y="1801347"/>
                </a:lnTo>
                <a:close/>
              </a:path>
            </a:pathLst>
          </a:custGeom>
          <a:solidFill xmlns:a="http://schemas.openxmlformats.org/drawingml/2006/main">
            <a:srgbClr val="00BF3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AF196-172E-46D9-B720-DE243F8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42" y="928604"/>
            <a:ext cx="1803770" cy="2022381"/>
          </a:xfrm>
          <a:custGeom xmlns:a="http://schemas.openxmlformats.org/drawingml/2006/main">
            <a:pathLst>
              <a:path w="1803770" h="2022381">
                <a:moveTo>
                  <a:pt x="114273" y="898794"/>
                </a:moveTo>
                <a:lnTo>
                  <a:pt x="96339" y="928242"/>
                </a:lnTo>
                <a:lnTo>
                  <a:pt x="80100" y="958174"/>
                </a:lnTo>
                <a:lnTo>
                  <a:pt x="65317" y="988712"/>
                </a:lnTo>
                <a:lnTo>
                  <a:pt x="51988" y="1019734"/>
                </a:lnTo>
                <a:lnTo>
                  <a:pt x="40233" y="1051118"/>
                </a:lnTo>
                <a:lnTo>
                  <a:pt x="30053" y="1082869"/>
                </a:lnTo>
                <a:lnTo>
                  <a:pt x="21327" y="1114981"/>
                </a:lnTo>
                <a:lnTo>
                  <a:pt x="14057" y="1147337"/>
                </a:lnTo>
                <a:lnTo>
                  <a:pt x="8362" y="1179934"/>
                </a:lnTo>
                <a:lnTo>
                  <a:pt x="4121" y="1212653"/>
                </a:lnTo>
                <a:lnTo>
                  <a:pt x="1333" y="1245491"/>
                </a:lnTo>
                <a:lnTo>
                  <a:pt x="0" y="1278452"/>
                </a:lnTo>
                <a:lnTo>
                  <a:pt x="244" y="1311293"/>
                </a:lnTo>
                <a:lnTo>
                  <a:pt x="1818" y="1344133"/>
                </a:lnTo>
                <a:lnTo>
                  <a:pt x="4969" y="1376853"/>
                </a:lnTo>
                <a:lnTo>
                  <a:pt x="9572" y="1409329"/>
                </a:lnTo>
                <a:lnTo>
                  <a:pt x="15632" y="1441683"/>
                </a:lnTo>
                <a:lnTo>
                  <a:pt x="23024" y="1473797"/>
                </a:lnTo>
                <a:lnTo>
                  <a:pt x="31994" y="1505545"/>
                </a:lnTo>
                <a:lnTo>
                  <a:pt x="42292" y="1536932"/>
                </a:lnTo>
                <a:lnTo>
                  <a:pt x="54047" y="1567954"/>
                </a:lnTo>
                <a:lnTo>
                  <a:pt x="67255" y="1598371"/>
                </a:lnTo>
                <a:lnTo>
                  <a:pt x="81918" y="1628301"/>
                </a:lnTo>
                <a:lnTo>
                  <a:pt x="97913" y="1657628"/>
                </a:lnTo>
                <a:lnTo>
                  <a:pt x="115363" y="1686348"/>
                </a:lnTo>
                <a:lnTo>
                  <a:pt x="134146" y="1714460"/>
                </a:lnTo>
                <a:lnTo>
                  <a:pt x="154383" y="1741726"/>
                </a:lnTo>
                <a:lnTo>
                  <a:pt x="175954" y="1768143"/>
                </a:lnTo>
                <a:lnTo>
                  <a:pt x="198978" y="1793834"/>
                </a:lnTo>
                <a:lnTo>
                  <a:pt x="223336" y="1818556"/>
                </a:lnTo>
                <a:lnTo>
                  <a:pt x="249148" y="1842306"/>
                </a:lnTo>
                <a:lnTo>
                  <a:pt x="276291" y="1865089"/>
                </a:lnTo>
                <a:lnTo>
                  <a:pt x="296528" y="1880478"/>
                </a:lnTo>
                <a:lnTo>
                  <a:pt x="317129" y="1895019"/>
                </a:lnTo>
                <a:lnTo>
                  <a:pt x="338094" y="1908836"/>
                </a:lnTo>
                <a:lnTo>
                  <a:pt x="359421" y="1921800"/>
                </a:lnTo>
                <a:lnTo>
                  <a:pt x="381112" y="1934040"/>
                </a:lnTo>
                <a:lnTo>
                  <a:pt x="402926" y="1945430"/>
                </a:lnTo>
                <a:lnTo>
                  <a:pt x="425102" y="1955974"/>
                </a:lnTo>
                <a:lnTo>
                  <a:pt x="447519" y="1965790"/>
                </a:lnTo>
                <a:lnTo>
                  <a:pt x="470181" y="1974757"/>
                </a:lnTo>
                <a:lnTo>
                  <a:pt x="492962" y="1982996"/>
                </a:lnTo>
                <a:lnTo>
                  <a:pt x="515987" y="1990510"/>
                </a:lnTo>
                <a:lnTo>
                  <a:pt x="539132" y="1997174"/>
                </a:lnTo>
                <a:lnTo>
                  <a:pt x="562400" y="2002992"/>
                </a:lnTo>
                <a:lnTo>
                  <a:pt x="585909" y="2008080"/>
                </a:lnTo>
                <a:lnTo>
                  <a:pt x="609418" y="2012444"/>
                </a:lnTo>
                <a:lnTo>
                  <a:pt x="633048" y="2015957"/>
                </a:lnTo>
                <a:lnTo>
                  <a:pt x="656677" y="2018745"/>
                </a:lnTo>
                <a:lnTo>
                  <a:pt x="680427" y="2020683"/>
                </a:lnTo>
                <a:lnTo>
                  <a:pt x="704180" y="2021896"/>
                </a:lnTo>
                <a:lnTo>
                  <a:pt x="727930" y="2022381"/>
                </a:lnTo>
                <a:lnTo>
                  <a:pt x="751683" y="2022137"/>
                </a:lnTo>
                <a:lnTo>
                  <a:pt x="775433" y="2021047"/>
                </a:lnTo>
                <a:lnTo>
                  <a:pt x="799065" y="2019229"/>
                </a:lnTo>
                <a:lnTo>
                  <a:pt x="822574" y="2016686"/>
                </a:lnTo>
                <a:lnTo>
                  <a:pt x="846083" y="2013293"/>
                </a:lnTo>
                <a:lnTo>
                  <a:pt x="869469" y="2009172"/>
                </a:lnTo>
                <a:lnTo>
                  <a:pt x="892617" y="2004326"/>
                </a:lnTo>
                <a:lnTo>
                  <a:pt x="915639" y="1998751"/>
                </a:lnTo>
                <a:lnTo>
                  <a:pt x="938543" y="1992448"/>
                </a:lnTo>
                <a:lnTo>
                  <a:pt x="961326" y="1985299"/>
                </a:lnTo>
                <a:lnTo>
                  <a:pt x="983743" y="1977545"/>
                </a:lnTo>
                <a:lnTo>
                  <a:pt x="1005918" y="1968939"/>
                </a:lnTo>
                <a:lnTo>
                  <a:pt x="1034397" y="1954761"/>
                </a:lnTo>
                <a:lnTo>
                  <a:pt x="1061663" y="1940340"/>
                </a:lnTo>
                <a:lnTo>
                  <a:pt x="1087715" y="1925437"/>
                </a:lnTo>
                <a:lnTo>
                  <a:pt x="1112922" y="1910046"/>
                </a:lnTo>
                <a:lnTo>
                  <a:pt x="1137036" y="1894294"/>
                </a:lnTo>
                <a:lnTo>
                  <a:pt x="1160304" y="1878054"/>
                </a:lnTo>
                <a:lnTo>
                  <a:pt x="1182600" y="1861333"/>
                </a:lnTo>
                <a:lnTo>
                  <a:pt x="1204050" y="1844004"/>
                </a:lnTo>
                <a:lnTo>
                  <a:pt x="1224772" y="1826190"/>
                </a:lnTo>
                <a:lnTo>
                  <a:pt x="1244766" y="1807771"/>
                </a:lnTo>
                <a:lnTo>
                  <a:pt x="1264033" y="1788623"/>
                </a:lnTo>
                <a:lnTo>
                  <a:pt x="1282817" y="1768871"/>
                </a:lnTo>
                <a:lnTo>
                  <a:pt x="1300872" y="1748390"/>
                </a:lnTo>
                <a:lnTo>
                  <a:pt x="1318444" y="1727184"/>
                </a:lnTo>
                <a:lnTo>
                  <a:pt x="1335530" y="1705252"/>
                </a:lnTo>
                <a:lnTo>
                  <a:pt x="1352254" y="1682468"/>
                </a:lnTo>
                <a:lnTo>
                  <a:pt x="1374066" y="1650600"/>
                </a:lnTo>
                <a:lnTo>
                  <a:pt x="1393939" y="1619577"/>
                </a:lnTo>
                <a:lnTo>
                  <a:pt x="1411996" y="1589281"/>
                </a:lnTo>
                <a:lnTo>
                  <a:pt x="1428353" y="1559835"/>
                </a:lnTo>
                <a:lnTo>
                  <a:pt x="1442895" y="1530993"/>
                </a:lnTo>
                <a:lnTo>
                  <a:pt x="1455983" y="1502758"/>
                </a:lnTo>
                <a:lnTo>
                  <a:pt x="1467617" y="1475130"/>
                </a:lnTo>
                <a:lnTo>
                  <a:pt x="1477918" y="1447985"/>
                </a:lnTo>
                <a:lnTo>
                  <a:pt x="1485552" y="1426174"/>
                </a:lnTo>
                <a:lnTo>
                  <a:pt x="1492337" y="1404724"/>
                </a:lnTo>
                <a:lnTo>
                  <a:pt x="1498396" y="1383517"/>
                </a:lnTo>
                <a:lnTo>
                  <a:pt x="1503850" y="1362552"/>
                </a:lnTo>
                <a:lnTo>
                  <a:pt x="1508576" y="1341830"/>
                </a:lnTo>
                <a:lnTo>
                  <a:pt x="1512938" y="1321352"/>
                </a:lnTo>
                <a:lnTo>
                  <a:pt x="1519967" y="1280755"/>
                </a:lnTo>
                <a:lnTo>
                  <a:pt x="1525662" y="1240888"/>
                </a:lnTo>
                <a:lnTo>
                  <a:pt x="1530267" y="1201261"/>
                </a:lnTo>
                <a:lnTo>
                  <a:pt x="1538021" y="1122251"/>
                </a:lnTo>
                <a:lnTo>
                  <a:pt x="1540447" y="1091957"/>
                </a:lnTo>
                <a:lnTo>
                  <a:pt x="1543596" y="1062268"/>
                </a:lnTo>
                <a:lnTo>
                  <a:pt x="1547596" y="1033184"/>
                </a:lnTo>
                <a:lnTo>
                  <a:pt x="1552443" y="1004585"/>
                </a:lnTo>
                <a:lnTo>
                  <a:pt x="1557897" y="976473"/>
                </a:lnTo>
                <a:lnTo>
                  <a:pt x="1564197" y="948723"/>
                </a:lnTo>
                <a:lnTo>
                  <a:pt x="1571226" y="921457"/>
                </a:lnTo>
                <a:lnTo>
                  <a:pt x="1578860" y="894553"/>
                </a:lnTo>
                <a:lnTo>
                  <a:pt x="1587222" y="868015"/>
                </a:lnTo>
                <a:lnTo>
                  <a:pt x="1596068" y="841598"/>
                </a:lnTo>
                <a:lnTo>
                  <a:pt x="1605641" y="815543"/>
                </a:lnTo>
                <a:lnTo>
                  <a:pt x="1615700" y="789611"/>
                </a:lnTo>
                <a:lnTo>
                  <a:pt x="1626244" y="763922"/>
                </a:lnTo>
                <a:lnTo>
                  <a:pt x="1637391" y="738231"/>
                </a:lnTo>
                <a:lnTo>
                  <a:pt x="1660900" y="687215"/>
                </a:lnTo>
                <a:lnTo>
                  <a:pt x="1690589" y="625291"/>
                </a:lnTo>
                <a:lnTo>
                  <a:pt x="1719794" y="563246"/>
                </a:lnTo>
                <a:lnTo>
                  <a:pt x="1733730" y="532224"/>
                </a:lnTo>
                <a:lnTo>
                  <a:pt x="1746816" y="501445"/>
                </a:lnTo>
                <a:lnTo>
                  <a:pt x="1759178" y="470787"/>
                </a:lnTo>
                <a:lnTo>
                  <a:pt x="1770325" y="440249"/>
                </a:lnTo>
                <a:lnTo>
                  <a:pt x="1777961" y="417466"/>
                </a:lnTo>
                <a:lnTo>
                  <a:pt x="1784746" y="394926"/>
                </a:lnTo>
                <a:lnTo>
                  <a:pt x="1790685" y="372630"/>
                </a:lnTo>
                <a:lnTo>
                  <a:pt x="1795531" y="350454"/>
                </a:lnTo>
                <a:lnTo>
                  <a:pt x="1799409" y="328640"/>
                </a:lnTo>
                <a:lnTo>
                  <a:pt x="1802196" y="307072"/>
                </a:lnTo>
                <a:lnTo>
                  <a:pt x="1803650" y="285863"/>
                </a:lnTo>
                <a:lnTo>
                  <a:pt x="1803770" y="264900"/>
                </a:lnTo>
                <a:lnTo>
                  <a:pt x="1802560" y="244299"/>
                </a:lnTo>
                <a:lnTo>
                  <a:pt x="1799893" y="224062"/>
                </a:lnTo>
                <a:lnTo>
                  <a:pt x="1795531" y="204310"/>
                </a:lnTo>
                <a:lnTo>
                  <a:pt x="1789716" y="184801"/>
                </a:lnTo>
                <a:lnTo>
                  <a:pt x="1782079" y="165894"/>
                </a:lnTo>
                <a:lnTo>
                  <a:pt x="1772628" y="147355"/>
                </a:lnTo>
                <a:lnTo>
                  <a:pt x="1761358" y="129177"/>
                </a:lnTo>
                <a:lnTo>
                  <a:pt x="1748149" y="111607"/>
                </a:lnTo>
                <a:lnTo>
                  <a:pt x="1735789" y="97549"/>
                </a:lnTo>
                <a:lnTo>
                  <a:pt x="1723550" y="84584"/>
                </a:lnTo>
                <a:lnTo>
                  <a:pt x="1711191" y="72586"/>
                </a:lnTo>
                <a:lnTo>
                  <a:pt x="1698954" y="61681"/>
                </a:lnTo>
                <a:lnTo>
                  <a:pt x="1686712" y="51865"/>
                </a:lnTo>
                <a:lnTo>
                  <a:pt x="1674473" y="42897"/>
                </a:lnTo>
                <a:lnTo>
                  <a:pt x="1662354" y="34900"/>
                </a:lnTo>
                <a:lnTo>
                  <a:pt x="1650115" y="27871"/>
                </a:lnTo>
                <a:lnTo>
                  <a:pt x="1637997" y="21570"/>
                </a:lnTo>
                <a:lnTo>
                  <a:pt x="1625878" y="16237"/>
                </a:lnTo>
                <a:lnTo>
                  <a:pt x="1613759" y="11755"/>
                </a:lnTo>
                <a:lnTo>
                  <a:pt x="1601764" y="7998"/>
                </a:lnTo>
                <a:lnTo>
                  <a:pt x="1589766" y="4967"/>
                </a:lnTo>
                <a:lnTo>
                  <a:pt x="1577772" y="2787"/>
                </a:lnTo>
                <a:lnTo>
                  <a:pt x="1565895" y="1210"/>
                </a:lnTo>
                <a:lnTo>
                  <a:pt x="1553897" y="241"/>
                </a:lnTo>
                <a:lnTo>
                  <a:pt x="1542142" y="0"/>
                </a:lnTo>
                <a:lnTo>
                  <a:pt x="1530267" y="485"/>
                </a:lnTo>
                <a:lnTo>
                  <a:pt x="1518513" y="1333"/>
                </a:lnTo>
                <a:lnTo>
                  <a:pt x="1506758" y="2908"/>
                </a:lnTo>
                <a:lnTo>
                  <a:pt x="1495124" y="4846"/>
                </a:lnTo>
                <a:lnTo>
                  <a:pt x="1483492" y="7393"/>
                </a:lnTo>
                <a:lnTo>
                  <a:pt x="1460468" y="13814"/>
                </a:lnTo>
                <a:lnTo>
                  <a:pt x="1437687" y="21691"/>
                </a:lnTo>
                <a:lnTo>
                  <a:pt x="1415145" y="31022"/>
                </a:lnTo>
                <a:lnTo>
                  <a:pt x="1392849" y="41564"/>
                </a:lnTo>
                <a:lnTo>
                  <a:pt x="1370794" y="52834"/>
                </a:lnTo>
                <a:lnTo>
                  <a:pt x="1351890" y="63255"/>
                </a:lnTo>
                <a:lnTo>
                  <a:pt x="1332863" y="74404"/>
                </a:lnTo>
                <a:lnTo>
                  <a:pt x="1313839" y="86280"/>
                </a:lnTo>
                <a:lnTo>
                  <a:pt x="1294812" y="98883"/>
                </a:lnTo>
                <a:lnTo>
                  <a:pt x="1256643" y="125543"/>
                </a:lnTo>
                <a:lnTo>
                  <a:pt x="1218469" y="154140"/>
                </a:lnTo>
                <a:lnTo>
                  <a:pt x="1180177" y="184072"/>
                </a:lnTo>
                <a:lnTo>
                  <a:pt x="1141762" y="214731"/>
                </a:lnTo>
                <a:lnTo>
                  <a:pt x="1064450" y="276291"/>
                </a:lnTo>
                <a:lnTo>
                  <a:pt x="1029550" y="303315"/>
                </a:lnTo>
                <a:lnTo>
                  <a:pt x="994407" y="328884"/>
                </a:lnTo>
                <a:lnTo>
                  <a:pt x="958780" y="352998"/>
                </a:lnTo>
                <a:lnTo>
                  <a:pt x="922670" y="375658"/>
                </a:lnTo>
                <a:lnTo>
                  <a:pt x="886073" y="396865"/>
                </a:lnTo>
                <a:lnTo>
                  <a:pt x="848991" y="416496"/>
                </a:lnTo>
                <a:lnTo>
                  <a:pt x="811304" y="434554"/>
                </a:lnTo>
                <a:lnTo>
                  <a:pt x="773133" y="451034"/>
                </a:lnTo>
                <a:lnTo>
                  <a:pt x="744775" y="462061"/>
                </a:lnTo>
                <a:lnTo>
                  <a:pt x="716904" y="472482"/>
                </a:lnTo>
                <a:lnTo>
                  <a:pt x="662134" y="491870"/>
                </a:lnTo>
                <a:lnTo>
                  <a:pt x="608205" y="510897"/>
                </a:lnTo>
                <a:lnTo>
                  <a:pt x="581303" y="520713"/>
                </a:lnTo>
                <a:lnTo>
                  <a:pt x="554522" y="531013"/>
                </a:lnTo>
                <a:lnTo>
                  <a:pt x="480723" y="571849"/>
                </a:lnTo>
                <a:lnTo>
                  <a:pt x="414558" y="609295"/>
                </a:lnTo>
                <a:lnTo>
                  <a:pt x="384020" y="627473"/>
                </a:lnTo>
                <a:lnTo>
                  <a:pt x="354939" y="645771"/>
                </a:lnTo>
                <a:lnTo>
                  <a:pt x="327188" y="664432"/>
                </a:lnTo>
                <a:lnTo>
                  <a:pt x="300649" y="683699"/>
                </a:lnTo>
                <a:lnTo>
                  <a:pt x="275083" y="704057"/>
                </a:lnTo>
                <a:lnTo>
                  <a:pt x="250479" y="725627"/>
                </a:lnTo>
                <a:lnTo>
                  <a:pt x="226729" y="748775"/>
                </a:lnTo>
                <a:lnTo>
                  <a:pt x="203584" y="773858"/>
                </a:lnTo>
                <a:lnTo>
                  <a:pt x="180800" y="801004"/>
                </a:lnTo>
                <a:lnTo>
                  <a:pt x="158504" y="830813"/>
                </a:lnTo>
                <a:lnTo>
                  <a:pt x="136329" y="863289"/>
                </a:lnTo>
                <a:lnTo>
                  <a:pt x="114273" y="898794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61D88-63F2-4420-A2F5-A300AD8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486" y="637528"/>
            <a:ext cx="2228388" cy="1491247"/>
          </a:xfrm>
          <a:custGeom xmlns:a="http://schemas.openxmlformats.org/drawingml/2006/main">
            <a:pathLst>
              <a:path w="2228388" h="1491247" fill="none">
                <a:moveTo>
                  <a:pt x="905218" y="19874"/>
                </a:moveTo>
                <a:lnTo>
                  <a:pt x="871530" y="12724"/>
                </a:lnTo>
                <a:lnTo>
                  <a:pt x="837721" y="7150"/>
                </a:lnTo>
                <a:lnTo>
                  <a:pt x="803911" y="3151"/>
                </a:lnTo>
                <a:lnTo>
                  <a:pt x="770223" y="848"/>
                </a:lnTo>
                <a:lnTo>
                  <a:pt x="736535" y="0"/>
                </a:lnTo>
                <a:lnTo>
                  <a:pt x="702968" y="727"/>
                </a:lnTo>
                <a:lnTo>
                  <a:pt x="669643" y="3030"/>
                </a:lnTo>
                <a:lnTo>
                  <a:pt x="636561" y="6786"/>
                </a:lnTo>
                <a:lnTo>
                  <a:pt x="603842" y="11997"/>
                </a:lnTo>
                <a:lnTo>
                  <a:pt x="571366" y="18662"/>
                </a:lnTo>
                <a:lnTo>
                  <a:pt x="539253" y="26781"/>
                </a:lnTo>
                <a:lnTo>
                  <a:pt x="507625" y="36354"/>
                </a:lnTo>
                <a:lnTo>
                  <a:pt x="476482" y="47260"/>
                </a:lnTo>
                <a:lnTo>
                  <a:pt x="445823" y="59621"/>
                </a:lnTo>
                <a:lnTo>
                  <a:pt x="415891" y="73193"/>
                </a:lnTo>
                <a:lnTo>
                  <a:pt x="386445" y="88219"/>
                </a:lnTo>
                <a:lnTo>
                  <a:pt x="357725" y="104458"/>
                </a:lnTo>
                <a:lnTo>
                  <a:pt x="329732" y="122029"/>
                </a:lnTo>
                <a:lnTo>
                  <a:pt x="302588" y="140812"/>
                </a:lnTo>
                <a:lnTo>
                  <a:pt x="276170" y="160928"/>
                </a:lnTo>
                <a:lnTo>
                  <a:pt x="250722" y="182134"/>
                </a:lnTo>
                <a:lnTo>
                  <a:pt x="226123" y="204553"/>
                </a:lnTo>
                <a:lnTo>
                  <a:pt x="202614" y="228183"/>
                </a:lnTo>
                <a:lnTo>
                  <a:pt x="180074" y="253025"/>
                </a:lnTo>
                <a:lnTo>
                  <a:pt x="158504" y="278957"/>
                </a:lnTo>
                <a:lnTo>
                  <a:pt x="138146" y="305981"/>
                </a:lnTo>
                <a:lnTo>
                  <a:pt x="118999" y="333973"/>
                </a:lnTo>
                <a:lnTo>
                  <a:pt x="101065" y="363178"/>
                </a:lnTo>
                <a:lnTo>
                  <a:pt x="84342" y="393352"/>
                </a:lnTo>
                <a:lnTo>
                  <a:pt x="69073" y="424616"/>
                </a:lnTo>
                <a:lnTo>
                  <a:pt x="55016" y="456729"/>
                </a:lnTo>
                <a:lnTo>
                  <a:pt x="42534" y="489933"/>
                </a:lnTo>
                <a:lnTo>
                  <a:pt x="34658" y="513078"/>
                </a:lnTo>
                <a:lnTo>
                  <a:pt x="27629" y="536224"/>
                </a:lnTo>
                <a:lnTo>
                  <a:pt x="21449" y="559490"/>
                </a:lnTo>
                <a:lnTo>
                  <a:pt x="15996" y="582757"/>
                </a:lnTo>
                <a:lnTo>
                  <a:pt x="11391" y="606145"/>
                </a:lnTo>
                <a:lnTo>
                  <a:pt x="7634" y="629411"/>
                </a:lnTo>
                <a:lnTo>
                  <a:pt x="4605" y="652799"/>
                </a:lnTo>
                <a:lnTo>
                  <a:pt x="2302" y="676187"/>
                </a:lnTo>
                <a:lnTo>
                  <a:pt x="727" y="699454"/>
                </a:lnTo>
                <a:lnTo>
                  <a:pt x="0" y="722720"/>
                </a:lnTo>
                <a:lnTo>
                  <a:pt x="0" y="745866"/>
                </a:lnTo>
                <a:lnTo>
                  <a:pt x="727" y="769011"/>
                </a:lnTo>
                <a:lnTo>
                  <a:pt x="2181" y="792036"/>
                </a:lnTo>
                <a:lnTo>
                  <a:pt x="4362" y="814939"/>
                </a:lnTo>
                <a:lnTo>
                  <a:pt x="7271" y="837721"/>
                </a:lnTo>
                <a:lnTo>
                  <a:pt x="10906" y="860381"/>
                </a:lnTo>
                <a:lnTo>
                  <a:pt x="15269" y="882921"/>
                </a:lnTo>
                <a:lnTo>
                  <a:pt x="20237" y="905218"/>
                </a:lnTo>
                <a:lnTo>
                  <a:pt x="25933" y="927273"/>
                </a:lnTo>
                <a:lnTo>
                  <a:pt x="32355" y="949207"/>
                </a:lnTo>
                <a:lnTo>
                  <a:pt x="39384" y="970898"/>
                </a:lnTo>
                <a:lnTo>
                  <a:pt x="47139" y="992347"/>
                </a:lnTo>
                <a:lnTo>
                  <a:pt x="55501" y="1013432"/>
                </a:lnTo>
                <a:lnTo>
                  <a:pt x="64589" y="1034397"/>
                </a:lnTo>
                <a:lnTo>
                  <a:pt x="74162" y="1054997"/>
                </a:lnTo>
                <a:lnTo>
                  <a:pt x="84463" y="1075356"/>
                </a:lnTo>
                <a:lnTo>
                  <a:pt x="95490" y="1095350"/>
                </a:lnTo>
                <a:lnTo>
                  <a:pt x="107002" y="1114982"/>
                </a:lnTo>
                <a:lnTo>
                  <a:pt x="119120" y="1134249"/>
                </a:lnTo>
                <a:lnTo>
                  <a:pt x="131844" y="1153275"/>
                </a:lnTo>
                <a:lnTo>
                  <a:pt x="145295" y="1171815"/>
                </a:lnTo>
                <a:lnTo>
                  <a:pt x="159231" y="1189871"/>
                </a:lnTo>
                <a:lnTo>
                  <a:pt x="182377" y="1214107"/>
                </a:lnTo>
                <a:lnTo>
                  <a:pt x="205522" y="1237010"/>
                </a:lnTo>
                <a:lnTo>
                  <a:pt x="228668" y="1258702"/>
                </a:lnTo>
                <a:lnTo>
                  <a:pt x="252055" y="1279302"/>
                </a:lnTo>
                <a:lnTo>
                  <a:pt x="275564" y="1298691"/>
                </a:lnTo>
                <a:lnTo>
                  <a:pt x="299195" y="1317111"/>
                </a:lnTo>
                <a:lnTo>
                  <a:pt x="323188" y="1334318"/>
                </a:lnTo>
                <a:lnTo>
                  <a:pt x="347303" y="1350556"/>
                </a:lnTo>
                <a:lnTo>
                  <a:pt x="371903" y="1365825"/>
                </a:lnTo>
                <a:lnTo>
                  <a:pt x="396866" y="1380003"/>
                </a:lnTo>
                <a:lnTo>
                  <a:pt x="422193" y="1393333"/>
                </a:lnTo>
                <a:lnTo>
                  <a:pt x="448004" y="1405694"/>
                </a:lnTo>
                <a:lnTo>
                  <a:pt x="474422" y="1417085"/>
                </a:lnTo>
                <a:lnTo>
                  <a:pt x="501324" y="1427748"/>
                </a:lnTo>
                <a:lnTo>
                  <a:pt x="528832" y="1437443"/>
                </a:lnTo>
                <a:lnTo>
                  <a:pt x="557067" y="1446289"/>
                </a:lnTo>
                <a:lnTo>
                  <a:pt x="592936" y="1456589"/>
                </a:lnTo>
                <a:lnTo>
                  <a:pt x="627594" y="1465314"/>
                </a:lnTo>
                <a:lnTo>
                  <a:pt x="660918" y="1472585"/>
                </a:lnTo>
                <a:lnTo>
                  <a:pt x="693152" y="1478644"/>
                </a:lnTo>
                <a:lnTo>
                  <a:pt x="724296" y="1483249"/>
                </a:lnTo>
                <a:lnTo>
                  <a:pt x="754349" y="1486885"/>
                </a:lnTo>
                <a:lnTo>
                  <a:pt x="783553" y="1489308"/>
                </a:lnTo>
                <a:lnTo>
                  <a:pt x="811788" y="1490762"/>
                </a:lnTo>
                <a:lnTo>
                  <a:pt x="835418" y="1491247"/>
                </a:lnTo>
                <a:lnTo>
                  <a:pt x="858566" y="1491005"/>
                </a:lnTo>
                <a:lnTo>
                  <a:pt x="881103" y="1490156"/>
                </a:lnTo>
                <a:lnTo>
                  <a:pt x="903158" y="1488702"/>
                </a:lnTo>
                <a:lnTo>
                  <a:pt x="924728" y="1486763"/>
                </a:lnTo>
                <a:lnTo>
                  <a:pt x="945935" y="1484340"/>
                </a:lnTo>
                <a:lnTo>
                  <a:pt x="987257" y="1478160"/>
                </a:lnTo>
                <a:lnTo>
                  <a:pt x="1027610" y="1470646"/>
                </a:lnTo>
                <a:lnTo>
                  <a:pt x="1067237" y="1462164"/>
                </a:lnTo>
                <a:lnTo>
                  <a:pt x="1145640" y="1443744"/>
                </a:lnTo>
                <a:lnTo>
                  <a:pt x="1174362" y="1436231"/>
                </a:lnTo>
                <a:lnTo>
                  <a:pt x="1202716" y="1429566"/>
                </a:lnTo>
                <a:lnTo>
                  <a:pt x="1230709" y="1423749"/>
                </a:lnTo>
                <a:lnTo>
                  <a:pt x="1258338" y="1418781"/>
                </a:lnTo>
                <a:lnTo>
                  <a:pt x="1285846" y="1414661"/>
                </a:lnTo>
                <a:lnTo>
                  <a:pt x="1312993" y="1411268"/>
                </a:lnTo>
                <a:lnTo>
                  <a:pt x="1340135" y="1408602"/>
                </a:lnTo>
                <a:lnTo>
                  <a:pt x="1367037" y="1406663"/>
                </a:lnTo>
                <a:lnTo>
                  <a:pt x="1393939" y="1405330"/>
                </a:lnTo>
                <a:lnTo>
                  <a:pt x="1420720" y="1404724"/>
                </a:lnTo>
                <a:lnTo>
                  <a:pt x="1447501" y="1404724"/>
                </a:lnTo>
                <a:lnTo>
                  <a:pt x="1474403" y="1405330"/>
                </a:lnTo>
                <a:lnTo>
                  <a:pt x="1501305" y="1406542"/>
                </a:lnTo>
                <a:lnTo>
                  <a:pt x="1528328" y="1408360"/>
                </a:lnTo>
                <a:lnTo>
                  <a:pt x="1582981" y="1413328"/>
                </a:lnTo>
                <a:lnTo>
                  <a:pt x="1657507" y="1421932"/>
                </a:lnTo>
                <a:lnTo>
                  <a:pt x="1732154" y="1430293"/>
                </a:lnTo>
                <a:lnTo>
                  <a:pt x="1769235" y="1433807"/>
                </a:lnTo>
                <a:lnTo>
                  <a:pt x="1805953" y="1436473"/>
                </a:lnTo>
                <a:lnTo>
                  <a:pt x="1842065" y="1438291"/>
                </a:lnTo>
                <a:lnTo>
                  <a:pt x="1877692" y="1438776"/>
                </a:lnTo>
                <a:lnTo>
                  <a:pt x="1900595" y="1438412"/>
                </a:lnTo>
                <a:lnTo>
                  <a:pt x="1923013" y="1437443"/>
                </a:lnTo>
                <a:lnTo>
                  <a:pt x="1945068" y="1435625"/>
                </a:lnTo>
                <a:lnTo>
                  <a:pt x="1966638" y="1433080"/>
                </a:lnTo>
                <a:lnTo>
                  <a:pt x="1987723" y="1429687"/>
                </a:lnTo>
                <a:lnTo>
                  <a:pt x="2008203" y="1425446"/>
                </a:lnTo>
                <a:lnTo>
                  <a:pt x="2028077" y="1420114"/>
                </a:lnTo>
                <a:lnTo>
                  <a:pt x="2047223" y="1413813"/>
                </a:lnTo>
                <a:lnTo>
                  <a:pt x="2065764" y="1406300"/>
                </a:lnTo>
                <a:lnTo>
                  <a:pt x="2083577" y="1397696"/>
                </a:lnTo>
                <a:lnTo>
                  <a:pt x="2100542" y="1387759"/>
                </a:lnTo>
                <a:lnTo>
                  <a:pt x="2116659" y="1376610"/>
                </a:lnTo>
                <a:lnTo>
                  <a:pt x="2132049" y="1364129"/>
                </a:lnTo>
                <a:lnTo>
                  <a:pt x="2146349" y="1350072"/>
                </a:lnTo>
                <a:lnTo>
                  <a:pt x="2159800" y="1334682"/>
                </a:lnTo>
                <a:lnTo>
                  <a:pt x="2172281" y="1317595"/>
                </a:lnTo>
                <a:lnTo>
                  <a:pt x="2180885" y="1304266"/>
                </a:lnTo>
                <a:lnTo>
                  <a:pt x="2188762" y="1290936"/>
                </a:lnTo>
                <a:lnTo>
                  <a:pt x="2195912" y="1277606"/>
                </a:lnTo>
                <a:lnTo>
                  <a:pt x="2202334" y="1264397"/>
                </a:lnTo>
                <a:lnTo>
                  <a:pt x="2208030" y="1251310"/>
                </a:lnTo>
                <a:lnTo>
                  <a:pt x="2212998" y="1238222"/>
                </a:lnTo>
                <a:lnTo>
                  <a:pt x="2217360" y="1225256"/>
                </a:lnTo>
                <a:lnTo>
                  <a:pt x="2220875" y="1212411"/>
                </a:lnTo>
                <a:lnTo>
                  <a:pt x="2223783" y="1199566"/>
                </a:lnTo>
                <a:lnTo>
                  <a:pt x="2225964" y="1186963"/>
                </a:lnTo>
                <a:lnTo>
                  <a:pt x="2227418" y="1174360"/>
                </a:lnTo>
                <a:lnTo>
                  <a:pt x="2228267" y="1161757"/>
                </a:lnTo>
                <a:lnTo>
                  <a:pt x="2228388" y="1149397"/>
                </a:lnTo>
                <a:lnTo>
                  <a:pt x="2227782" y="1137036"/>
                </a:lnTo>
                <a:lnTo>
                  <a:pt x="2226570" y="1124918"/>
                </a:lnTo>
                <a:lnTo>
                  <a:pt x="2224752" y="1112800"/>
                </a:lnTo>
                <a:lnTo>
                  <a:pt x="2222208" y="1100804"/>
                </a:lnTo>
                <a:lnTo>
                  <a:pt x="2219057" y="1088928"/>
                </a:lnTo>
                <a:lnTo>
                  <a:pt x="2215300" y="1077052"/>
                </a:lnTo>
                <a:lnTo>
                  <a:pt x="2210938" y="1065419"/>
                </a:lnTo>
                <a:lnTo>
                  <a:pt x="2205848" y="1053907"/>
                </a:lnTo>
                <a:lnTo>
                  <a:pt x="2200153" y="1042516"/>
                </a:lnTo>
                <a:lnTo>
                  <a:pt x="2193851" y="1031246"/>
                </a:lnTo>
                <a:lnTo>
                  <a:pt x="2187065" y="1020097"/>
                </a:lnTo>
                <a:lnTo>
                  <a:pt x="2179552" y="1009070"/>
                </a:lnTo>
                <a:lnTo>
                  <a:pt x="2171433" y="998164"/>
                </a:lnTo>
                <a:lnTo>
                  <a:pt x="2162829" y="987379"/>
                </a:lnTo>
                <a:lnTo>
                  <a:pt x="2153498" y="976836"/>
                </a:lnTo>
                <a:lnTo>
                  <a:pt x="2143683" y="966293"/>
                </a:lnTo>
                <a:lnTo>
                  <a:pt x="2133382" y="955993"/>
                </a:lnTo>
                <a:lnTo>
                  <a:pt x="2110843" y="935756"/>
                </a:lnTo>
                <a:lnTo>
                  <a:pt x="2095574" y="922183"/>
                </a:lnTo>
                <a:lnTo>
                  <a:pt x="2079578" y="908611"/>
                </a:lnTo>
                <a:lnTo>
                  <a:pt x="2062977" y="895403"/>
                </a:lnTo>
                <a:lnTo>
                  <a:pt x="2045890" y="882315"/>
                </a:lnTo>
                <a:lnTo>
                  <a:pt x="2010021" y="856504"/>
                </a:lnTo>
                <a:lnTo>
                  <a:pt x="1972576" y="831056"/>
                </a:lnTo>
                <a:lnTo>
                  <a:pt x="1934041" y="806093"/>
                </a:lnTo>
                <a:lnTo>
                  <a:pt x="1894659" y="781129"/>
                </a:lnTo>
                <a:lnTo>
                  <a:pt x="1815284" y="731324"/>
                </a:lnTo>
                <a:lnTo>
                  <a:pt x="1778202" y="707209"/>
                </a:lnTo>
                <a:lnTo>
                  <a:pt x="1742697" y="682731"/>
                </a:lnTo>
                <a:lnTo>
                  <a:pt x="1708645" y="657889"/>
                </a:lnTo>
                <a:lnTo>
                  <a:pt x="1675805" y="632320"/>
                </a:lnTo>
                <a:lnTo>
                  <a:pt x="1644298" y="605902"/>
                </a:lnTo>
                <a:lnTo>
                  <a:pt x="1613882" y="578273"/>
                </a:lnTo>
                <a:lnTo>
                  <a:pt x="1584556" y="549311"/>
                </a:lnTo>
                <a:lnTo>
                  <a:pt x="1556200" y="518652"/>
                </a:lnTo>
                <a:lnTo>
                  <a:pt x="1536811" y="496476"/>
                </a:lnTo>
                <a:lnTo>
                  <a:pt x="1518270" y="474300"/>
                </a:lnTo>
                <a:lnTo>
                  <a:pt x="1483249" y="430191"/>
                </a:lnTo>
                <a:lnTo>
                  <a:pt x="1449561" y="386687"/>
                </a:lnTo>
                <a:lnTo>
                  <a:pt x="1415752" y="343910"/>
                </a:lnTo>
                <a:lnTo>
                  <a:pt x="1389092" y="312040"/>
                </a:lnTo>
                <a:lnTo>
                  <a:pt x="1362553" y="281987"/>
                </a:lnTo>
                <a:lnTo>
                  <a:pt x="1336136" y="253873"/>
                </a:lnTo>
                <a:lnTo>
                  <a:pt x="1309476" y="227577"/>
                </a:lnTo>
                <a:lnTo>
                  <a:pt x="1282453" y="202856"/>
                </a:lnTo>
                <a:lnTo>
                  <a:pt x="1254824" y="179832"/>
                </a:lnTo>
                <a:lnTo>
                  <a:pt x="1226589" y="158383"/>
                </a:lnTo>
                <a:lnTo>
                  <a:pt x="1197263" y="138267"/>
                </a:lnTo>
                <a:lnTo>
                  <a:pt x="1166847" y="119605"/>
                </a:lnTo>
                <a:lnTo>
                  <a:pt x="1135098" y="102155"/>
                </a:lnTo>
                <a:lnTo>
                  <a:pt x="1101773" y="86038"/>
                </a:lnTo>
                <a:lnTo>
                  <a:pt x="1066631" y="70891"/>
                </a:lnTo>
                <a:lnTo>
                  <a:pt x="1029671" y="56834"/>
                </a:lnTo>
                <a:lnTo>
                  <a:pt x="990650" y="43625"/>
                </a:lnTo>
                <a:lnTo>
                  <a:pt x="949207" y="31386"/>
                </a:lnTo>
                <a:lnTo>
                  <a:pt x="905218" y="19874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D707E-1CBA-4217-8B8F-F57F96A0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797" y="337607"/>
            <a:ext cx="1461800" cy="2296007"/>
          </a:xfrm>
          <a:custGeom xmlns:a="http://schemas.openxmlformats.org/drawingml/2006/main">
            <a:pathLst>
              <a:path w="1461800" h="2296007" fill="none">
                <a:moveTo>
                  <a:pt x="1458892" y="670613"/>
                </a:moveTo>
                <a:lnTo>
                  <a:pt x="1455256" y="635713"/>
                </a:lnTo>
                <a:lnTo>
                  <a:pt x="1450046" y="601298"/>
                </a:lnTo>
                <a:lnTo>
                  <a:pt x="1443138" y="567367"/>
                </a:lnTo>
                <a:lnTo>
                  <a:pt x="1434777" y="534042"/>
                </a:lnTo>
                <a:lnTo>
                  <a:pt x="1424840" y="501445"/>
                </a:lnTo>
                <a:lnTo>
                  <a:pt x="1413328" y="469332"/>
                </a:lnTo>
                <a:lnTo>
                  <a:pt x="1400483" y="438067"/>
                </a:lnTo>
                <a:lnTo>
                  <a:pt x="1386305" y="407530"/>
                </a:lnTo>
                <a:lnTo>
                  <a:pt x="1370672" y="377720"/>
                </a:lnTo>
                <a:lnTo>
                  <a:pt x="1353828" y="348757"/>
                </a:lnTo>
                <a:lnTo>
                  <a:pt x="1335651" y="320644"/>
                </a:lnTo>
                <a:lnTo>
                  <a:pt x="1316141" y="293499"/>
                </a:lnTo>
                <a:lnTo>
                  <a:pt x="1295541" y="267324"/>
                </a:lnTo>
                <a:lnTo>
                  <a:pt x="1273849" y="241997"/>
                </a:lnTo>
                <a:lnTo>
                  <a:pt x="1250946" y="217761"/>
                </a:lnTo>
                <a:lnTo>
                  <a:pt x="1226952" y="194616"/>
                </a:lnTo>
                <a:lnTo>
                  <a:pt x="1201989" y="172440"/>
                </a:lnTo>
                <a:lnTo>
                  <a:pt x="1176057" y="151597"/>
                </a:lnTo>
                <a:lnTo>
                  <a:pt x="1149033" y="131844"/>
                </a:lnTo>
                <a:lnTo>
                  <a:pt x="1121283" y="113183"/>
                </a:lnTo>
                <a:lnTo>
                  <a:pt x="1092563" y="95975"/>
                </a:lnTo>
                <a:lnTo>
                  <a:pt x="1062995" y="79979"/>
                </a:lnTo>
                <a:lnTo>
                  <a:pt x="1032579" y="65316"/>
                </a:lnTo>
                <a:lnTo>
                  <a:pt x="1001557" y="51986"/>
                </a:lnTo>
                <a:lnTo>
                  <a:pt x="969686" y="40111"/>
                </a:lnTo>
                <a:lnTo>
                  <a:pt x="937210" y="29689"/>
                </a:lnTo>
                <a:lnTo>
                  <a:pt x="904009" y="20843"/>
                </a:lnTo>
                <a:lnTo>
                  <a:pt x="870318" y="13451"/>
                </a:lnTo>
                <a:lnTo>
                  <a:pt x="836024" y="7634"/>
                </a:lnTo>
                <a:lnTo>
                  <a:pt x="801245" y="3393"/>
                </a:lnTo>
                <a:lnTo>
                  <a:pt x="765982" y="848"/>
                </a:lnTo>
                <a:lnTo>
                  <a:pt x="730234" y="0"/>
                </a:lnTo>
                <a:lnTo>
                  <a:pt x="706846" y="364"/>
                </a:lnTo>
                <a:lnTo>
                  <a:pt x="683579" y="1454"/>
                </a:lnTo>
                <a:lnTo>
                  <a:pt x="660434" y="3272"/>
                </a:lnTo>
                <a:lnTo>
                  <a:pt x="637652" y="5817"/>
                </a:lnTo>
                <a:lnTo>
                  <a:pt x="614991" y="9089"/>
                </a:lnTo>
                <a:lnTo>
                  <a:pt x="592573" y="12966"/>
                </a:lnTo>
                <a:lnTo>
                  <a:pt x="570397" y="17571"/>
                </a:lnTo>
                <a:lnTo>
                  <a:pt x="548463" y="22782"/>
                </a:lnTo>
                <a:lnTo>
                  <a:pt x="526772" y="28720"/>
                </a:lnTo>
                <a:lnTo>
                  <a:pt x="505444" y="35264"/>
                </a:lnTo>
                <a:lnTo>
                  <a:pt x="484358" y="42534"/>
                </a:lnTo>
                <a:lnTo>
                  <a:pt x="463515" y="50290"/>
                </a:lnTo>
                <a:lnTo>
                  <a:pt x="442915" y="58773"/>
                </a:lnTo>
                <a:lnTo>
                  <a:pt x="422799" y="67740"/>
                </a:lnTo>
                <a:lnTo>
                  <a:pt x="402925" y="77313"/>
                </a:lnTo>
                <a:lnTo>
                  <a:pt x="383415" y="87492"/>
                </a:lnTo>
                <a:lnTo>
                  <a:pt x="364147" y="98277"/>
                </a:lnTo>
                <a:lnTo>
                  <a:pt x="345364" y="109547"/>
                </a:lnTo>
                <a:lnTo>
                  <a:pt x="326945" y="121423"/>
                </a:lnTo>
                <a:lnTo>
                  <a:pt x="308889" y="133783"/>
                </a:lnTo>
                <a:lnTo>
                  <a:pt x="291197" y="146750"/>
                </a:lnTo>
                <a:lnTo>
                  <a:pt x="273870" y="160079"/>
                </a:lnTo>
                <a:lnTo>
                  <a:pt x="257024" y="174015"/>
                </a:lnTo>
                <a:lnTo>
                  <a:pt x="240664" y="188436"/>
                </a:lnTo>
                <a:lnTo>
                  <a:pt x="224671" y="203341"/>
                </a:lnTo>
                <a:lnTo>
                  <a:pt x="209036" y="218610"/>
                </a:lnTo>
                <a:lnTo>
                  <a:pt x="194010" y="234363"/>
                </a:lnTo>
                <a:lnTo>
                  <a:pt x="179347" y="250601"/>
                </a:lnTo>
                <a:lnTo>
                  <a:pt x="165290" y="267324"/>
                </a:lnTo>
                <a:lnTo>
                  <a:pt x="151597" y="284411"/>
                </a:lnTo>
                <a:lnTo>
                  <a:pt x="138509" y="301861"/>
                </a:lnTo>
                <a:lnTo>
                  <a:pt x="125907" y="319795"/>
                </a:lnTo>
                <a:lnTo>
                  <a:pt x="109426" y="345607"/>
                </a:lnTo>
                <a:lnTo>
                  <a:pt x="94157" y="371055"/>
                </a:lnTo>
                <a:lnTo>
                  <a:pt x="80100" y="396139"/>
                </a:lnTo>
                <a:lnTo>
                  <a:pt x="67255" y="421223"/>
                </a:lnTo>
                <a:lnTo>
                  <a:pt x="55622" y="446429"/>
                </a:lnTo>
                <a:lnTo>
                  <a:pt x="45079" y="471756"/>
                </a:lnTo>
                <a:lnTo>
                  <a:pt x="35627" y="497567"/>
                </a:lnTo>
                <a:lnTo>
                  <a:pt x="27387" y="523863"/>
                </a:lnTo>
                <a:lnTo>
                  <a:pt x="20237" y="550765"/>
                </a:lnTo>
                <a:lnTo>
                  <a:pt x="14178" y="578637"/>
                </a:lnTo>
                <a:lnTo>
                  <a:pt x="9210" y="607357"/>
                </a:lnTo>
                <a:lnTo>
                  <a:pt x="5332" y="637288"/>
                </a:lnTo>
                <a:lnTo>
                  <a:pt x="2545" y="668432"/>
                </a:lnTo>
                <a:lnTo>
                  <a:pt x="727" y="701029"/>
                </a:lnTo>
                <a:lnTo>
                  <a:pt x="0" y="735323"/>
                </a:lnTo>
                <a:lnTo>
                  <a:pt x="121" y="771193"/>
                </a:lnTo>
                <a:lnTo>
                  <a:pt x="1697" y="811061"/>
                </a:lnTo>
                <a:lnTo>
                  <a:pt x="4241" y="848990"/>
                </a:lnTo>
                <a:lnTo>
                  <a:pt x="7756" y="885102"/>
                </a:lnTo>
                <a:lnTo>
                  <a:pt x="12239" y="919518"/>
                </a:lnTo>
                <a:lnTo>
                  <a:pt x="17571" y="952357"/>
                </a:lnTo>
                <a:lnTo>
                  <a:pt x="23873" y="983622"/>
                </a:lnTo>
                <a:lnTo>
                  <a:pt x="30901" y="1013432"/>
                </a:lnTo>
                <a:lnTo>
                  <a:pt x="38778" y="1042031"/>
                </a:lnTo>
                <a:lnTo>
                  <a:pt x="45564" y="1064449"/>
                </a:lnTo>
                <a:lnTo>
                  <a:pt x="52956" y="1086019"/>
                </a:lnTo>
                <a:lnTo>
                  <a:pt x="60711" y="1106984"/>
                </a:lnTo>
                <a:lnTo>
                  <a:pt x="68831" y="1127221"/>
                </a:lnTo>
                <a:lnTo>
                  <a:pt x="77313" y="1146852"/>
                </a:lnTo>
                <a:lnTo>
                  <a:pt x="86041" y="1165999"/>
                </a:lnTo>
                <a:lnTo>
                  <a:pt x="104458" y="1202716"/>
                </a:lnTo>
                <a:lnTo>
                  <a:pt x="123846" y="1237859"/>
                </a:lnTo>
                <a:lnTo>
                  <a:pt x="144084" y="1271910"/>
                </a:lnTo>
                <a:lnTo>
                  <a:pt x="164684" y="1305114"/>
                </a:lnTo>
                <a:lnTo>
                  <a:pt x="185648" y="1337954"/>
                </a:lnTo>
                <a:lnTo>
                  <a:pt x="202614" y="1363280"/>
                </a:lnTo>
                <a:lnTo>
                  <a:pt x="218612" y="1388244"/>
                </a:lnTo>
                <a:lnTo>
                  <a:pt x="233757" y="1413086"/>
                </a:lnTo>
                <a:lnTo>
                  <a:pt x="248056" y="1437685"/>
                </a:lnTo>
                <a:lnTo>
                  <a:pt x="261507" y="1462285"/>
                </a:lnTo>
                <a:lnTo>
                  <a:pt x="274231" y="1486885"/>
                </a:lnTo>
                <a:lnTo>
                  <a:pt x="286228" y="1511484"/>
                </a:lnTo>
                <a:lnTo>
                  <a:pt x="297498" y="1536205"/>
                </a:lnTo>
                <a:lnTo>
                  <a:pt x="308041" y="1560926"/>
                </a:lnTo>
                <a:lnTo>
                  <a:pt x="317978" y="1586010"/>
                </a:lnTo>
                <a:lnTo>
                  <a:pt x="327308" y="1611337"/>
                </a:lnTo>
                <a:lnTo>
                  <a:pt x="336155" y="1636906"/>
                </a:lnTo>
                <a:lnTo>
                  <a:pt x="344395" y="1662839"/>
                </a:lnTo>
                <a:lnTo>
                  <a:pt x="352150" y="1689256"/>
                </a:lnTo>
                <a:lnTo>
                  <a:pt x="359421" y="1716158"/>
                </a:lnTo>
                <a:lnTo>
                  <a:pt x="366329" y="1743666"/>
                </a:lnTo>
                <a:lnTo>
                  <a:pt x="382688" y="1813951"/>
                </a:lnTo>
                <a:lnTo>
                  <a:pt x="398926" y="1884720"/>
                </a:lnTo>
                <a:lnTo>
                  <a:pt x="407530" y="1919862"/>
                </a:lnTo>
                <a:lnTo>
                  <a:pt x="416497" y="1954520"/>
                </a:lnTo>
                <a:lnTo>
                  <a:pt x="425949" y="1988693"/>
                </a:lnTo>
                <a:lnTo>
                  <a:pt x="436250" y="2021896"/>
                </a:lnTo>
                <a:lnTo>
                  <a:pt x="443278" y="2043103"/>
                </a:lnTo>
                <a:lnTo>
                  <a:pt x="450670" y="2063825"/>
                </a:lnTo>
                <a:lnTo>
                  <a:pt x="458547" y="2083941"/>
                </a:lnTo>
                <a:lnTo>
                  <a:pt x="466908" y="2103451"/>
                </a:lnTo>
                <a:lnTo>
                  <a:pt x="475755" y="2122355"/>
                </a:lnTo>
                <a:lnTo>
                  <a:pt x="485209" y="2140653"/>
                </a:lnTo>
                <a:lnTo>
                  <a:pt x="495143" y="2158103"/>
                </a:lnTo>
                <a:lnTo>
                  <a:pt x="505686" y="2174826"/>
                </a:lnTo>
                <a:lnTo>
                  <a:pt x="516956" y="2190580"/>
                </a:lnTo>
                <a:lnTo>
                  <a:pt x="528953" y="2205606"/>
                </a:lnTo>
                <a:lnTo>
                  <a:pt x="541677" y="2219542"/>
                </a:lnTo>
                <a:lnTo>
                  <a:pt x="555249" y="2232508"/>
                </a:lnTo>
                <a:lnTo>
                  <a:pt x="569548" y="2244505"/>
                </a:lnTo>
                <a:lnTo>
                  <a:pt x="584696" y="2255290"/>
                </a:lnTo>
                <a:lnTo>
                  <a:pt x="600813" y="2264984"/>
                </a:lnTo>
                <a:lnTo>
                  <a:pt x="617899" y="2273467"/>
                </a:lnTo>
                <a:lnTo>
                  <a:pt x="634259" y="2279284"/>
                </a:lnTo>
                <a:lnTo>
                  <a:pt x="650254" y="2284252"/>
                </a:lnTo>
                <a:lnTo>
                  <a:pt x="666129" y="2288251"/>
                </a:lnTo>
                <a:lnTo>
                  <a:pt x="681640" y="2291402"/>
                </a:lnTo>
                <a:lnTo>
                  <a:pt x="696788" y="2293704"/>
                </a:lnTo>
                <a:lnTo>
                  <a:pt x="711693" y="2295280"/>
                </a:lnTo>
                <a:lnTo>
                  <a:pt x="726356" y="2296007"/>
                </a:lnTo>
                <a:lnTo>
                  <a:pt x="740776" y="2295885"/>
                </a:lnTo>
                <a:lnTo>
                  <a:pt x="754833" y="2295037"/>
                </a:lnTo>
                <a:lnTo>
                  <a:pt x="768527" y="2293341"/>
                </a:lnTo>
                <a:lnTo>
                  <a:pt x="782101" y="2291038"/>
                </a:lnTo>
                <a:lnTo>
                  <a:pt x="795308" y="2288009"/>
                </a:lnTo>
                <a:lnTo>
                  <a:pt x="808153" y="2284252"/>
                </a:lnTo>
                <a:lnTo>
                  <a:pt x="820755" y="2279768"/>
                </a:lnTo>
                <a:lnTo>
                  <a:pt x="833116" y="2274679"/>
                </a:lnTo>
                <a:lnTo>
                  <a:pt x="845113" y="2268983"/>
                </a:lnTo>
                <a:lnTo>
                  <a:pt x="856867" y="2262561"/>
                </a:lnTo>
                <a:lnTo>
                  <a:pt x="868258" y="2255654"/>
                </a:lnTo>
                <a:lnTo>
                  <a:pt x="879407" y="2248140"/>
                </a:lnTo>
                <a:lnTo>
                  <a:pt x="890313" y="2240021"/>
                </a:lnTo>
                <a:lnTo>
                  <a:pt x="900856" y="2231296"/>
                </a:lnTo>
                <a:lnTo>
                  <a:pt x="911156" y="2222087"/>
                </a:lnTo>
                <a:lnTo>
                  <a:pt x="921093" y="2212392"/>
                </a:lnTo>
                <a:lnTo>
                  <a:pt x="930787" y="2202213"/>
                </a:lnTo>
                <a:lnTo>
                  <a:pt x="940118" y="2191549"/>
                </a:lnTo>
                <a:lnTo>
                  <a:pt x="949207" y="2180522"/>
                </a:lnTo>
                <a:lnTo>
                  <a:pt x="957932" y="2168888"/>
                </a:lnTo>
                <a:lnTo>
                  <a:pt x="966414" y="2156891"/>
                </a:lnTo>
                <a:lnTo>
                  <a:pt x="982531" y="2131807"/>
                </a:lnTo>
                <a:lnTo>
                  <a:pt x="997437" y="2105269"/>
                </a:lnTo>
                <a:lnTo>
                  <a:pt x="1005919" y="2085274"/>
                </a:lnTo>
                <a:lnTo>
                  <a:pt x="1013917" y="2064673"/>
                </a:lnTo>
                <a:lnTo>
                  <a:pt x="1021551" y="2043466"/>
                </a:lnTo>
                <a:lnTo>
                  <a:pt x="1028701" y="2021654"/>
                </a:lnTo>
                <a:lnTo>
                  <a:pt x="1041910" y="1976817"/>
                </a:lnTo>
                <a:lnTo>
                  <a:pt x="1054149" y="1930526"/>
                </a:lnTo>
                <a:lnTo>
                  <a:pt x="1065540" y="1883145"/>
                </a:lnTo>
                <a:lnTo>
                  <a:pt x="1076446" y="1835157"/>
                </a:lnTo>
                <a:lnTo>
                  <a:pt x="1098380" y="1738698"/>
                </a:lnTo>
                <a:lnTo>
                  <a:pt x="1108438" y="1697011"/>
                </a:lnTo>
                <a:lnTo>
                  <a:pt x="1119586" y="1656295"/>
                </a:lnTo>
                <a:lnTo>
                  <a:pt x="1131826" y="1616426"/>
                </a:lnTo>
                <a:lnTo>
                  <a:pt x="1145277" y="1577528"/>
                </a:lnTo>
                <a:lnTo>
                  <a:pt x="1159940" y="1539356"/>
                </a:lnTo>
                <a:lnTo>
                  <a:pt x="1175938" y="1502032"/>
                </a:lnTo>
                <a:lnTo>
                  <a:pt x="1193264" y="1465436"/>
                </a:lnTo>
                <a:lnTo>
                  <a:pt x="1212047" y="1429445"/>
                </a:lnTo>
                <a:lnTo>
                  <a:pt x="1226952" y="1403391"/>
                </a:lnTo>
                <a:lnTo>
                  <a:pt x="1241979" y="1378307"/>
                </a:lnTo>
                <a:lnTo>
                  <a:pt x="1272274" y="1329956"/>
                </a:lnTo>
                <a:lnTo>
                  <a:pt x="1302327" y="1282938"/>
                </a:lnTo>
                <a:lnTo>
                  <a:pt x="1331531" y="1235677"/>
                </a:lnTo>
                <a:lnTo>
                  <a:pt x="1349345" y="1203322"/>
                </a:lnTo>
                <a:lnTo>
                  <a:pt x="1365825" y="1172300"/>
                </a:lnTo>
                <a:lnTo>
                  <a:pt x="1381094" y="1142368"/>
                </a:lnTo>
                <a:lnTo>
                  <a:pt x="1395030" y="1112922"/>
                </a:lnTo>
                <a:lnTo>
                  <a:pt x="1407754" y="1083717"/>
                </a:lnTo>
                <a:lnTo>
                  <a:pt x="1419026" y="1054513"/>
                </a:lnTo>
                <a:lnTo>
                  <a:pt x="1429081" y="1024702"/>
                </a:lnTo>
                <a:lnTo>
                  <a:pt x="1437806" y="993922"/>
                </a:lnTo>
                <a:lnTo>
                  <a:pt x="1445077" y="961931"/>
                </a:lnTo>
                <a:lnTo>
                  <a:pt x="1451136" y="928364"/>
                </a:lnTo>
                <a:lnTo>
                  <a:pt x="1455862" y="892737"/>
                </a:lnTo>
                <a:lnTo>
                  <a:pt x="1459255" y="854565"/>
                </a:lnTo>
                <a:lnTo>
                  <a:pt x="1461194" y="813727"/>
                </a:lnTo>
                <a:lnTo>
                  <a:pt x="1461800" y="769738"/>
                </a:lnTo>
                <a:lnTo>
                  <a:pt x="1461073" y="722114"/>
                </a:lnTo>
                <a:lnTo>
                  <a:pt x="1458892" y="670613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88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077E9-969F-48BD-B300-B4AC60DC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552" y="990648"/>
            <a:ext cx="2240627" cy="1476584"/>
          </a:xfrm>
          <a:custGeom xmlns:a="http://schemas.openxmlformats.org/drawingml/2006/main">
            <a:pathLst>
              <a:path w="2240627" h="1476584" fill="none">
                <a:moveTo>
                  <a:pt x="1781838" y="1406178"/>
                </a:moveTo>
                <a:lnTo>
                  <a:pt x="1814072" y="1392364"/>
                </a:lnTo>
                <a:lnTo>
                  <a:pt x="1845336" y="1377216"/>
                </a:lnTo>
                <a:lnTo>
                  <a:pt x="1875632" y="1360614"/>
                </a:lnTo>
                <a:lnTo>
                  <a:pt x="1904836" y="1342801"/>
                </a:lnTo>
                <a:lnTo>
                  <a:pt x="1933071" y="1323654"/>
                </a:lnTo>
                <a:lnTo>
                  <a:pt x="1960215" y="1303417"/>
                </a:lnTo>
                <a:lnTo>
                  <a:pt x="1986390" y="1281968"/>
                </a:lnTo>
                <a:lnTo>
                  <a:pt x="2011354" y="1259429"/>
                </a:lnTo>
                <a:lnTo>
                  <a:pt x="2035107" y="1235799"/>
                </a:lnTo>
                <a:lnTo>
                  <a:pt x="2057766" y="1211199"/>
                </a:lnTo>
                <a:lnTo>
                  <a:pt x="2079215" y="1185630"/>
                </a:lnTo>
                <a:lnTo>
                  <a:pt x="2099452" y="1159212"/>
                </a:lnTo>
                <a:lnTo>
                  <a:pt x="2118477" y="1131947"/>
                </a:lnTo>
                <a:lnTo>
                  <a:pt x="2136170" y="1103712"/>
                </a:lnTo>
                <a:lnTo>
                  <a:pt x="2152650" y="1074871"/>
                </a:lnTo>
                <a:lnTo>
                  <a:pt x="2167798" y="1045303"/>
                </a:lnTo>
                <a:lnTo>
                  <a:pt x="2181491" y="1015008"/>
                </a:lnTo>
                <a:lnTo>
                  <a:pt x="2193973" y="984107"/>
                </a:lnTo>
                <a:lnTo>
                  <a:pt x="2204879" y="952721"/>
                </a:lnTo>
                <a:lnTo>
                  <a:pt x="2214452" y="920850"/>
                </a:lnTo>
                <a:lnTo>
                  <a:pt x="2222692" y="888374"/>
                </a:lnTo>
                <a:lnTo>
                  <a:pt x="2229236" y="855534"/>
                </a:lnTo>
                <a:lnTo>
                  <a:pt x="2234447" y="822331"/>
                </a:lnTo>
                <a:lnTo>
                  <a:pt x="2238082" y="788885"/>
                </a:lnTo>
                <a:lnTo>
                  <a:pt x="2240142" y="755076"/>
                </a:lnTo>
                <a:lnTo>
                  <a:pt x="2240627" y="721145"/>
                </a:lnTo>
                <a:lnTo>
                  <a:pt x="2239537" y="686972"/>
                </a:lnTo>
                <a:lnTo>
                  <a:pt x="2236749" y="652678"/>
                </a:lnTo>
                <a:lnTo>
                  <a:pt x="2232387" y="618384"/>
                </a:lnTo>
                <a:lnTo>
                  <a:pt x="2226328" y="583969"/>
                </a:lnTo>
                <a:lnTo>
                  <a:pt x="2218572" y="549675"/>
                </a:lnTo>
                <a:lnTo>
                  <a:pt x="2208999" y="515381"/>
                </a:lnTo>
                <a:lnTo>
                  <a:pt x="2201365" y="491629"/>
                </a:lnTo>
                <a:lnTo>
                  <a:pt x="2193003" y="468241"/>
                </a:lnTo>
                <a:lnTo>
                  <a:pt x="2183915" y="445217"/>
                </a:lnTo>
                <a:lnTo>
                  <a:pt x="2174099" y="422799"/>
                </a:lnTo>
                <a:lnTo>
                  <a:pt x="2163556" y="400744"/>
                </a:lnTo>
                <a:lnTo>
                  <a:pt x="2152408" y="379295"/>
                </a:lnTo>
                <a:lnTo>
                  <a:pt x="2140532" y="358210"/>
                </a:lnTo>
                <a:lnTo>
                  <a:pt x="2128050" y="337730"/>
                </a:lnTo>
                <a:lnTo>
                  <a:pt x="2114963" y="317614"/>
                </a:lnTo>
                <a:lnTo>
                  <a:pt x="2101270" y="298104"/>
                </a:lnTo>
                <a:lnTo>
                  <a:pt x="2086970" y="279200"/>
                </a:lnTo>
                <a:lnTo>
                  <a:pt x="2072065" y="260659"/>
                </a:lnTo>
                <a:lnTo>
                  <a:pt x="2056675" y="242846"/>
                </a:lnTo>
                <a:lnTo>
                  <a:pt x="2040801" y="225396"/>
                </a:lnTo>
                <a:lnTo>
                  <a:pt x="2024320" y="208673"/>
                </a:lnTo>
                <a:lnTo>
                  <a:pt x="2007355" y="192435"/>
                </a:lnTo>
                <a:lnTo>
                  <a:pt x="1989905" y="176681"/>
                </a:lnTo>
                <a:lnTo>
                  <a:pt x="1971970" y="161655"/>
                </a:lnTo>
                <a:lnTo>
                  <a:pt x="1953551" y="147234"/>
                </a:lnTo>
                <a:lnTo>
                  <a:pt x="1934768" y="133299"/>
                </a:lnTo>
                <a:lnTo>
                  <a:pt x="1915621" y="120090"/>
                </a:lnTo>
                <a:lnTo>
                  <a:pt x="1895990" y="107487"/>
                </a:lnTo>
                <a:lnTo>
                  <a:pt x="1875874" y="95490"/>
                </a:lnTo>
                <a:lnTo>
                  <a:pt x="1855516" y="84099"/>
                </a:lnTo>
                <a:lnTo>
                  <a:pt x="1834794" y="73435"/>
                </a:lnTo>
                <a:lnTo>
                  <a:pt x="1813708" y="63377"/>
                </a:lnTo>
                <a:lnTo>
                  <a:pt x="1792381" y="54046"/>
                </a:lnTo>
                <a:lnTo>
                  <a:pt x="1770689" y="45322"/>
                </a:lnTo>
                <a:lnTo>
                  <a:pt x="1748634" y="37324"/>
                </a:lnTo>
                <a:lnTo>
                  <a:pt x="1726458" y="30053"/>
                </a:lnTo>
                <a:lnTo>
                  <a:pt x="1703919" y="23509"/>
                </a:lnTo>
                <a:lnTo>
                  <a:pt x="1681137" y="17571"/>
                </a:lnTo>
                <a:lnTo>
                  <a:pt x="1650236" y="12724"/>
                </a:lnTo>
                <a:lnTo>
                  <a:pt x="1620304" y="8604"/>
                </a:lnTo>
                <a:lnTo>
                  <a:pt x="1591221" y="5211"/>
                </a:lnTo>
                <a:lnTo>
                  <a:pt x="1562865" y="2666"/>
                </a:lnTo>
                <a:lnTo>
                  <a:pt x="1534993" y="848"/>
                </a:lnTo>
                <a:lnTo>
                  <a:pt x="1507728" y="0"/>
                </a:lnTo>
                <a:lnTo>
                  <a:pt x="1480704" y="121"/>
                </a:lnTo>
                <a:lnTo>
                  <a:pt x="1454045" y="1091"/>
                </a:lnTo>
                <a:lnTo>
                  <a:pt x="1427506" y="3151"/>
                </a:lnTo>
                <a:lnTo>
                  <a:pt x="1400968" y="6301"/>
                </a:lnTo>
                <a:lnTo>
                  <a:pt x="1374429" y="10543"/>
                </a:lnTo>
                <a:lnTo>
                  <a:pt x="1347527" y="15875"/>
                </a:lnTo>
                <a:lnTo>
                  <a:pt x="1320504" y="22418"/>
                </a:lnTo>
                <a:lnTo>
                  <a:pt x="1292875" y="30174"/>
                </a:lnTo>
                <a:lnTo>
                  <a:pt x="1264761" y="39262"/>
                </a:lnTo>
                <a:lnTo>
                  <a:pt x="1236041" y="49563"/>
                </a:lnTo>
                <a:lnTo>
                  <a:pt x="1200172" y="62771"/>
                </a:lnTo>
                <a:lnTo>
                  <a:pt x="1166241" y="76344"/>
                </a:lnTo>
                <a:lnTo>
                  <a:pt x="1134249" y="90401"/>
                </a:lnTo>
                <a:lnTo>
                  <a:pt x="1104075" y="104821"/>
                </a:lnTo>
                <a:lnTo>
                  <a:pt x="1075598" y="119484"/>
                </a:lnTo>
                <a:lnTo>
                  <a:pt x="1048696" y="134510"/>
                </a:lnTo>
                <a:lnTo>
                  <a:pt x="1023250" y="149900"/>
                </a:lnTo>
                <a:lnTo>
                  <a:pt x="999133" y="165533"/>
                </a:lnTo>
                <a:lnTo>
                  <a:pt x="980110" y="178862"/>
                </a:lnTo>
                <a:lnTo>
                  <a:pt x="961933" y="192435"/>
                </a:lnTo>
                <a:lnTo>
                  <a:pt x="944483" y="206007"/>
                </a:lnTo>
                <a:lnTo>
                  <a:pt x="927758" y="219943"/>
                </a:lnTo>
                <a:lnTo>
                  <a:pt x="911641" y="233878"/>
                </a:lnTo>
                <a:lnTo>
                  <a:pt x="896130" y="247935"/>
                </a:lnTo>
                <a:lnTo>
                  <a:pt x="866804" y="276534"/>
                </a:lnTo>
                <a:lnTo>
                  <a:pt x="839054" y="305617"/>
                </a:lnTo>
                <a:lnTo>
                  <a:pt x="812394" y="334943"/>
                </a:lnTo>
                <a:lnTo>
                  <a:pt x="761013" y="394200"/>
                </a:lnTo>
                <a:lnTo>
                  <a:pt x="741382" y="418073"/>
                </a:lnTo>
                <a:lnTo>
                  <a:pt x="721266" y="440855"/>
                </a:lnTo>
                <a:lnTo>
                  <a:pt x="701029" y="462788"/>
                </a:lnTo>
                <a:lnTo>
                  <a:pt x="680428" y="483631"/>
                </a:lnTo>
                <a:lnTo>
                  <a:pt x="659585" y="503747"/>
                </a:lnTo>
                <a:lnTo>
                  <a:pt x="638500" y="523136"/>
                </a:lnTo>
                <a:lnTo>
                  <a:pt x="616930" y="541677"/>
                </a:lnTo>
                <a:lnTo>
                  <a:pt x="595117" y="559490"/>
                </a:lnTo>
                <a:lnTo>
                  <a:pt x="573063" y="576819"/>
                </a:lnTo>
                <a:lnTo>
                  <a:pt x="550523" y="593421"/>
                </a:lnTo>
                <a:lnTo>
                  <a:pt x="527741" y="609659"/>
                </a:lnTo>
                <a:lnTo>
                  <a:pt x="504474" y="625412"/>
                </a:lnTo>
                <a:lnTo>
                  <a:pt x="480965" y="640681"/>
                </a:lnTo>
                <a:lnTo>
                  <a:pt x="456972" y="655708"/>
                </a:lnTo>
                <a:lnTo>
                  <a:pt x="407894" y="684912"/>
                </a:lnTo>
                <a:lnTo>
                  <a:pt x="347303" y="719570"/>
                </a:lnTo>
                <a:lnTo>
                  <a:pt x="286834" y="754833"/>
                </a:lnTo>
                <a:lnTo>
                  <a:pt x="257145" y="772889"/>
                </a:lnTo>
                <a:lnTo>
                  <a:pt x="228062" y="791187"/>
                </a:lnTo>
                <a:lnTo>
                  <a:pt x="199948" y="809849"/>
                </a:lnTo>
                <a:lnTo>
                  <a:pt x="172803" y="828996"/>
                </a:lnTo>
                <a:lnTo>
                  <a:pt x="154626" y="842568"/>
                </a:lnTo>
                <a:lnTo>
                  <a:pt x="137055" y="856504"/>
                </a:lnTo>
                <a:lnTo>
                  <a:pt x="120332" y="870803"/>
                </a:lnTo>
                <a:lnTo>
                  <a:pt x="104336" y="885345"/>
                </a:lnTo>
                <a:lnTo>
                  <a:pt x="89189" y="900250"/>
                </a:lnTo>
                <a:lnTo>
                  <a:pt x="75132" y="915397"/>
                </a:lnTo>
                <a:lnTo>
                  <a:pt x="61923" y="931030"/>
                </a:lnTo>
                <a:lnTo>
                  <a:pt x="49926" y="947147"/>
                </a:lnTo>
                <a:lnTo>
                  <a:pt x="38899" y="963627"/>
                </a:lnTo>
                <a:lnTo>
                  <a:pt x="29204" y="980592"/>
                </a:lnTo>
                <a:lnTo>
                  <a:pt x="20722" y="998042"/>
                </a:lnTo>
                <a:lnTo>
                  <a:pt x="13693" y="1015856"/>
                </a:lnTo>
                <a:lnTo>
                  <a:pt x="7998" y="1034397"/>
                </a:lnTo>
                <a:lnTo>
                  <a:pt x="3757" y="1053422"/>
                </a:lnTo>
                <a:lnTo>
                  <a:pt x="1091" y="1073053"/>
                </a:lnTo>
                <a:lnTo>
                  <a:pt x="0" y="1093169"/>
                </a:lnTo>
                <a:lnTo>
                  <a:pt x="121" y="1107711"/>
                </a:lnTo>
                <a:lnTo>
                  <a:pt x="969" y="1122010"/>
                </a:lnTo>
                <a:lnTo>
                  <a:pt x="2424" y="1135946"/>
                </a:lnTo>
                <a:lnTo>
                  <a:pt x="4362" y="1149639"/>
                </a:lnTo>
                <a:lnTo>
                  <a:pt x="7028" y="1162969"/>
                </a:lnTo>
                <a:lnTo>
                  <a:pt x="10179" y="1175935"/>
                </a:lnTo>
                <a:lnTo>
                  <a:pt x="13936" y="1188538"/>
                </a:lnTo>
                <a:lnTo>
                  <a:pt x="18298" y="1200899"/>
                </a:lnTo>
                <a:lnTo>
                  <a:pt x="23145" y="1212895"/>
                </a:lnTo>
                <a:lnTo>
                  <a:pt x="28599" y="1224529"/>
                </a:lnTo>
                <a:lnTo>
                  <a:pt x="34658" y="1235799"/>
                </a:lnTo>
                <a:lnTo>
                  <a:pt x="41080" y="1246705"/>
                </a:lnTo>
                <a:lnTo>
                  <a:pt x="48109" y="1257248"/>
                </a:lnTo>
                <a:lnTo>
                  <a:pt x="55743" y="1267427"/>
                </a:lnTo>
                <a:lnTo>
                  <a:pt x="63741" y="1277121"/>
                </a:lnTo>
                <a:lnTo>
                  <a:pt x="72345" y="1286573"/>
                </a:lnTo>
                <a:lnTo>
                  <a:pt x="81433" y="1295541"/>
                </a:lnTo>
                <a:lnTo>
                  <a:pt x="90885" y="1304144"/>
                </a:lnTo>
                <a:lnTo>
                  <a:pt x="100943" y="1312263"/>
                </a:lnTo>
                <a:lnTo>
                  <a:pt x="111365" y="1320140"/>
                </a:lnTo>
                <a:lnTo>
                  <a:pt x="122271" y="1327411"/>
                </a:lnTo>
                <a:lnTo>
                  <a:pt x="133662" y="1334318"/>
                </a:lnTo>
                <a:lnTo>
                  <a:pt x="145538" y="1340862"/>
                </a:lnTo>
                <a:lnTo>
                  <a:pt x="157777" y="1346921"/>
                </a:lnTo>
                <a:lnTo>
                  <a:pt x="170380" y="1352495"/>
                </a:lnTo>
                <a:lnTo>
                  <a:pt x="183467" y="1357706"/>
                </a:lnTo>
                <a:lnTo>
                  <a:pt x="196918" y="1362311"/>
                </a:lnTo>
                <a:lnTo>
                  <a:pt x="210854" y="1366552"/>
                </a:lnTo>
                <a:lnTo>
                  <a:pt x="225032" y="1370309"/>
                </a:lnTo>
                <a:lnTo>
                  <a:pt x="239695" y="1373581"/>
                </a:lnTo>
                <a:lnTo>
                  <a:pt x="254721" y="1376368"/>
                </a:lnTo>
                <a:lnTo>
                  <a:pt x="270111" y="1378670"/>
                </a:lnTo>
                <a:lnTo>
                  <a:pt x="292045" y="1381215"/>
                </a:lnTo>
                <a:lnTo>
                  <a:pt x="314345" y="1382912"/>
                </a:lnTo>
                <a:lnTo>
                  <a:pt x="337245" y="1384123"/>
                </a:lnTo>
                <a:lnTo>
                  <a:pt x="360512" y="1384608"/>
                </a:lnTo>
                <a:lnTo>
                  <a:pt x="408257" y="1384366"/>
                </a:lnTo>
                <a:lnTo>
                  <a:pt x="457214" y="1382548"/>
                </a:lnTo>
                <a:lnTo>
                  <a:pt x="507019" y="1379519"/>
                </a:lnTo>
                <a:lnTo>
                  <a:pt x="557430" y="1376004"/>
                </a:lnTo>
                <a:lnTo>
                  <a:pt x="658495" y="1368855"/>
                </a:lnTo>
                <a:lnTo>
                  <a:pt x="698727" y="1366916"/>
                </a:lnTo>
                <a:lnTo>
                  <a:pt x="738232" y="1365946"/>
                </a:lnTo>
                <a:lnTo>
                  <a:pt x="777130" y="1365946"/>
                </a:lnTo>
                <a:lnTo>
                  <a:pt x="815545" y="1367279"/>
                </a:lnTo>
                <a:lnTo>
                  <a:pt x="853598" y="1369703"/>
                </a:lnTo>
                <a:lnTo>
                  <a:pt x="891282" y="1373581"/>
                </a:lnTo>
                <a:lnTo>
                  <a:pt x="928606" y="1379034"/>
                </a:lnTo>
                <a:lnTo>
                  <a:pt x="965808" y="1385941"/>
                </a:lnTo>
                <a:lnTo>
                  <a:pt x="999739" y="1393212"/>
                </a:lnTo>
                <a:lnTo>
                  <a:pt x="1032579" y="1401210"/>
                </a:lnTo>
                <a:lnTo>
                  <a:pt x="1064571" y="1409693"/>
                </a:lnTo>
                <a:lnTo>
                  <a:pt x="1095959" y="1418418"/>
                </a:lnTo>
                <a:lnTo>
                  <a:pt x="1157637" y="1435868"/>
                </a:lnTo>
                <a:lnTo>
                  <a:pt x="1188538" y="1444350"/>
                </a:lnTo>
                <a:lnTo>
                  <a:pt x="1219682" y="1452227"/>
                </a:lnTo>
                <a:lnTo>
                  <a:pt x="1265730" y="1459982"/>
                </a:lnTo>
                <a:lnTo>
                  <a:pt x="1309113" y="1466284"/>
                </a:lnTo>
                <a:lnTo>
                  <a:pt x="1350193" y="1471010"/>
                </a:lnTo>
                <a:lnTo>
                  <a:pt x="1388971" y="1474403"/>
                </a:lnTo>
                <a:lnTo>
                  <a:pt x="1425931" y="1476221"/>
                </a:lnTo>
                <a:lnTo>
                  <a:pt x="1461315" y="1476584"/>
                </a:lnTo>
                <a:lnTo>
                  <a:pt x="1495246" y="1475615"/>
                </a:lnTo>
                <a:lnTo>
                  <a:pt x="1528086" y="1473191"/>
                </a:lnTo>
                <a:lnTo>
                  <a:pt x="1559956" y="1469313"/>
                </a:lnTo>
                <a:lnTo>
                  <a:pt x="1591342" y="1464224"/>
                </a:lnTo>
                <a:lnTo>
                  <a:pt x="1622485" y="1457680"/>
                </a:lnTo>
                <a:lnTo>
                  <a:pt x="1653389" y="1449924"/>
                </a:lnTo>
                <a:lnTo>
                  <a:pt x="1684530" y="1440836"/>
                </a:lnTo>
                <a:lnTo>
                  <a:pt x="1716158" y="1430536"/>
                </a:lnTo>
                <a:lnTo>
                  <a:pt x="1748513" y="1418902"/>
                </a:lnTo>
                <a:lnTo>
                  <a:pt x="1781838" y="1406178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5AB6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5AE04-0237-41B6-BB34-88A5CDB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302" y="1096196"/>
            <a:ext cx="1750573" cy="2059220"/>
          </a:xfrm>
          <a:custGeom xmlns:a="http://schemas.openxmlformats.org/drawingml/2006/main">
            <a:pathLst>
              <a:path w="1750573" h="2059220" fill="none">
                <a:moveTo>
                  <a:pt x="462061" y="1801348"/>
                </a:moveTo>
                <a:lnTo>
                  <a:pt x="485328" y="1827402"/>
                </a:lnTo>
                <a:lnTo>
                  <a:pt x="509443" y="1852244"/>
                </a:lnTo>
                <a:lnTo>
                  <a:pt x="534648" y="1875632"/>
                </a:lnTo>
                <a:lnTo>
                  <a:pt x="560702" y="1897686"/>
                </a:lnTo>
                <a:lnTo>
                  <a:pt x="587604" y="1918408"/>
                </a:lnTo>
                <a:lnTo>
                  <a:pt x="615354" y="1937676"/>
                </a:lnTo>
                <a:lnTo>
                  <a:pt x="643832" y="1955611"/>
                </a:lnTo>
                <a:lnTo>
                  <a:pt x="673036" y="1972212"/>
                </a:lnTo>
                <a:lnTo>
                  <a:pt x="702847" y="1987239"/>
                </a:lnTo>
                <a:lnTo>
                  <a:pt x="733263" y="2001053"/>
                </a:lnTo>
                <a:lnTo>
                  <a:pt x="764164" y="2013293"/>
                </a:lnTo>
                <a:lnTo>
                  <a:pt x="795671" y="2024199"/>
                </a:lnTo>
                <a:lnTo>
                  <a:pt x="827542" y="2033651"/>
                </a:lnTo>
                <a:lnTo>
                  <a:pt x="859776" y="2041528"/>
                </a:lnTo>
                <a:lnTo>
                  <a:pt x="892252" y="2048071"/>
                </a:lnTo>
                <a:lnTo>
                  <a:pt x="925092" y="2053040"/>
                </a:lnTo>
                <a:lnTo>
                  <a:pt x="958053" y="2056675"/>
                </a:lnTo>
                <a:lnTo>
                  <a:pt x="991135" y="2058735"/>
                </a:lnTo>
                <a:lnTo>
                  <a:pt x="1024460" y="2059220"/>
                </a:lnTo>
                <a:lnTo>
                  <a:pt x="1057663" y="2058251"/>
                </a:lnTo>
                <a:lnTo>
                  <a:pt x="1090988" y="2055827"/>
                </a:lnTo>
                <a:lnTo>
                  <a:pt x="1124191" y="2051707"/>
                </a:lnTo>
                <a:lnTo>
                  <a:pt x="1157274" y="2046254"/>
                </a:lnTo>
                <a:lnTo>
                  <a:pt x="1190114" y="2039104"/>
                </a:lnTo>
                <a:lnTo>
                  <a:pt x="1222832" y="2030379"/>
                </a:lnTo>
                <a:lnTo>
                  <a:pt x="1255187" y="2020200"/>
                </a:lnTo>
                <a:lnTo>
                  <a:pt x="1287300" y="2008324"/>
                </a:lnTo>
                <a:lnTo>
                  <a:pt x="1318928" y="1994873"/>
                </a:lnTo>
                <a:lnTo>
                  <a:pt x="1350072" y="1979847"/>
                </a:lnTo>
                <a:lnTo>
                  <a:pt x="1380730" y="1963245"/>
                </a:lnTo>
                <a:lnTo>
                  <a:pt x="1410904" y="1945068"/>
                </a:lnTo>
                <a:lnTo>
                  <a:pt x="1440351" y="1925073"/>
                </a:lnTo>
                <a:lnTo>
                  <a:pt x="1459740" y="1911137"/>
                </a:lnTo>
                <a:lnTo>
                  <a:pt x="1478523" y="1896596"/>
                </a:lnTo>
                <a:lnTo>
                  <a:pt x="1496700" y="1881569"/>
                </a:lnTo>
                <a:lnTo>
                  <a:pt x="1514271" y="1866058"/>
                </a:lnTo>
                <a:lnTo>
                  <a:pt x="1531237" y="1849941"/>
                </a:lnTo>
                <a:lnTo>
                  <a:pt x="1547596" y="1833582"/>
                </a:lnTo>
                <a:lnTo>
                  <a:pt x="1563349" y="1816617"/>
                </a:lnTo>
                <a:lnTo>
                  <a:pt x="1578499" y="1799288"/>
                </a:lnTo>
                <a:lnTo>
                  <a:pt x="1593039" y="1781595"/>
                </a:lnTo>
                <a:lnTo>
                  <a:pt x="1606974" y="1763540"/>
                </a:lnTo>
                <a:lnTo>
                  <a:pt x="1620183" y="1744999"/>
                </a:lnTo>
                <a:lnTo>
                  <a:pt x="1632907" y="1726216"/>
                </a:lnTo>
                <a:lnTo>
                  <a:pt x="1644904" y="1707069"/>
                </a:lnTo>
                <a:lnTo>
                  <a:pt x="1656295" y="1687559"/>
                </a:lnTo>
                <a:lnTo>
                  <a:pt x="1667080" y="1667686"/>
                </a:lnTo>
                <a:lnTo>
                  <a:pt x="1677138" y="1647691"/>
                </a:lnTo>
                <a:lnTo>
                  <a:pt x="1686711" y="1627333"/>
                </a:lnTo>
                <a:lnTo>
                  <a:pt x="1695557" y="1606611"/>
                </a:lnTo>
                <a:lnTo>
                  <a:pt x="1703676" y="1585768"/>
                </a:lnTo>
                <a:lnTo>
                  <a:pt x="1711190" y="1564804"/>
                </a:lnTo>
                <a:lnTo>
                  <a:pt x="1718097" y="1543476"/>
                </a:lnTo>
                <a:lnTo>
                  <a:pt x="1724398" y="1522027"/>
                </a:lnTo>
                <a:lnTo>
                  <a:pt x="1729975" y="1500336"/>
                </a:lnTo>
                <a:lnTo>
                  <a:pt x="1734820" y="1478523"/>
                </a:lnTo>
                <a:lnTo>
                  <a:pt x="1739182" y="1456589"/>
                </a:lnTo>
                <a:lnTo>
                  <a:pt x="1742697" y="1434535"/>
                </a:lnTo>
                <a:lnTo>
                  <a:pt x="1745605" y="1412359"/>
                </a:lnTo>
                <a:lnTo>
                  <a:pt x="1747907" y="1390182"/>
                </a:lnTo>
                <a:lnTo>
                  <a:pt x="1749483" y="1367885"/>
                </a:lnTo>
                <a:lnTo>
                  <a:pt x="1750331" y="1345467"/>
                </a:lnTo>
                <a:lnTo>
                  <a:pt x="1750573" y="1323049"/>
                </a:lnTo>
                <a:lnTo>
                  <a:pt x="1750089" y="1300630"/>
                </a:lnTo>
                <a:lnTo>
                  <a:pt x="1745605" y="1267669"/>
                </a:lnTo>
                <a:lnTo>
                  <a:pt x="1740515" y="1235677"/>
                </a:lnTo>
                <a:lnTo>
                  <a:pt x="1734699" y="1204413"/>
                </a:lnTo>
                <a:lnTo>
                  <a:pt x="1728155" y="1173997"/>
                </a:lnTo>
                <a:lnTo>
                  <a:pt x="1720884" y="1144186"/>
                </a:lnTo>
                <a:lnTo>
                  <a:pt x="1712765" y="1115224"/>
                </a:lnTo>
                <a:lnTo>
                  <a:pt x="1703919" y="1086989"/>
                </a:lnTo>
                <a:lnTo>
                  <a:pt x="1694224" y="1059360"/>
                </a:lnTo>
                <a:lnTo>
                  <a:pt x="1683682" y="1032337"/>
                </a:lnTo>
                <a:lnTo>
                  <a:pt x="1672169" y="1005919"/>
                </a:lnTo>
                <a:lnTo>
                  <a:pt x="1659809" y="980229"/>
                </a:lnTo>
                <a:lnTo>
                  <a:pt x="1646479" y="954902"/>
                </a:lnTo>
                <a:lnTo>
                  <a:pt x="1632301" y="930181"/>
                </a:lnTo>
                <a:lnTo>
                  <a:pt x="1617032" y="906066"/>
                </a:lnTo>
                <a:lnTo>
                  <a:pt x="1600794" y="882315"/>
                </a:lnTo>
                <a:lnTo>
                  <a:pt x="1583465" y="858927"/>
                </a:lnTo>
                <a:lnTo>
                  <a:pt x="1560322" y="829117"/>
                </a:lnTo>
                <a:lnTo>
                  <a:pt x="1537174" y="801245"/>
                </a:lnTo>
                <a:lnTo>
                  <a:pt x="1514392" y="775313"/>
                </a:lnTo>
                <a:lnTo>
                  <a:pt x="1491611" y="751198"/>
                </a:lnTo>
                <a:lnTo>
                  <a:pt x="1469071" y="728779"/>
                </a:lnTo>
                <a:lnTo>
                  <a:pt x="1446774" y="707936"/>
                </a:lnTo>
                <a:lnTo>
                  <a:pt x="1424477" y="688669"/>
                </a:lnTo>
                <a:lnTo>
                  <a:pt x="1402543" y="670855"/>
                </a:lnTo>
                <a:lnTo>
                  <a:pt x="1384366" y="657041"/>
                </a:lnTo>
                <a:lnTo>
                  <a:pt x="1366310" y="644074"/>
                </a:lnTo>
                <a:lnTo>
                  <a:pt x="1348256" y="631956"/>
                </a:lnTo>
                <a:lnTo>
                  <a:pt x="1330319" y="620565"/>
                </a:lnTo>
                <a:lnTo>
                  <a:pt x="1312385" y="609780"/>
                </a:lnTo>
                <a:lnTo>
                  <a:pt x="1294571" y="599601"/>
                </a:lnTo>
                <a:lnTo>
                  <a:pt x="1258944" y="580818"/>
                </a:lnTo>
                <a:lnTo>
                  <a:pt x="1223438" y="563974"/>
                </a:lnTo>
                <a:lnTo>
                  <a:pt x="1187932" y="548463"/>
                </a:lnTo>
                <a:lnTo>
                  <a:pt x="1152548" y="533800"/>
                </a:lnTo>
                <a:lnTo>
                  <a:pt x="1117042" y="519622"/>
                </a:lnTo>
                <a:lnTo>
                  <a:pt x="1088080" y="508716"/>
                </a:lnTo>
                <a:lnTo>
                  <a:pt x="1059966" y="497446"/>
                </a:lnTo>
                <a:lnTo>
                  <a:pt x="1032821" y="485813"/>
                </a:lnTo>
                <a:lnTo>
                  <a:pt x="1006404" y="473816"/>
                </a:lnTo>
                <a:lnTo>
                  <a:pt x="980714" y="461334"/>
                </a:lnTo>
                <a:lnTo>
                  <a:pt x="955750" y="448368"/>
                </a:lnTo>
                <a:lnTo>
                  <a:pt x="931393" y="434917"/>
                </a:lnTo>
                <a:lnTo>
                  <a:pt x="907642" y="420981"/>
                </a:lnTo>
                <a:lnTo>
                  <a:pt x="884254" y="406561"/>
                </a:lnTo>
                <a:lnTo>
                  <a:pt x="861351" y="391534"/>
                </a:lnTo>
                <a:lnTo>
                  <a:pt x="838811" y="376023"/>
                </a:lnTo>
                <a:lnTo>
                  <a:pt x="816514" y="359785"/>
                </a:lnTo>
                <a:lnTo>
                  <a:pt x="794580" y="343062"/>
                </a:lnTo>
                <a:lnTo>
                  <a:pt x="772768" y="325612"/>
                </a:lnTo>
                <a:lnTo>
                  <a:pt x="750955" y="307435"/>
                </a:lnTo>
                <a:lnTo>
                  <a:pt x="729264" y="288652"/>
                </a:lnTo>
                <a:lnTo>
                  <a:pt x="677520" y="242361"/>
                </a:lnTo>
                <a:lnTo>
                  <a:pt x="625534" y="195828"/>
                </a:lnTo>
                <a:lnTo>
                  <a:pt x="599480" y="173046"/>
                </a:lnTo>
                <a:lnTo>
                  <a:pt x="573305" y="150749"/>
                </a:lnTo>
                <a:lnTo>
                  <a:pt x="547009" y="129178"/>
                </a:lnTo>
                <a:lnTo>
                  <a:pt x="520591" y="108699"/>
                </a:lnTo>
                <a:lnTo>
                  <a:pt x="500354" y="93673"/>
                </a:lnTo>
                <a:lnTo>
                  <a:pt x="480238" y="79494"/>
                </a:lnTo>
                <a:lnTo>
                  <a:pt x="459880" y="66165"/>
                </a:lnTo>
                <a:lnTo>
                  <a:pt x="439643" y="53804"/>
                </a:lnTo>
                <a:lnTo>
                  <a:pt x="419163" y="42534"/>
                </a:lnTo>
                <a:lnTo>
                  <a:pt x="398805" y="32355"/>
                </a:lnTo>
                <a:lnTo>
                  <a:pt x="378325" y="23388"/>
                </a:lnTo>
                <a:lnTo>
                  <a:pt x="357725" y="15753"/>
                </a:lnTo>
                <a:lnTo>
                  <a:pt x="337127" y="9452"/>
                </a:lnTo>
                <a:lnTo>
                  <a:pt x="316402" y="4726"/>
                </a:lnTo>
                <a:lnTo>
                  <a:pt x="295680" y="1575"/>
                </a:lnTo>
                <a:lnTo>
                  <a:pt x="274837" y="0"/>
                </a:lnTo>
                <a:lnTo>
                  <a:pt x="253873" y="364"/>
                </a:lnTo>
                <a:lnTo>
                  <a:pt x="232909" y="2424"/>
                </a:lnTo>
                <a:lnTo>
                  <a:pt x="211823" y="6544"/>
                </a:lnTo>
                <a:lnTo>
                  <a:pt x="201281" y="9331"/>
                </a:lnTo>
                <a:lnTo>
                  <a:pt x="190617" y="12603"/>
                </a:lnTo>
                <a:lnTo>
                  <a:pt x="176439" y="18904"/>
                </a:lnTo>
                <a:lnTo>
                  <a:pt x="162745" y="25569"/>
                </a:lnTo>
                <a:lnTo>
                  <a:pt x="149537" y="32476"/>
                </a:lnTo>
                <a:lnTo>
                  <a:pt x="136934" y="39626"/>
                </a:lnTo>
                <a:lnTo>
                  <a:pt x="124816" y="47139"/>
                </a:lnTo>
                <a:lnTo>
                  <a:pt x="113304" y="54895"/>
                </a:lnTo>
                <a:lnTo>
                  <a:pt x="102398" y="63014"/>
                </a:lnTo>
                <a:lnTo>
                  <a:pt x="91855" y="71375"/>
                </a:lnTo>
                <a:lnTo>
                  <a:pt x="82039" y="80100"/>
                </a:lnTo>
                <a:lnTo>
                  <a:pt x="72708" y="89068"/>
                </a:lnTo>
                <a:lnTo>
                  <a:pt x="63862" y="98399"/>
                </a:lnTo>
                <a:lnTo>
                  <a:pt x="55743" y="107972"/>
                </a:lnTo>
                <a:lnTo>
                  <a:pt x="47987" y="117909"/>
                </a:lnTo>
                <a:lnTo>
                  <a:pt x="40959" y="128088"/>
                </a:lnTo>
                <a:lnTo>
                  <a:pt x="34415" y="138509"/>
                </a:lnTo>
                <a:lnTo>
                  <a:pt x="28356" y="149294"/>
                </a:lnTo>
                <a:lnTo>
                  <a:pt x="23024" y="160443"/>
                </a:lnTo>
                <a:lnTo>
                  <a:pt x="18177" y="171834"/>
                </a:lnTo>
                <a:lnTo>
                  <a:pt x="13936" y="183588"/>
                </a:lnTo>
                <a:lnTo>
                  <a:pt x="10179" y="195585"/>
                </a:lnTo>
                <a:lnTo>
                  <a:pt x="7028" y="207825"/>
                </a:lnTo>
                <a:lnTo>
                  <a:pt x="4484" y="220548"/>
                </a:lnTo>
                <a:lnTo>
                  <a:pt x="2424" y="233394"/>
                </a:lnTo>
                <a:lnTo>
                  <a:pt x="1091" y="246602"/>
                </a:lnTo>
                <a:lnTo>
                  <a:pt x="242" y="260174"/>
                </a:lnTo>
                <a:lnTo>
                  <a:pt x="0" y="273989"/>
                </a:lnTo>
                <a:lnTo>
                  <a:pt x="242" y="288167"/>
                </a:lnTo>
                <a:lnTo>
                  <a:pt x="1212" y="302588"/>
                </a:lnTo>
                <a:lnTo>
                  <a:pt x="2666" y="317372"/>
                </a:lnTo>
                <a:lnTo>
                  <a:pt x="4726" y="332398"/>
                </a:lnTo>
                <a:lnTo>
                  <a:pt x="7392" y="347788"/>
                </a:lnTo>
                <a:lnTo>
                  <a:pt x="10664" y="363420"/>
                </a:lnTo>
                <a:lnTo>
                  <a:pt x="15390" y="384748"/>
                </a:lnTo>
                <a:lnTo>
                  <a:pt x="20964" y="406197"/>
                </a:lnTo>
                <a:lnTo>
                  <a:pt x="27144" y="428009"/>
                </a:lnTo>
                <a:lnTo>
                  <a:pt x="33931" y="449943"/>
                </a:lnTo>
                <a:lnTo>
                  <a:pt x="49199" y="494538"/>
                </a:lnTo>
                <a:lnTo>
                  <a:pt x="66165" y="539617"/>
                </a:lnTo>
                <a:lnTo>
                  <a:pt x="84342" y="585302"/>
                </a:lnTo>
                <a:lnTo>
                  <a:pt x="103246" y="631229"/>
                </a:lnTo>
                <a:lnTo>
                  <a:pt x="141054" y="723447"/>
                </a:lnTo>
                <a:lnTo>
                  <a:pt x="156202" y="762225"/>
                </a:lnTo>
                <a:lnTo>
                  <a:pt x="170016" y="800761"/>
                </a:lnTo>
                <a:lnTo>
                  <a:pt x="182498" y="839296"/>
                </a:lnTo>
                <a:lnTo>
                  <a:pt x="193525" y="877589"/>
                </a:lnTo>
                <a:lnTo>
                  <a:pt x="203101" y="916003"/>
                </a:lnTo>
                <a:lnTo>
                  <a:pt x="211339" y="954539"/>
                </a:lnTo>
                <a:lnTo>
                  <a:pt x="217883" y="993195"/>
                </a:lnTo>
                <a:lnTo>
                  <a:pt x="222972" y="1032094"/>
                </a:lnTo>
                <a:lnTo>
                  <a:pt x="226002" y="1063722"/>
                </a:lnTo>
                <a:lnTo>
                  <a:pt x="228304" y="1094623"/>
                </a:lnTo>
                <a:lnTo>
                  <a:pt x="231697" y="1155092"/>
                </a:lnTo>
                <a:lnTo>
                  <a:pt x="234484" y="1214228"/>
                </a:lnTo>
                <a:lnTo>
                  <a:pt x="236181" y="1243675"/>
                </a:lnTo>
                <a:lnTo>
                  <a:pt x="238362" y="1273122"/>
                </a:lnTo>
                <a:lnTo>
                  <a:pt x="256176" y="1355525"/>
                </a:lnTo>
                <a:lnTo>
                  <a:pt x="264779" y="1393091"/>
                </a:lnTo>
                <a:lnTo>
                  <a:pt x="273383" y="1428718"/>
                </a:lnTo>
                <a:lnTo>
                  <a:pt x="282351" y="1462648"/>
                </a:lnTo>
                <a:lnTo>
                  <a:pt x="291924" y="1495125"/>
                </a:lnTo>
                <a:lnTo>
                  <a:pt x="302103" y="1526389"/>
                </a:lnTo>
                <a:lnTo>
                  <a:pt x="313252" y="1556684"/>
                </a:lnTo>
                <a:lnTo>
                  <a:pt x="325612" y="1586495"/>
                </a:lnTo>
                <a:lnTo>
                  <a:pt x="339184" y="1615942"/>
                </a:lnTo>
                <a:lnTo>
                  <a:pt x="354453" y="1645267"/>
                </a:lnTo>
                <a:lnTo>
                  <a:pt x="371539" y="1674957"/>
                </a:lnTo>
                <a:lnTo>
                  <a:pt x="390686" y="1705009"/>
                </a:lnTo>
                <a:lnTo>
                  <a:pt x="412014" y="1736032"/>
                </a:lnTo>
                <a:lnTo>
                  <a:pt x="435765" y="1768023"/>
                </a:lnTo>
                <a:lnTo>
                  <a:pt x="462061" y="1801348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882D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0AA52-F265-458D-A860-5110145D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44" y="928604"/>
            <a:ext cx="1803771" cy="2022381"/>
          </a:xfrm>
          <a:custGeom xmlns:a="http://schemas.openxmlformats.org/drawingml/2006/main">
            <a:pathLst>
              <a:path w="1803771" h="2022381" fill="none">
                <a:moveTo>
                  <a:pt x="114273" y="898796"/>
                </a:moveTo>
                <a:lnTo>
                  <a:pt x="96338" y="928242"/>
                </a:lnTo>
                <a:lnTo>
                  <a:pt x="80100" y="958174"/>
                </a:lnTo>
                <a:lnTo>
                  <a:pt x="65316" y="988712"/>
                </a:lnTo>
                <a:lnTo>
                  <a:pt x="51986" y="1019734"/>
                </a:lnTo>
                <a:lnTo>
                  <a:pt x="40232" y="1051120"/>
                </a:lnTo>
                <a:lnTo>
                  <a:pt x="30053" y="1082869"/>
                </a:lnTo>
                <a:lnTo>
                  <a:pt x="21328" y="1114982"/>
                </a:lnTo>
                <a:lnTo>
                  <a:pt x="14057" y="1147337"/>
                </a:lnTo>
                <a:lnTo>
                  <a:pt x="8361" y="1179934"/>
                </a:lnTo>
                <a:lnTo>
                  <a:pt x="4120" y="1212653"/>
                </a:lnTo>
                <a:lnTo>
                  <a:pt x="1333" y="1245493"/>
                </a:lnTo>
                <a:lnTo>
                  <a:pt x="0" y="1278454"/>
                </a:lnTo>
                <a:lnTo>
                  <a:pt x="242" y="1311294"/>
                </a:lnTo>
                <a:lnTo>
                  <a:pt x="1818" y="1344134"/>
                </a:lnTo>
                <a:lnTo>
                  <a:pt x="4968" y="1376853"/>
                </a:lnTo>
                <a:lnTo>
                  <a:pt x="9573" y="1409329"/>
                </a:lnTo>
                <a:lnTo>
                  <a:pt x="15632" y="1441684"/>
                </a:lnTo>
                <a:lnTo>
                  <a:pt x="23024" y="1473797"/>
                </a:lnTo>
                <a:lnTo>
                  <a:pt x="31994" y="1505546"/>
                </a:lnTo>
                <a:lnTo>
                  <a:pt x="42292" y="1536932"/>
                </a:lnTo>
                <a:lnTo>
                  <a:pt x="54046" y="1567954"/>
                </a:lnTo>
                <a:lnTo>
                  <a:pt x="67255" y="1598371"/>
                </a:lnTo>
                <a:lnTo>
                  <a:pt x="81918" y="1628302"/>
                </a:lnTo>
                <a:lnTo>
                  <a:pt x="97914" y="1657628"/>
                </a:lnTo>
                <a:lnTo>
                  <a:pt x="115364" y="1686348"/>
                </a:lnTo>
                <a:lnTo>
                  <a:pt x="134147" y="1714461"/>
                </a:lnTo>
                <a:lnTo>
                  <a:pt x="154384" y="1741727"/>
                </a:lnTo>
                <a:lnTo>
                  <a:pt x="175954" y="1768144"/>
                </a:lnTo>
                <a:lnTo>
                  <a:pt x="198978" y="1793835"/>
                </a:lnTo>
                <a:lnTo>
                  <a:pt x="223336" y="1818556"/>
                </a:lnTo>
                <a:lnTo>
                  <a:pt x="249147" y="1842307"/>
                </a:lnTo>
                <a:lnTo>
                  <a:pt x="276292" y="1865089"/>
                </a:lnTo>
                <a:lnTo>
                  <a:pt x="296529" y="1880479"/>
                </a:lnTo>
                <a:lnTo>
                  <a:pt x="317129" y="1895020"/>
                </a:lnTo>
                <a:lnTo>
                  <a:pt x="338094" y="1908835"/>
                </a:lnTo>
                <a:lnTo>
                  <a:pt x="359421" y="1921801"/>
                </a:lnTo>
                <a:lnTo>
                  <a:pt x="381113" y="1934041"/>
                </a:lnTo>
                <a:lnTo>
                  <a:pt x="402925" y="1945431"/>
                </a:lnTo>
                <a:lnTo>
                  <a:pt x="425101" y="1955974"/>
                </a:lnTo>
                <a:lnTo>
                  <a:pt x="447520" y="1965790"/>
                </a:lnTo>
                <a:lnTo>
                  <a:pt x="470180" y="1974757"/>
                </a:lnTo>
                <a:lnTo>
                  <a:pt x="492962" y="1982997"/>
                </a:lnTo>
                <a:lnTo>
                  <a:pt x="515986" y="1990511"/>
                </a:lnTo>
                <a:lnTo>
                  <a:pt x="539132" y="1997176"/>
                </a:lnTo>
                <a:lnTo>
                  <a:pt x="562399" y="2002992"/>
                </a:lnTo>
                <a:lnTo>
                  <a:pt x="585908" y="2008082"/>
                </a:lnTo>
                <a:lnTo>
                  <a:pt x="609417" y="2012444"/>
                </a:lnTo>
                <a:lnTo>
                  <a:pt x="633047" y="2015959"/>
                </a:lnTo>
                <a:lnTo>
                  <a:pt x="656677" y="2018746"/>
                </a:lnTo>
                <a:lnTo>
                  <a:pt x="680428" y="2020685"/>
                </a:lnTo>
                <a:lnTo>
                  <a:pt x="704180" y="2021896"/>
                </a:lnTo>
                <a:lnTo>
                  <a:pt x="727931" y="2022381"/>
                </a:lnTo>
                <a:lnTo>
                  <a:pt x="751683" y="2022139"/>
                </a:lnTo>
                <a:lnTo>
                  <a:pt x="775434" y="2021048"/>
                </a:lnTo>
                <a:lnTo>
                  <a:pt x="799064" y="2019230"/>
                </a:lnTo>
                <a:lnTo>
                  <a:pt x="822573" y="2016686"/>
                </a:lnTo>
                <a:lnTo>
                  <a:pt x="846082" y="2013293"/>
                </a:lnTo>
                <a:lnTo>
                  <a:pt x="869470" y="2009172"/>
                </a:lnTo>
                <a:lnTo>
                  <a:pt x="892615" y="2004325"/>
                </a:lnTo>
                <a:lnTo>
                  <a:pt x="915640" y="1998751"/>
                </a:lnTo>
                <a:lnTo>
                  <a:pt x="938543" y="1992449"/>
                </a:lnTo>
                <a:lnTo>
                  <a:pt x="961325" y="1985300"/>
                </a:lnTo>
                <a:lnTo>
                  <a:pt x="983743" y="1977544"/>
                </a:lnTo>
                <a:lnTo>
                  <a:pt x="1005919" y="1968940"/>
                </a:lnTo>
                <a:lnTo>
                  <a:pt x="1034397" y="1954762"/>
                </a:lnTo>
                <a:lnTo>
                  <a:pt x="1061662" y="1940342"/>
                </a:lnTo>
                <a:lnTo>
                  <a:pt x="1087716" y="1925437"/>
                </a:lnTo>
                <a:lnTo>
                  <a:pt x="1112922" y="1910047"/>
                </a:lnTo>
                <a:lnTo>
                  <a:pt x="1137036" y="1894293"/>
                </a:lnTo>
                <a:lnTo>
                  <a:pt x="1160303" y="1878055"/>
                </a:lnTo>
                <a:lnTo>
                  <a:pt x="1182600" y="1861332"/>
                </a:lnTo>
                <a:lnTo>
                  <a:pt x="1204049" y="1844003"/>
                </a:lnTo>
                <a:lnTo>
                  <a:pt x="1224771" y="1826190"/>
                </a:lnTo>
                <a:lnTo>
                  <a:pt x="1244766" y="1807770"/>
                </a:lnTo>
                <a:lnTo>
                  <a:pt x="1264034" y="1788624"/>
                </a:lnTo>
                <a:lnTo>
                  <a:pt x="1282817" y="1768872"/>
                </a:lnTo>
                <a:lnTo>
                  <a:pt x="1300872" y="1748392"/>
                </a:lnTo>
                <a:lnTo>
                  <a:pt x="1318444" y="1727185"/>
                </a:lnTo>
                <a:lnTo>
                  <a:pt x="1335530" y="1705252"/>
                </a:lnTo>
                <a:lnTo>
                  <a:pt x="1352253" y="1682470"/>
                </a:lnTo>
                <a:lnTo>
                  <a:pt x="1374065" y="1650599"/>
                </a:lnTo>
                <a:lnTo>
                  <a:pt x="1393939" y="1619577"/>
                </a:lnTo>
                <a:lnTo>
                  <a:pt x="1411995" y="1589282"/>
                </a:lnTo>
                <a:lnTo>
                  <a:pt x="1428354" y="1559835"/>
                </a:lnTo>
                <a:lnTo>
                  <a:pt x="1442896" y="1530994"/>
                </a:lnTo>
                <a:lnTo>
                  <a:pt x="1455984" y="1502759"/>
                </a:lnTo>
                <a:lnTo>
                  <a:pt x="1467617" y="1475130"/>
                </a:lnTo>
                <a:lnTo>
                  <a:pt x="1477917" y="1447986"/>
                </a:lnTo>
                <a:lnTo>
                  <a:pt x="1485552" y="1426173"/>
                </a:lnTo>
                <a:lnTo>
                  <a:pt x="1492338" y="1404724"/>
                </a:lnTo>
                <a:lnTo>
                  <a:pt x="1498397" y="1383518"/>
                </a:lnTo>
                <a:lnTo>
                  <a:pt x="1503850" y="1362553"/>
                </a:lnTo>
                <a:lnTo>
                  <a:pt x="1508576" y="1341831"/>
                </a:lnTo>
                <a:lnTo>
                  <a:pt x="1512938" y="1321352"/>
                </a:lnTo>
                <a:lnTo>
                  <a:pt x="1519967" y="1280757"/>
                </a:lnTo>
                <a:lnTo>
                  <a:pt x="1525662" y="1240888"/>
                </a:lnTo>
                <a:lnTo>
                  <a:pt x="1530267" y="1201262"/>
                </a:lnTo>
                <a:lnTo>
                  <a:pt x="1538023" y="1122252"/>
                </a:lnTo>
                <a:lnTo>
                  <a:pt x="1540446" y="1091957"/>
                </a:lnTo>
                <a:lnTo>
                  <a:pt x="1543597" y="1062268"/>
                </a:lnTo>
                <a:lnTo>
                  <a:pt x="1547596" y="1033185"/>
                </a:lnTo>
                <a:lnTo>
                  <a:pt x="1552443" y="1004586"/>
                </a:lnTo>
                <a:lnTo>
                  <a:pt x="1557896" y="976472"/>
                </a:lnTo>
                <a:lnTo>
                  <a:pt x="1564198" y="948722"/>
                </a:lnTo>
                <a:lnTo>
                  <a:pt x="1571226" y="921456"/>
                </a:lnTo>
                <a:lnTo>
                  <a:pt x="1578861" y="894554"/>
                </a:lnTo>
                <a:lnTo>
                  <a:pt x="1587222" y="868016"/>
                </a:lnTo>
                <a:lnTo>
                  <a:pt x="1596068" y="841598"/>
                </a:lnTo>
                <a:lnTo>
                  <a:pt x="1605641" y="815545"/>
                </a:lnTo>
                <a:lnTo>
                  <a:pt x="1615699" y="789612"/>
                </a:lnTo>
                <a:lnTo>
                  <a:pt x="1626245" y="763922"/>
                </a:lnTo>
                <a:lnTo>
                  <a:pt x="1637391" y="738232"/>
                </a:lnTo>
                <a:lnTo>
                  <a:pt x="1660900" y="687215"/>
                </a:lnTo>
                <a:lnTo>
                  <a:pt x="1690589" y="625291"/>
                </a:lnTo>
                <a:lnTo>
                  <a:pt x="1719793" y="563247"/>
                </a:lnTo>
                <a:lnTo>
                  <a:pt x="1733729" y="532225"/>
                </a:lnTo>
                <a:lnTo>
                  <a:pt x="1746817" y="501445"/>
                </a:lnTo>
                <a:lnTo>
                  <a:pt x="1759177" y="470786"/>
                </a:lnTo>
                <a:lnTo>
                  <a:pt x="1770326" y="440249"/>
                </a:lnTo>
                <a:lnTo>
                  <a:pt x="1777960" y="417467"/>
                </a:lnTo>
                <a:lnTo>
                  <a:pt x="1784746" y="394927"/>
                </a:lnTo>
                <a:lnTo>
                  <a:pt x="1790684" y="372630"/>
                </a:lnTo>
                <a:lnTo>
                  <a:pt x="1795531" y="350454"/>
                </a:lnTo>
                <a:lnTo>
                  <a:pt x="1799409" y="328641"/>
                </a:lnTo>
                <a:lnTo>
                  <a:pt x="1802196" y="307071"/>
                </a:lnTo>
                <a:lnTo>
                  <a:pt x="1803650" y="285865"/>
                </a:lnTo>
                <a:lnTo>
                  <a:pt x="1803771" y="264901"/>
                </a:lnTo>
                <a:lnTo>
                  <a:pt x="1802560" y="244300"/>
                </a:lnTo>
                <a:lnTo>
                  <a:pt x="1799894" y="224063"/>
                </a:lnTo>
                <a:lnTo>
                  <a:pt x="1795531" y="204310"/>
                </a:lnTo>
                <a:lnTo>
                  <a:pt x="1789715" y="184800"/>
                </a:lnTo>
                <a:lnTo>
                  <a:pt x="1782080" y="165896"/>
                </a:lnTo>
                <a:lnTo>
                  <a:pt x="1772628" y="147355"/>
                </a:lnTo>
                <a:lnTo>
                  <a:pt x="1761358" y="129178"/>
                </a:lnTo>
                <a:lnTo>
                  <a:pt x="1748150" y="111607"/>
                </a:lnTo>
                <a:lnTo>
                  <a:pt x="1735789" y="97550"/>
                </a:lnTo>
                <a:lnTo>
                  <a:pt x="1723550" y="84584"/>
                </a:lnTo>
                <a:lnTo>
                  <a:pt x="1711190" y="72587"/>
                </a:lnTo>
                <a:lnTo>
                  <a:pt x="1698953" y="61681"/>
                </a:lnTo>
                <a:lnTo>
                  <a:pt x="1686711" y="51865"/>
                </a:lnTo>
                <a:lnTo>
                  <a:pt x="1674472" y="42898"/>
                </a:lnTo>
                <a:lnTo>
                  <a:pt x="1662354" y="34900"/>
                </a:lnTo>
                <a:lnTo>
                  <a:pt x="1650115" y="27872"/>
                </a:lnTo>
                <a:lnTo>
                  <a:pt x="1637997" y="21570"/>
                </a:lnTo>
                <a:lnTo>
                  <a:pt x="1625879" y="16238"/>
                </a:lnTo>
                <a:lnTo>
                  <a:pt x="1613760" y="11755"/>
                </a:lnTo>
                <a:lnTo>
                  <a:pt x="1601764" y="7998"/>
                </a:lnTo>
                <a:lnTo>
                  <a:pt x="1589767" y="4968"/>
                </a:lnTo>
                <a:lnTo>
                  <a:pt x="1577772" y="2787"/>
                </a:lnTo>
                <a:lnTo>
                  <a:pt x="1565894" y="1212"/>
                </a:lnTo>
                <a:lnTo>
                  <a:pt x="1553897" y="242"/>
                </a:lnTo>
                <a:lnTo>
                  <a:pt x="1542143" y="0"/>
                </a:lnTo>
                <a:lnTo>
                  <a:pt x="1530267" y="485"/>
                </a:lnTo>
                <a:lnTo>
                  <a:pt x="1518513" y="1333"/>
                </a:lnTo>
                <a:lnTo>
                  <a:pt x="1506758" y="2908"/>
                </a:lnTo>
                <a:lnTo>
                  <a:pt x="1495125" y="4847"/>
                </a:lnTo>
                <a:lnTo>
                  <a:pt x="1483491" y="7392"/>
                </a:lnTo>
                <a:lnTo>
                  <a:pt x="1460467" y="13815"/>
                </a:lnTo>
                <a:lnTo>
                  <a:pt x="1437688" y="21691"/>
                </a:lnTo>
                <a:lnTo>
                  <a:pt x="1415146" y="31022"/>
                </a:lnTo>
                <a:lnTo>
                  <a:pt x="1392848" y="41565"/>
                </a:lnTo>
                <a:lnTo>
                  <a:pt x="1370794" y="52835"/>
                </a:lnTo>
                <a:lnTo>
                  <a:pt x="1351889" y="63256"/>
                </a:lnTo>
                <a:lnTo>
                  <a:pt x="1332864" y="74405"/>
                </a:lnTo>
                <a:lnTo>
                  <a:pt x="1313839" y="86281"/>
                </a:lnTo>
                <a:lnTo>
                  <a:pt x="1294813" y="98883"/>
                </a:lnTo>
                <a:lnTo>
                  <a:pt x="1256644" y="125543"/>
                </a:lnTo>
                <a:lnTo>
                  <a:pt x="1218470" y="154142"/>
                </a:lnTo>
                <a:lnTo>
                  <a:pt x="1180177" y="184073"/>
                </a:lnTo>
                <a:lnTo>
                  <a:pt x="1141763" y="214732"/>
                </a:lnTo>
                <a:lnTo>
                  <a:pt x="1064449" y="276292"/>
                </a:lnTo>
                <a:lnTo>
                  <a:pt x="1029549" y="303315"/>
                </a:lnTo>
                <a:lnTo>
                  <a:pt x="994407" y="328884"/>
                </a:lnTo>
                <a:lnTo>
                  <a:pt x="958780" y="352999"/>
                </a:lnTo>
                <a:lnTo>
                  <a:pt x="922671" y="375659"/>
                </a:lnTo>
                <a:lnTo>
                  <a:pt x="886072" y="396866"/>
                </a:lnTo>
                <a:lnTo>
                  <a:pt x="848990" y="416497"/>
                </a:lnTo>
                <a:lnTo>
                  <a:pt x="811303" y="434553"/>
                </a:lnTo>
                <a:lnTo>
                  <a:pt x="773131" y="451034"/>
                </a:lnTo>
                <a:lnTo>
                  <a:pt x="744775" y="462061"/>
                </a:lnTo>
                <a:lnTo>
                  <a:pt x="716904" y="472483"/>
                </a:lnTo>
                <a:lnTo>
                  <a:pt x="662133" y="491872"/>
                </a:lnTo>
                <a:lnTo>
                  <a:pt x="608205" y="510897"/>
                </a:lnTo>
                <a:lnTo>
                  <a:pt x="581303" y="520713"/>
                </a:lnTo>
                <a:lnTo>
                  <a:pt x="554522" y="531013"/>
                </a:lnTo>
                <a:lnTo>
                  <a:pt x="480723" y="571851"/>
                </a:lnTo>
                <a:lnTo>
                  <a:pt x="414558" y="609295"/>
                </a:lnTo>
                <a:lnTo>
                  <a:pt x="384021" y="627473"/>
                </a:lnTo>
                <a:lnTo>
                  <a:pt x="354938" y="645771"/>
                </a:lnTo>
                <a:lnTo>
                  <a:pt x="327187" y="664433"/>
                </a:lnTo>
                <a:lnTo>
                  <a:pt x="300649" y="683700"/>
                </a:lnTo>
                <a:lnTo>
                  <a:pt x="275082" y="704059"/>
                </a:lnTo>
                <a:lnTo>
                  <a:pt x="250480" y="725629"/>
                </a:lnTo>
                <a:lnTo>
                  <a:pt x="226729" y="748774"/>
                </a:lnTo>
                <a:lnTo>
                  <a:pt x="203583" y="773859"/>
                </a:lnTo>
                <a:lnTo>
                  <a:pt x="180801" y="801003"/>
                </a:lnTo>
                <a:lnTo>
                  <a:pt x="158504" y="830813"/>
                </a:lnTo>
                <a:lnTo>
                  <a:pt x="136328" y="863290"/>
                </a:lnTo>
                <a:lnTo>
                  <a:pt x="114273" y="898796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00B6"/>
            </a:solidFill>
            <a:round/>
          </a:ln>
        </p:spPr>
      </p:sp>
      <p:sp>
        <p:nvSpPr>
          <p:cNvPr id="94" name="Text 7">
            <a:extLst xmlns:a="http://schemas.openxmlformats.org/drawingml/2006/main">
              <a:ext uri="{FF2B5EF4-FFF2-40B4-BE49-F238E27FC236}">
                <a16:creationId xmlns:a16="http://schemas.microsoft.com/office/drawing/2014/main" id="{8AAE1280-2810-4CCA-8FB4-0E8245B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057" y="2412635"/>
            <a:ext cx="70992" cy="114648"/>
          </a:xfrm>
          <a:custGeom xmlns:a="http://schemas.openxmlformats.org/drawingml/2006/main">
            <a:pathLst>
              <a:path w="70992" h="114648">
                <a:moveTo>
                  <a:pt x="10769" y="0"/>
                </a:moveTo>
                <a:lnTo>
                  <a:pt x="70992" y="0"/>
                </a:lnTo>
                <a:lnTo>
                  <a:pt x="70992" y="3122"/>
                </a:lnTo>
                <a:lnTo>
                  <a:pt x="33549" y="114648"/>
                </a:lnTo>
                <a:lnTo>
                  <a:pt x="24272" y="114648"/>
                </a:lnTo>
                <a:lnTo>
                  <a:pt x="57821" y="13585"/>
                </a:lnTo>
                <a:lnTo>
                  <a:pt x="26922" y="13585"/>
                </a:lnTo>
                <a:cubicBezTo>
                  <a:pt x="20682" y="13585"/>
                  <a:pt x="16236" y="14331"/>
                  <a:pt x="13585" y="15822"/>
                </a:cubicBezTo>
                <a:cubicBezTo>
                  <a:pt x="8947" y="18362"/>
                  <a:pt x="5219" y="22283"/>
                  <a:pt x="2402" y="27585"/>
                </a:cubicBezTo>
                <a:lnTo>
                  <a:pt x="0" y="26674"/>
                </a:lnTo>
                <a:lnTo>
                  <a:pt x="107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3">
            <a:extLst xmlns:a="http://schemas.openxmlformats.org/drawingml/2006/main">
              <a:ext uri="{FF2B5EF4-FFF2-40B4-BE49-F238E27FC236}">
                <a16:creationId xmlns:a16="http://schemas.microsoft.com/office/drawing/2014/main" id="{FF1F30FB-71AC-4F08-98B7-EEC5658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845" y="2733386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16">
            <a:extLst xmlns:a="http://schemas.openxmlformats.org/drawingml/2006/main">
              <a:ext uri="{FF2B5EF4-FFF2-40B4-BE49-F238E27FC236}">
                <a16:creationId xmlns:a16="http://schemas.microsoft.com/office/drawing/2014/main" id="{BF306216-697B-4CD1-90B3-07AED3D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7865" y="1622767"/>
            <a:ext cx="143227" cy="116636"/>
          </a:xfrm>
          <a:custGeom xmlns:a="http://schemas.openxmlformats.org/drawingml/2006/main">
            <a:pathLst>
              <a:path w="143227" h="116636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140991" y="0"/>
                </a:moveTo>
                <a:lnTo>
                  <a:pt x="140991" y="3314"/>
                </a:lnTo>
                <a:cubicBezTo>
                  <a:pt x="133701" y="4026"/>
                  <a:pt x="127750" y="5466"/>
                  <a:pt x="123139" y="7634"/>
                </a:cubicBezTo>
                <a:cubicBezTo>
                  <a:pt x="118528" y="9800"/>
                  <a:pt x="113972" y="13105"/>
                  <a:pt x="109471" y="17549"/>
                </a:cubicBezTo>
                <a:cubicBezTo>
                  <a:pt x="104970" y="21991"/>
                  <a:pt x="101242" y="26941"/>
                  <a:pt x="98288" y="32400"/>
                </a:cubicBezTo>
                <a:cubicBezTo>
                  <a:pt x="95333" y="37857"/>
                  <a:pt x="92862" y="44343"/>
                  <a:pt x="90873" y="51859"/>
                </a:cubicBezTo>
                <a:cubicBezTo>
                  <a:pt x="98826" y="46335"/>
                  <a:pt x="106806" y="43573"/>
                  <a:pt x="114814" y="43573"/>
                </a:cubicBezTo>
                <a:cubicBezTo>
                  <a:pt x="122490" y="43573"/>
                  <a:pt x="129145" y="46672"/>
                  <a:pt x="134778" y="52871"/>
                </a:cubicBezTo>
                <a:cubicBezTo>
                  <a:pt x="140411" y="59071"/>
                  <a:pt x="143227" y="67041"/>
                  <a:pt x="143227" y="76783"/>
                </a:cubicBezTo>
                <a:cubicBezTo>
                  <a:pt x="143227" y="86192"/>
                  <a:pt x="140383" y="94772"/>
                  <a:pt x="134695" y="102523"/>
                </a:cubicBezTo>
                <a:cubicBezTo>
                  <a:pt x="127847" y="111932"/>
                  <a:pt x="118790" y="116636"/>
                  <a:pt x="107524" y="116636"/>
                </a:cubicBezTo>
                <a:cubicBezTo>
                  <a:pt x="99848" y="116636"/>
                  <a:pt x="93331" y="114096"/>
                  <a:pt x="87974" y="109015"/>
                </a:cubicBezTo>
                <a:cubicBezTo>
                  <a:pt x="77481" y="99130"/>
                  <a:pt x="72235" y="86317"/>
                  <a:pt x="72235" y="70578"/>
                </a:cubicBezTo>
                <a:cubicBezTo>
                  <a:pt x="72235" y="60527"/>
                  <a:pt x="74251" y="50973"/>
                  <a:pt x="78282" y="41916"/>
                </a:cubicBezTo>
                <a:cubicBezTo>
                  <a:pt x="82314" y="32859"/>
                  <a:pt x="88071" y="24824"/>
                  <a:pt x="95554" y="17810"/>
                </a:cubicBezTo>
                <a:cubicBezTo>
                  <a:pt x="103037" y="10797"/>
                  <a:pt x="110202" y="6075"/>
                  <a:pt x="117050" y="3645"/>
                </a:cubicBezTo>
                <a:cubicBezTo>
                  <a:pt x="123898" y="1215"/>
                  <a:pt x="130277" y="0"/>
                  <a:pt x="136186" y="0"/>
                </a:cubicBezTo>
                <a:lnTo>
                  <a:pt x="140991" y="0"/>
                </a:lnTo>
                <a:moveTo>
                  <a:pt x="89465" y="57914"/>
                </a:moveTo>
                <a:cubicBezTo>
                  <a:pt x="88471" y="65380"/>
                  <a:pt x="87974" y="71407"/>
                  <a:pt x="87974" y="75996"/>
                </a:cubicBezTo>
                <a:cubicBezTo>
                  <a:pt x="87974" y="81305"/>
                  <a:pt x="88954" y="87070"/>
                  <a:pt x="90915" y="93291"/>
                </a:cubicBezTo>
                <a:cubicBezTo>
                  <a:pt x="92875" y="99513"/>
                  <a:pt x="95789" y="104449"/>
                  <a:pt x="99654" y="108099"/>
                </a:cubicBezTo>
                <a:cubicBezTo>
                  <a:pt x="102471" y="110698"/>
                  <a:pt x="105895" y="111997"/>
                  <a:pt x="109926" y="111997"/>
                </a:cubicBezTo>
                <a:cubicBezTo>
                  <a:pt x="114731" y="111997"/>
                  <a:pt x="119025" y="109730"/>
                  <a:pt x="122808" y="105197"/>
                </a:cubicBezTo>
                <a:cubicBezTo>
                  <a:pt x="126591" y="100661"/>
                  <a:pt x="128482" y="94190"/>
                  <a:pt x="128482" y="85784"/>
                </a:cubicBezTo>
                <a:cubicBezTo>
                  <a:pt x="128482" y="76328"/>
                  <a:pt x="126604" y="68145"/>
                  <a:pt x="122849" y="61233"/>
                </a:cubicBezTo>
                <a:cubicBezTo>
                  <a:pt x="119094" y="54319"/>
                  <a:pt x="113764" y="50863"/>
                  <a:pt x="106861" y="50863"/>
                </a:cubicBezTo>
                <a:cubicBezTo>
                  <a:pt x="104763" y="50863"/>
                  <a:pt x="102512" y="51305"/>
                  <a:pt x="100110" y="52191"/>
                </a:cubicBezTo>
                <a:cubicBezTo>
                  <a:pt x="97708" y="53074"/>
                  <a:pt x="94159" y="54982"/>
                  <a:pt x="89465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5">
            <a:extLst xmlns:a="http://schemas.openxmlformats.org/drawingml/2006/main">
              <a:ext uri="{FF2B5EF4-FFF2-40B4-BE49-F238E27FC236}">
                <a16:creationId xmlns:a16="http://schemas.microsoft.com/office/drawing/2014/main" id="{D409748F-BB69-49B3-B532-E5A632D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697" y="2159493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8">
            <a:extLst xmlns:a="http://schemas.openxmlformats.org/drawingml/2006/main">
              <a:ext uri="{FF2B5EF4-FFF2-40B4-BE49-F238E27FC236}">
                <a16:creationId xmlns:a16="http://schemas.microsoft.com/office/drawing/2014/main" id="{F9E6C2FC-1708-4F77-9E90-853BBB1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041" y="2200916"/>
            <a:ext cx="64779" cy="116636"/>
          </a:xfrm>
          <a:custGeom xmlns:a="http://schemas.openxmlformats.org/drawingml/2006/main">
            <a:pathLst>
              <a:path w="64779" h="116636">
                <a:moveTo>
                  <a:pt x="22283" y="58070"/>
                </a:moveTo>
                <a:cubicBezTo>
                  <a:pt x="13392" y="50780"/>
                  <a:pt x="7663" y="44926"/>
                  <a:pt x="5095" y="40508"/>
                </a:cubicBezTo>
                <a:cubicBezTo>
                  <a:pt x="2527" y="36090"/>
                  <a:pt x="1243" y="31506"/>
                  <a:pt x="1243" y="26757"/>
                </a:cubicBezTo>
                <a:cubicBezTo>
                  <a:pt x="1243" y="19467"/>
                  <a:pt x="4059" y="13185"/>
                  <a:pt x="9692" y="7911"/>
                </a:cubicBezTo>
                <a:cubicBezTo>
                  <a:pt x="15325" y="2637"/>
                  <a:pt x="22808" y="0"/>
                  <a:pt x="32141" y="0"/>
                </a:cubicBezTo>
                <a:cubicBezTo>
                  <a:pt x="41198" y="0"/>
                  <a:pt x="48488" y="2458"/>
                  <a:pt x="54011" y="7373"/>
                </a:cubicBezTo>
                <a:cubicBezTo>
                  <a:pt x="59533" y="12288"/>
                  <a:pt x="62294" y="17893"/>
                  <a:pt x="62294" y="24189"/>
                </a:cubicBezTo>
                <a:cubicBezTo>
                  <a:pt x="62294" y="28386"/>
                  <a:pt x="60803" y="32666"/>
                  <a:pt x="57821" y="37029"/>
                </a:cubicBezTo>
                <a:cubicBezTo>
                  <a:pt x="54839" y="41391"/>
                  <a:pt x="48626" y="46527"/>
                  <a:pt x="39182" y="52437"/>
                </a:cubicBezTo>
                <a:cubicBezTo>
                  <a:pt x="48902" y="59947"/>
                  <a:pt x="55336" y="65856"/>
                  <a:pt x="58484" y="70164"/>
                </a:cubicBezTo>
                <a:cubicBezTo>
                  <a:pt x="62681" y="75797"/>
                  <a:pt x="64779" y="81734"/>
                  <a:pt x="64779" y="87974"/>
                </a:cubicBezTo>
                <a:cubicBezTo>
                  <a:pt x="64779" y="95871"/>
                  <a:pt x="61770" y="102623"/>
                  <a:pt x="55750" y="108228"/>
                </a:cubicBezTo>
                <a:cubicBezTo>
                  <a:pt x="49731" y="113833"/>
                  <a:pt x="41833" y="116636"/>
                  <a:pt x="32058" y="116636"/>
                </a:cubicBezTo>
                <a:cubicBezTo>
                  <a:pt x="21400" y="116636"/>
                  <a:pt x="13088" y="113295"/>
                  <a:pt x="7124" y="106613"/>
                </a:cubicBezTo>
                <a:cubicBezTo>
                  <a:pt x="2375" y="101256"/>
                  <a:pt x="0" y="95402"/>
                  <a:pt x="0" y="89051"/>
                </a:cubicBezTo>
                <a:cubicBezTo>
                  <a:pt x="0" y="84081"/>
                  <a:pt x="1671" y="79152"/>
                  <a:pt x="5012" y="74264"/>
                </a:cubicBezTo>
                <a:cubicBezTo>
                  <a:pt x="8353" y="69377"/>
                  <a:pt x="14110" y="63979"/>
                  <a:pt x="22283" y="58070"/>
                </a:cubicBezTo>
                <a:moveTo>
                  <a:pt x="35289" y="49206"/>
                </a:moveTo>
                <a:cubicBezTo>
                  <a:pt x="41916" y="43219"/>
                  <a:pt x="46113" y="38494"/>
                  <a:pt x="47880" y="35030"/>
                </a:cubicBezTo>
                <a:cubicBezTo>
                  <a:pt x="49648" y="31565"/>
                  <a:pt x="50531" y="27643"/>
                  <a:pt x="50531" y="23265"/>
                </a:cubicBezTo>
                <a:cubicBezTo>
                  <a:pt x="50531" y="17443"/>
                  <a:pt x="48902" y="12884"/>
                  <a:pt x="45644" y="9586"/>
                </a:cubicBezTo>
                <a:cubicBezTo>
                  <a:pt x="42386" y="6288"/>
                  <a:pt x="37940" y="4639"/>
                  <a:pt x="32307" y="4639"/>
                </a:cubicBezTo>
                <a:cubicBezTo>
                  <a:pt x="26674" y="4639"/>
                  <a:pt x="22090" y="6274"/>
                  <a:pt x="18556" y="9545"/>
                </a:cubicBezTo>
                <a:cubicBezTo>
                  <a:pt x="15021" y="12815"/>
                  <a:pt x="13254" y="16640"/>
                  <a:pt x="13254" y="21020"/>
                </a:cubicBezTo>
                <a:cubicBezTo>
                  <a:pt x="13254" y="23902"/>
                  <a:pt x="13986" y="26784"/>
                  <a:pt x="15449" y="29666"/>
                </a:cubicBezTo>
                <a:cubicBezTo>
                  <a:pt x="16913" y="32549"/>
                  <a:pt x="18998" y="35293"/>
                  <a:pt x="21704" y="37898"/>
                </a:cubicBezTo>
                <a:lnTo>
                  <a:pt x="35289" y="49206"/>
                </a:lnTo>
                <a:moveTo>
                  <a:pt x="26177" y="61217"/>
                </a:moveTo>
                <a:cubicBezTo>
                  <a:pt x="21593" y="65071"/>
                  <a:pt x="18197" y="69269"/>
                  <a:pt x="15988" y="73811"/>
                </a:cubicBezTo>
                <a:cubicBezTo>
                  <a:pt x="13779" y="78352"/>
                  <a:pt x="12674" y="83264"/>
                  <a:pt x="12674" y="88549"/>
                </a:cubicBezTo>
                <a:cubicBezTo>
                  <a:pt x="12674" y="95649"/>
                  <a:pt x="14621" y="101332"/>
                  <a:pt x="18514" y="105598"/>
                </a:cubicBezTo>
                <a:cubicBezTo>
                  <a:pt x="22408" y="109864"/>
                  <a:pt x="27364" y="111997"/>
                  <a:pt x="33384" y="111997"/>
                </a:cubicBezTo>
                <a:cubicBezTo>
                  <a:pt x="39348" y="111997"/>
                  <a:pt x="44125" y="110319"/>
                  <a:pt x="47715" y="106962"/>
                </a:cubicBezTo>
                <a:cubicBezTo>
                  <a:pt x="51304" y="103604"/>
                  <a:pt x="53099" y="99530"/>
                  <a:pt x="53099" y="94741"/>
                </a:cubicBezTo>
                <a:cubicBezTo>
                  <a:pt x="53099" y="90777"/>
                  <a:pt x="52050" y="87226"/>
                  <a:pt x="49951" y="84089"/>
                </a:cubicBezTo>
                <a:cubicBezTo>
                  <a:pt x="46030" y="78254"/>
                  <a:pt x="38106" y="70630"/>
                  <a:pt x="26177" y="61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3">
            <a:extLst xmlns:a="http://schemas.openxmlformats.org/drawingml/2006/main">
              <a:ext uri="{FF2B5EF4-FFF2-40B4-BE49-F238E27FC236}">
                <a16:creationId xmlns:a16="http://schemas.microsoft.com/office/drawing/2014/main" id="{07AE318F-3FAF-4808-80DC-F02BC96C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38" y="2187831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25">
            <a:extLst xmlns:a="http://schemas.openxmlformats.org/drawingml/2006/main">
              <a:ext uri="{FF2B5EF4-FFF2-40B4-BE49-F238E27FC236}">
                <a16:creationId xmlns:a16="http://schemas.microsoft.com/office/drawing/2014/main" id="{EC9D5B4A-4CD7-4D01-8685-2A2311D2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65" y="626049"/>
            <a:ext cx="165662" cy="124801"/>
          </a:xfrm>
          <a:custGeom xmlns:a="http://schemas.openxmlformats.org/drawingml/2006/main">
            <a:pathLst>
              <a:path w="165662" h="124801">
                <a:moveTo>
                  <a:pt x="79330" y="99273"/>
                </a:moveTo>
                <a:lnTo>
                  <a:pt x="70909" y="122673"/>
                </a:lnTo>
                <a:lnTo>
                  <a:pt x="0" y="122673"/>
                </a:lnTo>
                <a:lnTo>
                  <a:pt x="0" y="119327"/>
                </a:lnTo>
                <a:cubicBezTo>
                  <a:pt x="20859" y="100320"/>
                  <a:pt x="35543" y="84796"/>
                  <a:pt x="44053" y="72754"/>
                </a:cubicBezTo>
                <a:cubicBezTo>
                  <a:pt x="52562" y="60711"/>
                  <a:pt x="56816" y="49696"/>
                  <a:pt x="56816" y="39709"/>
                </a:cubicBezTo>
                <a:cubicBezTo>
                  <a:pt x="56816" y="32112"/>
                  <a:pt x="54482" y="25870"/>
                  <a:pt x="49814" y="20982"/>
                </a:cubicBezTo>
                <a:cubicBezTo>
                  <a:pt x="45146" y="16094"/>
                  <a:pt x="39562" y="13650"/>
                  <a:pt x="33062" y="13650"/>
                </a:cubicBezTo>
                <a:cubicBezTo>
                  <a:pt x="27152" y="13650"/>
                  <a:pt x="21849" y="15364"/>
                  <a:pt x="17151" y="18791"/>
                </a:cubicBezTo>
                <a:cubicBezTo>
                  <a:pt x="12454" y="22216"/>
                  <a:pt x="8982" y="27239"/>
                  <a:pt x="6736" y="33859"/>
                </a:cubicBezTo>
                <a:lnTo>
                  <a:pt x="3457" y="33859"/>
                </a:lnTo>
                <a:cubicBezTo>
                  <a:pt x="4934" y="22955"/>
                  <a:pt x="8731" y="14586"/>
                  <a:pt x="14847" y="8753"/>
                </a:cubicBezTo>
                <a:cubicBezTo>
                  <a:pt x="20963" y="2918"/>
                  <a:pt x="28600" y="0"/>
                  <a:pt x="37759" y="0"/>
                </a:cubicBezTo>
                <a:cubicBezTo>
                  <a:pt x="47509" y="0"/>
                  <a:pt x="55649" y="3132"/>
                  <a:pt x="62179" y="9396"/>
                </a:cubicBezTo>
                <a:cubicBezTo>
                  <a:pt x="68708" y="15659"/>
                  <a:pt x="71973" y="23046"/>
                  <a:pt x="71973" y="31555"/>
                </a:cubicBezTo>
                <a:cubicBezTo>
                  <a:pt x="71973" y="37641"/>
                  <a:pt x="70555" y="43728"/>
                  <a:pt x="67719" y="49814"/>
                </a:cubicBezTo>
                <a:cubicBezTo>
                  <a:pt x="63346" y="59387"/>
                  <a:pt x="56255" y="69521"/>
                  <a:pt x="46446" y="80216"/>
                </a:cubicBezTo>
                <a:cubicBezTo>
                  <a:pt x="31732" y="96256"/>
                  <a:pt x="22543" y="105858"/>
                  <a:pt x="18880" y="109023"/>
                </a:cubicBezTo>
                <a:lnTo>
                  <a:pt x="50257" y="109023"/>
                </a:lnTo>
                <a:cubicBezTo>
                  <a:pt x="56639" y="109023"/>
                  <a:pt x="61115" y="108787"/>
                  <a:pt x="63686" y="108314"/>
                </a:cubicBezTo>
                <a:cubicBezTo>
                  <a:pt x="66256" y="107842"/>
                  <a:pt x="68575" y="106881"/>
                  <a:pt x="70644" y="105434"/>
                </a:cubicBezTo>
                <a:cubicBezTo>
                  <a:pt x="72712" y="103986"/>
                  <a:pt x="74514" y="101932"/>
                  <a:pt x="76050" y="99273"/>
                </a:cubicBezTo>
                <a:lnTo>
                  <a:pt x="79330" y="99273"/>
                </a:lnTo>
                <a:close/>
                <a:moveTo>
                  <a:pt x="165662" y="2482"/>
                </a:moveTo>
                <a:lnTo>
                  <a:pt x="158748" y="17550"/>
                </a:lnTo>
                <a:lnTo>
                  <a:pt x="122584" y="17550"/>
                </a:lnTo>
                <a:lnTo>
                  <a:pt x="114696" y="33483"/>
                </a:lnTo>
                <a:cubicBezTo>
                  <a:pt x="130355" y="35793"/>
                  <a:pt x="142764" y="41626"/>
                  <a:pt x="151923" y="50983"/>
                </a:cubicBezTo>
                <a:cubicBezTo>
                  <a:pt x="159782" y="59036"/>
                  <a:pt x="163712" y="68511"/>
                  <a:pt x="163712" y="79408"/>
                </a:cubicBezTo>
                <a:cubicBezTo>
                  <a:pt x="163712" y="85745"/>
                  <a:pt x="162427" y="91608"/>
                  <a:pt x="159856" y="96996"/>
                </a:cubicBezTo>
                <a:cubicBezTo>
                  <a:pt x="157286" y="102385"/>
                  <a:pt x="154050" y="106975"/>
                  <a:pt x="150150" y="110766"/>
                </a:cubicBezTo>
                <a:cubicBezTo>
                  <a:pt x="146250" y="114555"/>
                  <a:pt x="141907" y="117604"/>
                  <a:pt x="137121" y="119915"/>
                </a:cubicBezTo>
                <a:cubicBezTo>
                  <a:pt x="130325" y="123172"/>
                  <a:pt x="123352" y="124801"/>
                  <a:pt x="116202" y="124801"/>
                </a:cubicBezTo>
                <a:cubicBezTo>
                  <a:pt x="108993" y="124801"/>
                  <a:pt x="103749" y="123575"/>
                  <a:pt x="100469" y="121122"/>
                </a:cubicBezTo>
                <a:cubicBezTo>
                  <a:pt x="97190" y="118670"/>
                  <a:pt x="95550" y="115967"/>
                  <a:pt x="95550" y="113012"/>
                </a:cubicBezTo>
                <a:cubicBezTo>
                  <a:pt x="95550" y="111357"/>
                  <a:pt x="96230" y="109895"/>
                  <a:pt x="97589" y="108624"/>
                </a:cubicBezTo>
                <a:cubicBezTo>
                  <a:pt x="98948" y="107354"/>
                  <a:pt x="100661" y="106719"/>
                  <a:pt x="102730" y="106719"/>
                </a:cubicBezTo>
                <a:cubicBezTo>
                  <a:pt x="104266" y="106719"/>
                  <a:pt x="105610" y="106955"/>
                  <a:pt x="106763" y="107428"/>
                </a:cubicBezTo>
                <a:cubicBezTo>
                  <a:pt x="107915" y="107901"/>
                  <a:pt x="109880" y="109112"/>
                  <a:pt x="112657" y="111062"/>
                </a:cubicBezTo>
                <a:cubicBezTo>
                  <a:pt x="117089" y="114135"/>
                  <a:pt x="121580" y="115701"/>
                  <a:pt x="126130" y="115760"/>
                </a:cubicBezTo>
                <a:cubicBezTo>
                  <a:pt x="133043" y="115760"/>
                  <a:pt x="139115" y="113138"/>
                  <a:pt x="144345" y="107896"/>
                </a:cubicBezTo>
                <a:cubicBezTo>
                  <a:pt x="149574" y="102652"/>
                  <a:pt x="152189" y="96267"/>
                  <a:pt x="152189" y="88742"/>
                </a:cubicBezTo>
                <a:cubicBezTo>
                  <a:pt x="152189" y="81455"/>
                  <a:pt x="149855" y="74657"/>
                  <a:pt x="145187" y="68347"/>
                </a:cubicBezTo>
                <a:cubicBezTo>
                  <a:pt x="140518" y="62036"/>
                  <a:pt x="134078" y="57162"/>
                  <a:pt x="125864" y="53725"/>
                </a:cubicBezTo>
                <a:cubicBezTo>
                  <a:pt x="119423" y="51060"/>
                  <a:pt x="110648" y="49520"/>
                  <a:pt x="99539" y="49105"/>
                </a:cubicBezTo>
                <a:lnTo>
                  <a:pt x="122584" y="2482"/>
                </a:lnTo>
                <a:lnTo>
                  <a:pt x="165662" y="24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25">
            <a:extLst xmlns:a="http://schemas.openxmlformats.org/drawingml/2006/main">
              <a:ext uri="{FF2B5EF4-FFF2-40B4-BE49-F238E27FC236}">
                <a16:creationId xmlns:a16="http://schemas.microsoft.com/office/drawing/2014/main" id="{3B97FAC1-0A28-42BA-8E1F-906C30D8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65" y="626049"/>
            <a:ext cx="165662" cy="124801"/>
          </a:xfrm>
          <a:custGeom xmlns:a="http://schemas.openxmlformats.org/drawingml/2006/main">
            <a:pathLst>
              <a:path w="165662" h="124801" fill="none">
                <a:moveTo>
                  <a:pt x="79330" y="99273"/>
                </a:moveTo>
                <a:lnTo>
                  <a:pt x="70909" y="122673"/>
                </a:lnTo>
                <a:lnTo>
                  <a:pt x="0" y="122673"/>
                </a:lnTo>
                <a:lnTo>
                  <a:pt x="0" y="119327"/>
                </a:lnTo>
                <a:cubicBezTo>
                  <a:pt x="20859" y="100320"/>
                  <a:pt x="35543" y="84796"/>
                  <a:pt x="44053" y="72754"/>
                </a:cubicBezTo>
                <a:cubicBezTo>
                  <a:pt x="52562" y="60711"/>
                  <a:pt x="56816" y="49696"/>
                  <a:pt x="56816" y="39709"/>
                </a:cubicBezTo>
                <a:cubicBezTo>
                  <a:pt x="56816" y="32112"/>
                  <a:pt x="54482" y="25870"/>
                  <a:pt x="49814" y="20982"/>
                </a:cubicBezTo>
                <a:cubicBezTo>
                  <a:pt x="45146" y="16094"/>
                  <a:pt x="39562" y="13650"/>
                  <a:pt x="33062" y="13650"/>
                </a:cubicBezTo>
                <a:cubicBezTo>
                  <a:pt x="27152" y="13650"/>
                  <a:pt x="21849" y="15364"/>
                  <a:pt x="17151" y="18791"/>
                </a:cubicBezTo>
                <a:cubicBezTo>
                  <a:pt x="12454" y="22216"/>
                  <a:pt x="8982" y="27239"/>
                  <a:pt x="6736" y="33859"/>
                </a:cubicBezTo>
                <a:lnTo>
                  <a:pt x="3457" y="33859"/>
                </a:lnTo>
                <a:cubicBezTo>
                  <a:pt x="4934" y="22955"/>
                  <a:pt x="8731" y="14586"/>
                  <a:pt x="14847" y="8753"/>
                </a:cubicBezTo>
                <a:cubicBezTo>
                  <a:pt x="20963" y="2918"/>
                  <a:pt x="28600" y="0"/>
                  <a:pt x="37759" y="0"/>
                </a:cubicBezTo>
                <a:cubicBezTo>
                  <a:pt x="47509" y="0"/>
                  <a:pt x="55649" y="3132"/>
                  <a:pt x="62179" y="9396"/>
                </a:cubicBezTo>
                <a:cubicBezTo>
                  <a:pt x="68708" y="15659"/>
                  <a:pt x="71973" y="23046"/>
                  <a:pt x="71973" y="31555"/>
                </a:cubicBezTo>
                <a:cubicBezTo>
                  <a:pt x="71973" y="37641"/>
                  <a:pt x="70555" y="43728"/>
                  <a:pt x="67719" y="49814"/>
                </a:cubicBezTo>
                <a:cubicBezTo>
                  <a:pt x="63346" y="59387"/>
                  <a:pt x="56255" y="69521"/>
                  <a:pt x="46446" y="80216"/>
                </a:cubicBezTo>
                <a:cubicBezTo>
                  <a:pt x="31732" y="96256"/>
                  <a:pt x="22543" y="105858"/>
                  <a:pt x="18880" y="109023"/>
                </a:cubicBezTo>
                <a:lnTo>
                  <a:pt x="50257" y="109023"/>
                </a:lnTo>
                <a:cubicBezTo>
                  <a:pt x="56639" y="109023"/>
                  <a:pt x="61115" y="108787"/>
                  <a:pt x="63686" y="108314"/>
                </a:cubicBezTo>
                <a:cubicBezTo>
                  <a:pt x="66256" y="107842"/>
                  <a:pt x="68575" y="106881"/>
                  <a:pt x="70644" y="105434"/>
                </a:cubicBezTo>
                <a:cubicBezTo>
                  <a:pt x="72712" y="103986"/>
                  <a:pt x="74514" y="101932"/>
                  <a:pt x="76050" y="99273"/>
                </a:cubicBezTo>
                <a:lnTo>
                  <a:pt x="79330" y="99273"/>
                </a:lnTo>
                <a:close/>
                <a:moveTo>
                  <a:pt x="165662" y="2482"/>
                </a:moveTo>
                <a:lnTo>
                  <a:pt x="158748" y="17550"/>
                </a:lnTo>
                <a:lnTo>
                  <a:pt x="122584" y="17550"/>
                </a:lnTo>
                <a:lnTo>
                  <a:pt x="114696" y="33483"/>
                </a:lnTo>
                <a:cubicBezTo>
                  <a:pt x="130355" y="35793"/>
                  <a:pt x="142764" y="41626"/>
                  <a:pt x="151923" y="50983"/>
                </a:cubicBezTo>
                <a:cubicBezTo>
                  <a:pt x="159782" y="59036"/>
                  <a:pt x="163712" y="68511"/>
                  <a:pt x="163712" y="79408"/>
                </a:cubicBezTo>
                <a:cubicBezTo>
                  <a:pt x="163712" y="85745"/>
                  <a:pt x="162427" y="91608"/>
                  <a:pt x="159856" y="96996"/>
                </a:cubicBezTo>
                <a:cubicBezTo>
                  <a:pt x="157286" y="102385"/>
                  <a:pt x="154050" y="106975"/>
                  <a:pt x="150150" y="110766"/>
                </a:cubicBezTo>
                <a:cubicBezTo>
                  <a:pt x="146250" y="114555"/>
                  <a:pt x="141907" y="117604"/>
                  <a:pt x="137121" y="119915"/>
                </a:cubicBezTo>
                <a:cubicBezTo>
                  <a:pt x="130325" y="123172"/>
                  <a:pt x="123352" y="124801"/>
                  <a:pt x="116202" y="124801"/>
                </a:cubicBezTo>
                <a:cubicBezTo>
                  <a:pt x="108993" y="124801"/>
                  <a:pt x="103749" y="123575"/>
                  <a:pt x="100469" y="121122"/>
                </a:cubicBezTo>
                <a:cubicBezTo>
                  <a:pt x="97190" y="118670"/>
                  <a:pt x="95550" y="115967"/>
                  <a:pt x="95550" y="113012"/>
                </a:cubicBezTo>
                <a:cubicBezTo>
                  <a:pt x="95550" y="111357"/>
                  <a:pt x="96230" y="109895"/>
                  <a:pt x="97589" y="108624"/>
                </a:cubicBezTo>
                <a:cubicBezTo>
                  <a:pt x="98948" y="107354"/>
                  <a:pt x="100661" y="106719"/>
                  <a:pt x="102730" y="106719"/>
                </a:cubicBezTo>
                <a:cubicBezTo>
                  <a:pt x="104266" y="106719"/>
                  <a:pt x="105610" y="106955"/>
                  <a:pt x="106763" y="107428"/>
                </a:cubicBezTo>
                <a:cubicBezTo>
                  <a:pt x="107915" y="107901"/>
                  <a:pt x="109880" y="109112"/>
                  <a:pt x="112657" y="111062"/>
                </a:cubicBezTo>
                <a:cubicBezTo>
                  <a:pt x="117089" y="114135"/>
                  <a:pt x="121580" y="115701"/>
                  <a:pt x="126130" y="115760"/>
                </a:cubicBezTo>
                <a:cubicBezTo>
                  <a:pt x="133043" y="115760"/>
                  <a:pt x="139115" y="113138"/>
                  <a:pt x="144345" y="107896"/>
                </a:cubicBezTo>
                <a:cubicBezTo>
                  <a:pt x="149574" y="102652"/>
                  <a:pt x="152189" y="96267"/>
                  <a:pt x="152189" y="88742"/>
                </a:cubicBezTo>
                <a:cubicBezTo>
                  <a:pt x="152189" y="81455"/>
                  <a:pt x="149855" y="74657"/>
                  <a:pt x="145187" y="68347"/>
                </a:cubicBezTo>
                <a:cubicBezTo>
                  <a:pt x="140518" y="62036"/>
                  <a:pt x="134078" y="57162"/>
                  <a:pt x="125864" y="53725"/>
                </a:cubicBezTo>
                <a:cubicBezTo>
                  <a:pt x="119423" y="51060"/>
                  <a:pt x="110648" y="49520"/>
                  <a:pt x="99539" y="49105"/>
                </a:cubicBezTo>
                <a:lnTo>
                  <a:pt x="122584" y="2482"/>
                </a:lnTo>
                <a:lnTo>
                  <a:pt x="165662" y="2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9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FF694-E662-48E6-9DF5-DB5CE362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563" y="778855"/>
            <a:ext cx="181529" cy="9076"/>
          </a:xfrm>
          <a:custGeom xmlns:a="http://schemas.openxmlformats.org/drawingml/2006/main">
            <a:pathLst>
              <a:path w="181529" h="9076">
                <a:moveTo>
                  <a:pt x="181529" y="9076"/>
                </a:moveTo>
                <a:lnTo>
                  <a:pt x="0" y="9076"/>
                </a:lnTo>
                <a:lnTo>
                  <a:pt x="0" y="0"/>
                </a:lnTo>
                <a:lnTo>
                  <a:pt x="181529" y="0"/>
                </a:lnTo>
                <a:lnTo>
                  <a:pt x="181529" y="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2">
            <a:extLst xmlns:a="http://schemas.openxmlformats.org/drawingml/2006/main">
              <a:ext uri="{FF2B5EF4-FFF2-40B4-BE49-F238E27FC236}">
                <a16:creationId xmlns:a16="http://schemas.microsoft.com/office/drawing/2014/main" id="{23129720-D884-4061-9434-E599EF13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262" y="967784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1">
            <a:extLst xmlns:a="http://schemas.openxmlformats.org/drawingml/2006/main">
              <a:ext uri="{FF2B5EF4-FFF2-40B4-BE49-F238E27FC236}">
                <a16:creationId xmlns:a16="http://schemas.microsoft.com/office/drawing/2014/main" id="{58F0FBB2-DFFC-4CC2-80EE-18577AA8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560" y="2395292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1">
            <a:extLst xmlns:a="http://schemas.openxmlformats.org/drawingml/2006/main">
              <a:ext uri="{FF2B5EF4-FFF2-40B4-BE49-F238E27FC236}">
                <a16:creationId xmlns:a16="http://schemas.microsoft.com/office/drawing/2014/main" id="{07F3A528-B67B-46CA-997A-3802F077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830" y="2140451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1">
            <a:extLst xmlns:a="http://schemas.openxmlformats.org/drawingml/2006/main">
              <a:ext uri="{FF2B5EF4-FFF2-40B4-BE49-F238E27FC236}">
                <a16:creationId xmlns:a16="http://schemas.microsoft.com/office/drawing/2014/main" id="{ABA1EA15-612E-47D3-B178-09ED689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897" y="1532972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1">
            <a:extLst xmlns:a="http://schemas.openxmlformats.org/drawingml/2006/main">
              <a:ext uri="{FF2B5EF4-FFF2-40B4-BE49-F238E27FC236}">
                <a16:creationId xmlns:a16="http://schemas.microsoft.com/office/drawing/2014/main" id="{8EAE89B2-3656-484D-BE8E-A73D11D8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298" y="1888998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7">
            <a:extLst xmlns:a="http://schemas.openxmlformats.org/drawingml/2006/main">
              <a:ext uri="{FF2B5EF4-FFF2-40B4-BE49-F238E27FC236}">
                <a16:creationId xmlns:a16="http://schemas.microsoft.com/office/drawing/2014/main" id="{3BE852BF-BE6F-4B0F-893A-EC2C226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272" y="1870357"/>
            <a:ext cx="70992" cy="114648"/>
          </a:xfrm>
          <a:custGeom xmlns:a="http://schemas.openxmlformats.org/drawingml/2006/main">
            <a:pathLst>
              <a:path w="70992" h="114648">
                <a:moveTo>
                  <a:pt x="10769" y="0"/>
                </a:moveTo>
                <a:lnTo>
                  <a:pt x="70992" y="0"/>
                </a:lnTo>
                <a:lnTo>
                  <a:pt x="70992" y="3122"/>
                </a:lnTo>
                <a:lnTo>
                  <a:pt x="33549" y="114648"/>
                </a:lnTo>
                <a:lnTo>
                  <a:pt x="24272" y="114648"/>
                </a:lnTo>
                <a:lnTo>
                  <a:pt x="57821" y="13585"/>
                </a:lnTo>
                <a:lnTo>
                  <a:pt x="26922" y="13585"/>
                </a:lnTo>
                <a:cubicBezTo>
                  <a:pt x="20682" y="13585"/>
                  <a:pt x="16236" y="14331"/>
                  <a:pt x="13585" y="15822"/>
                </a:cubicBezTo>
                <a:cubicBezTo>
                  <a:pt x="8947" y="18362"/>
                  <a:pt x="5219" y="22283"/>
                  <a:pt x="2402" y="27585"/>
                </a:cubicBezTo>
                <a:lnTo>
                  <a:pt x="0" y="26674"/>
                </a:lnTo>
                <a:lnTo>
                  <a:pt x="107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9">
            <a:extLst xmlns:a="http://schemas.openxmlformats.org/drawingml/2006/main">
              <a:ext uri="{FF2B5EF4-FFF2-40B4-BE49-F238E27FC236}">
                <a16:creationId xmlns:a16="http://schemas.microsoft.com/office/drawing/2014/main" id="{38745A28-A4A0-4453-8A49-AF25C2C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618" y="874720"/>
            <a:ext cx="70827" cy="116967"/>
          </a:xfrm>
          <a:custGeom xmlns:a="http://schemas.openxmlformats.org/drawingml/2006/main">
            <a:pathLst>
              <a:path w="70827" h="116967">
                <a:moveTo>
                  <a:pt x="2237" y="116967"/>
                </a:moveTo>
                <a:lnTo>
                  <a:pt x="2237" y="113820"/>
                </a:lnTo>
                <a:cubicBezTo>
                  <a:pt x="9416" y="113709"/>
                  <a:pt x="16098" y="112043"/>
                  <a:pt x="22283" y="108821"/>
                </a:cubicBezTo>
                <a:cubicBezTo>
                  <a:pt x="28469" y="105597"/>
                  <a:pt x="34447" y="99964"/>
                  <a:pt x="40218" y="91922"/>
                </a:cubicBezTo>
                <a:cubicBezTo>
                  <a:pt x="45989" y="83878"/>
                  <a:pt x="50007" y="74997"/>
                  <a:pt x="52271" y="65279"/>
                </a:cubicBezTo>
                <a:cubicBezTo>
                  <a:pt x="43600" y="70910"/>
                  <a:pt x="35758" y="73726"/>
                  <a:pt x="28745" y="73726"/>
                </a:cubicBezTo>
                <a:cubicBezTo>
                  <a:pt x="20848" y="73726"/>
                  <a:pt x="14082" y="70675"/>
                  <a:pt x="8449" y="64572"/>
                </a:cubicBezTo>
                <a:cubicBezTo>
                  <a:pt x="2816" y="58470"/>
                  <a:pt x="0" y="50366"/>
                  <a:pt x="0" y="40259"/>
                </a:cubicBezTo>
                <a:cubicBezTo>
                  <a:pt x="0" y="30429"/>
                  <a:pt x="2817" y="21676"/>
                  <a:pt x="8450" y="14000"/>
                </a:cubicBezTo>
                <a:cubicBezTo>
                  <a:pt x="15242" y="4667"/>
                  <a:pt x="24106" y="0"/>
                  <a:pt x="35041" y="0"/>
                </a:cubicBezTo>
                <a:cubicBezTo>
                  <a:pt x="44263" y="0"/>
                  <a:pt x="52160" y="3811"/>
                  <a:pt x="58732" y="11432"/>
                </a:cubicBezTo>
                <a:cubicBezTo>
                  <a:pt x="66795" y="20875"/>
                  <a:pt x="70827" y="32528"/>
                  <a:pt x="70827" y="46389"/>
                </a:cubicBezTo>
                <a:cubicBezTo>
                  <a:pt x="70827" y="58870"/>
                  <a:pt x="67762" y="70509"/>
                  <a:pt x="61632" y="81306"/>
                </a:cubicBezTo>
                <a:cubicBezTo>
                  <a:pt x="55502" y="92102"/>
                  <a:pt x="46969" y="101063"/>
                  <a:pt x="36035" y="108187"/>
                </a:cubicBezTo>
                <a:cubicBezTo>
                  <a:pt x="27143" y="114041"/>
                  <a:pt x="17451" y="116967"/>
                  <a:pt x="6958" y="116967"/>
                </a:cubicBezTo>
                <a:lnTo>
                  <a:pt x="2237" y="116967"/>
                </a:lnTo>
                <a:moveTo>
                  <a:pt x="53596" y="59165"/>
                </a:moveTo>
                <a:cubicBezTo>
                  <a:pt x="54590" y="52004"/>
                  <a:pt x="55087" y="46276"/>
                  <a:pt x="55087" y="41981"/>
                </a:cubicBezTo>
                <a:cubicBezTo>
                  <a:pt x="55087" y="36640"/>
                  <a:pt x="54176" y="30871"/>
                  <a:pt x="52354" y="24675"/>
                </a:cubicBezTo>
                <a:cubicBezTo>
                  <a:pt x="50531" y="18478"/>
                  <a:pt x="47949" y="13728"/>
                  <a:pt x="44608" y="10425"/>
                </a:cubicBezTo>
                <a:cubicBezTo>
                  <a:pt x="41267" y="7120"/>
                  <a:pt x="37470" y="5467"/>
                  <a:pt x="33218" y="5467"/>
                </a:cubicBezTo>
                <a:cubicBezTo>
                  <a:pt x="28303" y="5467"/>
                  <a:pt x="23995" y="7670"/>
                  <a:pt x="20295" y="12076"/>
                </a:cubicBezTo>
                <a:cubicBezTo>
                  <a:pt x="16595" y="16482"/>
                  <a:pt x="14745" y="23036"/>
                  <a:pt x="14745" y="31737"/>
                </a:cubicBezTo>
                <a:cubicBezTo>
                  <a:pt x="14745" y="43359"/>
                  <a:pt x="17203" y="52446"/>
                  <a:pt x="22118" y="58999"/>
                </a:cubicBezTo>
                <a:cubicBezTo>
                  <a:pt x="25707" y="63736"/>
                  <a:pt x="30125" y="66105"/>
                  <a:pt x="35372" y="66105"/>
                </a:cubicBezTo>
                <a:cubicBezTo>
                  <a:pt x="37912" y="66105"/>
                  <a:pt x="40922" y="65499"/>
                  <a:pt x="44401" y="64288"/>
                </a:cubicBezTo>
                <a:cubicBezTo>
                  <a:pt x="47880" y="63076"/>
                  <a:pt x="50945" y="61368"/>
                  <a:pt x="53596" y="59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74">
            <a:extLst xmlns:a="http://schemas.openxmlformats.org/drawingml/2006/main">
              <a:ext uri="{FF2B5EF4-FFF2-40B4-BE49-F238E27FC236}">
                <a16:creationId xmlns:a16="http://schemas.microsoft.com/office/drawing/2014/main" id="{0F7031A8-1988-42EE-80E4-B42754CA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509" y="1114781"/>
            <a:ext cx="157476" cy="116967"/>
          </a:xfrm>
          <a:custGeom xmlns:a="http://schemas.openxmlformats.org/drawingml/2006/main">
            <a:pathLst>
              <a:path w="157476" h="116967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7"/>
                </a:lnTo>
                <a:lnTo>
                  <a:pt x="24272" y="116967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7476" y="73229"/>
                </a:moveTo>
                <a:lnTo>
                  <a:pt x="157476" y="84992"/>
                </a:lnTo>
                <a:lnTo>
                  <a:pt x="142399" y="84992"/>
                </a:lnTo>
                <a:lnTo>
                  <a:pt x="142399" y="114648"/>
                </a:lnTo>
                <a:lnTo>
                  <a:pt x="128731" y="114648"/>
                </a:lnTo>
                <a:lnTo>
                  <a:pt x="128731" y="84992"/>
                </a:lnTo>
                <a:lnTo>
                  <a:pt x="81182" y="84992"/>
                </a:lnTo>
                <a:lnTo>
                  <a:pt x="81182" y="74389"/>
                </a:lnTo>
                <a:lnTo>
                  <a:pt x="133287" y="0"/>
                </a:lnTo>
                <a:lnTo>
                  <a:pt x="142399" y="0"/>
                </a:lnTo>
                <a:lnTo>
                  <a:pt x="142399" y="73229"/>
                </a:lnTo>
                <a:lnTo>
                  <a:pt x="157476" y="73229"/>
                </a:lnTo>
                <a:moveTo>
                  <a:pt x="128731" y="73229"/>
                </a:moveTo>
                <a:lnTo>
                  <a:pt x="128731" y="17510"/>
                </a:lnTo>
                <a:lnTo>
                  <a:pt x="89300" y="73229"/>
                </a:lnTo>
                <a:lnTo>
                  <a:pt x="128731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4">
            <a:extLst xmlns:a="http://schemas.openxmlformats.org/drawingml/2006/main">
              <a:ext uri="{FF2B5EF4-FFF2-40B4-BE49-F238E27FC236}">
                <a16:creationId xmlns:a16="http://schemas.microsoft.com/office/drawing/2014/main" id="{456EC9FA-473C-4026-90BA-7B13591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43" y="1160583"/>
            <a:ext cx="76294" cy="114648"/>
          </a:xfrm>
          <a:custGeom xmlns:a="http://schemas.openxmlformats.org/drawingml/2006/main">
            <a:pathLst>
              <a:path w="76294" h="114648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176">
            <a:extLst xmlns:a="http://schemas.openxmlformats.org/drawingml/2006/main">
              <a:ext uri="{FF2B5EF4-FFF2-40B4-BE49-F238E27FC236}">
                <a16:creationId xmlns:a16="http://schemas.microsoft.com/office/drawing/2014/main" id="{4C7B7F33-386F-429A-A4F8-9EAF1EE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667" y="1371318"/>
            <a:ext cx="228054" cy="116967"/>
          </a:xfrm>
          <a:custGeom xmlns:a="http://schemas.openxmlformats.org/drawingml/2006/main">
            <a:pathLst>
              <a:path w="228054" h="116967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82010" y="2319"/>
                </a:moveTo>
                <a:lnTo>
                  <a:pt x="142234" y="2319"/>
                </a:lnTo>
                <a:lnTo>
                  <a:pt x="142234" y="5441"/>
                </a:lnTo>
                <a:lnTo>
                  <a:pt x="104791" y="116967"/>
                </a:lnTo>
                <a:lnTo>
                  <a:pt x="95513" y="116967"/>
                </a:lnTo>
                <a:lnTo>
                  <a:pt x="129062" y="15905"/>
                </a:lnTo>
                <a:lnTo>
                  <a:pt x="98164" y="15905"/>
                </a:lnTo>
                <a:cubicBezTo>
                  <a:pt x="91923" y="15905"/>
                  <a:pt x="87478" y="16650"/>
                  <a:pt x="84827" y="18142"/>
                </a:cubicBezTo>
                <a:cubicBezTo>
                  <a:pt x="80188" y="20682"/>
                  <a:pt x="76460" y="24603"/>
                  <a:pt x="73644" y="29905"/>
                </a:cubicBezTo>
                <a:lnTo>
                  <a:pt x="71241" y="28993"/>
                </a:lnTo>
                <a:lnTo>
                  <a:pt x="82010" y="2319"/>
                </a:lnTo>
                <a:close/>
                <a:moveTo>
                  <a:pt x="225817" y="0"/>
                </a:moveTo>
                <a:lnTo>
                  <a:pt x="225817" y="3314"/>
                </a:lnTo>
                <a:cubicBezTo>
                  <a:pt x="218527" y="4026"/>
                  <a:pt x="212577" y="5466"/>
                  <a:pt x="207966" y="7634"/>
                </a:cubicBezTo>
                <a:cubicBezTo>
                  <a:pt x="203354" y="9800"/>
                  <a:pt x="198798" y="13105"/>
                  <a:pt x="194297" y="17549"/>
                </a:cubicBezTo>
                <a:cubicBezTo>
                  <a:pt x="189796" y="21991"/>
                  <a:pt x="186069" y="26941"/>
                  <a:pt x="183114" y="32400"/>
                </a:cubicBezTo>
                <a:cubicBezTo>
                  <a:pt x="180160" y="37857"/>
                  <a:pt x="177688" y="44343"/>
                  <a:pt x="175700" y="51859"/>
                </a:cubicBezTo>
                <a:cubicBezTo>
                  <a:pt x="183653" y="46335"/>
                  <a:pt x="191633" y="43573"/>
                  <a:pt x="199640" y="43573"/>
                </a:cubicBezTo>
                <a:cubicBezTo>
                  <a:pt x="207317" y="43573"/>
                  <a:pt x="213971" y="46672"/>
                  <a:pt x="219604" y="52871"/>
                </a:cubicBezTo>
                <a:cubicBezTo>
                  <a:pt x="225237" y="59071"/>
                  <a:pt x="228054" y="67041"/>
                  <a:pt x="228054" y="76783"/>
                </a:cubicBezTo>
                <a:cubicBezTo>
                  <a:pt x="228054" y="86192"/>
                  <a:pt x="225210" y="94772"/>
                  <a:pt x="219521" y="102523"/>
                </a:cubicBezTo>
                <a:cubicBezTo>
                  <a:pt x="212674" y="111932"/>
                  <a:pt x="203617" y="116636"/>
                  <a:pt x="192351" y="116636"/>
                </a:cubicBezTo>
                <a:cubicBezTo>
                  <a:pt x="184674" y="116636"/>
                  <a:pt x="178158" y="114096"/>
                  <a:pt x="172801" y="109015"/>
                </a:cubicBezTo>
                <a:cubicBezTo>
                  <a:pt x="162308" y="99130"/>
                  <a:pt x="157061" y="86317"/>
                  <a:pt x="157062" y="70578"/>
                </a:cubicBezTo>
                <a:cubicBezTo>
                  <a:pt x="157062" y="60527"/>
                  <a:pt x="159077" y="50973"/>
                  <a:pt x="163109" y="41916"/>
                </a:cubicBezTo>
                <a:cubicBezTo>
                  <a:pt x="167140" y="32859"/>
                  <a:pt x="172897" y="24824"/>
                  <a:pt x="180380" y="17810"/>
                </a:cubicBezTo>
                <a:cubicBezTo>
                  <a:pt x="187864" y="10797"/>
                  <a:pt x="195029" y="6075"/>
                  <a:pt x="201877" y="3645"/>
                </a:cubicBezTo>
                <a:cubicBezTo>
                  <a:pt x="208725" y="1215"/>
                  <a:pt x="215103" y="0"/>
                  <a:pt x="221013" y="0"/>
                </a:cubicBezTo>
                <a:lnTo>
                  <a:pt x="225817" y="0"/>
                </a:lnTo>
                <a:moveTo>
                  <a:pt x="174292" y="57914"/>
                </a:moveTo>
                <a:cubicBezTo>
                  <a:pt x="173298" y="65380"/>
                  <a:pt x="172801" y="71407"/>
                  <a:pt x="172801" y="75996"/>
                </a:cubicBezTo>
                <a:cubicBezTo>
                  <a:pt x="172801" y="81305"/>
                  <a:pt x="173781" y="87070"/>
                  <a:pt x="175741" y="93291"/>
                </a:cubicBezTo>
                <a:cubicBezTo>
                  <a:pt x="177702" y="99513"/>
                  <a:pt x="180615" y="104449"/>
                  <a:pt x="184481" y="108099"/>
                </a:cubicBezTo>
                <a:cubicBezTo>
                  <a:pt x="187297" y="110698"/>
                  <a:pt x="190721" y="111997"/>
                  <a:pt x="194753" y="111997"/>
                </a:cubicBezTo>
                <a:cubicBezTo>
                  <a:pt x="199557" y="111997"/>
                  <a:pt x="203851" y="109730"/>
                  <a:pt x="207634" y="105197"/>
                </a:cubicBezTo>
                <a:cubicBezTo>
                  <a:pt x="211417" y="100661"/>
                  <a:pt x="213309" y="94190"/>
                  <a:pt x="213309" y="85784"/>
                </a:cubicBezTo>
                <a:cubicBezTo>
                  <a:pt x="213309" y="76328"/>
                  <a:pt x="211431" y="68145"/>
                  <a:pt x="207676" y="61233"/>
                </a:cubicBezTo>
                <a:cubicBezTo>
                  <a:pt x="203920" y="54319"/>
                  <a:pt x="198591" y="50863"/>
                  <a:pt x="191688" y="50863"/>
                </a:cubicBezTo>
                <a:cubicBezTo>
                  <a:pt x="189589" y="50863"/>
                  <a:pt x="187339" y="51305"/>
                  <a:pt x="184937" y="52191"/>
                </a:cubicBezTo>
                <a:cubicBezTo>
                  <a:pt x="182534" y="53074"/>
                  <a:pt x="178986" y="54982"/>
                  <a:pt x="174292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2">
            <a:extLst xmlns:a="http://schemas.openxmlformats.org/drawingml/2006/main">
              <a:ext uri="{FF2B5EF4-FFF2-40B4-BE49-F238E27FC236}">
                <a16:creationId xmlns:a16="http://schemas.microsoft.com/office/drawing/2014/main" id="{A678379D-4E40-42D8-83D8-51121AC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61" y="1513340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65">
            <a:extLst xmlns:a="http://schemas.openxmlformats.org/drawingml/2006/main">
              <a:ext uri="{FF2B5EF4-FFF2-40B4-BE49-F238E27FC236}">
                <a16:creationId xmlns:a16="http://schemas.microsoft.com/office/drawing/2014/main" id="{2AC2C87B-6A85-4A1E-8841-41E0996A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37" y="1332055"/>
            <a:ext cx="151180" cy="116636"/>
          </a:xfrm>
          <a:custGeom xmlns:a="http://schemas.openxmlformats.org/drawingml/2006/main">
            <a:pathLst>
              <a:path w="151180" h="116636">
                <a:moveTo>
                  <a:pt x="68756" y="0"/>
                </a:moveTo>
                <a:lnTo>
                  <a:pt x="68756" y="3314"/>
                </a:lnTo>
                <a:cubicBezTo>
                  <a:pt x="61466" y="4026"/>
                  <a:pt x="55515" y="5466"/>
                  <a:pt x="50904" y="7634"/>
                </a:cubicBezTo>
                <a:cubicBezTo>
                  <a:pt x="46293" y="9800"/>
                  <a:pt x="41737" y="13105"/>
                  <a:pt x="37236" y="17549"/>
                </a:cubicBezTo>
                <a:cubicBezTo>
                  <a:pt x="32735" y="21991"/>
                  <a:pt x="29007" y="26941"/>
                  <a:pt x="26053" y="32400"/>
                </a:cubicBezTo>
                <a:cubicBezTo>
                  <a:pt x="23098" y="37857"/>
                  <a:pt x="20627" y="44343"/>
                  <a:pt x="18639" y="51859"/>
                </a:cubicBezTo>
                <a:cubicBezTo>
                  <a:pt x="26591" y="46335"/>
                  <a:pt x="34571" y="43573"/>
                  <a:pt x="42579" y="43573"/>
                </a:cubicBezTo>
                <a:cubicBezTo>
                  <a:pt x="50255" y="43573"/>
                  <a:pt x="56910" y="46672"/>
                  <a:pt x="62543" y="52871"/>
                </a:cubicBezTo>
                <a:cubicBezTo>
                  <a:pt x="68176" y="59071"/>
                  <a:pt x="70992" y="67041"/>
                  <a:pt x="70992" y="76783"/>
                </a:cubicBezTo>
                <a:cubicBezTo>
                  <a:pt x="70992" y="86192"/>
                  <a:pt x="68148" y="94772"/>
                  <a:pt x="62460" y="102523"/>
                </a:cubicBezTo>
                <a:cubicBezTo>
                  <a:pt x="55612" y="111932"/>
                  <a:pt x="46555" y="116636"/>
                  <a:pt x="35289" y="116636"/>
                </a:cubicBezTo>
                <a:cubicBezTo>
                  <a:pt x="27613" y="116636"/>
                  <a:pt x="21096" y="114096"/>
                  <a:pt x="15739" y="109015"/>
                </a:cubicBezTo>
                <a:cubicBezTo>
                  <a:pt x="5246" y="99130"/>
                  <a:pt x="0" y="86317"/>
                  <a:pt x="0" y="70578"/>
                </a:cubicBezTo>
                <a:cubicBezTo>
                  <a:pt x="0" y="60527"/>
                  <a:pt x="2016" y="50973"/>
                  <a:pt x="6047" y="41916"/>
                </a:cubicBezTo>
                <a:cubicBezTo>
                  <a:pt x="10079" y="32859"/>
                  <a:pt x="15836" y="24824"/>
                  <a:pt x="23319" y="17810"/>
                </a:cubicBezTo>
                <a:cubicBezTo>
                  <a:pt x="30802" y="10797"/>
                  <a:pt x="37968" y="6075"/>
                  <a:pt x="44815" y="3645"/>
                </a:cubicBezTo>
                <a:cubicBezTo>
                  <a:pt x="51663" y="1215"/>
                  <a:pt x="58042" y="0"/>
                  <a:pt x="63951" y="0"/>
                </a:cubicBezTo>
                <a:lnTo>
                  <a:pt x="68756" y="0"/>
                </a:lnTo>
                <a:moveTo>
                  <a:pt x="17230" y="57914"/>
                </a:moveTo>
                <a:cubicBezTo>
                  <a:pt x="16236" y="65380"/>
                  <a:pt x="15739" y="71407"/>
                  <a:pt x="15739" y="75996"/>
                </a:cubicBezTo>
                <a:cubicBezTo>
                  <a:pt x="15739" y="81305"/>
                  <a:pt x="16720" y="87070"/>
                  <a:pt x="18680" y="93291"/>
                </a:cubicBezTo>
                <a:cubicBezTo>
                  <a:pt x="20641" y="99513"/>
                  <a:pt x="23554" y="104449"/>
                  <a:pt x="27419" y="108099"/>
                </a:cubicBezTo>
                <a:cubicBezTo>
                  <a:pt x="30236" y="110698"/>
                  <a:pt x="33660" y="111997"/>
                  <a:pt x="37691" y="111997"/>
                </a:cubicBezTo>
                <a:cubicBezTo>
                  <a:pt x="42496" y="111997"/>
                  <a:pt x="46790" y="109730"/>
                  <a:pt x="50573" y="105197"/>
                </a:cubicBezTo>
                <a:cubicBezTo>
                  <a:pt x="54356" y="100661"/>
                  <a:pt x="56247" y="94190"/>
                  <a:pt x="56247" y="85784"/>
                </a:cubicBezTo>
                <a:cubicBezTo>
                  <a:pt x="56247" y="76328"/>
                  <a:pt x="54369" y="68145"/>
                  <a:pt x="50614" y="61233"/>
                </a:cubicBezTo>
                <a:cubicBezTo>
                  <a:pt x="46859" y="54319"/>
                  <a:pt x="41530" y="50863"/>
                  <a:pt x="34626" y="50863"/>
                </a:cubicBezTo>
                <a:cubicBezTo>
                  <a:pt x="32528" y="50863"/>
                  <a:pt x="30277" y="51305"/>
                  <a:pt x="27875" y="52191"/>
                </a:cubicBezTo>
                <a:cubicBezTo>
                  <a:pt x="25473" y="53074"/>
                  <a:pt x="21925" y="54982"/>
                  <a:pt x="17230" y="57914"/>
                </a:cubicBezTo>
                <a:close/>
                <a:moveTo>
                  <a:pt x="151180" y="2319"/>
                </a:moveTo>
                <a:lnTo>
                  <a:pt x="144718" y="16402"/>
                </a:lnTo>
                <a:lnTo>
                  <a:pt x="110920" y="16402"/>
                </a:lnTo>
                <a:lnTo>
                  <a:pt x="103548" y="31292"/>
                </a:lnTo>
                <a:cubicBezTo>
                  <a:pt x="118182" y="33451"/>
                  <a:pt x="129780" y="38903"/>
                  <a:pt x="138340" y="47647"/>
                </a:cubicBezTo>
                <a:cubicBezTo>
                  <a:pt x="145685" y="55174"/>
                  <a:pt x="149357" y="64029"/>
                  <a:pt x="149357" y="74213"/>
                </a:cubicBezTo>
                <a:cubicBezTo>
                  <a:pt x="149357" y="80136"/>
                  <a:pt x="148156" y="85615"/>
                  <a:pt x="145754" y="90651"/>
                </a:cubicBezTo>
                <a:cubicBezTo>
                  <a:pt x="143351" y="95687"/>
                  <a:pt x="140328" y="99976"/>
                  <a:pt x="136683" y="103519"/>
                </a:cubicBezTo>
                <a:cubicBezTo>
                  <a:pt x="133038" y="107061"/>
                  <a:pt x="128979" y="109911"/>
                  <a:pt x="124506" y="112070"/>
                </a:cubicBezTo>
                <a:cubicBezTo>
                  <a:pt x="118155" y="115114"/>
                  <a:pt x="111638" y="116636"/>
                  <a:pt x="104956" y="116636"/>
                </a:cubicBezTo>
                <a:cubicBezTo>
                  <a:pt x="98218" y="116636"/>
                  <a:pt x="93317" y="115490"/>
                  <a:pt x="90252" y="113198"/>
                </a:cubicBezTo>
                <a:cubicBezTo>
                  <a:pt x="87187" y="110906"/>
                  <a:pt x="85655" y="108380"/>
                  <a:pt x="85655" y="105619"/>
                </a:cubicBezTo>
                <a:cubicBezTo>
                  <a:pt x="85655" y="104072"/>
                  <a:pt x="86290" y="102706"/>
                  <a:pt x="87560" y="101518"/>
                </a:cubicBezTo>
                <a:cubicBezTo>
                  <a:pt x="88830" y="100331"/>
                  <a:pt x="90432" y="99737"/>
                  <a:pt x="92365" y="99737"/>
                </a:cubicBezTo>
                <a:cubicBezTo>
                  <a:pt x="93800" y="99737"/>
                  <a:pt x="95057" y="99958"/>
                  <a:pt x="96134" y="100400"/>
                </a:cubicBezTo>
                <a:cubicBezTo>
                  <a:pt x="97211" y="100842"/>
                  <a:pt x="99047" y="101974"/>
                  <a:pt x="101642" y="103796"/>
                </a:cubicBezTo>
                <a:cubicBezTo>
                  <a:pt x="105784" y="106668"/>
                  <a:pt x="109981" y="108131"/>
                  <a:pt x="114234" y="108187"/>
                </a:cubicBezTo>
                <a:cubicBezTo>
                  <a:pt x="120695" y="108187"/>
                  <a:pt x="126370" y="105737"/>
                  <a:pt x="131257" y="100837"/>
                </a:cubicBezTo>
                <a:cubicBezTo>
                  <a:pt x="136145" y="95936"/>
                  <a:pt x="138588" y="89969"/>
                  <a:pt x="138588" y="82937"/>
                </a:cubicBezTo>
                <a:cubicBezTo>
                  <a:pt x="138588" y="76127"/>
                  <a:pt x="136407" y="69773"/>
                  <a:pt x="132044" y="63876"/>
                </a:cubicBezTo>
                <a:cubicBezTo>
                  <a:pt x="127681" y="57977"/>
                  <a:pt x="121662" y="53422"/>
                  <a:pt x="113985" y="50210"/>
                </a:cubicBezTo>
                <a:cubicBezTo>
                  <a:pt x="107966" y="47720"/>
                  <a:pt x="99765" y="46281"/>
                  <a:pt x="89382" y="45892"/>
                </a:cubicBezTo>
                <a:lnTo>
                  <a:pt x="110920" y="2319"/>
                </a:lnTo>
                <a:lnTo>
                  <a:pt x="151180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5">
            <a:extLst xmlns:a="http://schemas.openxmlformats.org/drawingml/2006/main">
              <a:ext uri="{FF2B5EF4-FFF2-40B4-BE49-F238E27FC236}">
                <a16:creationId xmlns:a16="http://schemas.microsoft.com/office/drawing/2014/main" id="{1691AADB-0CE7-447A-B022-9C41BECF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3900" y="1810008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1185">
            <a:extLst xmlns:a="http://schemas.openxmlformats.org/drawingml/2006/main">
              <a:ext uri="{FF2B5EF4-FFF2-40B4-BE49-F238E27FC236}">
                <a16:creationId xmlns:a16="http://schemas.microsoft.com/office/drawing/2014/main" id="{B2459BE7-FE76-4CD2-8B15-4B8F3B7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968" y="1701172"/>
            <a:ext cx="308241" cy="116636"/>
          </a:xfrm>
          <a:custGeom xmlns:a="http://schemas.openxmlformats.org/drawingml/2006/main">
            <a:pathLst>
              <a:path w="308241" h="116636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84826" y="13254"/>
                </a:moveTo>
                <a:lnTo>
                  <a:pt x="112163" y="0"/>
                </a:lnTo>
                <a:lnTo>
                  <a:pt x="114896" y="0"/>
                </a:lnTo>
                <a:lnTo>
                  <a:pt x="114896" y="94767"/>
                </a:lnTo>
                <a:cubicBezTo>
                  <a:pt x="114896" y="101063"/>
                  <a:pt x="115159" y="104984"/>
                  <a:pt x="115683" y="106530"/>
                </a:cubicBezTo>
                <a:cubicBezTo>
                  <a:pt x="116208" y="108076"/>
                  <a:pt x="117299" y="109264"/>
                  <a:pt x="118955" y="110092"/>
                </a:cubicBezTo>
                <a:cubicBezTo>
                  <a:pt x="120612" y="110920"/>
                  <a:pt x="123981" y="111390"/>
                  <a:pt x="129062" y="111500"/>
                </a:cubicBezTo>
                <a:lnTo>
                  <a:pt x="129062" y="114648"/>
                </a:lnTo>
                <a:lnTo>
                  <a:pt x="86814" y="114648"/>
                </a:lnTo>
                <a:lnTo>
                  <a:pt x="86814" y="111500"/>
                </a:lnTo>
                <a:cubicBezTo>
                  <a:pt x="92116" y="111390"/>
                  <a:pt x="95540" y="110934"/>
                  <a:pt x="97086" y="110133"/>
                </a:cubicBezTo>
                <a:cubicBezTo>
                  <a:pt x="98632" y="109333"/>
                  <a:pt x="99709" y="108256"/>
                  <a:pt x="100317" y="106903"/>
                </a:cubicBezTo>
                <a:cubicBezTo>
                  <a:pt x="100924" y="105550"/>
                  <a:pt x="101228" y="101504"/>
                  <a:pt x="101228" y="94767"/>
                </a:cubicBezTo>
                <a:lnTo>
                  <a:pt x="101228" y="34129"/>
                </a:lnTo>
                <a:cubicBezTo>
                  <a:pt x="101228" y="25992"/>
                  <a:pt x="100952" y="20770"/>
                  <a:pt x="100400" y="18463"/>
                </a:cubicBezTo>
                <a:cubicBezTo>
                  <a:pt x="100013" y="16702"/>
                  <a:pt x="99309" y="15408"/>
                  <a:pt x="98287" y="14580"/>
                </a:cubicBezTo>
                <a:cubicBezTo>
                  <a:pt x="97266" y="13751"/>
                  <a:pt x="96037" y="13337"/>
                  <a:pt x="94601" y="13337"/>
                </a:cubicBezTo>
                <a:cubicBezTo>
                  <a:pt x="92558" y="13337"/>
                  <a:pt x="89713" y="14193"/>
                  <a:pt x="86069" y="15905"/>
                </a:cubicBezTo>
                <a:lnTo>
                  <a:pt x="84826" y="13254"/>
                </a:lnTo>
                <a:close/>
                <a:moveTo>
                  <a:pt x="182327" y="58070"/>
                </a:moveTo>
                <a:cubicBezTo>
                  <a:pt x="173436" y="50780"/>
                  <a:pt x="167706" y="44926"/>
                  <a:pt x="165138" y="40508"/>
                </a:cubicBezTo>
                <a:cubicBezTo>
                  <a:pt x="162570" y="36090"/>
                  <a:pt x="161286" y="31506"/>
                  <a:pt x="161286" y="26757"/>
                </a:cubicBezTo>
                <a:cubicBezTo>
                  <a:pt x="161286" y="19467"/>
                  <a:pt x="164102" y="13185"/>
                  <a:pt x="169735" y="7911"/>
                </a:cubicBezTo>
                <a:cubicBezTo>
                  <a:pt x="175368" y="2637"/>
                  <a:pt x="182852" y="0"/>
                  <a:pt x="192185" y="0"/>
                </a:cubicBezTo>
                <a:cubicBezTo>
                  <a:pt x="201242" y="0"/>
                  <a:pt x="208531" y="2458"/>
                  <a:pt x="214054" y="7373"/>
                </a:cubicBezTo>
                <a:cubicBezTo>
                  <a:pt x="219576" y="12288"/>
                  <a:pt x="222338" y="17893"/>
                  <a:pt x="222338" y="24189"/>
                </a:cubicBezTo>
                <a:cubicBezTo>
                  <a:pt x="222338" y="28386"/>
                  <a:pt x="220847" y="32666"/>
                  <a:pt x="217864" y="37029"/>
                </a:cubicBezTo>
                <a:cubicBezTo>
                  <a:pt x="214882" y="41391"/>
                  <a:pt x="208669" y="46527"/>
                  <a:pt x="199226" y="52437"/>
                </a:cubicBezTo>
                <a:cubicBezTo>
                  <a:pt x="208946" y="59947"/>
                  <a:pt x="215379" y="65856"/>
                  <a:pt x="218527" y="70164"/>
                </a:cubicBezTo>
                <a:cubicBezTo>
                  <a:pt x="222724" y="75797"/>
                  <a:pt x="224823" y="81734"/>
                  <a:pt x="224823" y="87974"/>
                </a:cubicBezTo>
                <a:cubicBezTo>
                  <a:pt x="224823" y="95871"/>
                  <a:pt x="221813" y="102623"/>
                  <a:pt x="215793" y="108228"/>
                </a:cubicBezTo>
                <a:cubicBezTo>
                  <a:pt x="209774" y="113833"/>
                  <a:pt x="201877" y="116636"/>
                  <a:pt x="192102" y="116636"/>
                </a:cubicBezTo>
                <a:cubicBezTo>
                  <a:pt x="181443" y="116636"/>
                  <a:pt x="173132" y="113295"/>
                  <a:pt x="167167" y="106613"/>
                </a:cubicBezTo>
                <a:cubicBezTo>
                  <a:pt x="162418" y="101256"/>
                  <a:pt x="160043" y="95402"/>
                  <a:pt x="160043" y="89051"/>
                </a:cubicBezTo>
                <a:cubicBezTo>
                  <a:pt x="160043" y="84081"/>
                  <a:pt x="161714" y="79152"/>
                  <a:pt x="165055" y="74264"/>
                </a:cubicBezTo>
                <a:cubicBezTo>
                  <a:pt x="168396" y="69377"/>
                  <a:pt x="174153" y="63979"/>
                  <a:pt x="182327" y="58070"/>
                </a:cubicBezTo>
                <a:moveTo>
                  <a:pt x="195332" y="49206"/>
                </a:moveTo>
                <a:cubicBezTo>
                  <a:pt x="201960" y="43219"/>
                  <a:pt x="206157" y="38494"/>
                  <a:pt x="207924" y="35030"/>
                </a:cubicBezTo>
                <a:cubicBezTo>
                  <a:pt x="209691" y="31565"/>
                  <a:pt x="210575" y="27643"/>
                  <a:pt x="210575" y="23265"/>
                </a:cubicBezTo>
                <a:cubicBezTo>
                  <a:pt x="210575" y="17443"/>
                  <a:pt x="208946" y="12884"/>
                  <a:pt x="205687" y="9586"/>
                </a:cubicBezTo>
                <a:cubicBezTo>
                  <a:pt x="202429" y="6288"/>
                  <a:pt x="197983" y="4639"/>
                  <a:pt x="192350" y="4639"/>
                </a:cubicBezTo>
                <a:cubicBezTo>
                  <a:pt x="186717" y="4639"/>
                  <a:pt x="182134" y="6274"/>
                  <a:pt x="178599" y="9545"/>
                </a:cubicBezTo>
                <a:cubicBezTo>
                  <a:pt x="175065" y="12815"/>
                  <a:pt x="173298" y="16640"/>
                  <a:pt x="173298" y="21020"/>
                </a:cubicBezTo>
                <a:cubicBezTo>
                  <a:pt x="173298" y="23902"/>
                  <a:pt x="174029" y="26784"/>
                  <a:pt x="175493" y="29666"/>
                </a:cubicBezTo>
                <a:cubicBezTo>
                  <a:pt x="176956" y="32549"/>
                  <a:pt x="179041" y="35293"/>
                  <a:pt x="181747" y="37898"/>
                </a:cubicBezTo>
                <a:lnTo>
                  <a:pt x="195332" y="49206"/>
                </a:lnTo>
                <a:moveTo>
                  <a:pt x="186220" y="61217"/>
                </a:moveTo>
                <a:cubicBezTo>
                  <a:pt x="181637" y="65071"/>
                  <a:pt x="178240" y="69269"/>
                  <a:pt x="176031" y="73811"/>
                </a:cubicBezTo>
                <a:cubicBezTo>
                  <a:pt x="173822" y="78352"/>
                  <a:pt x="172718" y="83264"/>
                  <a:pt x="172718" y="88549"/>
                </a:cubicBezTo>
                <a:cubicBezTo>
                  <a:pt x="172718" y="95649"/>
                  <a:pt x="174664" y="101332"/>
                  <a:pt x="178558" y="105598"/>
                </a:cubicBezTo>
                <a:cubicBezTo>
                  <a:pt x="182451" y="109864"/>
                  <a:pt x="187408" y="111997"/>
                  <a:pt x="193427" y="111997"/>
                </a:cubicBezTo>
                <a:cubicBezTo>
                  <a:pt x="199392" y="111997"/>
                  <a:pt x="204169" y="110319"/>
                  <a:pt x="207758" y="106962"/>
                </a:cubicBezTo>
                <a:cubicBezTo>
                  <a:pt x="211348" y="103604"/>
                  <a:pt x="213143" y="99530"/>
                  <a:pt x="213143" y="94741"/>
                </a:cubicBezTo>
                <a:cubicBezTo>
                  <a:pt x="213143" y="90777"/>
                  <a:pt x="212093" y="87226"/>
                  <a:pt x="209995" y="84089"/>
                </a:cubicBezTo>
                <a:cubicBezTo>
                  <a:pt x="206074" y="78254"/>
                  <a:pt x="198149" y="70630"/>
                  <a:pt x="186220" y="61217"/>
                </a:cubicBezTo>
                <a:close/>
                <a:moveTo>
                  <a:pt x="308241" y="2319"/>
                </a:moveTo>
                <a:lnTo>
                  <a:pt x="301779" y="16402"/>
                </a:lnTo>
                <a:lnTo>
                  <a:pt x="267981" y="16402"/>
                </a:lnTo>
                <a:lnTo>
                  <a:pt x="260609" y="31292"/>
                </a:lnTo>
                <a:cubicBezTo>
                  <a:pt x="275243" y="33451"/>
                  <a:pt x="286841" y="38903"/>
                  <a:pt x="295401" y="47647"/>
                </a:cubicBezTo>
                <a:cubicBezTo>
                  <a:pt x="302746" y="55174"/>
                  <a:pt x="306418" y="64029"/>
                  <a:pt x="306418" y="74213"/>
                </a:cubicBezTo>
                <a:cubicBezTo>
                  <a:pt x="306418" y="80136"/>
                  <a:pt x="305217" y="85615"/>
                  <a:pt x="302815" y="90651"/>
                </a:cubicBezTo>
                <a:cubicBezTo>
                  <a:pt x="300412" y="95687"/>
                  <a:pt x="297389" y="99976"/>
                  <a:pt x="293744" y="103519"/>
                </a:cubicBezTo>
                <a:cubicBezTo>
                  <a:pt x="290099" y="107061"/>
                  <a:pt x="286040" y="109911"/>
                  <a:pt x="281567" y="112070"/>
                </a:cubicBezTo>
                <a:cubicBezTo>
                  <a:pt x="275216" y="115114"/>
                  <a:pt x="268699" y="116636"/>
                  <a:pt x="262017" y="116636"/>
                </a:cubicBezTo>
                <a:cubicBezTo>
                  <a:pt x="255279" y="116636"/>
                  <a:pt x="250378" y="115490"/>
                  <a:pt x="247313" y="113198"/>
                </a:cubicBezTo>
                <a:cubicBezTo>
                  <a:pt x="244248" y="110907"/>
                  <a:pt x="242716" y="108380"/>
                  <a:pt x="242716" y="105619"/>
                </a:cubicBezTo>
                <a:cubicBezTo>
                  <a:pt x="242716" y="104072"/>
                  <a:pt x="243351" y="102706"/>
                  <a:pt x="244621" y="101518"/>
                </a:cubicBezTo>
                <a:cubicBezTo>
                  <a:pt x="245891" y="100331"/>
                  <a:pt x="247493" y="99737"/>
                  <a:pt x="249426" y="99737"/>
                </a:cubicBezTo>
                <a:cubicBezTo>
                  <a:pt x="250861" y="99737"/>
                  <a:pt x="252118" y="99958"/>
                  <a:pt x="253195" y="100400"/>
                </a:cubicBezTo>
                <a:cubicBezTo>
                  <a:pt x="254272" y="100842"/>
                  <a:pt x="256108" y="101974"/>
                  <a:pt x="258703" y="103796"/>
                </a:cubicBezTo>
                <a:cubicBezTo>
                  <a:pt x="262845" y="106668"/>
                  <a:pt x="267042" y="108131"/>
                  <a:pt x="271295" y="108187"/>
                </a:cubicBezTo>
                <a:cubicBezTo>
                  <a:pt x="277756" y="108187"/>
                  <a:pt x="283431" y="105737"/>
                  <a:pt x="288318" y="100837"/>
                </a:cubicBezTo>
                <a:cubicBezTo>
                  <a:pt x="293205" y="95936"/>
                  <a:pt x="295649" y="89969"/>
                  <a:pt x="295649" y="82937"/>
                </a:cubicBezTo>
                <a:cubicBezTo>
                  <a:pt x="295649" y="76127"/>
                  <a:pt x="293468" y="69773"/>
                  <a:pt x="289105" y="63876"/>
                </a:cubicBezTo>
                <a:cubicBezTo>
                  <a:pt x="284742" y="57977"/>
                  <a:pt x="278723" y="53422"/>
                  <a:pt x="271046" y="50210"/>
                </a:cubicBezTo>
                <a:cubicBezTo>
                  <a:pt x="265027" y="47720"/>
                  <a:pt x="256826" y="46281"/>
                  <a:pt x="246443" y="45892"/>
                </a:cubicBezTo>
                <a:lnTo>
                  <a:pt x="267981" y="2319"/>
                </a:lnTo>
                <a:lnTo>
                  <a:pt x="308241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0">
            <a:extLst xmlns:a="http://schemas.openxmlformats.org/drawingml/2006/main">
              <a:ext uri="{FF2B5EF4-FFF2-40B4-BE49-F238E27FC236}">
                <a16:creationId xmlns:a16="http://schemas.microsoft.com/office/drawing/2014/main" id="{B15A54C5-ADC6-43DE-865F-390937D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90" y="1024982"/>
            <a:ext cx="72649" cy="116636"/>
          </a:xfrm>
          <a:custGeom xmlns:a="http://schemas.openxmlformats.org/drawingml/2006/main">
            <a:pathLst>
              <a:path w="72649" h="116636">
                <a:moveTo>
                  <a:pt x="0" y="59146"/>
                </a:moveTo>
                <a:cubicBezTo>
                  <a:pt x="0" y="46334"/>
                  <a:pt x="1933" y="35303"/>
                  <a:pt x="5799" y="26053"/>
                </a:cubicBezTo>
                <a:cubicBezTo>
                  <a:pt x="9664" y="16802"/>
                  <a:pt x="14800" y="9913"/>
                  <a:pt x="21207" y="5384"/>
                </a:cubicBezTo>
                <a:cubicBezTo>
                  <a:pt x="26177" y="1795"/>
                  <a:pt x="31313" y="0"/>
                  <a:pt x="36614" y="0"/>
                </a:cubicBezTo>
                <a:cubicBezTo>
                  <a:pt x="45230" y="0"/>
                  <a:pt x="52961" y="4390"/>
                  <a:pt x="59809" y="13171"/>
                </a:cubicBezTo>
                <a:cubicBezTo>
                  <a:pt x="68369" y="24051"/>
                  <a:pt x="72649" y="38796"/>
                  <a:pt x="72649" y="57407"/>
                </a:cubicBezTo>
                <a:cubicBezTo>
                  <a:pt x="72649" y="70440"/>
                  <a:pt x="70771" y="81513"/>
                  <a:pt x="67016" y="90625"/>
                </a:cubicBezTo>
                <a:cubicBezTo>
                  <a:pt x="63261" y="99737"/>
                  <a:pt x="58470" y="106350"/>
                  <a:pt x="52644" y="110465"/>
                </a:cubicBezTo>
                <a:cubicBezTo>
                  <a:pt x="46817" y="114579"/>
                  <a:pt x="41198" y="116636"/>
                  <a:pt x="35786" y="116636"/>
                </a:cubicBezTo>
                <a:cubicBezTo>
                  <a:pt x="25072" y="116636"/>
                  <a:pt x="16153" y="110313"/>
                  <a:pt x="9029" y="97666"/>
                </a:cubicBezTo>
                <a:cubicBezTo>
                  <a:pt x="3010" y="87008"/>
                  <a:pt x="0" y="74168"/>
                  <a:pt x="0" y="59146"/>
                </a:cubicBezTo>
                <a:moveTo>
                  <a:pt x="16236" y="61173"/>
                </a:moveTo>
                <a:cubicBezTo>
                  <a:pt x="16236" y="76624"/>
                  <a:pt x="18142" y="89234"/>
                  <a:pt x="21952" y="99002"/>
                </a:cubicBezTo>
                <a:cubicBezTo>
                  <a:pt x="25100" y="107224"/>
                  <a:pt x="29794" y="111335"/>
                  <a:pt x="36035" y="111335"/>
                </a:cubicBezTo>
                <a:cubicBezTo>
                  <a:pt x="39017" y="111335"/>
                  <a:pt x="42109" y="109996"/>
                  <a:pt x="45312" y="107319"/>
                </a:cubicBezTo>
                <a:cubicBezTo>
                  <a:pt x="48516" y="104643"/>
                  <a:pt x="50945" y="100159"/>
                  <a:pt x="52602" y="93869"/>
                </a:cubicBezTo>
                <a:cubicBezTo>
                  <a:pt x="55143" y="84378"/>
                  <a:pt x="56413" y="70997"/>
                  <a:pt x="56413" y="53723"/>
                </a:cubicBezTo>
                <a:cubicBezTo>
                  <a:pt x="56413" y="40921"/>
                  <a:pt x="55087" y="30244"/>
                  <a:pt x="52437" y="21691"/>
                </a:cubicBezTo>
                <a:cubicBezTo>
                  <a:pt x="50448" y="15345"/>
                  <a:pt x="47880" y="10847"/>
                  <a:pt x="44733" y="8198"/>
                </a:cubicBezTo>
                <a:cubicBezTo>
                  <a:pt x="42468" y="6378"/>
                  <a:pt x="39735" y="5467"/>
                  <a:pt x="36532" y="5467"/>
                </a:cubicBezTo>
                <a:cubicBezTo>
                  <a:pt x="32776" y="5467"/>
                  <a:pt x="29435" y="7150"/>
                  <a:pt x="26508" y="10515"/>
                </a:cubicBezTo>
                <a:cubicBezTo>
                  <a:pt x="22532" y="15096"/>
                  <a:pt x="19826" y="22297"/>
                  <a:pt x="18390" y="32120"/>
                </a:cubicBezTo>
                <a:cubicBezTo>
                  <a:pt x="16954" y="41942"/>
                  <a:pt x="16236" y="51626"/>
                  <a:pt x="16236" y="61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Pre-trained">
            <a:extLst xmlns:a="http://schemas.openxmlformats.org/drawingml/2006/main">
              <a:ext uri="{FF2B5EF4-FFF2-40B4-BE49-F238E27FC236}">
                <a16:creationId xmlns:a16="http://schemas.microsoft.com/office/drawing/2014/main" id="{D6E5E399-2B3D-4130-90A6-B5F3F6CD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759" y="415423"/>
            <a:ext cx="645444" cy="103299"/>
          </a:xfrm>
          <a:custGeom xmlns:a="http://schemas.openxmlformats.org/drawingml/2006/main">
            <a:pathLst>
              <a:path w="645444" h="103299">
                <a:moveTo>
                  <a:pt x="27499" y="56107"/>
                </a:moveTo>
                <a:lnTo>
                  <a:pt x="27499" y="84207"/>
                </a:lnTo>
                <a:cubicBezTo>
                  <a:pt x="27499" y="90256"/>
                  <a:pt x="28164" y="94013"/>
                  <a:pt x="29494" y="95478"/>
                </a:cubicBezTo>
                <a:cubicBezTo>
                  <a:pt x="31298" y="97558"/>
                  <a:pt x="34029" y="98597"/>
                  <a:pt x="37686" y="98597"/>
                </a:cubicBezTo>
                <a:lnTo>
                  <a:pt x="41391" y="98597"/>
                </a:lnTo>
                <a:lnTo>
                  <a:pt x="41391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74"/>
                  <a:pt x="12396" y="94628"/>
                </a:cubicBezTo>
                <a:cubicBezTo>
                  <a:pt x="13346" y="93163"/>
                  <a:pt x="13821" y="89689"/>
                  <a:pt x="13821" y="84207"/>
                </a:cubicBezTo>
                <a:lnTo>
                  <a:pt x="13821" y="21800"/>
                </a:lnTo>
                <a:cubicBezTo>
                  <a:pt x="13821" y="15750"/>
                  <a:pt x="13180" y="11993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35407" y="4702"/>
                </a:lnTo>
                <a:cubicBezTo>
                  <a:pt x="44051" y="4702"/>
                  <a:pt x="50866" y="5594"/>
                  <a:pt x="55853" y="7378"/>
                </a:cubicBezTo>
                <a:cubicBezTo>
                  <a:pt x="60840" y="9160"/>
                  <a:pt x="65043" y="12168"/>
                  <a:pt x="68462" y="16401"/>
                </a:cubicBezTo>
                <a:cubicBezTo>
                  <a:pt x="71882" y="20634"/>
                  <a:pt x="73592" y="25651"/>
                  <a:pt x="73592" y="31453"/>
                </a:cubicBezTo>
                <a:cubicBezTo>
                  <a:pt x="73592" y="39347"/>
                  <a:pt x="70991" y="45768"/>
                  <a:pt x="65791" y="50715"/>
                </a:cubicBezTo>
                <a:cubicBezTo>
                  <a:pt x="60590" y="55660"/>
                  <a:pt x="53241" y="58133"/>
                  <a:pt x="43742" y="58133"/>
                </a:cubicBezTo>
                <a:cubicBezTo>
                  <a:pt x="41415" y="58133"/>
                  <a:pt x="38898" y="57964"/>
                  <a:pt x="36190" y="57627"/>
                </a:cubicBezTo>
                <a:cubicBezTo>
                  <a:pt x="33483" y="57289"/>
                  <a:pt x="30586" y="56782"/>
                  <a:pt x="27499" y="56107"/>
                </a:cubicBezTo>
                <a:moveTo>
                  <a:pt x="27499" y="52008"/>
                </a:moveTo>
                <a:cubicBezTo>
                  <a:pt x="30016" y="52483"/>
                  <a:pt x="32248" y="52839"/>
                  <a:pt x="34196" y="53077"/>
                </a:cubicBezTo>
                <a:cubicBezTo>
                  <a:pt x="36143" y="53313"/>
                  <a:pt x="37805" y="53431"/>
                  <a:pt x="39182" y="53431"/>
                </a:cubicBezTo>
                <a:cubicBezTo>
                  <a:pt x="44122" y="53431"/>
                  <a:pt x="48384" y="51523"/>
                  <a:pt x="51970" y="47707"/>
                </a:cubicBezTo>
                <a:cubicBezTo>
                  <a:pt x="55556" y="43890"/>
                  <a:pt x="57349" y="38946"/>
                  <a:pt x="57349" y="32875"/>
                </a:cubicBezTo>
                <a:cubicBezTo>
                  <a:pt x="57349" y="28703"/>
                  <a:pt x="56494" y="24827"/>
                  <a:pt x="54784" y="21248"/>
                </a:cubicBezTo>
                <a:cubicBezTo>
                  <a:pt x="53074" y="17668"/>
                  <a:pt x="50652" y="14989"/>
                  <a:pt x="47518" y="13211"/>
                </a:cubicBezTo>
                <a:cubicBezTo>
                  <a:pt x="44383" y="11433"/>
                  <a:pt x="40821" y="10544"/>
                  <a:pt x="36832" y="10544"/>
                </a:cubicBezTo>
                <a:cubicBezTo>
                  <a:pt x="34409" y="10544"/>
                  <a:pt x="31298" y="10994"/>
                  <a:pt x="27499" y="11895"/>
                </a:cubicBezTo>
                <a:lnTo>
                  <a:pt x="27499" y="52008"/>
                </a:lnTo>
                <a:close/>
                <a:moveTo>
                  <a:pt x="102350" y="34196"/>
                </a:moveTo>
                <a:lnTo>
                  <a:pt x="102350" y="48871"/>
                </a:lnTo>
                <a:cubicBezTo>
                  <a:pt x="107812" y="39087"/>
                  <a:pt x="113417" y="34196"/>
                  <a:pt x="119163" y="34196"/>
                </a:cubicBezTo>
                <a:cubicBezTo>
                  <a:pt x="121775" y="34196"/>
                  <a:pt x="123936" y="34991"/>
                  <a:pt x="125646" y="36582"/>
                </a:cubicBezTo>
                <a:cubicBezTo>
                  <a:pt x="127356" y="38173"/>
                  <a:pt x="128211" y="40014"/>
                  <a:pt x="128211" y="42103"/>
                </a:cubicBezTo>
                <a:cubicBezTo>
                  <a:pt x="128211" y="43956"/>
                  <a:pt x="127593" y="45523"/>
                  <a:pt x="126359" y="46805"/>
                </a:cubicBezTo>
                <a:cubicBezTo>
                  <a:pt x="125124" y="48088"/>
                  <a:pt x="123651" y="48729"/>
                  <a:pt x="121942" y="48729"/>
                </a:cubicBezTo>
                <a:cubicBezTo>
                  <a:pt x="120279" y="48729"/>
                  <a:pt x="118415" y="47921"/>
                  <a:pt x="116349" y="46307"/>
                </a:cubicBezTo>
                <a:cubicBezTo>
                  <a:pt x="114283" y="44692"/>
                  <a:pt x="112752" y="43884"/>
                  <a:pt x="111754" y="43884"/>
                </a:cubicBezTo>
                <a:cubicBezTo>
                  <a:pt x="110899" y="43884"/>
                  <a:pt x="109973" y="44356"/>
                  <a:pt x="108976" y="45298"/>
                </a:cubicBezTo>
                <a:cubicBezTo>
                  <a:pt x="106839" y="47232"/>
                  <a:pt x="104630" y="50415"/>
                  <a:pt x="102350" y="54847"/>
                </a:cubicBezTo>
                <a:lnTo>
                  <a:pt x="102350" y="86059"/>
                </a:lnTo>
                <a:cubicBezTo>
                  <a:pt x="102350" y="89671"/>
                  <a:pt x="102802" y="92404"/>
                  <a:pt x="103704" y="94256"/>
                </a:cubicBezTo>
                <a:cubicBezTo>
                  <a:pt x="104321" y="95540"/>
                  <a:pt x="105414" y="96609"/>
                  <a:pt x="106981" y="97462"/>
                </a:cubicBezTo>
                <a:cubicBezTo>
                  <a:pt x="108548" y="98314"/>
                  <a:pt x="110804" y="98740"/>
                  <a:pt x="113749" y="98740"/>
                </a:cubicBezTo>
                <a:lnTo>
                  <a:pt x="113749" y="101304"/>
                </a:lnTo>
                <a:lnTo>
                  <a:pt x="80337" y="101304"/>
                </a:lnTo>
                <a:lnTo>
                  <a:pt x="80337" y="98740"/>
                </a:lnTo>
                <a:cubicBezTo>
                  <a:pt x="83662" y="98740"/>
                  <a:pt x="86131" y="98211"/>
                  <a:pt x="87746" y="97155"/>
                </a:cubicBezTo>
                <a:cubicBezTo>
                  <a:pt x="88933" y="96386"/>
                  <a:pt x="89765" y="95161"/>
                  <a:pt x="90240" y="93479"/>
                </a:cubicBezTo>
                <a:cubicBezTo>
                  <a:pt x="90477" y="92661"/>
                  <a:pt x="90596" y="90330"/>
                  <a:pt x="90596" y="86486"/>
                </a:cubicBezTo>
                <a:lnTo>
                  <a:pt x="90596" y="61410"/>
                </a:lnTo>
                <a:cubicBezTo>
                  <a:pt x="90596" y="53811"/>
                  <a:pt x="90441" y="49287"/>
                  <a:pt x="90133" y="47838"/>
                </a:cubicBezTo>
                <a:cubicBezTo>
                  <a:pt x="89824" y="46390"/>
                  <a:pt x="89254" y="45333"/>
                  <a:pt x="88423" y="44668"/>
                </a:cubicBezTo>
                <a:cubicBezTo>
                  <a:pt x="87592" y="44003"/>
                  <a:pt x="86559" y="43671"/>
                  <a:pt x="85324" y="43671"/>
                </a:cubicBezTo>
                <a:cubicBezTo>
                  <a:pt x="83852" y="43671"/>
                  <a:pt x="82189" y="44027"/>
                  <a:pt x="80337" y="44739"/>
                </a:cubicBezTo>
                <a:lnTo>
                  <a:pt x="79625" y="42175"/>
                </a:lnTo>
                <a:lnTo>
                  <a:pt x="99358" y="34196"/>
                </a:lnTo>
                <a:lnTo>
                  <a:pt x="102350" y="34196"/>
                </a:lnTo>
                <a:close/>
                <a:moveTo>
                  <a:pt x="142815" y="60697"/>
                </a:moveTo>
                <a:cubicBezTo>
                  <a:pt x="142767" y="70341"/>
                  <a:pt x="145118" y="77906"/>
                  <a:pt x="149867" y="83390"/>
                </a:cubicBezTo>
                <a:cubicBezTo>
                  <a:pt x="154617" y="88874"/>
                  <a:pt x="160197" y="91616"/>
                  <a:pt x="166609" y="91616"/>
                </a:cubicBezTo>
                <a:cubicBezTo>
                  <a:pt x="170883" y="91616"/>
                  <a:pt x="174600" y="90435"/>
                  <a:pt x="177758" y="88074"/>
                </a:cubicBezTo>
                <a:cubicBezTo>
                  <a:pt x="180916" y="85712"/>
                  <a:pt x="183564" y="81669"/>
                  <a:pt x="185702" y="75943"/>
                </a:cubicBezTo>
                <a:lnTo>
                  <a:pt x="187910" y="77374"/>
                </a:lnTo>
                <a:cubicBezTo>
                  <a:pt x="186913" y="83915"/>
                  <a:pt x="184015" y="89871"/>
                  <a:pt x="179219" y="95242"/>
                </a:cubicBezTo>
                <a:cubicBezTo>
                  <a:pt x="174422" y="100614"/>
                  <a:pt x="168414" y="103299"/>
                  <a:pt x="161195" y="103299"/>
                </a:cubicBezTo>
                <a:cubicBezTo>
                  <a:pt x="153358" y="103299"/>
                  <a:pt x="146650" y="100254"/>
                  <a:pt x="141069" y="94165"/>
                </a:cubicBezTo>
                <a:cubicBezTo>
                  <a:pt x="135489" y="88074"/>
                  <a:pt x="132698" y="79885"/>
                  <a:pt x="132698" y="69600"/>
                </a:cubicBezTo>
                <a:cubicBezTo>
                  <a:pt x="132698" y="58463"/>
                  <a:pt x="135560" y="49778"/>
                  <a:pt x="141283" y="43546"/>
                </a:cubicBezTo>
                <a:cubicBezTo>
                  <a:pt x="147006" y="37312"/>
                  <a:pt x="154189" y="34196"/>
                  <a:pt x="162833" y="34196"/>
                </a:cubicBezTo>
                <a:cubicBezTo>
                  <a:pt x="170147" y="34196"/>
                  <a:pt x="176155" y="36600"/>
                  <a:pt x="180857" y="41409"/>
                </a:cubicBezTo>
                <a:cubicBezTo>
                  <a:pt x="185559" y="46216"/>
                  <a:pt x="187910" y="52646"/>
                  <a:pt x="187910" y="60697"/>
                </a:cubicBezTo>
                <a:lnTo>
                  <a:pt x="142815" y="60697"/>
                </a:lnTo>
                <a:moveTo>
                  <a:pt x="142815" y="56565"/>
                </a:moveTo>
                <a:lnTo>
                  <a:pt x="173021" y="56565"/>
                </a:lnTo>
                <a:cubicBezTo>
                  <a:pt x="172783" y="52420"/>
                  <a:pt x="172284" y="49500"/>
                  <a:pt x="171525" y="47805"/>
                </a:cubicBezTo>
                <a:cubicBezTo>
                  <a:pt x="170337" y="45166"/>
                  <a:pt x="168568" y="43093"/>
                  <a:pt x="166217" y="41587"/>
                </a:cubicBezTo>
                <a:cubicBezTo>
                  <a:pt x="163866" y="40079"/>
                  <a:pt x="161408" y="39325"/>
                  <a:pt x="158844" y="39325"/>
                </a:cubicBezTo>
                <a:cubicBezTo>
                  <a:pt x="154902" y="39325"/>
                  <a:pt x="151375" y="40844"/>
                  <a:pt x="148264" y="43882"/>
                </a:cubicBezTo>
                <a:cubicBezTo>
                  <a:pt x="145154" y="46920"/>
                  <a:pt x="143337" y="51148"/>
                  <a:pt x="142815" y="56565"/>
                </a:cubicBezTo>
                <a:close/>
                <a:moveTo>
                  <a:pt x="197831" y="63119"/>
                </a:moveTo>
                <a:lnTo>
                  <a:pt x="234662" y="63119"/>
                </a:lnTo>
                <a:lnTo>
                  <a:pt x="234662" y="73948"/>
                </a:lnTo>
                <a:lnTo>
                  <a:pt x="197831" y="73948"/>
                </a:lnTo>
                <a:lnTo>
                  <a:pt x="197831" y="63119"/>
                </a:lnTo>
                <a:close/>
                <a:moveTo>
                  <a:pt x="264012" y="14533"/>
                </a:moveTo>
                <a:lnTo>
                  <a:pt x="264012" y="36048"/>
                </a:lnTo>
                <a:lnTo>
                  <a:pt x="279258" y="36048"/>
                </a:lnTo>
                <a:lnTo>
                  <a:pt x="279258" y="40892"/>
                </a:lnTo>
                <a:lnTo>
                  <a:pt x="264012" y="41035"/>
                </a:lnTo>
                <a:lnTo>
                  <a:pt x="264012" y="83410"/>
                </a:lnTo>
                <a:cubicBezTo>
                  <a:pt x="264012" y="87641"/>
                  <a:pt x="264618" y="90494"/>
                  <a:pt x="265829" y="91970"/>
                </a:cubicBezTo>
                <a:cubicBezTo>
                  <a:pt x="267040" y="93443"/>
                  <a:pt x="268595" y="94180"/>
                  <a:pt x="270495" y="94180"/>
                </a:cubicBezTo>
                <a:cubicBezTo>
                  <a:pt x="272062" y="94180"/>
                  <a:pt x="273582" y="93688"/>
                  <a:pt x="275055" y="92702"/>
                </a:cubicBezTo>
                <a:cubicBezTo>
                  <a:pt x="276527" y="91717"/>
                  <a:pt x="277667" y="90262"/>
                  <a:pt x="278474" y="88339"/>
                </a:cubicBezTo>
                <a:lnTo>
                  <a:pt x="281252" y="88339"/>
                </a:lnTo>
                <a:cubicBezTo>
                  <a:pt x="279590" y="93017"/>
                  <a:pt x="277239" y="96537"/>
                  <a:pt x="274200" y="98900"/>
                </a:cubicBezTo>
                <a:cubicBezTo>
                  <a:pt x="271160" y="101263"/>
                  <a:pt x="268025" y="102444"/>
                  <a:pt x="264796" y="102444"/>
                </a:cubicBezTo>
                <a:cubicBezTo>
                  <a:pt x="262611" y="102444"/>
                  <a:pt x="260474" y="101837"/>
                  <a:pt x="258384" y="100621"/>
                </a:cubicBezTo>
                <a:cubicBezTo>
                  <a:pt x="256294" y="99405"/>
                  <a:pt x="254751" y="97666"/>
                  <a:pt x="253754" y="95403"/>
                </a:cubicBezTo>
                <a:cubicBezTo>
                  <a:pt x="252756" y="93139"/>
                  <a:pt x="252257" y="89648"/>
                  <a:pt x="252257" y="84930"/>
                </a:cubicBezTo>
                <a:lnTo>
                  <a:pt x="252257" y="40892"/>
                </a:lnTo>
                <a:lnTo>
                  <a:pt x="241928" y="40892"/>
                </a:lnTo>
                <a:lnTo>
                  <a:pt x="241928" y="38608"/>
                </a:lnTo>
                <a:cubicBezTo>
                  <a:pt x="244540" y="37569"/>
                  <a:pt x="247211" y="35810"/>
                  <a:pt x="249942" y="33332"/>
                </a:cubicBezTo>
                <a:cubicBezTo>
                  <a:pt x="252673" y="30853"/>
                  <a:pt x="255107" y="27899"/>
                  <a:pt x="257244" y="24469"/>
                </a:cubicBezTo>
                <a:cubicBezTo>
                  <a:pt x="258337" y="22658"/>
                  <a:pt x="259857" y="19346"/>
                  <a:pt x="261804" y="14533"/>
                </a:cubicBezTo>
                <a:lnTo>
                  <a:pt x="264012" y="14533"/>
                </a:lnTo>
                <a:close/>
                <a:moveTo>
                  <a:pt x="304570" y="34196"/>
                </a:moveTo>
                <a:lnTo>
                  <a:pt x="304570" y="48871"/>
                </a:lnTo>
                <a:cubicBezTo>
                  <a:pt x="310032" y="39087"/>
                  <a:pt x="315636" y="34196"/>
                  <a:pt x="321383" y="34196"/>
                </a:cubicBezTo>
                <a:cubicBezTo>
                  <a:pt x="323995" y="34196"/>
                  <a:pt x="326156" y="34991"/>
                  <a:pt x="327866" y="36582"/>
                </a:cubicBezTo>
                <a:cubicBezTo>
                  <a:pt x="329576" y="38173"/>
                  <a:pt x="330431" y="40014"/>
                  <a:pt x="330431" y="42103"/>
                </a:cubicBezTo>
                <a:cubicBezTo>
                  <a:pt x="330431" y="43956"/>
                  <a:pt x="329813" y="45523"/>
                  <a:pt x="328578" y="46805"/>
                </a:cubicBezTo>
                <a:cubicBezTo>
                  <a:pt x="327344" y="48088"/>
                  <a:pt x="325871" y="48729"/>
                  <a:pt x="324162" y="48729"/>
                </a:cubicBezTo>
                <a:cubicBezTo>
                  <a:pt x="322499" y="48729"/>
                  <a:pt x="320635" y="47921"/>
                  <a:pt x="318569" y="46307"/>
                </a:cubicBezTo>
                <a:cubicBezTo>
                  <a:pt x="316503" y="44692"/>
                  <a:pt x="314971" y="43884"/>
                  <a:pt x="313974" y="43884"/>
                </a:cubicBezTo>
                <a:cubicBezTo>
                  <a:pt x="313119" y="43884"/>
                  <a:pt x="312193" y="44356"/>
                  <a:pt x="311196" y="45298"/>
                </a:cubicBezTo>
                <a:cubicBezTo>
                  <a:pt x="309059" y="47232"/>
                  <a:pt x="306850" y="50415"/>
                  <a:pt x="304570" y="54847"/>
                </a:cubicBezTo>
                <a:lnTo>
                  <a:pt x="304570" y="86059"/>
                </a:lnTo>
                <a:cubicBezTo>
                  <a:pt x="304570" y="89671"/>
                  <a:pt x="305022" y="92404"/>
                  <a:pt x="305924" y="94256"/>
                </a:cubicBezTo>
                <a:cubicBezTo>
                  <a:pt x="306541" y="95540"/>
                  <a:pt x="307634" y="96609"/>
                  <a:pt x="309201" y="97462"/>
                </a:cubicBezTo>
                <a:cubicBezTo>
                  <a:pt x="310768" y="98314"/>
                  <a:pt x="313024" y="98740"/>
                  <a:pt x="315969" y="98740"/>
                </a:cubicBezTo>
                <a:lnTo>
                  <a:pt x="315969" y="101304"/>
                </a:lnTo>
                <a:lnTo>
                  <a:pt x="282557" y="101304"/>
                </a:lnTo>
                <a:lnTo>
                  <a:pt x="282557" y="98740"/>
                </a:lnTo>
                <a:cubicBezTo>
                  <a:pt x="285881" y="98740"/>
                  <a:pt x="288351" y="98211"/>
                  <a:pt x="289966" y="97155"/>
                </a:cubicBezTo>
                <a:cubicBezTo>
                  <a:pt x="291153" y="96386"/>
                  <a:pt x="291984" y="95161"/>
                  <a:pt x="292459" y="93479"/>
                </a:cubicBezTo>
                <a:cubicBezTo>
                  <a:pt x="292697" y="92661"/>
                  <a:pt x="292816" y="90330"/>
                  <a:pt x="292816" y="86486"/>
                </a:cubicBezTo>
                <a:lnTo>
                  <a:pt x="292816" y="61410"/>
                </a:lnTo>
                <a:cubicBezTo>
                  <a:pt x="292816" y="53811"/>
                  <a:pt x="292661" y="49287"/>
                  <a:pt x="292353" y="47838"/>
                </a:cubicBezTo>
                <a:cubicBezTo>
                  <a:pt x="292044" y="46390"/>
                  <a:pt x="291474" y="45333"/>
                  <a:pt x="290643" y="44668"/>
                </a:cubicBezTo>
                <a:cubicBezTo>
                  <a:pt x="289812" y="44003"/>
                  <a:pt x="288779" y="43671"/>
                  <a:pt x="287544" y="43671"/>
                </a:cubicBezTo>
                <a:cubicBezTo>
                  <a:pt x="286071" y="43671"/>
                  <a:pt x="284409" y="44027"/>
                  <a:pt x="282557" y="44739"/>
                </a:cubicBezTo>
                <a:lnTo>
                  <a:pt x="281845" y="42175"/>
                </a:lnTo>
                <a:lnTo>
                  <a:pt x="301578" y="34196"/>
                </a:lnTo>
                <a:lnTo>
                  <a:pt x="304570" y="34196"/>
                </a:lnTo>
                <a:close/>
                <a:moveTo>
                  <a:pt x="371036" y="91976"/>
                </a:moveTo>
                <a:cubicBezTo>
                  <a:pt x="364339" y="97152"/>
                  <a:pt x="360136" y="100142"/>
                  <a:pt x="358426" y="100948"/>
                </a:cubicBezTo>
                <a:cubicBezTo>
                  <a:pt x="355862" y="102136"/>
                  <a:pt x="353131" y="102729"/>
                  <a:pt x="350234" y="102729"/>
                </a:cubicBezTo>
                <a:cubicBezTo>
                  <a:pt x="345722" y="102729"/>
                  <a:pt x="342005" y="101186"/>
                  <a:pt x="339084" y="98099"/>
                </a:cubicBezTo>
                <a:cubicBezTo>
                  <a:pt x="336163" y="95012"/>
                  <a:pt x="334703" y="90951"/>
                  <a:pt x="334703" y="85916"/>
                </a:cubicBezTo>
                <a:cubicBezTo>
                  <a:pt x="334703" y="82734"/>
                  <a:pt x="335415" y="79980"/>
                  <a:pt x="336840" y="77653"/>
                </a:cubicBezTo>
                <a:cubicBezTo>
                  <a:pt x="338788" y="74423"/>
                  <a:pt x="342171" y="71383"/>
                  <a:pt x="346992" y="68534"/>
                </a:cubicBezTo>
                <a:cubicBezTo>
                  <a:pt x="351813" y="65684"/>
                  <a:pt x="359827" y="62217"/>
                  <a:pt x="371036" y="58133"/>
                </a:cubicBezTo>
                <a:lnTo>
                  <a:pt x="371036" y="55577"/>
                </a:lnTo>
                <a:cubicBezTo>
                  <a:pt x="371036" y="49094"/>
                  <a:pt x="370003" y="44646"/>
                  <a:pt x="367937" y="42232"/>
                </a:cubicBezTo>
                <a:cubicBezTo>
                  <a:pt x="365871" y="39819"/>
                  <a:pt x="362867" y="38613"/>
                  <a:pt x="358925" y="38613"/>
                </a:cubicBezTo>
                <a:cubicBezTo>
                  <a:pt x="355933" y="38613"/>
                  <a:pt x="353558" y="39420"/>
                  <a:pt x="351801" y="41035"/>
                </a:cubicBezTo>
                <a:cubicBezTo>
                  <a:pt x="349996" y="42650"/>
                  <a:pt x="349094" y="44502"/>
                  <a:pt x="349094" y="46592"/>
                </a:cubicBezTo>
                <a:lnTo>
                  <a:pt x="349236" y="50723"/>
                </a:lnTo>
                <a:cubicBezTo>
                  <a:pt x="349236" y="52908"/>
                  <a:pt x="348678" y="54594"/>
                  <a:pt x="347562" y="55782"/>
                </a:cubicBezTo>
                <a:cubicBezTo>
                  <a:pt x="346446" y="56969"/>
                  <a:pt x="344985" y="57563"/>
                  <a:pt x="343181" y="57563"/>
                </a:cubicBezTo>
                <a:cubicBezTo>
                  <a:pt x="341423" y="57563"/>
                  <a:pt x="339987" y="56944"/>
                  <a:pt x="338871" y="55706"/>
                </a:cubicBezTo>
                <a:cubicBezTo>
                  <a:pt x="337755" y="54467"/>
                  <a:pt x="337196" y="52775"/>
                  <a:pt x="337196" y="50632"/>
                </a:cubicBezTo>
                <a:cubicBezTo>
                  <a:pt x="337196" y="46534"/>
                  <a:pt x="339286" y="42770"/>
                  <a:pt x="343466" y="39341"/>
                </a:cubicBezTo>
                <a:cubicBezTo>
                  <a:pt x="347645" y="35911"/>
                  <a:pt x="353511" y="34196"/>
                  <a:pt x="361062" y="34196"/>
                </a:cubicBezTo>
                <a:cubicBezTo>
                  <a:pt x="366856" y="34196"/>
                  <a:pt x="371606" y="35168"/>
                  <a:pt x="375310" y="37112"/>
                </a:cubicBezTo>
                <a:cubicBezTo>
                  <a:pt x="378112" y="38583"/>
                  <a:pt x="380178" y="40884"/>
                  <a:pt x="381508" y="44016"/>
                </a:cubicBezTo>
                <a:cubicBezTo>
                  <a:pt x="382363" y="46055"/>
                  <a:pt x="382791" y="50229"/>
                  <a:pt x="382791" y="56539"/>
                </a:cubicBezTo>
                <a:lnTo>
                  <a:pt x="382791" y="78668"/>
                </a:lnTo>
                <a:cubicBezTo>
                  <a:pt x="382791" y="84882"/>
                  <a:pt x="382909" y="88689"/>
                  <a:pt x="383147" y="90089"/>
                </a:cubicBezTo>
                <a:cubicBezTo>
                  <a:pt x="383384" y="91488"/>
                  <a:pt x="383776" y="92425"/>
                  <a:pt x="384322" y="92900"/>
                </a:cubicBezTo>
                <a:cubicBezTo>
                  <a:pt x="384868" y="93374"/>
                  <a:pt x="385498" y="93610"/>
                  <a:pt x="386210" y="93610"/>
                </a:cubicBezTo>
                <a:cubicBezTo>
                  <a:pt x="386970" y="93610"/>
                  <a:pt x="387635" y="93444"/>
                  <a:pt x="388205" y="93112"/>
                </a:cubicBezTo>
                <a:cubicBezTo>
                  <a:pt x="389202" y="92494"/>
                  <a:pt x="391126" y="90761"/>
                  <a:pt x="393975" y="87911"/>
                </a:cubicBezTo>
                <a:lnTo>
                  <a:pt x="393975" y="91901"/>
                </a:lnTo>
                <a:cubicBezTo>
                  <a:pt x="388656" y="99025"/>
                  <a:pt x="383574" y="102587"/>
                  <a:pt x="378730" y="102587"/>
                </a:cubicBezTo>
                <a:cubicBezTo>
                  <a:pt x="376403" y="102587"/>
                  <a:pt x="374550" y="101785"/>
                  <a:pt x="373173" y="100182"/>
                </a:cubicBezTo>
                <a:cubicBezTo>
                  <a:pt x="371796" y="98578"/>
                  <a:pt x="371083" y="95843"/>
                  <a:pt x="371036" y="91976"/>
                </a:cubicBezTo>
                <a:moveTo>
                  <a:pt x="371036" y="87357"/>
                </a:moveTo>
                <a:lnTo>
                  <a:pt x="371036" y="62549"/>
                </a:lnTo>
                <a:cubicBezTo>
                  <a:pt x="363864" y="65393"/>
                  <a:pt x="359234" y="67407"/>
                  <a:pt x="357144" y="68592"/>
                </a:cubicBezTo>
                <a:cubicBezTo>
                  <a:pt x="353392" y="70677"/>
                  <a:pt x="350708" y="72857"/>
                  <a:pt x="349094" y="75132"/>
                </a:cubicBezTo>
                <a:cubicBezTo>
                  <a:pt x="347479" y="77406"/>
                  <a:pt x="346671" y="79894"/>
                  <a:pt x="346671" y="82595"/>
                </a:cubicBezTo>
                <a:cubicBezTo>
                  <a:pt x="346671" y="86007"/>
                  <a:pt x="347693" y="88839"/>
                  <a:pt x="349735" y="91090"/>
                </a:cubicBezTo>
                <a:cubicBezTo>
                  <a:pt x="351777" y="93340"/>
                  <a:pt x="354128" y="94465"/>
                  <a:pt x="356788" y="94465"/>
                </a:cubicBezTo>
                <a:cubicBezTo>
                  <a:pt x="360397" y="94465"/>
                  <a:pt x="365147" y="92096"/>
                  <a:pt x="371036" y="87357"/>
                </a:cubicBezTo>
                <a:close/>
                <a:moveTo>
                  <a:pt x="415296" y="0"/>
                </a:moveTo>
                <a:cubicBezTo>
                  <a:pt x="417291" y="0"/>
                  <a:pt x="418989" y="704"/>
                  <a:pt x="420390" y="2113"/>
                </a:cubicBezTo>
                <a:cubicBezTo>
                  <a:pt x="421791" y="3520"/>
                  <a:pt x="422492" y="5226"/>
                  <a:pt x="422492" y="7231"/>
                </a:cubicBezTo>
                <a:cubicBezTo>
                  <a:pt x="422492" y="9236"/>
                  <a:pt x="421791" y="10955"/>
                  <a:pt x="420390" y="12387"/>
                </a:cubicBezTo>
                <a:cubicBezTo>
                  <a:pt x="418989" y="13818"/>
                  <a:pt x="417291" y="14533"/>
                  <a:pt x="415296" y="14533"/>
                </a:cubicBezTo>
                <a:cubicBezTo>
                  <a:pt x="413302" y="14533"/>
                  <a:pt x="411592" y="13818"/>
                  <a:pt x="410167" y="12387"/>
                </a:cubicBezTo>
                <a:cubicBezTo>
                  <a:pt x="408742" y="10955"/>
                  <a:pt x="408030" y="9236"/>
                  <a:pt x="408030" y="7231"/>
                </a:cubicBezTo>
                <a:cubicBezTo>
                  <a:pt x="408030" y="5226"/>
                  <a:pt x="408730" y="3520"/>
                  <a:pt x="410132" y="2113"/>
                </a:cubicBezTo>
                <a:cubicBezTo>
                  <a:pt x="411533" y="704"/>
                  <a:pt x="413254" y="0"/>
                  <a:pt x="415296" y="0"/>
                </a:cubicBezTo>
                <a:moveTo>
                  <a:pt x="421209" y="34196"/>
                </a:moveTo>
                <a:lnTo>
                  <a:pt x="421209" y="86486"/>
                </a:lnTo>
                <a:cubicBezTo>
                  <a:pt x="421209" y="90595"/>
                  <a:pt x="421506" y="93330"/>
                  <a:pt x="422100" y="94692"/>
                </a:cubicBezTo>
                <a:cubicBezTo>
                  <a:pt x="422694" y="96053"/>
                  <a:pt x="423572" y="97069"/>
                  <a:pt x="424736" y="97738"/>
                </a:cubicBezTo>
                <a:cubicBezTo>
                  <a:pt x="425899" y="98406"/>
                  <a:pt x="428025" y="98740"/>
                  <a:pt x="431112" y="98740"/>
                </a:cubicBezTo>
                <a:lnTo>
                  <a:pt x="431112" y="101304"/>
                </a:lnTo>
                <a:lnTo>
                  <a:pt x="399410" y="101304"/>
                </a:lnTo>
                <a:lnTo>
                  <a:pt x="399410" y="98740"/>
                </a:lnTo>
                <a:cubicBezTo>
                  <a:pt x="402592" y="98740"/>
                  <a:pt x="404729" y="98430"/>
                  <a:pt x="405821" y="97809"/>
                </a:cubicBezTo>
                <a:cubicBezTo>
                  <a:pt x="406914" y="97187"/>
                  <a:pt x="407781" y="96160"/>
                  <a:pt x="408422" y="94728"/>
                </a:cubicBezTo>
                <a:cubicBezTo>
                  <a:pt x="409063" y="93294"/>
                  <a:pt x="409383" y="90547"/>
                  <a:pt x="409383" y="86486"/>
                </a:cubicBezTo>
                <a:lnTo>
                  <a:pt x="409383" y="61552"/>
                </a:lnTo>
                <a:cubicBezTo>
                  <a:pt x="409383" y="54446"/>
                  <a:pt x="409170" y="49843"/>
                  <a:pt x="408742" y="47745"/>
                </a:cubicBezTo>
                <a:cubicBezTo>
                  <a:pt x="408410" y="46217"/>
                  <a:pt x="407887" y="45157"/>
                  <a:pt x="407175" y="44563"/>
                </a:cubicBezTo>
                <a:cubicBezTo>
                  <a:pt x="406463" y="43968"/>
                  <a:pt x="405489" y="43671"/>
                  <a:pt x="404254" y="43671"/>
                </a:cubicBezTo>
                <a:cubicBezTo>
                  <a:pt x="402924" y="43671"/>
                  <a:pt x="401310" y="44027"/>
                  <a:pt x="399410" y="44739"/>
                </a:cubicBezTo>
                <a:lnTo>
                  <a:pt x="398412" y="42175"/>
                </a:lnTo>
                <a:lnTo>
                  <a:pt x="418075" y="34196"/>
                </a:lnTo>
                <a:lnTo>
                  <a:pt x="421209" y="34196"/>
                </a:lnTo>
                <a:close/>
                <a:moveTo>
                  <a:pt x="458133" y="47945"/>
                </a:moveTo>
                <a:cubicBezTo>
                  <a:pt x="465780" y="38779"/>
                  <a:pt x="473070" y="34196"/>
                  <a:pt x="480004" y="34196"/>
                </a:cubicBezTo>
                <a:cubicBezTo>
                  <a:pt x="483566" y="34196"/>
                  <a:pt x="486629" y="35084"/>
                  <a:pt x="489194" y="36860"/>
                </a:cubicBezTo>
                <a:cubicBezTo>
                  <a:pt x="491759" y="38636"/>
                  <a:pt x="493801" y="41560"/>
                  <a:pt x="495321" y="45634"/>
                </a:cubicBezTo>
                <a:cubicBezTo>
                  <a:pt x="496366" y="48476"/>
                  <a:pt x="496888" y="52834"/>
                  <a:pt x="496888" y="58707"/>
                </a:cubicBezTo>
                <a:lnTo>
                  <a:pt x="496888" y="86486"/>
                </a:lnTo>
                <a:cubicBezTo>
                  <a:pt x="496888" y="90642"/>
                  <a:pt x="497221" y="93461"/>
                  <a:pt x="497886" y="94942"/>
                </a:cubicBezTo>
                <a:cubicBezTo>
                  <a:pt x="498408" y="96137"/>
                  <a:pt x="499251" y="97069"/>
                  <a:pt x="500415" y="97738"/>
                </a:cubicBezTo>
                <a:cubicBezTo>
                  <a:pt x="501578" y="98406"/>
                  <a:pt x="503727" y="98740"/>
                  <a:pt x="506862" y="98740"/>
                </a:cubicBezTo>
                <a:lnTo>
                  <a:pt x="506862" y="101304"/>
                </a:lnTo>
                <a:lnTo>
                  <a:pt x="474590" y="101304"/>
                </a:lnTo>
                <a:lnTo>
                  <a:pt x="474590" y="98740"/>
                </a:lnTo>
                <a:lnTo>
                  <a:pt x="475943" y="98740"/>
                </a:lnTo>
                <a:cubicBezTo>
                  <a:pt x="478983" y="98740"/>
                  <a:pt x="481108" y="98275"/>
                  <a:pt x="482319" y="97344"/>
                </a:cubicBezTo>
                <a:cubicBezTo>
                  <a:pt x="483530" y="96412"/>
                  <a:pt x="484374" y="95038"/>
                  <a:pt x="484848" y="93223"/>
                </a:cubicBezTo>
                <a:cubicBezTo>
                  <a:pt x="485038" y="92506"/>
                  <a:pt x="485133" y="90261"/>
                  <a:pt x="485133" y="86486"/>
                </a:cubicBezTo>
                <a:lnTo>
                  <a:pt x="485133" y="59816"/>
                </a:lnTo>
                <a:cubicBezTo>
                  <a:pt x="485133" y="53888"/>
                  <a:pt x="484362" y="49584"/>
                  <a:pt x="482818" y="46905"/>
                </a:cubicBezTo>
                <a:cubicBezTo>
                  <a:pt x="481275" y="44226"/>
                  <a:pt x="478674" y="42887"/>
                  <a:pt x="475017" y="42887"/>
                </a:cubicBezTo>
                <a:cubicBezTo>
                  <a:pt x="469365" y="42887"/>
                  <a:pt x="463737" y="45974"/>
                  <a:pt x="458133" y="52148"/>
                </a:cubicBezTo>
                <a:lnTo>
                  <a:pt x="458133" y="86486"/>
                </a:lnTo>
                <a:cubicBezTo>
                  <a:pt x="458133" y="90929"/>
                  <a:pt x="458394" y="93676"/>
                  <a:pt x="458917" y="94728"/>
                </a:cubicBezTo>
                <a:cubicBezTo>
                  <a:pt x="459582" y="96113"/>
                  <a:pt x="460496" y="97128"/>
                  <a:pt x="461660" y="97774"/>
                </a:cubicBezTo>
                <a:cubicBezTo>
                  <a:pt x="462823" y="98418"/>
                  <a:pt x="465186" y="98740"/>
                  <a:pt x="468748" y="98740"/>
                </a:cubicBezTo>
                <a:lnTo>
                  <a:pt x="468748" y="101304"/>
                </a:lnTo>
                <a:lnTo>
                  <a:pt x="436476" y="101304"/>
                </a:lnTo>
                <a:lnTo>
                  <a:pt x="436476" y="98740"/>
                </a:lnTo>
                <a:lnTo>
                  <a:pt x="437901" y="98740"/>
                </a:lnTo>
                <a:cubicBezTo>
                  <a:pt x="441225" y="98740"/>
                  <a:pt x="443469" y="97892"/>
                  <a:pt x="444633" y="96197"/>
                </a:cubicBezTo>
                <a:cubicBezTo>
                  <a:pt x="445797" y="94501"/>
                  <a:pt x="446378" y="91264"/>
                  <a:pt x="446378" y="86486"/>
                </a:cubicBezTo>
                <a:lnTo>
                  <a:pt x="446378" y="62407"/>
                </a:lnTo>
                <a:cubicBezTo>
                  <a:pt x="446378" y="54570"/>
                  <a:pt x="446200" y="49797"/>
                  <a:pt x="445844" y="48088"/>
                </a:cubicBezTo>
                <a:cubicBezTo>
                  <a:pt x="445488" y="46378"/>
                  <a:pt x="444942" y="45214"/>
                  <a:pt x="444206" y="44597"/>
                </a:cubicBezTo>
                <a:cubicBezTo>
                  <a:pt x="443469" y="43979"/>
                  <a:pt x="442484" y="43671"/>
                  <a:pt x="441249" y="43671"/>
                </a:cubicBezTo>
                <a:cubicBezTo>
                  <a:pt x="439919" y="43671"/>
                  <a:pt x="438328" y="44027"/>
                  <a:pt x="436476" y="44739"/>
                </a:cubicBezTo>
                <a:lnTo>
                  <a:pt x="435407" y="42175"/>
                </a:lnTo>
                <a:lnTo>
                  <a:pt x="455070" y="34196"/>
                </a:lnTo>
                <a:lnTo>
                  <a:pt x="458133" y="34196"/>
                </a:lnTo>
                <a:lnTo>
                  <a:pt x="458133" y="47945"/>
                </a:lnTo>
                <a:close/>
                <a:moveTo>
                  <a:pt x="523033" y="60697"/>
                </a:moveTo>
                <a:cubicBezTo>
                  <a:pt x="522986" y="70341"/>
                  <a:pt x="525337" y="77906"/>
                  <a:pt x="530086" y="83390"/>
                </a:cubicBezTo>
                <a:cubicBezTo>
                  <a:pt x="534836" y="88874"/>
                  <a:pt x="540416" y="91616"/>
                  <a:pt x="546828" y="91616"/>
                </a:cubicBezTo>
                <a:cubicBezTo>
                  <a:pt x="551102" y="91616"/>
                  <a:pt x="554819" y="90435"/>
                  <a:pt x="557977" y="88074"/>
                </a:cubicBezTo>
                <a:cubicBezTo>
                  <a:pt x="561135" y="85712"/>
                  <a:pt x="563783" y="81669"/>
                  <a:pt x="565920" y="75943"/>
                </a:cubicBezTo>
                <a:lnTo>
                  <a:pt x="568129" y="77374"/>
                </a:lnTo>
                <a:cubicBezTo>
                  <a:pt x="567132" y="83915"/>
                  <a:pt x="564234" y="89871"/>
                  <a:pt x="559438" y="95242"/>
                </a:cubicBezTo>
                <a:cubicBezTo>
                  <a:pt x="554641" y="100614"/>
                  <a:pt x="548633" y="103299"/>
                  <a:pt x="541414" y="103299"/>
                </a:cubicBezTo>
                <a:cubicBezTo>
                  <a:pt x="533577" y="103299"/>
                  <a:pt x="526869" y="100254"/>
                  <a:pt x="521288" y="94165"/>
                </a:cubicBezTo>
                <a:cubicBezTo>
                  <a:pt x="515708" y="88074"/>
                  <a:pt x="512917" y="79885"/>
                  <a:pt x="512917" y="69600"/>
                </a:cubicBezTo>
                <a:cubicBezTo>
                  <a:pt x="512917" y="58463"/>
                  <a:pt x="515779" y="49778"/>
                  <a:pt x="521502" y="43546"/>
                </a:cubicBezTo>
                <a:cubicBezTo>
                  <a:pt x="527225" y="37312"/>
                  <a:pt x="534408" y="34196"/>
                  <a:pt x="543052" y="34196"/>
                </a:cubicBezTo>
                <a:cubicBezTo>
                  <a:pt x="550366" y="34196"/>
                  <a:pt x="556374" y="36600"/>
                  <a:pt x="561076" y="41409"/>
                </a:cubicBezTo>
                <a:cubicBezTo>
                  <a:pt x="565778" y="46216"/>
                  <a:pt x="568129" y="52646"/>
                  <a:pt x="568129" y="60697"/>
                </a:cubicBezTo>
                <a:lnTo>
                  <a:pt x="523033" y="60697"/>
                </a:lnTo>
                <a:moveTo>
                  <a:pt x="523033" y="56565"/>
                </a:moveTo>
                <a:lnTo>
                  <a:pt x="553240" y="56565"/>
                </a:lnTo>
                <a:cubicBezTo>
                  <a:pt x="553002" y="52420"/>
                  <a:pt x="552503" y="49500"/>
                  <a:pt x="551744" y="47805"/>
                </a:cubicBezTo>
                <a:cubicBezTo>
                  <a:pt x="550556" y="45166"/>
                  <a:pt x="548787" y="43093"/>
                  <a:pt x="546436" y="41587"/>
                </a:cubicBezTo>
                <a:cubicBezTo>
                  <a:pt x="544085" y="40079"/>
                  <a:pt x="541627" y="39325"/>
                  <a:pt x="539063" y="39325"/>
                </a:cubicBezTo>
                <a:cubicBezTo>
                  <a:pt x="535121" y="39325"/>
                  <a:pt x="531594" y="40844"/>
                  <a:pt x="528483" y="43882"/>
                </a:cubicBezTo>
                <a:cubicBezTo>
                  <a:pt x="525373" y="46920"/>
                  <a:pt x="523556" y="51148"/>
                  <a:pt x="523033" y="56565"/>
                </a:cubicBezTo>
                <a:close/>
                <a:moveTo>
                  <a:pt x="622790" y="93971"/>
                </a:moveTo>
                <a:cubicBezTo>
                  <a:pt x="619608" y="97294"/>
                  <a:pt x="616497" y="99680"/>
                  <a:pt x="613457" y="101129"/>
                </a:cubicBezTo>
                <a:cubicBezTo>
                  <a:pt x="610418" y="102576"/>
                  <a:pt x="607141" y="103299"/>
                  <a:pt x="603626" y="103299"/>
                </a:cubicBezTo>
                <a:cubicBezTo>
                  <a:pt x="596502" y="103299"/>
                  <a:pt x="590280" y="100326"/>
                  <a:pt x="584961" y="94379"/>
                </a:cubicBezTo>
                <a:cubicBezTo>
                  <a:pt x="579642" y="88430"/>
                  <a:pt x="576982" y="80786"/>
                  <a:pt x="576982" y="71448"/>
                </a:cubicBezTo>
                <a:cubicBezTo>
                  <a:pt x="576982" y="62111"/>
                  <a:pt x="579927" y="53568"/>
                  <a:pt x="585816" y="45819"/>
                </a:cubicBezTo>
                <a:cubicBezTo>
                  <a:pt x="591705" y="38070"/>
                  <a:pt x="599280" y="34196"/>
                  <a:pt x="608542" y="34196"/>
                </a:cubicBezTo>
                <a:cubicBezTo>
                  <a:pt x="614288" y="34196"/>
                  <a:pt x="619038" y="36023"/>
                  <a:pt x="622790" y="39679"/>
                </a:cubicBezTo>
                <a:lnTo>
                  <a:pt x="622790" y="27499"/>
                </a:lnTo>
                <a:cubicBezTo>
                  <a:pt x="622790" y="20074"/>
                  <a:pt x="622612" y="15510"/>
                  <a:pt x="622256" y="13807"/>
                </a:cubicBezTo>
                <a:cubicBezTo>
                  <a:pt x="621899" y="12105"/>
                  <a:pt x="621341" y="10946"/>
                  <a:pt x="620581" y="10330"/>
                </a:cubicBezTo>
                <a:cubicBezTo>
                  <a:pt x="619822" y="9713"/>
                  <a:pt x="618872" y="9404"/>
                  <a:pt x="617732" y="9404"/>
                </a:cubicBezTo>
                <a:cubicBezTo>
                  <a:pt x="616497" y="9404"/>
                  <a:pt x="614858" y="9784"/>
                  <a:pt x="612816" y="10544"/>
                </a:cubicBezTo>
                <a:lnTo>
                  <a:pt x="611890" y="7979"/>
                </a:lnTo>
                <a:lnTo>
                  <a:pt x="631339" y="0"/>
                </a:lnTo>
                <a:lnTo>
                  <a:pt x="634545" y="0"/>
                </a:lnTo>
                <a:lnTo>
                  <a:pt x="634545" y="75515"/>
                </a:lnTo>
                <a:cubicBezTo>
                  <a:pt x="634545" y="83131"/>
                  <a:pt x="634723" y="87778"/>
                  <a:pt x="635079" y="89456"/>
                </a:cubicBezTo>
                <a:cubicBezTo>
                  <a:pt x="635435" y="91135"/>
                  <a:pt x="636005" y="92307"/>
                  <a:pt x="636789" y="92972"/>
                </a:cubicBezTo>
                <a:cubicBezTo>
                  <a:pt x="637572" y="93635"/>
                  <a:pt x="638487" y="93967"/>
                  <a:pt x="639531" y="93967"/>
                </a:cubicBezTo>
                <a:cubicBezTo>
                  <a:pt x="640814" y="93967"/>
                  <a:pt x="642524" y="93563"/>
                  <a:pt x="644661" y="92756"/>
                </a:cubicBezTo>
                <a:lnTo>
                  <a:pt x="645444" y="95320"/>
                </a:lnTo>
                <a:lnTo>
                  <a:pt x="626067" y="103299"/>
                </a:lnTo>
                <a:lnTo>
                  <a:pt x="622790" y="103299"/>
                </a:lnTo>
                <a:lnTo>
                  <a:pt x="622790" y="93971"/>
                </a:lnTo>
                <a:moveTo>
                  <a:pt x="622790" y="88995"/>
                </a:moveTo>
                <a:lnTo>
                  <a:pt x="622790" y="55454"/>
                </a:lnTo>
                <a:cubicBezTo>
                  <a:pt x="622505" y="52232"/>
                  <a:pt x="621650" y="49295"/>
                  <a:pt x="620225" y="46643"/>
                </a:cubicBezTo>
                <a:cubicBezTo>
                  <a:pt x="618800" y="43989"/>
                  <a:pt x="616912" y="41988"/>
                  <a:pt x="614562" y="40638"/>
                </a:cubicBezTo>
                <a:cubicBezTo>
                  <a:pt x="612211" y="39288"/>
                  <a:pt x="609919" y="38613"/>
                  <a:pt x="607687" y="38613"/>
                </a:cubicBezTo>
                <a:cubicBezTo>
                  <a:pt x="603507" y="38613"/>
                  <a:pt x="599779" y="40484"/>
                  <a:pt x="596502" y="44227"/>
                </a:cubicBezTo>
                <a:cubicBezTo>
                  <a:pt x="592180" y="49153"/>
                  <a:pt x="590019" y="56354"/>
                  <a:pt x="590019" y="65829"/>
                </a:cubicBezTo>
                <a:cubicBezTo>
                  <a:pt x="590019" y="75399"/>
                  <a:pt x="592109" y="82731"/>
                  <a:pt x="596288" y="87824"/>
                </a:cubicBezTo>
                <a:cubicBezTo>
                  <a:pt x="600468" y="92917"/>
                  <a:pt x="605122" y="95463"/>
                  <a:pt x="610251" y="95463"/>
                </a:cubicBezTo>
                <a:cubicBezTo>
                  <a:pt x="614573" y="95463"/>
                  <a:pt x="618753" y="93307"/>
                  <a:pt x="622790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(c)">
            <a:extLst xmlns:a="http://schemas.openxmlformats.org/drawingml/2006/main">
              <a:ext uri="{FF2B5EF4-FFF2-40B4-BE49-F238E27FC236}">
                <a16:creationId xmlns:a16="http://schemas.microsoft.com/office/drawing/2014/main" id="{7DF910C7-4948-48A8-AC26-D27F9257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30" y="3393785"/>
            <a:ext cx="186176" cy="164644"/>
          </a:xfrm>
          <a:custGeom xmlns:a="http://schemas.openxmlformats.org/drawingml/2006/main">
            <a:pathLst>
              <a:path w="186176" h="164644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27465" y="95069"/>
                </a:moveTo>
                <a:cubicBezTo>
                  <a:pt x="125281" y="105750"/>
                  <a:pt x="121003" y="113968"/>
                  <a:pt x="114630" y="119721"/>
                </a:cubicBezTo>
                <a:cubicBezTo>
                  <a:pt x="108256" y="125475"/>
                  <a:pt x="101204" y="128352"/>
                  <a:pt x="93474" y="128352"/>
                </a:cubicBezTo>
                <a:cubicBezTo>
                  <a:pt x="84268" y="128352"/>
                  <a:pt x="76242" y="124491"/>
                  <a:pt x="69397" y="116770"/>
                </a:cubicBezTo>
                <a:cubicBezTo>
                  <a:pt x="62551" y="109047"/>
                  <a:pt x="59129" y="98611"/>
                  <a:pt x="59129" y="85465"/>
                </a:cubicBezTo>
                <a:cubicBezTo>
                  <a:pt x="59129" y="72731"/>
                  <a:pt x="62920" y="62385"/>
                  <a:pt x="70503" y="54428"/>
                </a:cubicBezTo>
                <a:cubicBezTo>
                  <a:pt x="78086" y="46469"/>
                  <a:pt x="87189" y="42489"/>
                  <a:pt x="97811" y="42489"/>
                </a:cubicBezTo>
                <a:cubicBezTo>
                  <a:pt x="105778" y="42489"/>
                  <a:pt x="112328" y="44606"/>
                  <a:pt x="117462" y="48840"/>
                </a:cubicBezTo>
                <a:cubicBezTo>
                  <a:pt x="122596" y="53072"/>
                  <a:pt x="125163" y="57468"/>
                  <a:pt x="125163" y="62027"/>
                </a:cubicBezTo>
                <a:cubicBezTo>
                  <a:pt x="125163" y="64276"/>
                  <a:pt x="124440" y="66098"/>
                  <a:pt x="122995" y="67490"/>
                </a:cubicBezTo>
                <a:cubicBezTo>
                  <a:pt x="121549" y="68880"/>
                  <a:pt x="119528" y="69576"/>
                  <a:pt x="116931" y="69576"/>
                </a:cubicBezTo>
                <a:cubicBezTo>
                  <a:pt x="113449" y="69576"/>
                  <a:pt x="110823" y="68445"/>
                  <a:pt x="109053" y="66184"/>
                </a:cubicBezTo>
                <a:cubicBezTo>
                  <a:pt x="108050" y="64934"/>
                  <a:pt x="107386" y="62553"/>
                  <a:pt x="107061" y="59042"/>
                </a:cubicBezTo>
                <a:cubicBezTo>
                  <a:pt x="106737" y="55531"/>
                  <a:pt x="105542" y="52853"/>
                  <a:pt x="103476" y="51009"/>
                </a:cubicBezTo>
                <a:cubicBezTo>
                  <a:pt x="101411" y="49224"/>
                  <a:pt x="98549" y="48331"/>
                  <a:pt x="94890" y="48331"/>
                </a:cubicBezTo>
                <a:cubicBezTo>
                  <a:pt x="88989" y="48331"/>
                  <a:pt x="84238" y="50515"/>
                  <a:pt x="80639" y="54881"/>
                </a:cubicBezTo>
                <a:cubicBezTo>
                  <a:pt x="75859" y="60665"/>
                  <a:pt x="73469" y="68307"/>
                  <a:pt x="73469" y="77808"/>
                </a:cubicBezTo>
                <a:cubicBezTo>
                  <a:pt x="73469" y="87486"/>
                  <a:pt x="75844" y="96028"/>
                  <a:pt x="80594" y="103434"/>
                </a:cubicBezTo>
                <a:cubicBezTo>
                  <a:pt x="85345" y="110840"/>
                  <a:pt x="91762" y="114543"/>
                  <a:pt x="99847" y="114543"/>
                </a:cubicBezTo>
                <a:cubicBezTo>
                  <a:pt x="105630" y="114543"/>
                  <a:pt x="110823" y="112566"/>
                  <a:pt x="115426" y="108612"/>
                </a:cubicBezTo>
                <a:cubicBezTo>
                  <a:pt x="118672" y="105898"/>
                  <a:pt x="121829" y="100970"/>
                  <a:pt x="124898" y="93830"/>
                </a:cubicBezTo>
                <a:lnTo>
                  <a:pt x="127465" y="95069"/>
                </a:lnTo>
                <a:close/>
                <a:moveTo>
                  <a:pt x="137314" y="3718"/>
                </a:moveTo>
                <a:lnTo>
                  <a:pt x="137314" y="0"/>
                </a:lnTo>
                <a:cubicBezTo>
                  <a:pt x="146283" y="4426"/>
                  <a:pt x="153749" y="9649"/>
                  <a:pt x="159709" y="15668"/>
                </a:cubicBezTo>
                <a:cubicBezTo>
                  <a:pt x="168148" y="24284"/>
                  <a:pt x="174668" y="34389"/>
                  <a:pt x="179271" y="45985"/>
                </a:cubicBezTo>
                <a:cubicBezTo>
                  <a:pt x="183874" y="57581"/>
                  <a:pt x="186176" y="69664"/>
                  <a:pt x="186176" y="82234"/>
                </a:cubicBezTo>
                <a:cubicBezTo>
                  <a:pt x="186176" y="100528"/>
                  <a:pt x="181676" y="117213"/>
                  <a:pt x="172677" y="132291"/>
                </a:cubicBezTo>
                <a:cubicBezTo>
                  <a:pt x="163677" y="147369"/>
                  <a:pt x="151890" y="158153"/>
                  <a:pt x="137314" y="164644"/>
                </a:cubicBezTo>
                <a:lnTo>
                  <a:pt x="137314" y="161281"/>
                </a:lnTo>
                <a:cubicBezTo>
                  <a:pt x="144572" y="157211"/>
                  <a:pt x="150547" y="151711"/>
                  <a:pt x="155239" y="144780"/>
                </a:cubicBezTo>
                <a:cubicBezTo>
                  <a:pt x="159930" y="137850"/>
                  <a:pt x="163412" y="129033"/>
                  <a:pt x="165684" y="118330"/>
                </a:cubicBezTo>
                <a:cubicBezTo>
                  <a:pt x="167956" y="107625"/>
                  <a:pt x="169092" y="96463"/>
                  <a:pt x="169092" y="84845"/>
                </a:cubicBezTo>
                <a:cubicBezTo>
                  <a:pt x="169092" y="72281"/>
                  <a:pt x="168118" y="60809"/>
                  <a:pt x="166171" y="50431"/>
                </a:cubicBezTo>
                <a:cubicBezTo>
                  <a:pt x="164695" y="42291"/>
                  <a:pt x="162851" y="35773"/>
                  <a:pt x="160638" y="30879"/>
                </a:cubicBezTo>
                <a:cubicBezTo>
                  <a:pt x="158425" y="25983"/>
                  <a:pt x="155489" y="21265"/>
                  <a:pt x="151831" y="16724"/>
                </a:cubicBezTo>
                <a:cubicBezTo>
                  <a:pt x="148172" y="12182"/>
                  <a:pt x="143333" y="7847"/>
                  <a:pt x="137314" y="37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(c)">
            <a:extLst xmlns:a="http://schemas.openxmlformats.org/drawingml/2006/main">
              <a:ext uri="{FF2B5EF4-FFF2-40B4-BE49-F238E27FC236}">
                <a16:creationId xmlns:a16="http://schemas.microsoft.com/office/drawing/2014/main" id="{F93AAB0F-B90D-4DB3-A0D6-049C61F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30" y="3393785"/>
            <a:ext cx="186176" cy="164644"/>
          </a:xfrm>
          <a:custGeom xmlns:a="http://schemas.openxmlformats.org/drawingml/2006/main">
            <a:pathLst>
              <a:path w="186176" h="164644" fill="none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27465" y="95069"/>
                </a:moveTo>
                <a:cubicBezTo>
                  <a:pt x="125281" y="105750"/>
                  <a:pt x="121003" y="113968"/>
                  <a:pt x="114630" y="119721"/>
                </a:cubicBezTo>
                <a:cubicBezTo>
                  <a:pt x="108256" y="125475"/>
                  <a:pt x="101204" y="128352"/>
                  <a:pt x="93474" y="128352"/>
                </a:cubicBezTo>
                <a:cubicBezTo>
                  <a:pt x="84268" y="128352"/>
                  <a:pt x="76242" y="124491"/>
                  <a:pt x="69397" y="116770"/>
                </a:cubicBezTo>
                <a:cubicBezTo>
                  <a:pt x="62551" y="109047"/>
                  <a:pt x="59129" y="98611"/>
                  <a:pt x="59129" y="85465"/>
                </a:cubicBezTo>
                <a:cubicBezTo>
                  <a:pt x="59129" y="72731"/>
                  <a:pt x="62920" y="62385"/>
                  <a:pt x="70503" y="54428"/>
                </a:cubicBezTo>
                <a:cubicBezTo>
                  <a:pt x="78086" y="46469"/>
                  <a:pt x="87189" y="42489"/>
                  <a:pt x="97811" y="42489"/>
                </a:cubicBezTo>
                <a:cubicBezTo>
                  <a:pt x="105778" y="42489"/>
                  <a:pt x="112328" y="44606"/>
                  <a:pt x="117462" y="48840"/>
                </a:cubicBezTo>
                <a:cubicBezTo>
                  <a:pt x="122596" y="53072"/>
                  <a:pt x="125163" y="57468"/>
                  <a:pt x="125163" y="62027"/>
                </a:cubicBezTo>
                <a:cubicBezTo>
                  <a:pt x="125163" y="64276"/>
                  <a:pt x="124440" y="66098"/>
                  <a:pt x="122995" y="67490"/>
                </a:cubicBezTo>
                <a:cubicBezTo>
                  <a:pt x="121549" y="68880"/>
                  <a:pt x="119528" y="69576"/>
                  <a:pt x="116931" y="69576"/>
                </a:cubicBezTo>
                <a:cubicBezTo>
                  <a:pt x="113449" y="69576"/>
                  <a:pt x="110823" y="68445"/>
                  <a:pt x="109053" y="66184"/>
                </a:cubicBezTo>
                <a:cubicBezTo>
                  <a:pt x="108050" y="64934"/>
                  <a:pt x="107386" y="62553"/>
                  <a:pt x="107061" y="59042"/>
                </a:cubicBezTo>
                <a:cubicBezTo>
                  <a:pt x="106737" y="55531"/>
                  <a:pt x="105542" y="52853"/>
                  <a:pt x="103476" y="51009"/>
                </a:cubicBezTo>
                <a:cubicBezTo>
                  <a:pt x="101411" y="49224"/>
                  <a:pt x="98549" y="48331"/>
                  <a:pt x="94890" y="48331"/>
                </a:cubicBezTo>
                <a:cubicBezTo>
                  <a:pt x="88989" y="48331"/>
                  <a:pt x="84238" y="50515"/>
                  <a:pt x="80639" y="54881"/>
                </a:cubicBezTo>
                <a:cubicBezTo>
                  <a:pt x="75859" y="60665"/>
                  <a:pt x="73469" y="68307"/>
                  <a:pt x="73469" y="77808"/>
                </a:cubicBezTo>
                <a:cubicBezTo>
                  <a:pt x="73469" y="87486"/>
                  <a:pt x="75844" y="96028"/>
                  <a:pt x="80594" y="103434"/>
                </a:cubicBezTo>
                <a:cubicBezTo>
                  <a:pt x="85345" y="110840"/>
                  <a:pt x="91762" y="114543"/>
                  <a:pt x="99847" y="114543"/>
                </a:cubicBezTo>
                <a:cubicBezTo>
                  <a:pt x="105630" y="114543"/>
                  <a:pt x="110823" y="112566"/>
                  <a:pt x="115426" y="108612"/>
                </a:cubicBezTo>
                <a:cubicBezTo>
                  <a:pt x="118672" y="105898"/>
                  <a:pt x="121829" y="100970"/>
                  <a:pt x="124898" y="93830"/>
                </a:cubicBezTo>
                <a:lnTo>
                  <a:pt x="127465" y="95069"/>
                </a:lnTo>
                <a:close/>
                <a:moveTo>
                  <a:pt x="137314" y="3718"/>
                </a:moveTo>
                <a:lnTo>
                  <a:pt x="137314" y="0"/>
                </a:lnTo>
                <a:cubicBezTo>
                  <a:pt x="146283" y="4426"/>
                  <a:pt x="153749" y="9649"/>
                  <a:pt x="159709" y="15668"/>
                </a:cubicBezTo>
                <a:cubicBezTo>
                  <a:pt x="168148" y="24284"/>
                  <a:pt x="174668" y="34389"/>
                  <a:pt x="179271" y="45985"/>
                </a:cubicBezTo>
                <a:cubicBezTo>
                  <a:pt x="183874" y="57581"/>
                  <a:pt x="186176" y="69664"/>
                  <a:pt x="186176" y="82234"/>
                </a:cubicBezTo>
                <a:cubicBezTo>
                  <a:pt x="186176" y="100528"/>
                  <a:pt x="181676" y="117213"/>
                  <a:pt x="172677" y="132291"/>
                </a:cubicBezTo>
                <a:cubicBezTo>
                  <a:pt x="163677" y="147369"/>
                  <a:pt x="151890" y="158153"/>
                  <a:pt x="137314" y="164644"/>
                </a:cubicBezTo>
                <a:lnTo>
                  <a:pt x="137314" y="161281"/>
                </a:lnTo>
                <a:cubicBezTo>
                  <a:pt x="144572" y="157211"/>
                  <a:pt x="150547" y="151711"/>
                  <a:pt x="155239" y="144780"/>
                </a:cubicBezTo>
                <a:cubicBezTo>
                  <a:pt x="159930" y="137850"/>
                  <a:pt x="163412" y="129033"/>
                  <a:pt x="165684" y="118330"/>
                </a:cubicBezTo>
                <a:cubicBezTo>
                  <a:pt x="167956" y="107625"/>
                  <a:pt x="169092" y="96463"/>
                  <a:pt x="169092" y="84845"/>
                </a:cubicBezTo>
                <a:cubicBezTo>
                  <a:pt x="169092" y="72281"/>
                  <a:pt x="168118" y="60809"/>
                  <a:pt x="166171" y="50431"/>
                </a:cubicBezTo>
                <a:cubicBezTo>
                  <a:pt x="164695" y="42291"/>
                  <a:pt x="162851" y="35773"/>
                  <a:pt x="160638" y="30879"/>
                </a:cubicBezTo>
                <a:cubicBezTo>
                  <a:pt x="158425" y="25983"/>
                  <a:pt x="155489" y="21265"/>
                  <a:pt x="151831" y="16724"/>
                </a:cubicBezTo>
                <a:cubicBezTo>
                  <a:pt x="148172" y="12182"/>
                  <a:pt x="143333" y="7847"/>
                  <a:pt x="137314" y="37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21" name="Text Uniquecorrectd">
            <a:extLst xmlns:a="http://schemas.openxmlformats.org/drawingml/2006/main">
              <a:ext uri="{FF2B5EF4-FFF2-40B4-BE49-F238E27FC236}">
                <a16:creationId xmlns:a16="http://schemas.microsoft.com/office/drawing/2014/main" id="{BB216B8F-7364-4029-9C08-1906CA1D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4" y="3393787"/>
            <a:ext cx="1216625" cy="164644"/>
          </a:xfrm>
          <a:custGeom xmlns:a="http://schemas.openxmlformats.org/drawingml/2006/main">
            <a:pathLst>
              <a:path w="1216625" h="164644">
                <a:moveTo>
                  <a:pt x="85509" y="9206"/>
                </a:moveTo>
                <a:lnTo>
                  <a:pt x="85509" y="5842"/>
                </a:lnTo>
                <a:lnTo>
                  <a:pt x="127998" y="5842"/>
                </a:lnTo>
                <a:lnTo>
                  <a:pt x="127998" y="9206"/>
                </a:lnTo>
                <a:lnTo>
                  <a:pt x="123483" y="9206"/>
                </a:lnTo>
                <a:cubicBezTo>
                  <a:pt x="118762" y="9206"/>
                  <a:pt x="115133" y="11174"/>
                  <a:pt x="112596" y="15109"/>
                </a:cubicBezTo>
                <a:cubicBezTo>
                  <a:pt x="111356" y="16929"/>
                  <a:pt x="110737" y="21158"/>
                  <a:pt x="110737" y="27795"/>
                </a:cubicBezTo>
                <a:lnTo>
                  <a:pt x="110737" y="76394"/>
                </a:lnTo>
                <a:cubicBezTo>
                  <a:pt x="110737" y="88412"/>
                  <a:pt x="109542" y="97736"/>
                  <a:pt x="107152" y="104363"/>
                </a:cubicBezTo>
                <a:cubicBezTo>
                  <a:pt x="104762" y="110989"/>
                  <a:pt x="100070" y="116674"/>
                  <a:pt x="93077" y="121417"/>
                </a:cubicBezTo>
                <a:cubicBezTo>
                  <a:pt x="86084" y="126158"/>
                  <a:pt x="76568" y="128529"/>
                  <a:pt x="64530" y="128529"/>
                </a:cubicBezTo>
                <a:cubicBezTo>
                  <a:pt x="51429" y="128529"/>
                  <a:pt x="41486" y="126262"/>
                  <a:pt x="34699" y="121727"/>
                </a:cubicBezTo>
                <a:cubicBezTo>
                  <a:pt x="27913" y="117190"/>
                  <a:pt x="23103" y="111093"/>
                  <a:pt x="20271" y="103434"/>
                </a:cubicBezTo>
                <a:cubicBezTo>
                  <a:pt x="18382" y="98191"/>
                  <a:pt x="17438" y="88353"/>
                  <a:pt x="17438" y="73918"/>
                </a:cubicBezTo>
                <a:lnTo>
                  <a:pt x="17438" y="27087"/>
                </a:lnTo>
                <a:cubicBezTo>
                  <a:pt x="17438" y="19747"/>
                  <a:pt x="16420" y="14932"/>
                  <a:pt x="14384" y="12642"/>
                </a:cubicBezTo>
                <a:cubicBezTo>
                  <a:pt x="12348" y="10351"/>
                  <a:pt x="9058" y="9206"/>
                  <a:pt x="4514" y="9206"/>
                </a:cubicBezTo>
                <a:lnTo>
                  <a:pt x="0" y="9206"/>
                </a:lnTo>
                <a:lnTo>
                  <a:pt x="0" y="5842"/>
                </a:lnTo>
                <a:lnTo>
                  <a:pt x="51872" y="5842"/>
                </a:lnTo>
                <a:lnTo>
                  <a:pt x="51872" y="9206"/>
                </a:lnTo>
                <a:lnTo>
                  <a:pt x="47269" y="9206"/>
                </a:lnTo>
                <a:cubicBezTo>
                  <a:pt x="42312" y="9206"/>
                  <a:pt x="38771" y="10762"/>
                  <a:pt x="36647" y="13875"/>
                </a:cubicBezTo>
                <a:cubicBezTo>
                  <a:pt x="35171" y="15989"/>
                  <a:pt x="34434" y="20392"/>
                  <a:pt x="34434" y="27087"/>
                </a:cubicBezTo>
                <a:lnTo>
                  <a:pt x="34434" y="79302"/>
                </a:lnTo>
                <a:cubicBezTo>
                  <a:pt x="34434" y="83956"/>
                  <a:pt x="34862" y="89288"/>
                  <a:pt x="35717" y="95296"/>
                </a:cubicBezTo>
                <a:cubicBezTo>
                  <a:pt x="36573" y="101302"/>
                  <a:pt x="38122" y="105984"/>
                  <a:pt x="40364" y="109342"/>
                </a:cubicBezTo>
                <a:cubicBezTo>
                  <a:pt x="42607" y="112699"/>
                  <a:pt x="45838" y="115467"/>
                  <a:pt x="50057" y="117647"/>
                </a:cubicBezTo>
                <a:cubicBezTo>
                  <a:pt x="54277" y="119826"/>
                  <a:pt x="59455" y="120916"/>
                  <a:pt x="65592" y="120916"/>
                </a:cubicBezTo>
                <a:cubicBezTo>
                  <a:pt x="73441" y="120916"/>
                  <a:pt x="80463" y="119209"/>
                  <a:pt x="86660" y="115793"/>
                </a:cubicBezTo>
                <a:cubicBezTo>
                  <a:pt x="92856" y="112376"/>
                  <a:pt x="97090" y="108003"/>
                  <a:pt x="99362" y="102673"/>
                </a:cubicBezTo>
                <a:cubicBezTo>
                  <a:pt x="101634" y="97342"/>
                  <a:pt x="102770" y="88315"/>
                  <a:pt x="102770" y="75592"/>
                </a:cubicBezTo>
                <a:lnTo>
                  <a:pt x="102770" y="27087"/>
                </a:lnTo>
                <a:cubicBezTo>
                  <a:pt x="102770" y="19629"/>
                  <a:pt x="101944" y="14961"/>
                  <a:pt x="100291" y="13081"/>
                </a:cubicBezTo>
                <a:cubicBezTo>
                  <a:pt x="97990" y="10498"/>
                  <a:pt x="94567" y="9206"/>
                  <a:pt x="90023" y="9206"/>
                </a:cubicBezTo>
                <a:lnTo>
                  <a:pt x="85509" y="9206"/>
                </a:lnTo>
                <a:close/>
                <a:moveTo>
                  <a:pt x="159215" y="59573"/>
                </a:moveTo>
                <a:cubicBezTo>
                  <a:pt x="168716" y="48184"/>
                  <a:pt x="177774" y="42489"/>
                  <a:pt x="186390" y="42489"/>
                </a:cubicBezTo>
                <a:cubicBezTo>
                  <a:pt x="190816" y="42489"/>
                  <a:pt x="194622" y="43593"/>
                  <a:pt x="197809" y="45800"/>
                </a:cubicBezTo>
                <a:cubicBezTo>
                  <a:pt x="200996" y="48006"/>
                  <a:pt x="203533" y="51639"/>
                  <a:pt x="205422" y="56702"/>
                </a:cubicBezTo>
                <a:cubicBezTo>
                  <a:pt x="206720" y="60233"/>
                  <a:pt x="207369" y="65648"/>
                  <a:pt x="207369" y="72945"/>
                </a:cubicBezTo>
                <a:lnTo>
                  <a:pt x="207369" y="107461"/>
                </a:lnTo>
                <a:cubicBezTo>
                  <a:pt x="207369" y="112625"/>
                  <a:pt x="207782" y="116127"/>
                  <a:pt x="208608" y="117968"/>
                </a:cubicBezTo>
                <a:cubicBezTo>
                  <a:pt x="209257" y="119452"/>
                  <a:pt x="210305" y="120610"/>
                  <a:pt x="211751" y="121442"/>
                </a:cubicBezTo>
                <a:cubicBezTo>
                  <a:pt x="213196" y="122272"/>
                  <a:pt x="215867" y="122687"/>
                  <a:pt x="219761" y="122687"/>
                </a:cubicBezTo>
                <a:lnTo>
                  <a:pt x="219761" y="125873"/>
                </a:lnTo>
                <a:lnTo>
                  <a:pt x="179663" y="125873"/>
                </a:lnTo>
                <a:lnTo>
                  <a:pt x="179663" y="122687"/>
                </a:lnTo>
                <a:lnTo>
                  <a:pt x="181344" y="122687"/>
                </a:lnTo>
                <a:cubicBezTo>
                  <a:pt x="185121" y="122687"/>
                  <a:pt x="187762" y="122109"/>
                  <a:pt x="189267" y="120952"/>
                </a:cubicBezTo>
                <a:cubicBezTo>
                  <a:pt x="190772" y="119794"/>
                  <a:pt x="191819" y="118087"/>
                  <a:pt x="192409" y="115832"/>
                </a:cubicBezTo>
                <a:cubicBezTo>
                  <a:pt x="192645" y="114941"/>
                  <a:pt x="192763" y="112151"/>
                  <a:pt x="192763" y="107461"/>
                </a:cubicBezTo>
                <a:lnTo>
                  <a:pt x="192763" y="74322"/>
                </a:lnTo>
                <a:cubicBezTo>
                  <a:pt x="192763" y="66957"/>
                  <a:pt x="191804" y="61610"/>
                  <a:pt x="189887" y="58281"/>
                </a:cubicBezTo>
                <a:cubicBezTo>
                  <a:pt x="187969" y="54952"/>
                  <a:pt x="184738" y="53288"/>
                  <a:pt x="180194" y="53288"/>
                </a:cubicBezTo>
                <a:cubicBezTo>
                  <a:pt x="173171" y="53288"/>
                  <a:pt x="166178" y="57124"/>
                  <a:pt x="159215" y="64796"/>
                </a:cubicBezTo>
                <a:lnTo>
                  <a:pt x="159215" y="107461"/>
                </a:lnTo>
                <a:cubicBezTo>
                  <a:pt x="159215" y="112981"/>
                  <a:pt x="159539" y="116394"/>
                  <a:pt x="160189" y="117702"/>
                </a:cubicBezTo>
                <a:cubicBezTo>
                  <a:pt x="161015" y="119423"/>
                  <a:pt x="162151" y="120684"/>
                  <a:pt x="163596" y="121486"/>
                </a:cubicBezTo>
                <a:cubicBezTo>
                  <a:pt x="165042" y="122286"/>
                  <a:pt x="167978" y="122687"/>
                  <a:pt x="172404" y="122687"/>
                </a:cubicBezTo>
                <a:lnTo>
                  <a:pt x="172404" y="125873"/>
                </a:lnTo>
                <a:lnTo>
                  <a:pt x="132305" y="125873"/>
                </a:lnTo>
                <a:lnTo>
                  <a:pt x="132305" y="122687"/>
                </a:lnTo>
                <a:lnTo>
                  <a:pt x="134076" y="122687"/>
                </a:lnTo>
                <a:cubicBezTo>
                  <a:pt x="138206" y="122687"/>
                  <a:pt x="140995" y="121634"/>
                  <a:pt x="142441" y="119528"/>
                </a:cubicBezTo>
                <a:cubicBezTo>
                  <a:pt x="143886" y="117420"/>
                  <a:pt x="144609" y="113398"/>
                  <a:pt x="144609" y="107461"/>
                </a:cubicBezTo>
                <a:lnTo>
                  <a:pt x="144609" y="77542"/>
                </a:lnTo>
                <a:cubicBezTo>
                  <a:pt x="144609" y="67805"/>
                  <a:pt x="144388" y="61874"/>
                  <a:pt x="143945" y="59750"/>
                </a:cubicBezTo>
                <a:cubicBezTo>
                  <a:pt x="143503" y="57626"/>
                  <a:pt x="142824" y="56180"/>
                  <a:pt x="141909" y="55413"/>
                </a:cubicBezTo>
                <a:cubicBezTo>
                  <a:pt x="140995" y="54645"/>
                  <a:pt x="139770" y="54262"/>
                  <a:pt x="138236" y="54262"/>
                </a:cubicBezTo>
                <a:cubicBezTo>
                  <a:pt x="136584" y="54262"/>
                  <a:pt x="134607" y="54704"/>
                  <a:pt x="132305" y="55590"/>
                </a:cubicBezTo>
                <a:lnTo>
                  <a:pt x="130977" y="52403"/>
                </a:lnTo>
                <a:lnTo>
                  <a:pt x="155409" y="42489"/>
                </a:lnTo>
                <a:lnTo>
                  <a:pt x="159215" y="42489"/>
                </a:lnTo>
                <a:lnTo>
                  <a:pt x="159215" y="59573"/>
                </a:lnTo>
                <a:close/>
                <a:moveTo>
                  <a:pt x="246849" y="0"/>
                </a:moveTo>
                <a:cubicBezTo>
                  <a:pt x="249327" y="0"/>
                  <a:pt x="251437" y="875"/>
                  <a:pt x="253178" y="2625"/>
                </a:cubicBezTo>
                <a:cubicBezTo>
                  <a:pt x="254918" y="4373"/>
                  <a:pt x="255789" y="6493"/>
                  <a:pt x="255789" y="8985"/>
                </a:cubicBezTo>
                <a:cubicBezTo>
                  <a:pt x="255789" y="11476"/>
                  <a:pt x="254918" y="13612"/>
                  <a:pt x="253178" y="15391"/>
                </a:cubicBezTo>
                <a:cubicBezTo>
                  <a:pt x="251437" y="17169"/>
                  <a:pt x="249327" y="18058"/>
                  <a:pt x="246849" y="18058"/>
                </a:cubicBezTo>
                <a:cubicBezTo>
                  <a:pt x="244370" y="18058"/>
                  <a:pt x="242246" y="17169"/>
                  <a:pt x="240475" y="15391"/>
                </a:cubicBezTo>
                <a:cubicBezTo>
                  <a:pt x="238705" y="13612"/>
                  <a:pt x="237820" y="11476"/>
                  <a:pt x="237820" y="8985"/>
                </a:cubicBezTo>
                <a:cubicBezTo>
                  <a:pt x="237820" y="6493"/>
                  <a:pt x="238690" y="4373"/>
                  <a:pt x="240431" y="2625"/>
                </a:cubicBezTo>
                <a:cubicBezTo>
                  <a:pt x="242172" y="875"/>
                  <a:pt x="244311" y="0"/>
                  <a:pt x="246849" y="0"/>
                </a:cubicBezTo>
                <a:moveTo>
                  <a:pt x="254196" y="42489"/>
                </a:moveTo>
                <a:lnTo>
                  <a:pt x="254196" y="107461"/>
                </a:lnTo>
                <a:cubicBezTo>
                  <a:pt x="254196" y="112566"/>
                  <a:pt x="254564" y="115965"/>
                  <a:pt x="255302" y="117658"/>
                </a:cubicBezTo>
                <a:cubicBezTo>
                  <a:pt x="256040" y="119349"/>
                  <a:pt x="257131" y="120610"/>
                  <a:pt x="258577" y="121442"/>
                </a:cubicBezTo>
                <a:cubicBezTo>
                  <a:pt x="260023" y="122272"/>
                  <a:pt x="262664" y="122687"/>
                  <a:pt x="266500" y="122687"/>
                </a:cubicBezTo>
                <a:lnTo>
                  <a:pt x="266500" y="125873"/>
                </a:lnTo>
                <a:lnTo>
                  <a:pt x="227109" y="125873"/>
                </a:lnTo>
                <a:lnTo>
                  <a:pt x="227109" y="122687"/>
                </a:lnTo>
                <a:cubicBezTo>
                  <a:pt x="231063" y="122687"/>
                  <a:pt x="233718" y="122301"/>
                  <a:pt x="235076" y="121530"/>
                </a:cubicBezTo>
                <a:cubicBezTo>
                  <a:pt x="236433" y="120758"/>
                  <a:pt x="237510" y="119482"/>
                  <a:pt x="238306" y="117702"/>
                </a:cubicBezTo>
                <a:cubicBezTo>
                  <a:pt x="239103" y="115921"/>
                  <a:pt x="239501" y="112507"/>
                  <a:pt x="239501" y="107461"/>
                </a:cubicBezTo>
                <a:lnTo>
                  <a:pt x="239502" y="76480"/>
                </a:lnTo>
                <a:cubicBezTo>
                  <a:pt x="239502" y="67650"/>
                  <a:pt x="239236" y="61932"/>
                  <a:pt x="238705" y="59324"/>
                </a:cubicBezTo>
                <a:cubicBezTo>
                  <a:pt x="238292" y="57426"/>
                  <a:pt x="237643" y="56109"/>
                  <a:pt x="236757" y="55371"/>
                </a:cubicBezTo>
                <a:cubicBezTo>
                  <a:pt x="235872" y="54632"/>
                  <a:pt x="234662" y="54262"/>
                  <a:pt x="233128" y="54262"/>
                </a:cubicBezTo>
                <a:cubicBezTo>
                  <a:pt x="231476" y="54262"/>
                  <a:pt x="229469" y="54704"/>
                  <a:pt x="227109" y="55590"/>
                </a:cubicBezTo>
                <a:lnTo>
                  <a:pt x="225870" y="52403"/>
                </a:lnTo>
                <a:lnTo>
                  <a:pt x="250301" y="42489"/>
                </a:lnTo>
                <a:lnTo>
                  <a:pt x="254196" y="42489"/>
                </a:lnTo>
                <a:close/>
                <a:moveTo>
                  <a:pt x="348229" y="42489"/>
                </a:moveTo>
                <a:lnTo>
                  <a:pt x="348228" y="146587"/>
                </a:lnTo>
                <a:cubicBezTo>
                  <a:pt x="348228" y="151842"/>
                  <a:pt x="348583" y="155216"/>
                  <a:pt x="349291" y="156708"/>
                </a:cubicBezTo>
                <a:cubicBezTo>
                  <a:pt x="349999" y="158202"/>
                  <a:pt x="351105" y="159367"/>
                  <a:pt x="352610" y="160202"/>
                </a:cubicBezTo>
                <a:cubicBezTo>
                  <a:pt x="354115" y="161039"/>
                  <a:pt x="357051" y="161458"/>
                  <a:pt x="361418" y="161458"/>
                </a:cubicBezTo>
                <a:lnTo>
                  <a:pt x="361418" y="164644"/>
                </a:lnTo>
                <a:lnTo>
                  <a:pt x="320522" y="164644"/>
                </a:lnTo>
                <a:lnTo>
                  <a:pt x="320522" y="161458"/>
                </a:lnTo>
                <a:lnTo>
                  <a:pt x="322204" y="161458"/>
                </a:lnTo>
                <a:cubicBezTo>
                  <a:pt x="325509" y="161458"/>
                  <a:pt x="328017" y="160980"/>
                  <a:pt x="329728" y="160025"/>
                </a:cubicBezTo>
                <a:cubicBezTo>
                  <a:pt x="330908" y="159368"/>
                  <a:pt x="331853" y="158189"/>
                  <a:pt x="332561" y="156487"/>
                </a:cubicBezTo>
                <a:cubicBezTo>
                  <a:pt x="333269" y="154785"/>
                  <a:pt x="333623" y="151485"/>
                  <a:pt x="333623" y="146587"/>
                </a:cubicBezTo>
                <a:lnTo>
                  <a:pt x="333623" y="111555"/>
                </a:lnTo>
                <a:cubicBezTo>
                  <a:pt x="328253" y="118023"/>
                  <a:pt x="323561" y="122440"/>
                  <a:pt x="319549" y="124806"/>
                </a:cubicBezTo>
                <a:cubicBezTo>
                  <a:pt x="315536" y="127170"/>
                  <a:pt x="311375" y="128352"/>
                  <a:pt x="307067" y="128352"/>
                </a:cubicBezTo>
                <a:cubicBezTo>
                  <a:pt x="299219" y="128352"/>
                  <a:pt x="292211" y="124785"/>
                  <a:pt x="286044" y="117652"/>
                </a:cubicBezTo>
                <a:cubicBezTo>
                  <a:pt x="279877" y="110519"/>
                  <a:pt x="276794" y="100969"/>
                  <a:pt x="276794" y="89003"/>
                </a:cubicBezTo>
                <a:cubicBezTo>
                  <a:pt x="276794" y="75266"/>
                  <a:pt x="280866" y="64079"/>
                  <a:pt x="289010" y="55443"/>
                </a:cubicBezTo>
                <a:cubicBezTo>
                  <a:pt x="297153" y="46807"/>
                  <a:pt x="306979" y="42489"/>
                  <a:pt x="318486" y="42489"/>
                </a:cubicBezTo>
                <a:cubicBezTo>
                  <a:pt x="321850" y="42489"/>
                  <a:pt x="324948" y="42961"/>
                  <a:pt x="327781" y="43905"/>
                </a:cubicBezTo>
                <a:cubicBezTo>
                  <a:pt x="330613" y="44849"/>
                  <a:pt x="333151" y="46266"/>
                  <a:pt x="335393" y="48154"/>
                </a:cubicBezTo>
                <a:cubicBezTo>
                  <a:pt x="338816" y="46502"/>
                  <a:pt x="342091" y="44613"/>
                  <a:pt x="345219" y="42489"/>
                </a:cubicBezTo>
                <a:lnTo>
                  <a:pt x="348229" y="42489"/>
                </a:lnTo>
                <a:moveTo>
                  <a:pt x="333623" y="106006"/>
                </a:moveTo>
                <a:lnTo>
                  <a:pt x="333623" y="68145"/>
                </a:lnTo>
                <a:cubicBezTo>
                  <a:pt x="333623" y="63743"/>
                  <a:pt x="333048" y="60280"/>
                  <a:pt x="331897" y="57756"/>
                </a:cubicBezTo>
                <a:cubicBezTo>
                  <a:pt x="330746" y="55231"/>
                  <a:pt x="328695" y="53088"/>
                  <a:pt x="325745" y="51327"/>
                </a:cubicBezTo>
                <a:cubicBezTo>
                  <a:pt x="322794" y="49566"/>
                  <a:pt x="319460" y="48685"/>
                  <a:pt x="315742" y="48685"/>
                </a:cubicBezTo>
                <a:cubicBezTo>
                  <a:pt x="309133" y="48685"/>
                  <a:pt x="303468" y="51474"/>
                  <a:pt x="298747" y="57050"/>
                </a:cubicBezTo>
                <a:cubicBezTo>
                  <a:pt x="294026" y="62627"/>
                  <a:pt x="291665" y="71079"/>
                  <a:pt x="291665" y="82408"/>
                </a:cubicBezTo>
                <a:cubicBezTo>
                  <a:pt x="291665" y="93268"/>
                  <a:pt x="294070" y="101516"/>
                  <a:pt x="298879" y="107152"/>
                </a:cubicBezTo>
                <a:cubicBezTo>
                  <a:pt x="303689" y="112787"/>
                  <a:pt x="309487" y="115605"/>
                  <a:pt x="316273" y="115605"/>
                </a:cubicBezTo>
                <a:cubicBezTo>
                  <a:pt x="319755" y="115605"/>
                  <a:pt x="322853" y="114856"/>
                  <a:pt x="325568" y="113359"/>
                </a:cubicBezTo>
                <a:cubicBezTo>
                  <a:pt x="328282" y="111862"/>
                  <a:pt x="330967" y="109411"/>
                  <a:pt x="333623" y="106006"/>
                </a:cubicBezTo>
                <a:close/>
                <a:moveTo>
                  <a:pt x="438163" y="44790"/>
                </a:moveTo>
                <a:lnTo>
                  <a:pt x="438163" y="94184"/>
                </a:lnTo>
                <a:cubicBezTo>
                  <a:pt x="438163" y="103450"/>
                  <a:pt x="438384" y="109118"/>
                  <a:pt x="438827" y="111188"/>
                </a:cubicBezTo>
                <a:cubicBezTo>
                  <a:pt x="439269" y="113255"/>
                  <a:pt x="439977" y="114700"/>
                  <a:pt x="440951" y="115522"/>
                </a:cubicBezTo>
                <a:cubicBezTo>
                  <a:pt x="441925" y="116345"/>
                  <a:pt x="443061" y="116756"/>
                  <a:pt x="444359" y="116756"/>
                </a:cubicBezTo>
                <a:cubicBezTo>
                  <a:pt x="446189" y="116756"/>
                  <a:pt x="448254" y="116254"/>
                  <a:pt x="450555" y="115251"/>
                </a:cubicBezTo>
                <a:lnTo>
                  <a:pt x="451795" y="118438"/>
                </a:lnTo>
                <a:lnTo>
                  <a:pt x="427541" y="128352"/>
                </a:lnTo>
                <a:lnTo>
                  <a:pt x="423557" y="128352"/>
                </a:lnTo>
                <a:lnTo>
                  <a:pt x="423557" y="111259"/>
                </a:lnTo>
                <a:cubicBezTo>
                  <a:pt x="416594" y="118778"/>
                  <a:pt x="411283" y="123506"/>
                  <a:pt x="407624" y="125445"/>
                </a:cubicBezTo>
                <a:cubicBezTo>
                  <a:pt x="403965" y="127383"/>
                  <a:pt x="400100" y="128352"/>
                  <a:pt x="396028" y="128352"/>
                </a:cubicBezTo>
                <a:cubicBezTo>
                  <a:pt x="391484" y="128352"/>
                  <a:pt x="387545" y="127039"/>
                  <a:pt x="384211" y="124413"/>
                </a:cubicBezTo>
                <a:cubicBezTo>
                  <a:pt x="380877" y="121787"/>
                  <a:pt x="378560" y="118408"/>
                  <a:pt x="377262" y="114277"/>
                </a:cubicBezTo>
                <a:cubicBezTo>
                  <a:pt x="375964" y="110147"/>
                  <a:pt x="375315" y="104304"/>
                  <a:pt x="375315" y="96751"/>
                </a:cubicBezTo>
                <a:lnTo>
                  <a:pt x="375315" y="60547"/>
                </a:lnTo>
                <a:cubicBezTo>
                  <a:pt x="375315" y="56683"/>
                  <a:pt x="374902" y="54009"/>
                  <a:pt x="374075" y="52525"/>
                </a:cubicBezTo>
                <a:cubicBezTo>
                  <a:pt x="373249" y="51038"/>
                  <a:pt x="372025" y="49894"/>
                  <a:pt x="370402" y="49092"/>
                </a:cubicBezTo>
                <a:cubicBezTo>
                  <a:pt x="368779" y="48290"/>
                  <a:pt x="365843" y="47918"/>
                  <a:pt x="361594" y="47977"/>
                </a:cubicBezTo>
                <a:lnTo>
                  <a:pt x="361594" y="44790"/>
                </a:lnTo>
                <a:lnTo>
                  <a:pt x="390009" y="44790"/>
                </a:lnTo>
                <a:lnTo>
                  <a:pt x="390009" y="99119"/>
                </a:lnTo>
                <a:cubicBezTo>
                  <a:pt x="390009" y="106681"/>
                  <a:pt x="391322" y="111645"/>
                  <a:pt x="393948" y="114009"/>
                </a:cubicBezTo>
                <a:cubicBezTo>
                  <a:pt x="396574" y="116371"/>
                  <a:pt x="399746" y="117553"/>
                  <a:pt x="403464" y="117553"/>
                </a:cubicBezTo>
                <a:cubicBezTo>
                  <a:pt x="406001" y="117553"/>
                  <a:pt x="408878" y="116755"/>
                  <a:pt x="412094" y="115160"/>
                </a:cubicBezTo>
                <a:cubicBezTo>
                  <a:pt x="415310" y="113565"/>
                  <a:pt x="419131" y="110522"/>
                  <a:pt x="423557" y="106031"/>
                </a:cubicBezTo>
                <a:lnTo>
                  <a:pt x="423557" y="60193"/>
                </a:lnTo>
                <a:cubicBezTo>
                  <a:pt x="423557" y="55488"/>
                  <a:pt x="422716" y="52306"/>
                  <a:pt x="421035" y="50646"/>
                </a:cubicBezTo>
                <a:cubicBezTo>
                  <a:pt x="419353" y="48987"/>
                  <a:pt x="415856" y="48097"/>
                  <a:pt x="410545" y="47977"/>
                </a:cubicBezTo>
                <a:lnTo>
                  <a:pt x="410545" y="44790"/>
                </a:lnTo>
                <a:lnTo>
                  <a:pt x="438163" y="44790"/>
                </a:lnTo>
                <a:close/>
                <a:moveTo>
                  <a:pt x="471358" y="75418"/>
                </a:moveTo>
                <a:cubicBezTo>
                  <a:pt x="471299" y="87401"/>
                  <a:pt x="474220" y="96800"/>
                  <a:pt x="480121" y="103614"/>
                </a:cubicBezTo>
                <a:cubicBezTo>
                  <a:pt x="486022" y="110428"/>
                  <a:pt x="492956" y="113835"/>
                  <a:pt x="500923" y="113835"/>
                </a:cubicBezTo>
                <a:cubicBezTo>
                  <a:pt x="506234" y="113835"/>
                  <a:pt x="510852" y="112368"/>
                  <a:pt x="514776" y="109434"/>
                </a:cubicBezTo>
                <a:cubicBezTo>
                  <a:pt x="518700" y="106500"/>
                  <a:pt x="521990" y="101475"/>
                  <a:pt x="524646" y="94361"/>
                </a:cubicBezTo>
                <a:lnTo>
                  <a:pt x="527390" y="96139"/>
                </a:lnTo>
                <a:cubicBezTo>
                  <a:pt x="526151" y="104267"/>
                  <a:pt x="522551" y="111667"/>
                  <a:pt x="516591" y="118341"/>
                </a:cubicBezTo>
                <a:cubicBezTo>
                  <a:pt x="510630" y="125015"/>
                  <a:pt x="503165" y="128352"/>
                  <a:pt x="494195" y="128352"/>
                </a:cubicBezTo>
                <a:cubicBezTo>
                  <a:pt x="484458" y="128352"/>
                  <a:pt x="476123" y="124569"/>
                  <a:pt x="469189" y="117002"/>
                </a:cubicBezTo>
                <a:cubicBezTo>
                  <a:pt x="462255" y="109434"/>
                  <a:pt x="458788" y="99260"/>
                  <a:pt x="458788" y="86480"/>
                </a:cubicBezTo>
                <a:cubicBezTo>
                  <a:pt x="458788" y="72641"/>
                  <a:pt x="462344" y="61850"/>
                  <a:pt x="469455" y="54107"/>
                </a:cubicBezTo>
                <a:cubicBezTo>
                  <a:pt x="476565" y="46362"/>
                  <a:pt x="485491" y="42489"/>
                  <a:pt x="496231" y="42489"/>
                </a:cubicBezTo>
                <a:cubicBezTo>
                  <a:pt x="505319" y="42489"/>
                  <a:pt x="512784" y="45476"/>
                  <a:pt x="518627" y="51451"/>
                </a:cubicBezTo>
                <a:cubicBezTo>
                  <a:pt x="524469" y="57425"/>
                  <a:pt x="527390" y="65413"/>
                  <a:pt x="527390" y="75418"/>
                </a:cubicBezTo>
                <a:lnTo>
                  <a:pt x="471358" y="75418"/>
                </a:lnTo>
                <a:moveTo>
                  <a:pt x="471358" y="70284"/>
                </a:moveTo>
                <a:lnTo>
                  <a:pt x="508890" y="70284"/>
                </a:lnTo>
                <a:cubicBezTo>
                  <a:pt x="508594" y="65133"/>
                  <a:pt x="507975" y="61505"/>
                  <a:pt x="507031" y="59399"/>
                </a:cubicBezTo>
                <a:cubicBezTo>
                  <a:pt x="505555" y="56120"/>
                  <a:pt x="503357" y="53544"/>
                  <a:pt x="500436" y="51673"/>
                </a:cubicBezTo>
                <a:cubicBezTo>
                  <a:pt x="497515" y="49799"/>
                  <a:pt x="494461" y="48862"/>
                  <a:pt x="491274" y="48862"/>
                </a:cubicBezTo>
                <a:cubicBezTo>
                  <a:pt x="486376" y="48862"/>
                  <a:pt x="481995" y="50750"/>
                  <a:pt x="478129" y="54525"/>
                </a:cubicBezTo>
                <a:cubicBezTo>
                  <a:pt x="474264" y="58300"/>
                  <a:pt x="472007" y="63553"/>
                  <a:pt x="471358" y="70284"/>
                </a:cubicBezTo>
                <a:close/>
                <a:moveTo>
                  <a:pt x="652225" y="95069"/>
                </a:moveTo>
                <a:cubicBezTo>
                  <a:pt x="650042" y="105750"/>
                  <a:pt x="645764" y="113968"/>
                  <a:pt x="639390" y="119721"/>
                </a:cubicBezTo>
                <a:cubicBezTo>
                  <a:pt x="633017" y="125475"/>
                  <a:pt x="625965" y="128352"/>
                  <a:pt x="618234" y="128352"/>
                </a:cubicBezTo>
                <a:cubicBezTo>
                  <a:pt x="609028" y="128352"/>
                  <a:pt x="601003" y="124491"/>
                  <a:pt x="594157" y="116770"/>
                </a:cubicBezTo>
                <a:cubicBezTo>
                  <a:pt x="587312" y="109047"/>
                  <a:pt x="583889" y="98611"/>
                  <a:pt x="583889" y="85465"/>
                </a:cubicBezTo>
                <a:cubicBezTo>
                  <a:pt x="583889" y="72731"/>
                  <a:pt x="587681" y="62385"/>
                  <a:pt x="595264" y="54428"/>
                </a:cubicBezTo>
                <a:cubicBezTo>
                  <a:pt x="602847" y="46469"/>
                  <a:pt x="611950" y="42489"/>
                  <a:pt x="622572" y="42489"/>
                </a:cubicBezTo>
                <a:cubicBezTo>
                  <a:pt x="630538" y="42489"/>
                  <a:pt x="637089" y="44606"/>
                  <a:pt x="642223" y="48840"/>
                </a:cubicBezTo>
                <a:cubicBezTo>
                  <a:pt x="647357" y="53072"/>
                  <a:pt x="649924" y="57468"/>
                  <a:pt x="649924" y="62027"/>
                </a:cubicBezTo>
                <a:cubicBezTo>
                  <a:pt x="649924" y="64276"/>
                  <a:pt x="649201" y="66098"/>
                  <a:pt x="647755" y="67490"/>
                </a:cubicBezTo>
                <a:cubicBezTo>
                  <a:pt x="646309" y="68880"/>
                  <a:pt x="644288" y="69576"/>
                  <a:pt x="641692" y="69576"/>
                </a:cubicBezTo>
                <a:cubicBezTo>
                  <a:pt x="638210" y="69576"/>
                  <a:pt x="635584" y="68445"/>
                  <a:pt x="633814" y="66184"/>
                </a:cubicBezTo>
                <a:cubicBezTo>
                  <a:pt x="632810" y="64934"/>
                  <a:pt x="632147" y="62553"/>
                  <a:pt x="631822" y="59042"/>
                </a:cubicBezTo>
                <a:cubicBezTo>
                  <a:pt x="631497" y="55531"/>
                  <a:pt x="630302" y="52853"/>
                  <a:pt x="628237" y="51009"/>
                </a:cubicBezTo>
                <a:cubicBezTo>
                  <a:pt x="626172" y="49224"/>
                  <a:pt x="623309" y="48331"/>
                  <a:pt x="619651" y="48331"/>
                </a:cubicBezTo>
                <a:cubicBezTo>
                  <a:pt x="613749" y="48331"/>
                  <a:pt x="608999" y="50515"/>
                  <a:pt x="605399" y="54881"/>
                </a:cubicBezTo>
                <a:cubicBezTo>
                  <a:pt x="600619" y="60665"/>
                  <a:pt x="598229" y="68307"/>
                  <a:pt x="598229" y="77808"/>
                </a:cubicBezTo>
                <a:cubicBezTo>
                  <a:pt x="598229" y="87486"/>
                  <a:pt x="600604" y="96028"/>
                  <a:pt x="605355" y="103434"/>
                </a:cubicBezTo>
                <a:cubicBezTo>
                  <a:pt x="610105" y="110840"/>
                  <a:pt x="616523" y="114543"/>
                  <a:pt x="624608" y="114543"/>
                </a:cubicBezTo>
                <a:cubicBezTo>
                  <a:pt x="630391" y="114543"/>
                  <a:pt x="635584" y="112566"/>
                  <a:pt x="640187" y="108612"/>
                </a:cubicBezTo>
                <a:cubicBezTo>
                  <a:pt x="643433" y="105898"/>
                  <a:pt x="646590" y="100970"/>
                  <a:pt x="649658" y="93830"/>
                </a:cubicBezTo>
                <a:lnTo>
                  <a:pt x="652225" y="95069"/>
                </a:lnTo>
                <a:close/>
                <a:moveTo>
                  <a:pt x="703324" y="42489"/>
                </a:moveTo>
                <a:cubicBezTo>
                  <a:pt x="715598" y="42489"/>
                  <a:pt x="725453" y="47146"/>
                  <a:pt x="732889" y="56461"/>
                </a:cubicBezTo>
                <a:cubicBezTo>
                  <a:pt x="739203" y="64418"/>
                  <a:pt x="742360" y="73556"/>
                  <a:pt x="742360" y="83874"/>
                </a:cubicBezTo>
                <a:cubicBezTo>
                  <a:pt x="742360" y="91125"/>
                  <a:pt x="740619" y="98465"/>
                  <a:pt x="737138" y="105893"/>
                </a:cubicBezTo>
                <a:cubicBezTo>
                  <a:pt x="733656" y="113319"/>
                  <a:pt x="728861" y="118919"/>
                  <a:pt x="722753" y="122692"/>
                </a:cubicBezTo>
                <a:cubicBezTo>
                  <a:pt x="716646" y="126465"/>
                  <a:pt x="709844" y="128352"/>
                  <a:pt x="702350" y="128352"/>
                </a:cubicBezTo>
                <a:cubicBezTo>
                  <a:pt x="690134" y="128352"/>
                  <a:pt x="680427" y="123488"/>
                  <a:pt x="673227" y="113760"/>
                </a:cubicBezTo>
                <a:cubicBezTo>
                  <a:pt x="667149" y="105567"/>
                  <a:pt x="664110" y="96371"/>
                  <a:pt x="664110" y="86173"/>
                </a:cubicBezTo>
                <a:cubicBezTo>
                  <a:pt x="664110" y="78745"/>
                  <a:pt x="665954" y="71361"/>
                  <a:pt x="669642" y="64021"/>
                </a:cubicBezTo>
                <a:cubicBezTo>
                  <a:pt x="673331" y="56681"/>
                  <a:pt x="678184" y="51258"/>
                  <a:pt x="684204" y="47750"/>
                </a:cubicBezTo>
                <a:cubicBezTo>
                  <a:pt x="690223" y="44243"/>
                  <a:pt x="696596" y="42489"/>
                  <a:pt x="703324" y="42489"/>
                </a:cubicBezTo>
                <a:moveTo>
                  <a:pt x="700579" y="48331"/>
                </a:moveTo>
                <a:cubicBezTo>
                  <a:pt x="697452" y="48331"/>
                  <a:pt x="694309" y="49258"/>
                  <a:pt x="691152" y="51111"/>
                </a:cubicBezTo>
                <a:cubicBezTo>
                  <a:pt x="687995" y="52963"/>
                  <a:pt x="685443" y="56211"/>
                  <a:pt x="683495" y="60856"/>
                </a:cubicBezTo>
                <a:cubicBezTo>
                  <a:pt x="681548" y="65502"/>
                  <a:pt x="680574" y="71469"/>
                  <a:pt x="680574" y="78759"/>
                </a:cubicBezTo>
                <a:cubicBezTo>
                  <a:pt x="680574" y="90519"/>
                  <a:pt x="682920" y="100663"/>
                  <a:pt x="687612" y="109190"/>
                </a:cubicBezTo>
                <a:cubicBezTo>
                  <a:pt x="692303" y="117716"/>
                  <a:pt x="698485" y="121979"/>
                  <a:pt x="706156" y="121979"/>
                </a:cubicBezTo>
                <a:cubicBezTo>
                  <a:pt x="711880" y="121979"/>
                  <a:pt x="716601" y="119626"/>
                  <a:pt x="720319" y="114922"/>
                </a:cubicBezTo>
                <a:cubicBezTo>
                  <a:pt x="724037" y="110218"/>
                  <a:pt x="725896" y="102133"/>
                  <a:pt x="725896" y="90668"/>
                </a:cubicBezTo>
                <a:cubicBezTo>
                  <a:pt x="725896" y="76320"/>
                  <a:pt x="722798" y="65031"/>
                  <a:pt x="716601" y="56798"/>
                </a:cubicBezTo>
                <a:cubicBezTo>
                  <a:pt x="712411" y="51154"/>
                  <a:pt x="707071" y="48331"/>
                  <a:pt x="700579" y="48331"/>
                </a:cubicBezTo>
                <a:close/>
                <a:moveTo>
                  <a:pt x="778034" y="42489"/>
                </a:moveTo>
                <a:lnTo>
                  <a:pt x="778034" y="60724"/>
                </a:lnTo>
                <a:cubicBezTo>
                  <a:pt x="784820" y="48567"/>
                  <a:pt x="791784" y="42489"/>
                  <a:pt x="798924" y="42489"/>
                </a:cubicBezTo>
                <a:cubicBezTo>
                  <a:pt x="802170" y="42489"/>
                  <a:pt x="804855" y="43477"/>
                  <a:pt x="806979" y="45454"/>
                </a:cubicBezTo>
                <a:cubicBezTo>
                  <a:pt x="809104" y="47431"/>
                  <a:pt x="810166" y="49718"/>
                  <a:pt x="810166" y="52314"/>
                </a:cubicBezTo>
                <a:cubicBezTo>
                  <a:pt x="810166" y="54616"/>
                  <a:pt x="809399" y="56563"/>
                  <a:pt x="807865" y="58157"/>
                </a:cubicBezTo>
                <a:cubicBezTo>
                  <a:pt x="806330" y="59750"/>
                  <a:pt x="804501" y="60547"/>
                  <a:pt x="802376" y="60547"/>
                </a:cubicBezTo>
                <a:cubicBezTo>
                  <a:pt x="800311" y="60547"/>
                  <a:pt x="797995" y="59543"/>
                  <a:pt x="795428" y="57537"/>
                </a:cubicBezTo>
                <a:cubicBezTo>
                  <a:pt x="792861" y="55531"/>
                  <a:pt x="790958" y="54527"/>
                  <a:pt x="789718" y="54527"/>
                </a:cubicBezTo>
                <a:cubicBezTo>
                  <a:pt x="788656" y="54527"/>
                  <a:pt x="787505" y="55113"/>
                  <a:pt x="786266" y="56284"/>
                </a:cubicBezTo>
                <a:cubicBezTo>
                  <a:pt x="783611" y="58687"/>
                  <a:pt x="780866" y="62642"/>
                  <a:pt x="778034" y="68148"/>
                </a:cubicBezTo>
                <a:lnTo>
                  <a:pt x="778034" y="106930"/>
                </a:lnTo>
                <a:cubicBezTo>
                  <a:pt x="778034" y="111419"/>
                  <a:pt x="778594" y="114814"/>
                  <a:pt x="779716" y="117116"/>
                </a:cubicBezTo>
                <a:cubicBezTo>
                  <a:pt x="780483" y="118711"/>
                  <a:pt x="781840" y="120038"/>
                  <a:pt x="783788" y="121099"/>
                </a:cubicBezTo>
                <a:cubicBezTo>
                  <a:pt x="785735" y="122157"/>
                  <a:pt x="788538" y="122687"/>
                  <a:pt x="792197" y="122687"/>
                </a:cubicBezTo>
                <a:lnTo>
                  <a:pt x="792197" y="125873"/>
                </a:lnTo>
                <a:lnTo>
                  <a:pt x="750682" y="125873"/>
                </a:lnTo>
                <a:lnTo>
                  <a:pt x="750682" y="122687"/>
                </a:lnTo>
                <a:cubicBezTo>
                  <a:pt x="754812" y="122687"/>
                  <a:pt x="757881" y="122030"/>
                  <a:pt x="759888" y="120717"/>
                </a:cubicBezTo>
                <a:cubicBezTo>
                  <a:pt x="761363" y="119762"/>
                  <a:pt x="762396" y="118240"/>
                  <a:pt x="762986" y="116150"/>
                </a:cubicBezTo>
                <a:cubicBezTo>
                  <a:pt x="763281" y="115134"/>
                  <a:pt x="763428" y="112238"/>
                  <a:pt x="763428" y="107461"/>
                </a:cubicBezTo>
                <a:lnTo>
                  <a:pt x="763428" y="76303"/>
                </a:lnTo>
                <a:cubicBezTo>
                  <a:pt x="763428" y="66861"/>
                  <a:pt x="763236" y="61240"/>
                  <a:pt x="762853" y="59440"/>
                </a:cubicBezTo>
                <a:cubicBezTo>
                  <a:pt x="762469" y="57640"/>
                  <a:pt x="761761" y="56327"/>
                  <a:pt x="760728" y="55501"/>
                </a:cubicBezTo>
                <a:cubicBezTo>
                  <a:pt x="759696" y="54675"/>
                  <a:pt x="758412" y="54262"/>
                  <a:pt x="756878" y="54262"/>
                </a:cubicBezTo>
                <a:cubicBezTo>
                  <a:pt x="755049" y="54262"/>
                  <a:pt x="752983" y="54704"/>
                  <a:pt x="750682" y="55590"/>
                </a:cubicBezTo>
                <a:lnTo>
                  <a:pt x="749796" y="52403"/>
                </a:lnTo>
                <a:lnTo>
                  <a:pt x="774316" y="42489"/>
                </a:lnTo>
                <a:lnTo>
                  <a:pt x="778034" y="42489"/>
                </a:lnTo>
                <a:close/>
                <a:moveTo>
                  <a:pt x="838402" y="42489"/>
                </a:moveTo>
                <a:lnTo>
                  <a:pt x="838402" y="60724"/>
                </a:lnTo>
                <a:cubicBezTo>
                  <a:pt x="845188" y="48567"/>
                  <a:pt x="852152" y="42489"/>
                  <a:pt x="859292" y="42489"/>
                </a:cubicBezTo>
                <a:cubicBezTo>
                  <a:pt x="862538" y="42489"/>
                  <a:pt x="865223" y="43477"/>
                  <a:pt x="867347" y="45454"/>
                </a:cubicBezTo>
                <a:cubicBezTo>
                  <a:pt x="869472" y="47431"/>
                  <a:pt x="870534" y="49718"/>
                  <a:pt x="870534" y="52314"/>
                </a:cubicBezTo>
                <a:cubicBezTo>
                  <a:pt x="870534" y="54616"/>
                  <a:pt x="869767" y="56563"/>
                  <a:pt x="868232" y="58157"/>
                </a:cubicBezTo>
                <a:cubicBezTo>
                  <a:pt x="866698" y="59750"/>
                  <a:pt x="864869" y="60547"/>
                  <a:pt x="862744" y="60547"/>
                </a:cubicBezTo>
                <a:cubicBezTo>
                  <a:pt x="860679" y="60547"/>
                  <a:pt x="858363" y="59543"/>
                  <a:pt x="855796" y="57537"/>
                </a:cubicBezTo>
                <a:cubicBezTo>
                  <a:pt x="853229" y="55531"/>
                  <a:pt x="851325" y="54527"/>
                  <a:pt x="850086" y="54527"/>
                </a:cubicBezTo>
                <a:cubicBezTo>
                  <a:pt x="849024" y="54527"/>
                  <a:pt x="847873" y="55113"/>
                  <a:pt x="846634" y="56284"/>
                </a:cubicBezTo>
                <a:cubicBezTo>
                  <a:pt x="843978" y="58687"/>
                  <a:pt x="841234" y="62642"/>
                  <a:pt x="838402" y="68148"/>
                </a:cubicBezTo>
                <a:lnTo>
                  <a:pt x="838402" y="106930"/>
                </a:lnTo>
                <a:cubicBezTo>
                  <a:pt x="838402" y="111419"/>
                  <a:pt x="838962" y="114814"/>
                  <a:pt x="840084" y="117116"/>
                </a:cubicBezTo>
                <a:cubicBezTo>
                  <a:pt x="840851" y="118711"/>
                  <a:pt x="842208" y="120038"/>
                  <a:pt x="844155" y="121099"/>
                </a:cubicBezTo>
                <a:cubicBezTo>
                  <a:pt x="846103" y="122157"/>
                  <a:pt x="848906" y="122687"/>
                  <a:pt x="852565" y="122687"/>
                </a:cubicBezTo>
                <a:lnTo>
                  <a:pt x="852565" y="125873"/>
                </a:lnTo>
                <a:lnTo>
                  <a:pt x="811049" y="125873"/>
                </a:lnTo>
                <a:lnTo>
                  <a:pt x="811049" y="122687"/>
                </a:lnTo>
                <a:cubicBezTo>
                  <a:pt x="815180" y="122687"/>
                  <a:pt x="818249" y="122030"/>
                  <a:pt x="820255" y="120717"/>
                </a:cubicBezTo>
                <a:cubicBezTo>
                  <a:pt x="821731" y="119762"/>
                  <a:pt x="822763" y="118240"/>
                  <a:pt x="823354" y="116150"/>
                </a:cubicBezTo>
                <a:cubicBezTo>
                  <a:pt x="823649" y="115134"/>
                  <a:pt x="823796" y="112238"/>
                  <a:pt x="823796" y="107461"/>
                </a:cubicBezTo>
                <a:lnTo>
                  <a:pt x="823796" y="76303"/>
                </a:lnTo>
                <a:cubicBezTo>
                  <a:pt x="823796" y="66861"/>
                  <a:pt x="823604" y="61240"/>
                  <a:pt x="823221" y="59440"/>
                </a:cubicBezTo>
                <a:cubicBezTo>
                  <a:pt x="822837" y="57640"/>
                  <a:pt x="822129" y="56327"/>
                  <a:pt x="821096" y="55501"/>
                </a:cubicBezTo>
                <a:cubicBezTo>
                  <a:pt x="820064" y="54675"/>
                  <a:pt x="818780" y="54262"/>
                  <a:pt x="817246" y="54262"/>
                </a:cubicBezTo>
                <a:cubicBezTo>
                  <a:pt x="815416" y="54262"/>
                  <a:pt x="813351" y="54704"/>
                  <a:pt x="811049" y="55590"/>
                </a:cubicBezTo>
                <a:lnTo>
                  <a:pt x="810164" y="52403"/>
                </a:lnTo>
                <a:lnTo>
                  <a:pt x="834684" y="42489"/>
                </a:lnTo>
                <a:lnTo>
                  <a:pt x="838402" y="42489"/>
                </a:lnTo>
                <a:close/>
                <a:moveTo>
                  <a:pt x="888678" y="75418"/>
                </a:moveTo>
                <a:cubicBezTo>
                  <a:pt x="888619" y="87401"/>
                  <a:pt x="891540" y="96800"/>
                  <a:pt x="897442" y="103614"/>
                </a:cubicBezTo>
                <a:cubicBezTo>
                  <a:pt x="903343" y="110428"/>
                  <a:pt x="910277" y="113835"/>
                  <a:pt x="918244" y="113835"/>
                </a:cubicBezTo>
                <a:cubicBezTo>
                  <a:pt x="923555" y="113835"/>
                  <a:pt x="928172" y="112368"/>
                  <a:pt x="932097" y="109434"/>
                </a:cubicBezTo>
                <a:cubicBezTo>
                  <a:pt x="936021" y="106500"/>
                  <a:pt x="939311" y="101475"/>
                  <a:pt x="941967" y="94361"/>
                </a:cubicBezTo>
                <a:lnTo>
                  <a:pt x="944711" y="96139"/>
                </a:lnTo>
                <a:cubicBezTo>
                  <a:pt x="943471" y="104267"/>
                  <a:pt x="939872" y="111667"/>
                  <a:pt x="933911" y="118341"/>
                </a:cubicBezTo>
                <a:cubicBezTo>
                  <a:pt x="927951" y="125015"/>
                  <a:pt x="920486" y="128352"/>
                  <a:pt x="911516" y="128352"/>
                </a:cubicBezTo>
                <a:cubicBezTo>
                  <a:pt x="901779" y="128352"/>
                  <a:pt x="893444" y="124569"/>
                  <a:pt x="886510" y="117002"/>
                </a:cubicBezTo>
                <a:cubicBezTo>
                  <a:pt x="879576" y="109434"/>
                  <a:pt x="876109" y="99260"/>
                  <a:pt x="876109" y="86480"/>
                </a:cubicBezTo>
                <a:cubicBezTo>
                  <a:pt x="876109" y="72641"/>
                  <a:pt x="879664" y="61850"/>
                  <a:pt x="886775" y="54107"/>
                </a:cubicBezTo>
                <a:cubicBezTo>
                  <a:pt x="893886" y="46362"/>
                  <a:pt x="902812" y="42489"/>
                  <a:pt x="913552" y="42489"/>
                </a:cubicBezTo>
                <a:cubicBezTo>
                  <a:pt x="922640" y="42489"/>
                  <a:pt x="930105" y="45476"/>
                  <a:pt x="935947" y="51451"/>
                </a:cubicBezTo>
                <a:cubicBezTo>
                  <a:pt x="941789" y="57425"/>
                  <a:pt x="944711" y="65413"/>
                  <a:pt x="944711" y="75418"/>
                </a:cubicBezTo>
                <a:lnTo>
                  <a:pt x="888678" y="75418"/>
                </a:lnTo>
                <a:moveTo>
                  <a:pt x="888678" y="70284"/>
                </a:moveTo>
                <a:lnTo>
                  <a:pt x="926210" y="70284"/>
                </a:lnTo>
                <a:cubicBezTo>
                  <a:pt x="925915" y="65133"/>
                  <a:pt x="925296" y="61505"/>
                  <a:pt x="924351" y="59399"/>
                </a:cubicBezTo>
                <a:cubicBezTo>
                  <a:pt x="922876" y="56120"/>
                  <a:pt x="920678" y="53544"/>
                  <a:pt x="917757" y="51673"/>
                </a:cubicBezTo>
                <a:cubicBezTo>
                  <a:pt x="914836" y="49799"/>
                  <a:pt x="911782" y="48862"/>
                  <a:pt x="908595" y="48862"/>
                </a:cubicBezTo>
                <a:cubicBezTo>
                  <a:pt x="903697" y="48862"/>
                  <a:pt x="899315" y="50750"/>
                  <a:pt x="895450" y="54525"/>
                </a:cubicBezTo>
                <a:cubicBezTo>
                  <a:pt x="891585" y="58300"/>
                  <a:pt x="889328" y="63553"/>
                  <a:pt x="888678" y="70284"/>
                </a:cubicBezTo>
                <a:close/>
                <a:moveTo>
                  <a:pt x="1024224" y="95069"/>
                </a:moveTo>
                <a:cubicBezTo>
                  <a:pt x="1022040" y="105750"/>
                  <a:pt x="1017762" y="113968"/>
                  <a:pt x="1011388" y="119721"/>
                </a:cubicBezTo>
                <a:cubicBezTo>
                  <a:pt x="1005015" y="125475"/>
                  <a:pt x="997963" y="128352"/>
                  <a:pt x="990233" y="128352"/>
                </a:cubicBezTo>
                <a:cubicBezTo>
                  <a:pt x="981027" y="128352"/>
                  <a:pt x="973001" y="124491"/>
                  <a:pt x="966156" y="116770"/>
                </a:cubicBezTo>
                <a:cubicBezTo>
                  <a:pt x="959310" y="109047"/>
                  <a:pt x="955887" y="98611"/>
                  <a:pt x="955887" y="85465"/>
                </a:cubicBezTo>
                <a:cubicBezTo>
                  <a:pt x="955887" y="72731"/>
                  <a:pt x="959679" y="62385"/>
                  <a:pt x="967262" y="54428"/>
                </a:cubicBezTo>
                <a:cubicBezTo>
                  <a:pt x="974845" y="46469"/>
                  <a:pt x="983948" y="42489"/>
                  <a:pt x="994570" y="42489"/>
                </a:cubicBezTo>
                <a:cubicBezTo>
                  <a:pt x="1002537" y="42489"/>
                  <a:pt x="1009087" y="44606"/>
                  <a:pt x="1014221" y="48840"/>
                </a:cubicBezTo>
                <a:cubicBezTo>
                  <a:pt x="1019355" y="53072"/>
                  <a:pt x="1021922" y="57468"/>
                  <a:pt x="1021922" y="62027"/>
                </a:cubicBezTo>
                <a:cubicBezTo>
                  <a:pt x="1021922" y="64276"/>
                  <a:pt x="1021199" y="66098"/>
                  <a:pt x="1019753" y="67490"/>
                </a:cubicBezTo>
                <a:cubicBezTo>
                  <a:pt x="1018308" y="68880"/>
                  <a:pt x="1016287" y="69576"/>
                  <a:pt x="1013690" y="69576"/>
                </a:cubicBezTo>
                <a:cubicBezTo>
                  <a:pt x="1010208" y="69576"/>
                  <a:pt x="1007582" y="68445"/>
                  <a:pt x="1005812" y="66184"/>
                </a:cubicBezTo>
                <a:cubicBezTo>
                  <a:pt x="1004809" y="64934"/>
                  <a:pt x="1004145" y="62553"/>
                  <a:pt x="1003820" y="59042"/>
                </a:cubicBezTo>
                <a:cubicBezTo>
                  <a:pt x="1003496" y="55531"/>
                  <a:pt x="1002301" y="52853"/>
                  <a:pt x="1000235" y="51009"/>
                </a:cubicBezTo>
                <a:cubicBezTo>
                  <a:pt x="998170" y="49224"/>
                  <a:pt x="995308" y="48331"/>
                  <a:pt x="991649" y="48331"/>
                </a:cubicBezTo>
                <a:cubicBezTo>
                  <a:pt x="985748" y="48331"/>
                  <a:pt x="980997" y="50515"/>
                  <a:pt x="977397" y="54881"/>
                </a:cubicBezTo>
                <a:cubicBezTo>
                  <a:pt x="972617" y="60665"/>
                  <a:pt x="970227" y="68307"/>
                  <a:pt x="970227" y="77808"/>
                </a:cubicBezTo>
                <a:cubicBezTo>
                  <a:pt x="970227" y="87486"/>
                  <a:pt x="972603" y="96028"/>
                  <a:pt x="977353" y="103434"/>
                </a:cubicBezTo>
                <a:cubicBezTo>
                  <a:pt x="982104" y="110840"/>
                  <a:pt x="988521" y="114543"/>
                  <a:pt x="996606" y="114543"/>
                </a:cubicBezTo>
                <a:cubicBezTo>
                  <a:pt x="1002389" y="114543"/>
                  <a:pt x="1007582" y="112566"/>
                  <a:pt x="1012185" y="108612"/>
                </a:cubicBezTo>
                <a:cubicBezTo>
                  <a:pt x="1015431" y="105898"/>
                  <a:pt x="1018588" y="100970"/>
                  <a:pt x="1021657" y="93830"/>
                </a:cubicBezTo>
                <a:lnTo>
                  <a:pt x="1024224" y="95069"/>
                </a:lnTo>
                <a:close/>
                <a:moveTo>
                  <a:pt x="1059213" y="18058"/>
                </a:moveTo>
                <a:lnTo>
                  <a:pt x="1059213" y="44790"/>
                </a:lnTo>
                <a:lnTo>
                  <a:pt x="1078155" y="44790"/>
                </a:lnTo>
                <a:lnTo>
                  <a:pt x="1078155" y="50810"/>
                </a:lnTo>
                <a:lnTo>
                  <a:pt x="1059213" y="50987"/>
                </a:lnTo>
                <a:lnTo>
                  <a:pt x="1059213" y="103639"/>
                </a:lnTo>
                <a:cubicBezTo>
                  <a:pt x="1059213" y="108896"/>
                  <a:pt x="1059965" y="112442"/>
                  <a:pt x="1061470" y="114275"/>
                </a:cubicBezTo>
                <a:cubicBezTo>
                  <a:pt x="1062975" y="116106"/>
                  <a:pt x="1064907" y="117021"/>
                  <a:pt x="1067268" y="117021"/>
                </a:cubicBezTo>
                <a:cubicBezTo>
                  <a:pt x="1069215" y="117021"/>
                  <a:pt x="1071104" y="116409"/>
                  <a:pt x="1072933" y="115185"/>
                </a:cubicBezTo>
                <a:cubicBezTo>
                  <a:pt x="1074762" y="113960"/>
                  <a:pt x="1076179" y="112153"/>
                  <a:pt x="1077182" y="109763"/>
                </a:cubicBezTo>
                <a:lnTo>
                  <a:pt x="1080634" y="109763"/>
                </a:lnTo>
                <a:cubicBezTo>
                  <a:pt x="1078569" y="115576"/>
                  <a:pt x="1075647" y="119950"/>
                  <a:pt x="1071871" y="122886"/>
                </a:cubicBezTo>
                <a:cubicBezTo>
                  <a:pt x="1068094" y="125822"/>
                  <a:pt x="1064199" y="127290"/>
                  <a:pt x="1060186" y="127290"/>
                </a:cubicBezTo>
                <a:cubicBezTo>
                  <a:pt x="1057472" y="127290"/>
                  <a:pt x="1054816" y="126534"/>
                  <a:pt x="1052220" y="125024"/>
                </a:cubicBezTo>
                <a:cubicBezTo>
                  <a:pt x="1049623" y="123514"/>
                  <a:pt x="1047705" y="121352"/>
                  <a:pt x="1046466" y="118540"/>
                </a:cubicBezTo>
                <a:cubicBezTo>
                  <a:pt x="1045227" y="115728"/>
                  <a:pt x="1044607" y="111390"/>
                  <a:pt x="1044607" y="105528"/>
                </a:cubicBezTo>
                <a:lnTo>
                  <a:pt x="1044607" y="50810"/>
                </a:lnTo>
                <a:lnTo>
                  <a:pt x="1031772" y="50810"/>
                </a:lnTo>
                <a:lnTo>
                  <a:pt x="1031772" y="47971"/>
                </a:lnTo>
                <a:cubicBezTo>
                  <a:pt x="1035017" y="46681"/>
                  <a:pt x="1038337" y="44495"/>
                  <a:pt x="1041730" y="41416"/>
                </a:cubicBezTo>
                <a:cubicBezTo>
                  <a:pt x="1045123" y="38336"/>
                  <a:pt x="1048148" y="34665"/>
                  <a:pt x="1050803" y="30403"/>
                </a:cubicBezTo>
                <a:cubicBezTo>
                  <a:pt x="1052161" y="28153"/>
                  <a:pt x="1054049" y="24038"/>
                  <a:pt x="1056468" y="18058"/>
                </a:cubicBezTo>
                <a:lnTo>
                  <a:pt x="1059213" y="18058"/>
                </a:lnTo>
                <a:close/>
                <a:moveTo>
                  <a:pt x="1188476" y="116761"/>
                </a:moveTo>
                <a:cubicBezTo>
                  <a:pt x="1184522" y="120890"/>
                  <a:pt x="1180657" y="123855"/>
                  <a:pt x="1176880" y="125655"/>
                </a:cubicBezTo>
                <a:cubicBezTo>
                  <a:pt x="1173104" y="127453"/>
                  <a:pt x="1169032" y="128352"/>
                  <a:pt x="1164665" y="128352"/>
                </a:cubicBezTo>
                <a:cubicBezTo>
                  <a:pt x="1155813" y="128352"/>
                  <a:pt x="1148082" y="124657"/>
                  <a:pt x="1141473" y="117268"/>
                </a:cubicBezTo>
                <a:cubicBezTo>
                  <a:pt x="1134864" y="109876"/>
                  <a:pt x="1131559" y="100379"/>
                  <a:pt x="1131559" y="88776"/>
                </a:cubicBezTo>
                <a:cubicBezTo>
                  <a:pt x="1131559" y="77174"/>
                  <a:pt x="1135218" y="66559"/>
                  <a:pt x="1142535" y="56931"/>
                </a:cubicBezTo>
                <a:cubicBezTo>
                  <a:pt x="1149853" y="47303"/>
                  <a:pt x="1159265" y="42489"/>
                  <a:pt x="1170773" y="42489"/>
                </a:cubicBezTo>
                <a:cubicBezTo>
                  <a:pt x="1177913" y="42489"/>
                  <a:pt x="1183814" y="44760"/>
                  <a:pt x="1188476" y="49302"/>
                </a:cubicBezTo>
                <a:lnTo>
                  <a:pt x="1188476" y="34168"/>
                </a:lnTo>
                <a:cubicBezTo>
                  <a:pt x="1188476" y="24942"/>
                  <a:pt x="1188255" y="19271"/>
                  <a:pt x="1187812" y="17156"/>
                </a:cubicBezTo>
                <a:cubicBezTo>
                  <a:pt x="1187370" y="15041"/>
                  <a:pt x="1186676" y="13601"/>
                  <a:pt x="1185732" y="12835"/>
                </a:cubicBezTo>
                <a:cubicBezTo>
                  <a:pt x="1184788" y="12068"/>
                  <a:pt x="1183608" y="11684"/>
                  <a:pt x="1182192" y="11684"/>
                </a:cubicBezTo>
                <a:cubicBezTo>
                  <a:pt x="1180657" y="11684"/>
                  <a:pt x="1178621" y="12157"/>
                  <a:pt x="1176084" y="13101"/>
                </a:cubicBezTo>
                <a:lnTo>
                  <a:pt x="1174933" y="9914"/>
                </a:lnTo>
                <a:lnTo>
                  <a:pt x="1199099" y="0"/>
                </a:lnTo>
                <a:lnTo>
                  <a:pt x="1203082" y="0"/>
                </a:lnTo>
                <a:lnTo>
                  <a:pt x="1203082" y="93830"/>
                </a:lnTo>
                <a:cubicBezTo>
                  <a:pt x="1203082" y="103292"/>
                  <a:pt x="1203303" y="109066"/>
                  <a:pt x="1203746" y="111152"/>
                </a:cubicBezTo>
                <a:cubicBezTo>
                  <a:pt x="1204188" y="113237"/>
                  <a:pt x="1204896" y="114693"/>
                  <a:pt x="1205870" y="115519"/>
                </a:cubicBezTo>
                <a:cubicBezTo>
                  <a:pt x="1206844" y="116344"/>
                  <a:pt x="1207980" y="116756"/>
                  <a:pt x="1209278" y="116756"/>
                </a:cubicBezTo>
                <a:cubicBezTo>
                  <a:pt x="1210871" y="116756"/>
                  <a:pt x="1212996" y="116254"/>
                  <a:pt x="1215651" y="115251"/>
                </a:cubicBezTo>
                <a:lnTo>
                  <a:pt x="1216625" y="118438"/>
                </a:lnTo>
                <a:lnTo>
                  <a:pt x="1192548" y="128352"/>
                </a:lnTo>
                <a:lnTo>
                  <a:pt x="1188476" y="128352"/>
                </a:lnTo>
                <a:lnTo>
                  <a:pt x="1188476" y="116761"/>
                </a:lnTo>
                <a:moveTo>
                  <a:pt x="1188476" y="110579"/>
                </a:moveTo>
                <a:lnTo>
                  <a:pt x="1188476" y="68903"/>
                </a:lnTo>
                <a:cubicBezTo>
                  <a:pt x="1188122" y="64900"/>
                  <a:pt x="1187060" y="61250"/>
                  <a:pt x="1185290" y="57955"/>
                </a:cubicBezTo>
                <a:cubicBezTo>
                  <a:pt x="1183519" y="54657"/>
                  <a:pt x="1181174" y="52171"/>
                  <a:pt x="1178252" y="50494"/>
                </a:cubicBezTo>
                <a:cubicBezTo>
                  <a:pt x="1175331" y="48816"/>
                  <a:pt x="1172484" y="47977"/>
                  <a:pt x="1169710" y="47977"/>
                </a:cubicBezTo>
                <a:cubicBezTo>
                  <a:pt x="1164517" y="47977"/>
                  <a:pt x="1159885" y="50302"/>
                  <a:pt x="1155813" y="54953"/>
                </a:cubicBezTo>
                <a:cubicBezTo>
                  <a:pt x="1150443" y="61074"/>
                  <a:pt x="1147758" y="70021"/>
                  <a:pt x="1147758" y="81794"/>
                </a:cubicBezTo>
                <a:cubicBezTo>
                  <a:pt x="1147758" y="93685"/>
                  <a:pt x="1150354" y="102795"/>
                  <a:pt x="1155547" y="109124"/>
                </a:cubicBezTo>
                <a:cubicBezTo>
                  <a:pt x="1160740" y="115451"/>
                  <a:pt x="1166524" y="118615"/>
                  <a:pt x="1172897" y="118615"/>
                </a:cubicBezTo>
                <a:cubicBezTo>
                  <a:pt x="1178267" y="118615"/>
                  <a:pt x="1183460" y="115936"/>
                  <a:pt x="1188476" y="110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Uniquecorrectd">
            <a:extLst xmlns:a="http://schemas.openxmlformats.org/drawingml/2006/main">
              <a:ext uri="{FF2B5EF4-FFF2-40B4-BE49-F238E27FC236}">
                <a16:creationId xmlns:a16="http://schemas.microsoft.com/office/drawing/2014/main" id="{BAEBF45C-F452-4C36-AF90-322AB985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4" y="3393787"/>
            <a:ext cx="1216625" cy="164644"/>
          </a:xfrm>
          <a:custGeom xmlns:a="http://schemas.openxmlformats.org/drawingml/2006/main">
            <a:pathLst>
              <a:path w="1216625" h="164644" fill="none">
                <a:moveTo>
                  <a:pt x="85509" y="9206"/>
                </a:moveTo>
                <a:lnTo>
                  <a:pt x="85509" y="5842"/>
                </a:lnTo>
                <a:lnTo>
                  <a:pt x="127998" y="5842"/>
                </a:lnTo>
                <a:lnTo>
                  <a:pt x="127998" y="9206"/>
                </a:lnTo>
                <a:lnTo>
                  <a:pt x="123483" y="9206"/>
                </a:lnTo>
                <a:cubicBezTo>
                  <a:pt x="118762" y="9206"/>
                  <a:pt x="115133" y="11174"/>
                  <a:pt x="112596" y="15109"/>
                </a:cubicBezTo>
                <a:cubicBezTo>
                  <a:pt x="111356" y="16929"/>
                  <a:pt x="110737" y="21158"/>
                  <a:pt x="110737" y="27795"/>
                </a:cubicBezTo>
                <a:lnTo>
                  <a:pt x="110737" y="76394"/>
                </a:lnTo>
                <a:cubicBezTo>
                  <a:pt x="110737" y="88412"/>
                  <a:pt x="109542" y="97736"/>
                  <a:pt x="107152" y="104363"/>
                </a:cubicBezTo>
                <a:cubicBezTo>
                  <a:pt x="104762" y="110989"/>
                  <a:pt x="100070" y="116674"/>
                  <a:pt x="93077" y="121417"/>
                </a:cubicBezTo>
                <a:cubicBezTo>
                  <a:pt x="86084" y="126158"/>
                  <a:pt x="76568" y="128529"/>
                  <a:pt x="64530" y="128529"/>
                </a:cubicBezTo>
                <a:cubicBezTo>
                  <a:pt x="51429" y="128529"/>
                  <a:pt x="41486" y="126262"/>
                  <a:pt x="34699" y="121727"/>
                </a:cubicBezTo>
                <a:cubicBezTo>
                  <a:pt x="27913" y="117190"/>
                  <a:pt x="23103" y="111093"/>
                  <a:pt x="20271" y="103434"/>
                </a:cubicBezTo>
                <a:cubicBezTo>
                  <a:pt x="18382" y="98191"/>
                  <a:pt x="17438" y="88353"/>
                  <a:pt x="17438" y="73918"/>
                </a:cubicBezTo>
                <a:lnTo>
                  <a:pt x="17438" y="27087"/>
                </a:lnTo>
                <a:cubicBezTo>
                  <a:pt x="17438" y="19747"/>
                  <a:pt x="16420" y="14932"/>
                  <a:pt x="14384" y="12642"/>
                </a:cubicBezTo>
                <a:cubicBezTo>
                  <a:pt x="12348" y="10351"/>
                  <a:pt x="9058" y="9206"/>
                  <a:pt x="4514" y="9206"/>
                </a:cubicBezTo>
                <a:lnTo>
                  <a:pt x="0" y="9206"/>
                </a:lnTo>
                <a:lnTo>
                  <a:pt x="0" y="5842"/>
                </a:lnTo>
                <a:lnTo>
                  <a:pt x="51872" y="5842"/>
                </a:lnTo>
                <a:lnTo>
                  <a:pt x="51872" y="9206"/>
                </a:lnTo>
                <a:lnTo>
                  <a:pt x="47269" y="9206"/>
                </a:lnTo>
                <a:cubicBezTo>
                  <a:pt x="42312" y="9206"/>
                  <a:pt x="38771" y="10762"/>
                  <a:pt x="36647" y="13875"/>
                </a:cubicBezTo>
                <a:cubicBezTo>
                  <a:pt x="35171" y="15989"/>
                  <a:pt x="34434" y="20392"/>
                  <a:pt x="34434" y="27087"/>
                </a:cubicBezTo>
                <a:lnTo>
                  <a:pt x="34434" y="79302"/>
                </a:lnTo>
                <a:cubicBezTo>
                  <a:pt x="34434" y="83956"/>
                  <a:pt x="34862" y="89288"/>
                  <a:pt x="35717" y="95296"/>
                </a:cubicBezTo>
                <a:cubicBezTo>
                  <a:pt x="36573" y="101302"/>
                  <a:pt x="38122" y="105984"/>
                  <a:pt x="40364" y="109342"/>
                </a:cubicBezTo>
                <a:cubicBezTo>
                  <a:pt x="42607" y="112699"/>
                  <a:pt x="45838" y="115467"/>
                  <a:pt x="50057" y="117647"/>
                </a:cubicBezTo>
                <a:cubicBezTo>
                  <a:pt x="54277" y="119826"/>
                  <a:pt x="59455" y="120916"/>
                  <a:pt x="65592" y="120916"/>
                </a:cubicBezTo>
                <a:cubicBezTo>
                  <a:pt x="73441" y="120916"/>
                  <a:pt x="80463" y="119209"/>
                  <a:pt x="86660" y="115793"/>
                </a:cubicBezTo>
                <a:cubicBezTo>
                  <a:pt x="92856" y="112376"/>
                  <a:pt x="97090" y="108003"/>
                  <a:pt x="99362" y="102673"/>
                </a:cubicBezTo>
                <a:cubicBezTo>
                  <a:pt x="101634" y="97342"/>
                  <a:pt x="102770" y="88315"/>
                  <a:pt x="102770" y="75592"/>
                </a:cubicBezTo>
                <a:lnTo>
                  <a:pt x="102770" y="27087"/>
                </a:lnTo>
                <a:cubicBezTo>
                  <a:pt x="102770" y="19629"/>
                  <a:pt x="101944" y="14961"/>
                  <a:pt x="100291" y="13081"/>
                </a:cubicBezTo>
                <a:cubicBezTo>
                  <a:pt x="97990" y="10498"/>
                  <a:pt x="94567" y="9206"/>
                  <a:pt x="90023" y="9206"/>
                </a:cubicBezTo>
                <a:lnTo>
                  <a:pt x="85509" y="9206"/>
                </a:lnTo>
                <a:close/>
                <a:moveTo>
                  <a:pt x="159215" y="59573"/>
                </a:moveTo>
                <a:cubicBezTo>
                  <a:pt x="168716" y="48184"/>
                  <a:pt x="177774" y="42489"/>
                  <a:pt x="186390" y="42489"/>
                </a:cubicBezTo>
                <a:cubicBezTo>
                  <a:pt x="190816" y="42489"/>
                  <a:pt x="194622" y="43593"/>
                  <a:pt x="197809" y="45800"/>
                </a:cubicBezTo>
                <a:cubicBezTo>
                  <a:pt x="200996" y="48006"/>
                  <a:pt x="203533" y="51639"/>
                  <a:pt x="205422" y="56702"/>
                </a:cubicBezTo>
                <a:cubicBezTo>
                  <a:pt x="206720" y="60233"/>
                  <a:pt x="207369" y="65648"/>
                  <a:pt x="207369" y="72945"/>
                </a:cubicBezTo>
                <a:lnTo>
                  <a:pt x="207369" y="107461"/>
                </a:lnTo>
                <a:cubicBezTo>
                  <a:pt x="207369" y="112625"/>
                  <a:pt x="207782" y="116127"/>
                  <a:pt x="208608" y="117968"/>
                </a:cubicBezTo>
                <a:cubicBezTo>
                  <a:pt x="209257" y="119452"/>
                  <a:pt x="210305" y="120610"/>
                  <a:pt x="211751" y="121442"/>
                </a:cubicBezTo>
                <a:cubicBezTo>
                  <a:pt x="213196" y="122272"/>
                  <a:pt x="215867" y="122687"/>
                  <a:pt x="219761" y="122687"/>
                </a:cubicBezTo>
                <a:lnTo>
                  <a:pt x="219761" y="125873"/>
                </a:lnTo>
                <a:lnTo>
                  <a:pt x="179663" y="125873"/>
                </a:lnTo>
                <a:lnTo>
                  <a:pt x="179663" y="122687"/>
                </a:lnTo>
                <a:lnTo>
                  <a:pt x="181344" y="122687"/>
                </a:lnTo>
                <a:cubicBezTo>
                  <a:pt x="185121" y="122687"/>
                  <a:pt x="187762" y="122109"/>
                  <a:pt x="189267" y="120952"/>
                </a:cubicBezTo>
                <a:cubicBezTo>
                  <a:pt x="190772" y="119794"/>
                  <a:pt x="191819" y="118087"/>
                  <a:pt x="192409" y="115832"/>
                </a:cubicBezTo>
                <a:cubicBezTo>
                  <a:pt x="192645" y="114941"/>
                  <a:pt x="192763" y="112151"/>
                  <a:pt x="192763" y="107461"/>
                </a:cubicBezTo>
                <a:lnTo>
                  <a:pt x="192763" y="74322"/>
                </a:lnTo>
                <a:cubicBezTo>
                  <a:pt x="192763" y="66957"/>
                  <a:pt x="191804" y="61610"/>
                  <a:pt x="189887" y="58281"/>
                </a:cubicBezTo>
                <a:cubicBezTo>
                  <a:pt x="187969" y="54952"/>
                  <a:pt x="184738" y="53288"/>
                  <a:pt x="180194" y="53288"/>
                </a:cubicBezTo>
                <a:cubicBezTo>
                  <a:pt x="173171" y="53288"/>
                  <a:pt x="166178" y="57124"/>
                  <a:pt x="159215" y="64796"/>
                </a:cubicBezTo>
                <a:lnTo>
                  <a:pt x="159215" y="107461"/>
                </a:lnTo>
                <a:cubicBezTo>
                  <a:pt x="159215" y="112981"/>
                  <a:pt x="159539" y="116394"/>
                  <a:pt x="160189" y="117702"/>
                </a:cubicBezTo>
                <a:cubicBezTo>
                  <a:pt x="161015" y="119423"/>
                  <a:pt x="162151" y="120684"/>
                  <a:pt x="163596" y="121486"/>
                </a:cubicBezTo>
                <a:cubicBezTo>
                  <a:pt x="165042" y="122286"/>
                  <a:pt x="167978" y="122687"/>
                  <a:pt x="172404" y="122687"/>
                </a:cubicBezTo>
                <a:lnTo>
                  <a:pt x="172404" y="125873"/>
                </a:lnTo>
                <a:lnTo>
                  <a:pt x="132305" y="125873"/>
                </a:lnTo>
                <a:lnTo>
                  <a:pt x="132305" y="122687"/>
                </a:lnTo>
                <a:lnTo>
                  <a:pt x="134076" y="122687"/>
                </a:lnTo>
                <a:cubicBezTo>
                  <a:pt x="138206" y="122687"/>
                  <a:pt x="140995" y="121634"/>
                  <a:pt x="142441" y="119528"/>
                </a:cubicBezTo>
                <a:cubicBezTo>
                  <a:pt x="143886" y="117420"/>
                  <a:pt x="144609" y="113398"/>
                  <a:pt x="144609" y="107461"/>
                </a:cubicBezTo>
                <a:lnTo>
                  <a:pt x="144609" y="77542"/>
                </a:lnTo>
                <a:cubicBezTo>
                  <a:pt x="144609" y="67805"/>
                  <a:pt x="144388" y="61874"/>
                  <a:pt x="143945" y="59750"/>
                </a:cubicBezTo>
                <a:cubicBezTo>
                  <a:pt x="143503" y="57626"/>
                  <a:pt x="142824" y="56180"/>
                  <a:pt x="141909" y="55413"/>
                </a:cubicBezTo>
                <a:cubicBezTo>
                  <a:pt x="140995" y="54645"/>
                  <a:pt x="139770" y="54262"/>
                  <a:pt x="138236" y="54262"/>
                </a:cubicBezTo>
                <a:cubicBezTo>
                  <a:pt x="136584" y="54262"/>
                  <a:pt x="134607" y="54704"/>
                  <a:pt x="132305" y="55590"/>
                </a:cubicBezTo>
                <a:lnTo>
                  <a:pt x="130977" y="52403"/>
                </a:lnTo>
                <a:lnTo>
                  <a:pt x="155409" y="42489"/>
                </a:lnTo>
                <a:lnTo>
                  <a:pt x="159215" y="42489"/>
                </a:lnTo>
                <a:lnTo>
                  <a:pt x="159215" y="59573"/>
                </a:lnTo>
                <a:close/>
                <a:moveTo>
                  <a:pt x="246849" y="0"/>
                </a:moveTo>
                <a:cubicBezTo>
                  <a:pt x="249327" y="0"/>
                  <a:pt x="251437" y="875"/>
                  <a:pt x="253178" y="2625"/>
                </a:cubicBezTo>
                <a:cubicBezTo>
                  <a:pt x="254918" y="4373"/>
                  <a:pt x="255789" y="6493"/>
                  <a:pt x="255789" y="8985"/>
                </a:cubicBezTo>
                <a:cubicBezTo>
                  <a:pt x="255789" y="11476"/>
                  <a:pt x="254918" y="13612"/>
                  <a:pt x="253178" y="15391"/>
                </a:cubicBezTo>
                <a:cubicBezTo>
                  <a:pt x="251437" y="17169"/>
                  <a:pt x="249327" y="18058"/>
                  <a:pt x="246849" y="18058"/>
                </a:cubicBezTo>
                <a:cubicBezTo>
                  <a:pt x="244370" y="18058"/>
                  <a:pt x="242246" y="17169"/>
                  <a:pt x="240475" y="15391"/>
                </a:cubicBezTo>
                <a:cubicBezTo>
                  <a:pt x="238705" y="13612"/>
                  <a:pt x="237820" y="11476"/>
                  <a:pt x="237820" y="8985"/>
                </a:cubicBezTo>
                <a:cubicBezTo>
                  <a:pt x="237820" y="6493"/>
                  <a:pt x="238690" y="4373"/>
                  <a:pt x="240431" y="2625"/>
                </a:cubicBezTo>
                <a:cubicBezTo>
                  <a:pt x="242172" y="875"/>
                  <a:pt x="244311" y="0"/>
                  <a:pt x="246849" y="0"/>
                </a:cubicBezTo>
                <a:moveTo>
                  <a:pt x="254196" y="42489"/>
                </a:moveTo>
                <a:lnTo>
                  <a:pt x="254196" y="107461"/>
                </a:lnTo>
                <a:cubicBezTo>
                  <a:pt x="254196" y="112566"/>
                  <a:pt x="254564" y="115965"/>
                  <a:pt x="255302" y="117658"/>
                </a:cubicBezTo>
                <a:cubicBezTo>
                  <a:pt x="256040" y="119349"/>
                  <a:pt x="257131" y="120610"/>
                  <a:pt x="258577" y="121442"/>
                </a:cubicBezTo>
                <a:cubicBezTo>
                  <a:pt x="260023" y="122272"/>
                  <a:pt x="262664" y="122687"/>
                  <a:pt x="266500" y="122687"/>
                </a:cubicBezTo>
                <a:lnTo>
                  <a:pt x="266500" y="125873"/>
                </a:lnTo>
                <a:lnTo>
                  <a:pt x="227109" y="125873"/>
                </a:lnTo>
                <a:lnTo>
                  <a:pt x="227109" y="122687"/>
                </a:lnTo>
                <a:cubicBezTo>
                  <a:pt x="231063" y="122687"/>
                  <a:pt x="233718" y="122301"/>
                  <a:pt x="235076" y="121530"/>
                </a:cubicBezTo>
                <a:cubicBezTo>
                  <a:pt x="236433" y="120758"/>
                  <a:pt x="237510" y="119482"/>
                  <a:pt x="238306" y="117702"/>
                </a:cubicBezTo>
                <a:cubicBezTo>
                  <a:pt x="239103" y="115921"/>
                  <a:pt x="239501" y="112507"/>
                  <a:pt x="239501" y="107461"/>
                </a:cubicBezTo>
                <a:lnTo>
                  <a:pt x="239502" y="76480"/>
                </a:lnTo>
                <a:cubicBezTo>
                  <a:pt x="239502" y="67650"/>
                  <a:pt x="239236" y="61932"/>
                  <a:pt x="238705" y="59324"/>
                </a:cubicBezTo>
                <a:cubicBezTo>
                  <a:pt x="238292" y="57426"/>
                  <a:pt x="237643" y="56109"/>
                  <a:pt x="236757" y="55371"/>
                </a:cubicBezTo>
                <a:cubicBezTo>
                  <a:pt x="235872" y="54632"/>
                  <a:pt x="234662" y="54262"/>
                  <a:pt x="233128" y="54262"/>
                </a:cubicBezTo>
                <a:cubicBezTo>
                  <a:pt x="231476" y="54262"/>
                  <a:pt x="229469" y="54704"/>
                  <a:pt x="227109" y="55590"/>
                </a:cubicBezTo>
                <a:lnTo>
                  <a:pt x="225870" y="52403"/>
                </a:lnTo>
                <a:lnTo>
                  <a:pt x="250301" y="42489"/>
                </a:lnTo>
                <a:lnTo>
                  <a:pt x="254196" y="42489"/>
                </a:lnTo>
                <a:close/>
                <a:moveTo>
                  <a:pt x="348229" y="42489"/>
                </a:moveTo>
                <a:lnTo>
                  <a:pt x="348228" y="146587"/>
                </a:lnTo>
                <a:cubicBezTo>
                  <a:pt x="348228" y="151842"/>
                  <a:pt x="348583" y="155216"/>
                  <a:pt x="349291" y="156708"/>
                </a:cubicBezTo>
                <a:cubicBezTo>
                  <a:pt x="349999" y="158202"/>
                  <a:pt x="351105" y="159367"/>
                  <a:pt x="352610" y="160202"/>
                </a:cubicBezTo>
                <a:cubicBezTo>
                  <a:pt x="354115" y="161039"/>
                  <a:pt x="357051" y="161458"/>
                  <a:pt x="361418" y="161458"/>
                </a:cubicBezTo>
                <a:lnTo>
                  <a:pt x="361418" y="164644"/>
                </a:lnTo>
                <a:lnTo>
                  <a:pt x="320522" y="164644"/>
                </a:lnTo>
                <a:lnTo>
                  <a:pt x="320522" y="161458"/>
                </a:lnTo>
                <a:lnTo>
                  <a:pt x="322204" y="161458"/>
                </a:lnTo>
                <a:cubicBezTo>
                  <a:pt x="325509" y="161458"/>
                  <a:pt x="328017" y="160980"/>
                  <a:pt x="329728" y="160025"/>
                </a:cubicBezTo>
                <a:cubicBezTo>
                  <a:pt x="330908" y="159368"/>
                  <a:pt x="331853" y="158189"/>
                  <a:pt x="332561" y="156487"/>
                </a:cubicBezTo>
                <a:cubicBezTo>
                  <a:pt x="333269" y="154785"/>
                  <a:pt x="333623" y="151485"/>
                  <a:pt x="333623" y="146587"/>
                </a:cubicBezTo>
                <a:lnTo>
                  <a:pt x="333623" y="111555"/>
                </a:lnTo>
                <a:cubicBezTo>
                  <a:pt x="328253" y="118023"/>
                  <a:pt x="323561" y="122440"/>
                  <a:pt x="319549" y="124806"/>
                </a:cubicBezTo>
                <a:cubicBezTo>
                  <a:pt x="315536" y="127170"/>
                  <a:pt x="311375" y="128352"/>
                  <a:pt x="307067" y="128352"/>
                </a:cubicBezTo>
                <a:cubicBezTo>
                  <a:pt x="299219" y="128352"/>
                  <a:pt x="292211" y="124785"/>
                  <a:pt x="286044" y="117652"/>
                </a:cubicBezTo>
                <a:cubicBezTo>
                  <a:pt x="279877" y="110519"/>
                  <a:pt x="276794" y="100969"/>
                  <a:pt x="276794" y="89003"/>
                </a:cubicBezTo>
                <a:cubicBezTo>
                  <a:pt x="276794" y="75266"/>
                  <a:pt x="280866" y="64079"/>
                  <a:pt x="289010" y="55443"/>
                </a:cubicBezTo>
                <a:cubicBezTo>
                  <a:pt x="297153" y="46807"/>
                  <a:pt x="306979" y="42489"/>
                  <a:pt x="318486" y="42489"/>
                </a:cubicBezTo>
                <a:cubicBezTo>
                  <a:pt x="321850" y="42489"/>
                  <a:pt x="324948" y="42961"/>
                  <a:pt x="327781" y="43905"/>
                </a:cubicBezTo>
                <a:cubicBezTo>
                  <a:pt x="330613" y="44849"/>
                  <a:pt x="333151" y="46266"/>
                  <a:pt x="335393" y="48154"/>
                </a:cubicBezTo>
                <a:cubicBezTo>
                  <a:pt x="338816" y="46502"/>
                  <a:pt x="342091" y="44613"/>
                  <a:pt x="345219" y="42489"/>
                </a:cubicBezTo>
                <a:lnTo>
                  <a:pt x="348229" y="42489"/>
                </a:lnTo>
                <a:moveTo>
                  <a:pt x="333623" y="106006"/>
                </a:moveTo>
                <a:lnTo>
                  <a:pt x="333623" y="68145"/>
                </a:lnTo>
                <a:cubicBezTo>
                  <a:pt x="333623" y="63743"/>
                  <a:pt x="333048" y="60280"/>
                  <a:pt x="331897" y="57756"/>
                </a:cubicBezTo>
                <a:cubicBezTo>
                  <a:pt x="330746" y="55231"/>
                  <a:pt x="328695" y="53088"/>
                  <a:pt x="325745" y="51327"/>
                </a:cubicBezTo>
                <a:cubicBezTo>
                  <a:pt x="322794" y="49566"/>
                  <a:pt x="319460" y="48685"/>
                  <a:pt x="315742" y="48685"/>
                </a:cubicBezTo>
                <a:cubicBezTo>
                  <a:pt x="309133" y="48685"/>
                  <a:pt x="303468" y="51474"/>
                  <a:pt x="298747" y="57050"/>
                </a:cubicBezTo>
                <a:cubicBezTo>
                  <a:pt x="294026" y="62627"/>
                  <a:pt x="291665" y="71079"/>
                  <a:pt x="291665" y="82408"/>
                </a:cubicBezTo>
                <a:cubicBezTo>
                  <a:pt x="291665" y="93268"/>
                  <a:pt x="294070" y="101516"/>
                  <a:pt x="298879" y="107152"/>
                </a:cubicBezTo>
                <a:cubicBezTo>
                  <a:pt x="303689" y="112787"/>
                  <a:pt x="309487" y="115605"/>
                  <a:pt x="316273" y="115605"/>
                </a:cubicBezTo>
                <a:cubicBezTo>
                  <a:pt x="319755" y="115605"/>
                  <a:pt x="322853" y="114856"/>
                  <a:pt x="325568" y="113359"/>
                </a:cubicBezTo>
                <a:cubicBezTo>
                  <a:pt x="328282" y="111862"/>
                  <a:pt x="330967" y="109411"/>
                  <a:pt x="333623" y="106006"/>
                </a:cubicBezTo>
                <a:close/>
                <a:moveTo>
                  <a:pt x="438163" y="44790"/>
                </a:moveTo>
                <a:lnTo>
                  <a:pt x="438163" y="94184"/>
                </a:lnTo>
                <a:cubicBezTo>
                  <a:pt x="438163" y="103450"/>
                  <a:pt x="438384" y="109118"/>
                  <a:pt x="438827" y="111188"/>
                </a:cubicBezTo>
                <a:cubicBezTo>
                  <a:pt x="439269" y="113255"/>
                  <a:pt x="439977" y="114700"/>
                  <a:pt x="440951" y="115522"/>
                </a:cubicBezTo>
                <a:cubicBezTo>
                  <a:pt x="441925" y="116345"/>
                  <a:pt x="443061" y="116756"/>
                  <a:pt x="444359" y="116756"/>
                </a:cubicBezTo>
                <a:cubicBezTo>
                  <a:pt x="446189" y="116756"/>
                  <a:pt x="448254" y="116254"/>
                  <a:pt x="450555" y="115251"/>
                </a:cubicBezTo>
                <a:lnTo>
                  <a:pt x="451795" y="118438"/>
                </a:lnTo>
                <a:lnTo>
                  <a:pt x="427541" y="128352"/>
                </a:lnTo>
                <a:lnTo>
                  <a:pt x="423557" y="128352"/>
                </a:lnTo>
                <a:lnTo>
                  <a:pt x="423557" y="111259"/>
                </a:lnTo>
                <a:cubicBezTo>
                  <a:pt x="416594" y="118778"/>
                  <a:pt x="411283" y="123506"/>
                  <a:pt x="407624" y="125445"/>
                </a:cubicBezTo>
                <a:cubicBezTo>
                  <a:pt x="403965" y="127383"/>
                  <a:pt x="400100" y="128352"/>
                  <a:pt x="396028" y="128352"/>
                </a:cubicBezTo>
                <a:cubicBezTo>
                  <a:pt x="391484" y="128352"/>
                  <a:pt x="387545" y="127039"/>
                  <a:pt x="384211" y="124413"/>
                </a:cubicBezTo>
                <a:cubicBezTo>
                  <a:pt x="380877" y="121787"/>
                  <a:pt x="378560" y="118408"/>
                  <a:pt x="377262" y="114277"/>
                </a:cubicBezTo>
                <a:cubicBezTo>
                  <a:pt x="375964" y="110147"/>
                  <a:pt x="375315" y="104304"/>
                  <a:pt x="375315" y="96751"/>
                </a:cubicBezTo>
                <a:lnTo>
                  <a:pt x="375315" y="60547"/>
                </a:lnTo>
                <a:cubicBezTo>
                  <a:pt x="375315" y="56683"/>
                  <a:pt x="374902" y="54009"/>
                  <a:pt x="374075" y="52525"/>
                </a:cubicBezTo>
                <a:cubicBezTo>
                  <a:pt x="373249" y="51038"/>
                  <a:pt x="372025" y="49894"/>
                  <a:pt x="370402" y="49092"/>
                </a:cubicBezTo>
                <a:cubicBezTo>
                  <a:pt x="368779" y="48290"/>
                  <a:pt x="365843" y="47918"/>
                  <a:pt x="361594" y="47977"/>
                </a:cubicBezTo>
                <a:lnTo>
                  <a:pt x="361594" y="44790"/>
                </a:lnTo>
                <a:lnTo>
                  <a:pt x="390009" y="44790"/>
                </a:lnTo>
                <a:lnTo>
                  <a:pt x="390009" y="99119"/>
                </a:lnTo>
                <a:cubicBezTo>
                  <a:pt x="390009" y="106681"/>
                  <a:pt x="391322" y="111645"/>
                  <a:pt x="393948" y="114009"/>
                </a:cubicBezTo>
                <a:cubicBezTo>
                  <a:pt x="396574" y="116371"/>
                  <a:pt x="399746" y="117553"/>
                  <a:pt x="403464" y="117553"/>
                </a:cubicBezTo>
                <a:cubicBezTo>
                  <a:pt x="406001" y="117553"/>
                  <a:pt x="408878" y="116755"/>
                  <a:pt x="412094" y="115160"/>
                </a:cubicBezTo>
                <a:cubicBezTo>
                  <a:pt x="415310" y="113565"/>
                  <a:pt x="419131" y="110522"/>
                  <a:pt x="423557" y="106031"/>
                </a:cubicBezTo>
                <a:lnTo>
                  <a:pt x="423557" y="60193"/>
                </a:lnTo>
                <a:cubicBezTo>
                  <a:pt x="423557" y="55488"/>
                  <a:pt x="422716" y="52306"/>
                  <a:pt x="421035" y="50646"/>
                </a:cubicBezTo>
                <a:cubicBezTo>
                  <a:pt x="419353" y="48987"/>
                  <a:pt x="415856" y="48097"/>
                  <a:pt x="410545" y="47977"/>
                </a:cubicBezTo>
                <a:lnTo>
                  <a:pt x="410545" y="44790"/>
                </a:lnTo>
                <a:lnTo>
                  <a:pt x="438163" y="44790"/>
                </a:lnTo>
                <a:close/>
                <a:moveTo>
                  <a:pt x="471358" y="75418"/>
                </a:moveTo>
                <a:cubicBezTo>
                  <a:pt x="471299" y="87401"/>
                  <a:pt x="474220" y="96800"/>
                  <a:pt x="480121" y="103614"/>
                </a:cubicBezTo>
                <a:cubicBezTo>
                  <a:pt x="486022" y="110428"/>
                  <a:pt x="492956" y="113835"/>
                  <a:pt x="500923" y="113835"/>
                </a:cubicBezTo>
                <a:cubicBezTo>
                  <a:pt x="506234" y="113835"/>
                  <a:pt x="510852" y="112368"/>
                  <a:pt x="514776" y="109434"/>
                </a:cubicBezTo>
                <a:cubicBezTo>
                  <a:pt x="518700" y="106500"/>
                  <a:pt x="521990" y="101475"/>
                  <a:pt x="524646" y="94361"/>
                </a:cubicBezTo>
                <a:lnTo>
                  <a:pt x="527390" y="96139"/>
                </a:lnTo>
                <a:cubicBezTo>
                  <a:pt x="526151" y="104267"/>
                  <a:pt x="522551" y="111667"/>
                  <a:pt x="516591" y="118341"/>
                </a:cubicBezTo>
                <a:cubicBezTo>
                  <a:pt x="510630" y="125015"/>
                  <a:pt x="503165" y="128352"/>
                  <a:pt x="494195" y="128352"/>
                </a:cubicBezTo>
                <a:cubicBezTo>
                  <a:pt x="484458" y="128352"/>
                  <a:pt x="476123" y="124569"/>
                  <a:pt x="469189" y="117002"/>
                </a:cubicBezTo>
                <a:cubicBezTo>
                  <a:pt x="462255" y="109434"/>
                  <a:pt x="458788" y="99260"/>
                  <a:pt x="458788" y="86480"/>
                </a:cubicBezTo>
                <a:cubicBezTo>
                  <a:pt x="458788" y="72641"/>
                  <a:pt x="462344" y="61850"/>
                  <a:pt x="469455" y="54107"/>
                </a:cubicBezTo>
                <a:cubicBezTo>
                  <a:pt x="476565" y="46362"/>
                  <a:pt x="485491" y="42489"/>
                  <a:pt x="496231" y="42489"/>
                </a:cubicBezTo>
                <a:cubicBezTo>
                  <a:pt x="505319" y="42489"/>
                  <a:pt x="512784" y="45476"/>
                  <a:pt x="518627" y="51451"/>
                </a:cubicBezTo>
                <a:cubicBezTo>
                  <a:pt x="524469" y="57425"/>
                  <a:pt x="527390" y="65413"/>
                  <a:pt x="527390" y="75418"/>
                </a:cubicBezTo>
                <a:lnTo>
                  <a:pt x="471358" y="75418"/>
                </a:lnTo>
                <a:moveTo>
                  <a:pt x="471358" y="70284"/>
                </a:moveTo>
                <a:lnTo>
                  <a:pt x="508890" y="70284"/>
                </a:lnTo>
                <a:cubicBezTo>
                  <a:pt x="508594" y="65133"/>
                  <a:pt x="507975" y="61505"/>
                  <a:pt x="507031" y="59399"/>
                </a:cubicBezTo>
                <a:cubicBezTo>
                  <a:pt x="505555" y="56120"/>
                  <a:pt x="503357" y="53544"/>
                  <a:pt x="500436" y="51673"/>
                </a:cubicBezTo>
                <a:cubicBezTo>
                  <a:pt x="497515" y="49799"/>
                  <a:pt x="494461" y="48862"/>
                  <a:pt x="491274" y="48862"/>
                </a:cubicBezTo>
                <a:cubicBezTo>
                  <a:pt x="486376" y="48862"/>
                  <a:pt x="481995" y="50750"/>
                  <a:pt x="478129" y="54525"/>
                </a:cubicBezTo>
                <a:cubicBezTo>
                  <a:pt x="474264" y="58300"/>
                  <a:pt x="472007" y="63553"/>
                  <a:pt x="471358" y="70284"/>
                </a:cubicBezTo>
                <a:close/>
                <a:moveTo>
                  <a:pt x="652225" y="95069"/>
                </a:moveTo>
                <a:cubicBezTo>
                  <a:pt x="650042" y="105750"/>
                  <a:pt x="645764" y="113968"/>
                  <a:pt x="639390" y="119721"/>
                </a:cubicBezTo>
                <a:cubicBezTo>
                  <a:pt x="633017" y="125475"/>
                  <a:pt x="625965" y="128352"/>
                  <a:pt x="618234" y="128352"/>
                </a:cubicBezTo>
                <a:cubicBezTo>
                  <a:pt x="609028" y="128352"/>
                  <a:pt x="601003" y="124491"/>
                  <a:pt x="594157" y="116770"/>
                </a:cubicBezTo>
                <a:cubicBezTo>
                  <a:pt x="587312" y="109047"/>
                  <a:pt x="583889" y="98611"/>
                  <a:pt x="583889" y="85465"/>
                </a:cubicBezTo>
                <a:cubicBezTo>
                  <a:pt x="583889" y="72731"/>
                  <a:pt x="587681" y="62385"/>
                  <a:pt x="595264" y="54428"/>
                </a:cubicBezTo>
                <a:cubicBezTo>
                  <a:pt x="602847" y="46469"/>
                  <a:pt x="611950" y="42489"/>
                  <a:pt x="622572" y="42489"/>
                </a:cubicBezTo>
                <a:cubicBezTo>
                  <a:pt x="630538" y="42489"/>
                  <a:pt x="637089" y="44606"/>
                  <a:pt x="642223" y="48840"/>
                </a:cubicBezTo>
                <a:cubicBezTo>
                  <a:pt x="647357" y="53072"/>
                  <a:pt x="649924" y="57468"/>
                  <a:pt x="649924" y="62027"/>
                </a:cubicBezTo>
                <a:cubicBezTo>
                  <a:pt x="649924" y="64276"/>
                  <a:pt x="649201" y="66098"/>
                  <a:pt x="647755" y="67490"/>
                </a:cubicBezTo>
                <a:cubicBezTo>
                  <a:pt x="646309" y="68880"/>
                  <a:pt x="644288" y="69576"/>
                  <a:pt x="641692" y="69576"/>
                </a:cubicBezTo>
                <a:cubicBezTo>
                  <a:pt x="638210" y="69576"/>
                  <a:pt x="635584" y="68445"/>
                  <a:pt x="633814" y="66184"/>
                </a:cubicBezTo>
                <a:cubicBezTo>
                  <a:pt x="632810" y="64934"/>
                  <a:pt x="632147" y="62553"/>
                  <a:pt x="631822" y="59042"/>
                </a:cubicBezTo>
                <a:cubicBezTo>
                  <a:pt x="631497" y="55531"/>
                  <a:pt x="630302" y="52853"/>
                  <a:pt x="628237" y="51009"/>
                </a:cubicBezTo>
                <a:cubicBezTo>
                  <a:pt x="626172" y="49224"/>
                  <a:pt x="623309" y="48331"/>
                  <a:pt x="619651" y="48331"/>
                </a:cubicBezTo>
                <a:cubicBezTo>
                  <a:pt x="613749" y="48331"/>
                  <a:pt x="608999" y="50515"/>
                  <a:pt x="605399" y="54881"/>
                </a:cubicBezTo>
                <a:cubicBezTo>
                  <a:pt x="600619" y="60665"/>
                  <a:pt x="598229" y="68307"/>
                  <a:pt x="598229" y="77808"/>
                </a:cubicBezTo>
                <a:cubicBezTo>
                  <a:pt x="598229" y="87486"/>
                  <a:pt x="600604" y="96028"/>
                  <a:pt x="605355" y="103434"/>
                </a:cubicBezTo>
                <a:cubicBezTo>
                  <a:pt x="610105" y="110840"/>
                  <a:pt x="616523" y="114543"/>
                  <a:pt x="624608" y="114543"/>
                </a:cubicBezTo>
                <a:cubicBezTo>
                  <a:pt x="630391" y="114543"/>
                  <a:pt x="635584" y="112566"/>
                  <a:pt x="640187" y="108612"/>
                </a:cubicBezTo>
                <a:cubicBezTo>
                  <a:pt x="643433" y="105898"/>
                  <a:pt x="646590" y="100970"/>
                  <a:pt x="649658" y="93830"/>
                </a:cubicBezTo>
                <a:lnTo>
                  <a:pt x="652225" y="95069"/>
                </a:lnTo>
                <a:close/>
                <a:moveTo>
                  <a:pt x="703324" y="42489"/>
                </a:moveTo>
                <a:cubicBezTo>
                  <a:pt x="715598" y="42489"/>
                  <a:pt x="725453" y="47146"/>
                  <a:pt x="732889" y="56461"/>
                </a:cubicBezTo>
                <a:cubicBezTo>
                  <a:pt x="739203" y="64418"/>
                  <a:pt x="742360" y="73556"/>
                  <a:pt x="742360" y="83874"/>
                </a:cubicBezTo>
                <a:cubicBezTo>
                  <a:pt x="742360" y="91125"/>
                  <a:pt x="740619" y="98465"/>
                  <a:pt x="737138" y="105893"/>
                </a:cubicBezTo>
                <a:cubicBezTo>
                  <a:pt x="733656" y="113319"/>
                  <a:pt x="728861" y="118919"/>
                  <a:pt x="722753" y="122692"/>
                </a:cubicBezTo>
                <a:cubicBezTo>
                  <a:pt x="716646" y="126465"/>
                  <a:pt x="709844" y="128352"/>
                  <a:pt x="702350" y="128352"/>
                </a:cubicBezTo>
                <a:cubicBezTo>
                  <a:pt x="690134" y="128352"/>
                  <a:pt x="680427" y="123488"/>
                  <a:pt x="673227" y="113760"/>
                </a:cubicBezTo>
                <a:cubicBezTo>
                  <a:pt x="667149" y="105567"/>
                  <a:pt x="664110" y="96371"/>
                  <a:pt x="664110" y="86173"/>
                </a:cubicBezTo>
                <a:cubicBezTo>
                  <a:pt x="664110" y="78745"/>
                  <a:pt x="665954" y="71361"/>
                  <a:pt x="669642" y="64021"/>
                </a:cubicBezTo>
                <a:cubicBezTo>
                  <a:pt x="673331" y="56681"/>
                  <a:pt x="678184" y="51258"/>
                  <a:pt x="684204" y="47750"/>
                </a:cubicBezTo>
                <a:cubicBezTo>
                  <a:pt x="690223" y="44243"/>
                  <a:pt x="696596" y="42489"/>
                  <a:pt x="703324" y="42489"/>
                </a:cubicBezTo>
                <a:moveTo>
                  <a:pt x="700579" y="48331"/>
                </a:moveTo>
                <a:cubicBezTo>
                  <a:pt x="697452" y="48331"/>
                  <a:pt x="694309" y="49258"/>
                  <a:pt x="691152" y="51111"/>
                </a:cubicBezTo>
                <a:cubicBezTo>
                  <a:pt x="687995" y="52963"/>
                  <a:pt x="685443" y="56211"/>
                  <a:pt x="683495" y="60856"/>
                </a:cubicBezTo>
                <a:cubicBezTo>
                  <a:pt x="681548" y="65502"/>
                  <a:pt x="680574" y="71469"/>
                  <a:pt x="680574" y="78759"/>
                </a:cubicBezTo>
                <a:cubicBezTo>
                  <a:pt x="680574" y="90519"/>
                  <a:pt x="682920" y="100663"/>
                  <a:pt x="687612" y="109190"/>
                </a:cubicBezTo>
                <a:cubicBezTo>
                  <a:pt x="692303" y="117716"/>
                  <a:pt x="698485" y="121979"/>
                  <a:pt x="706156" y="121979"/>
                </a:cubicBezTo>
                <a:cubicBezTo>
                  <a:pt x="711880" y="121979"/>
                  <a:pt x="716601" y="119626"/>
                  <a:pt x="720319" y="114922"/>
                </a:cubicBezTo>
                <a:cubicBezTo>
                  <a:pt x="724037" y="110218"/>
                  <a:pt x="725896" y="102133"/>
                  <a:pt x="725896" y="90668"/>
                </a:cubicBezTo>
                <a:cubicBezTo>
                  <a:pt x="725896" y="76320"/>
                  <a:pt x="722798" y="65031"/>
                  <a:pt x="716601" y="56798"/>
                </a:cubicBezTo>
                <a:cubicBezTo>
                  <a:pt x="712411" y="51154"/>
                  <a:pt x="707071" y="48331"/>
                  <a:pt x="700579" y="48331"/>
                </a:cubicBezTo>
                <a:close/>
                <a:moveTo>
                  <a:pt x="778034" y="42489"/>
                </a:moveTo>
                <a:lnTo>
                  <a:pt x="778034" y="60724"/>
                </a:lnTo>
                <a:cubicBezTo>
                  <a:pt x="784820" y="48567"/>
                  <a:pt x="791784" y="42489"/>
                  <a:pt x="798924" y="42489"/>
                </a:cubicBezTo>
                <a:cubicBezTo>
                  <a:pt x="802170" y="42489"/>
                  <a:pt x="804855" y="43477"/>
                  <a:pt x="806979" y="45454"/>
                </a:cubicBezTo>
                <a:cubicBezTo>
                  <a:pt x="809104" y="47431"/>
                  <a:pt x="810166" y="49718"/>
                  <a:pt x="810166" y="52314"/>
                </a:cubicBezTo>
                <a:cubicBezTo>
                  <a:pt x="810166" y="54616"/>
                  <a:pt x="809399" y="56563"/>
                  <a:pt x="807865" y="58157"/>
                </a:cubicBezTo>
                <a:cubicBezTo>
                  <a:pt x="806330" y="59750"/>
                  <a:pt x="804501" y="60547"/>
                  <a:pt x="802376" y="60547"/>
                </a:cubicBezTo>
                <a:cubicBezTo>
                  <a:pt x="800311" y="60547"/>
                  <a:pt x="797995" y="59543"/>
                  <a:pt x="795428" y="57537"/>
                </a:cubicBezTo>
                <a:cubicBezTo>
                  <a:pt x="792861" y="55531"/>
                  <a:pt x="790958" y="54527"/>
                  <a:pt x="789718" y="54527"/>
                </a:cubicBezTo>
                <a:cubicBezTo>
                  <a:pt x="788656" y="54527"/>
                  <a:pt x="787505" y="55113"/>
                  <a:pt x="786266" y="56284"/>
                </a:cubicBezTo>
                <a:cubicBezTo>
                  <a:pt x="783611" y="58687"/>
                  <a:pt x="780866" y="62642"/>
                  <a:pt x="778034" y="68148"/>
                </a:cubicBezTo>
                <a:lnTo>
                  <a:pt x="778034" y="106930"/>
                </a:lnTo>
                <a:cubicBezTo>
                  <a:pt x="778034" y="111419"/>
                  <a:pt x="778594" y="114814"/>
                  <a:pt x="779716" y="117116"/>
                </a:cubicBezTo>
                <a:cubicBezTo>
                  <a:pt x="780483" y="118711"/>
                  <a:pt x="781840" y="120038"/>
                  <a:pt x="783788" y="121099"/>
                </a:cubicBezTo>
                <a:cubicBezTo>
                  <a:pt x="785735" y="122157"/>
                  <a:pt x="788538" y="122687"/>
                  <a:pt x="792197" y="122687"/>
                </a:cubicBezTo>
                <a:lnTo>
                  <a:pt x="792197" y="125873"/>
                </a:lnTo>
                <a:lnTo>
                  <a:pt x="750682" y="125873"/>
                </a:lnTo>
                <a:lnTo>
                  <a:pt x="750682" y="122687"/>
                </a:lnTo>
                <a:cubicBezTo>
                  <a:pt x="754812" y="122687"/>
                  <a:pt x="757881" y="122030"/>
                  <a:pt x="759888" y="120717"/>
                </a:cubicBezTo>
                <a:cubicBezTo>
                  <a:pt x="761363" y="119762"/>
                  <a:pt x="762396" y="118240"/>
                  <a:pt x="762986" y="116150"/>
                </a:cubicBezTo>
                <a:cubicBezTo>
                  <a:pt x="763281" y="115134"/>
                  <a:pt x="763428" y="112238"/>
                  <a:pt x="763428" y="107461"/>
                </a:cubicBezTo>
                <a:lnTo>
                  <a:pt x="763428" y="76303"/>
                </a:lnTo>
                <a:cubicBezTo>
                  <a:pt x="763428" y="66861"/>
                  <a:pt x="763236" y="61240"/>
                  <a:pt x="762853" y="59440"/>
                </a:cubicBezTo>
                <a:cubicBezTo>
                  <a:pt x="762469" y="57640"/>
                  <a:pt x="761761" y="56327"/>
                  <a:pt x="760728" y="55501"/>
                </a:cubicBezTo>
                <a:cubicBezTo>
                  <a:pt x="759696" y="54675"/>
                  <a:pt x="758412" y="54262"/>
                  <a:pt x="756878" y="54262"/>
                </a:cubicBezTo>
                <a:cubicBezTo>
                  <a:pt x="755049" y="54262"/>
                  <a:pt x="752983" y="54704"/>
                  <a:pt x="750682" y="55590"/>
                </a:cubicBezTo>
                <a:lnTo>
                  <a:pt x="749796" y="52403"/>
                </a:lnTo>
                <a:lnTo>
                  <a:pt x="774316" y="42489"/>
                </a:lnTo>
                <a:lnTo>
                  <a:pt x="778034" y="42489"/>
                </a:lnTo>
                <a:close/>
                <a:moveTo>
                  <a:pt x="838402" y="42489"/>
                </a:moveTo>
                <a:lnTo>
                  <a:pt x="838402" y="60724"/>
                </a:lnTo>
                <a:cubicBezTo>
                  <a:pt x="845188" y="48567"/>
                  <a:pt x="852152" y="42489"/>
                  <a:pt x="859292" y="42489"/>
                </a:cubicBezTo>
                <a:cubicBezTo>
                  <a:pt x="862538" y="42489"/>
                  <a:pt x="865223" y="43477"/>
                  <a:pt x="867347" y="45454"/>
                </a:cubicBezTo>
                <a:cubicBezTo>
                  <a:pt x="869472" y="47431"/>
                  <a:pt x="870534" y="49718"/>
                  <a:pt x="870534" y="52314"/>
                </a:cubicBezTo>
                <a:cubicBezTo>
                  <a:pt x="870534" y="54616"/>
                  <a:pt x="869767" y="56563"/>
                  <a:pt x="868232" y="58157"/>
                </a:cubicBezTo>
                <a:cubicBezTo>
                  <a:pt x="866698" y="59750"/>
                  <a:pt x="864869" y="60547"/>
                  <a:pt x="862744" y="60547"/>
                </a:cubicBezTo>
                <a:cubicBezTo>
                  <a:pt x="860679" y="60547"/>
                  <a:pt x="858363" y="59543"/>
                  <a:pt x="855796" y="57537"/>
                </a:cubicBezTo>
                <a:cubicBezTo>
                  <a:pt x="853229" y="55531"/>
                  <a:pt x="851325" y="54527"/>
                  <a:pt x="850086" y="54527"/>
                </a:cubicBezTo>
                <a:cubicBezTo>
                  <a:pt x="849024" y="54527"/>
                  <a:pt x="847873" y="55113"/>
                  <a:pt x="846634" y="56284"/>
                </a:cubicBezTo>
                <a:cubicBezTo>
                  <a:pt x="843978" y="58687"/>
                  <a:pt x="841234" y="62642"/>
                  <a:pt x="838402" y="68148"/>
                </a:cubicBezTo>
                <a:lnTo>
                  <a:pt x="838402" y="106930"/>
                </a:lnTo>
                <a:cubicBezTo>
                  <a:pt x="838402" y="111419"/>
                  <a:pt x="838962" y="114814"/>
                  <a:pt x="840084" y="117116"/>
                </a:cubicBezTo>
                <a:cubicBezTo>
                  <a:pt x="840851" y="118711"/>
                  <a:pt x="842208" y="120038"/>
                  <a:pt x="844155" y="121099"/>
                </a:cubicBezTo>
                <a:cubicBezTo>
                  <a:pt x="846103" y="122157"/>
                  <a:pt x="848906" y="122687"/>
                  <a:pt x="852565" y="122687"/>
                </a:cubicBezTo>
                <a:lnTo>
                  <a:pt x="852565" y="125873"/>
                </a:lnTo>
                <a:lnTo>
                  <a:pt x="811049" y="125873"/>
                </a:lnTo>
                <a:lnTo>
                  <a:pt x="811049" y="122687"/>
                </a:lnTo>
                <a:cubicBezTo>
                  <a:pt x="815180" y="122687"/>
                  <a:pt x="818249" y="122030"/>
                  <a:pt x="820255" y="120717"/>
                </a:cubicBezTo>
                <a:cubicBezTo>
                  <a:pt x="821731" y="119762"/>
                  <a:pt x="822763" y="118240"/>
                  <a:pt x="823354" y="116150"/>
                </a:cubicBezTo>
                <a:cubicBezTo>
                  <a:pt x="823649" y="115134"/>
                  <a:pt x="823796" y="112238"/>
                  <a:pt x="823796" y="107461"/>
                </a:cubicBezTo>
                <a:lnTo>
                  <a:pt x="823796" y="76303"/>
                </a:lnTo>
                <a:cubicBezTo>
                  <a:pt x="823796" y="66861"/>
                  <a:pt x="823604" y="61240"/>
                  <a:pt x="823221" y="59440"/>
                </a:cubicBezTo>
                <a:cubicBezTo>
                  <a:pt x="822837" y="57640"/>
                  <a:pt x="822129" y="56327"/>
                  <a:pt x="821096" y="55501"/>
                </a:cubicBezTo>
                <a:cubicBezTo>
                  <a:pt x="820064" y="54675"/>
                  <a:pt x="818780" y="54262"/>
                  <a:pt x="817246" y="54262"/>
                </a:cubicBezTo>
                <a:cubicBezTo>
                  <a:pt x="815416" y="54262"/>
                  <a:pt x="813351" y="54704"/>
                  <a:pt x="811049" y="55590"/>
                </a:cubicBezTo>
                <a:lnTo>
                  <a:pt x="810164" y="52403"/>
                </a:lnTo>
                <a:lnTo>
                  <a:pt x="834684" y="42489"/>
                </a:lnTo>
                <a:lnTo>
                  <a:pt x="838402" y="42489"/>
                </a:lnTo>
                <a:close/>
                <a:moveTo>
                  <a:pt x="888678" y="75418"/>
                </a:moveTo>
                <a:cubicBezTo>
                  <a:pt x="888619" y="87401"/>
                  <a:pt x="891540" y="96800"/>
                  <a:pt x="897442" y="103614"/>
                </a:cubicBezTo>
                <a:cubicBezTo>
                  <a:pt x="903343" y="110428"/>
                  <a:pt x="910277" y="113835"/>
                  <a:pt x="918244" y="113835"/>
                </a:cubicBezTo>
                <a:cubicBezTo>
                  <a:pt x="923555" y="113835"/>
                  <a:pt x="928172" y="112368"/>
                  <a:pt x="932097" y="109434"/>
                </a:cubicBezTo>
                <a:cubicBezTo>
                  <a:pt x="936021" y="106500"/>
                  <a:pt x="939311" y="101475"/>
                  <a:pt x="941967" y="94361"/>
                </a:cubicBezTo>
                <a:lnTo>
                  <a:pt x="944711" y="96139"/>
                </a:lnTo>
                <a:cubicBezTo>
                  <a:pt x="943471" y="104267"/>
                  <a:pt x="939872" y="111667"/>
                  <a:pt x="933911" y="118341"/>
                </a:cubicBezTo>
                <a:cubicBezTo>
                  <a:pt x="927951" y="125015"/>
                  <a:pt x="920486" y="128352"/>
                  <a:pt x="911516" y="128352"/>
                </a:cubicBezTo>
                <a:cubicBezTo>
                  <a:pt x="901779" y="128352"/>
                  <a:pt x="893444" y="124569"/>
                  <a:pt x="886510" y="117002"/>
                </a:cubicBezTo>
                <a:cubicBezTo>
                  <a:pt x="879576" y="109434"/>
                  <a:pt x="876109" y="99260"/>
                  <a:pt x="876109" y="86480"/>
                </a:cubicBezTo>
                <a:cubicBezTo>
                  <a:pt x="876109" y="72641"/>
                  <a:pt x="879664" y="61850"/>
                  <a:pt x="886775" y="54107"/>
                </a:cubicBezTo>
                <a:cubicBezTo>
                  <a:pt x="893886" y="46362"/>
                  <a:pt x="902812" y="42489"/>
                  <a:pt x="913552" y="42489"/>
                </a:cubicBezTo>
                <a:cubicBezTo>
                  <a:pt x="922640" y="42489"/>
                  <a:pt x="930105" y="45476"/>
                  <a:pt x="935947" y="51451"/>
                </a:cubicBezTo>
                <a:cubicBezTo>
                  <a:pt x="941789" y="57425"/>
                  <a:pt x="944711" y="65413"/>
                  <a:pt x="944711" y="75418"/>
                </a:cubicBezTo>
                <a:lnTo>
                  <a:pt x="888678" y="75418"/>
                </a:lnTo>
                <a:moveTo>
                  <a:pt x="888678" y="70284"/>
                </a:moveTo>
                <a:lnTo>
                  <a:pt x="926210" y="70284"/>
                </a:lnTo>
                <a:cubicBezTo>
                  <a:pt x="925915" y="65133"/>
                  <a:pt x="925296" y="61505"/>
                  <a:pt x="924351" y="59399"/>
                </a:cubicBezTo>
                <a:cubicBezTo>
                  <a:pt x="922876" y="56120"/>
                  <a:pt x="920678" y="53544"/>
                  <a:pt x="917757" y="51673"/>
                </a:cubicBezTo>
                <a:cubicBezTo>
                  <a:pt x="914836" y="49799"/>
                  <a:pt x="911782" y="48862"/>
                  <a:pt x="908595" y="48862"/>
                </a:cubicBezTo>
                <a:cubicBezTo>
                  <a:pt x="903697" y="48862"/>
                  <a:pt x="899315" y="50750"/>
                  <a:pt x="895450" y="54525"/>
                </a:cubicBezTo>
                <a:cubicBezTo>
                  <a:pt x="891585" y="58300"/>
                  <a:pt x="889328" y="63553"/>
                  <a:pt x="888678" y="70284"/>
                </a:cubicBezTo>
                <a:close/>
                <a:moveTo>
                  <a:pt x="1024224" y="95069"/>
                </a:moveTo>
                <a:cubicBezTo>
                  <a:pt x="1022040" y="105750"/>
                  <a:pt x="1017762" y="113968"/>
                  <a:pt x="1011388" y="119721"/>
                </a:cubicBezTo>
                <a:cubicBezTo>
                  <a:pt x="1005015" y="125475"/>
                  <a:pt x="997963" y="128352"/>
                  <a:pt x="990233" y="128352"/>
                </a:cubicBezTo>
                <a:cubicBezTo>
                  <a:pt x="981027" y="128352"/>
                  <a:pt x="973001" y="124491"/>
                  <a:pt x="966156" y="116770"/>
                </a:cubicBezTo>
                <a:cubicBezTo>
                  <a:pt x="959310" y="109047"/>
                  <a:pt x="955887" y="98611"/>
                  <a:pt x="955887" y="85465"/>
                </a:cubicBezTo>
                <a:cubicBezTo>
                  <a:pt x="955887" y="72731"/>
                  <a:pt x="959679" y="62385"/>
                  <a:pt x="967262" y="54428"/>
                </a:cubicBezTo>
                <a:cubicBezTo>
                  <a:pt x="974845" y="46469"/>
                  <a:pt x="983948" y="42489"/>
                  <a:pt x="994570" y="42489"/>
                </a:cubicBezTo>
                <a:cubicBezTo>
                  <a:pt x="1002537" y="42489"/>
                  <a:pt x="1009087" y="44606"/>
                  <a:pt x="1014221" y="48840"/>
                </a:cubicBezTo>
                <a:cubicBezTo>
                  <a:pt x="1019355" y="53072"/>
                  <a:pt x="1021922" y="57468"/>
                  <a:pt x="1021922" y="62027"/>
                </a:cubicBezTo>
                <a:cubicBezTo>
                  <a:pt x="1021922" y="64276"/>
                  <a:pt x="1021199" y="66098"/>
                  <a:pt x="1019753" y="67490"/>
                </a:cubicBezTo>
                <a:cubicBezTo>
                  <a:pt x="1018308" y="68880"/>
                  <a:pt x="1016287" y="69576"/>
                  <a:pt x="1013690" y="69576"/>
                </a:cubicBezTo>
                <a:cubicBezTo>
                  <a:pt x="1010208" y="69576"/>
                  <a:pt x="1007582" y="68445"/>
                  <a:pt x="1005812" y="66184"/>
                </a:cubicBezTo>
                <a:cubicBezTo>
                  <a:pt x="1004809" y="64934"/>
                  <a:pt x="1004145" y="62553"/>
                  <a:pt x="1003820" y="59042"/>
                </a:cubicBezTo>
                <a:cubicBezTo>
                  <a:pt x="1003496" y="55531"/>
                  <a:pt x="1002301" y="52853"/>
                  <a:pt x="1000235" y="51009"/>
                </a:cubicBezTo>
                <a:cubicBezTo>
                  <a:pt x="998170" y="49224"/>
                  <a:pt x="995308" y="48331"/>
                  <a:pt x="991649" y="48331"/>
                </a:cubicBezTo>
                <a:cubicBezTo>
                  <a:pt x="985748" y="48331"/>
                  <a:pt x="980997" y="50515"/>
                  <a:pt x="977397" y="54881"/>
                </a:cubicBezTo>
                <a:cubicBezTo>
                  <a:pt x="972617" y="60665"/>
                  <a:pt x="970227" y="68307"/>
                  <a:pt x="970227" y="77808"/>
                </a:cubicBezTo>
                <a:cubicBezTo>
                  <a:pt x="970227" y="87486"/>
                  <a:pt x="972603" y="96028"/>
                  <a:pt x="977353" y="103434"/>
                </a:cubicBezTo>
                <a:cubicBezTo>
                  <a:pt x="982104" y="110840"/>
                  <a:pt x="988521" y="114543"/>
                  <a:pt x="996606" y="114543"/>
                </a:cubicBezTo>
                <a:cubicBezTo>
                  <a:pt x="1002389" y="114543"/>
                  <a:pt x="1007582" y="112566"/>
                  <a:pt x="1012185" y="108612"/>
                </a:cubicBezTo>
                <a:cubicBezTo>
                  <a:pt x="1015431" y="105898"/>
                  <a:pt x="1018588" y="100970"/>
                  <a:pt x="1021657" y="93830"/>
                </a:cubicBezTo>
                <a:lnTo>
                  <a:pt x="1024224" y="95069"/>
                </a:lnTo>
                <a:close/>
                <a:moveTo>
                  <a:pt x="1059213" y="18058"/>
                </a:moveTo>
                <a:lnTo>
                  <a:pt x="1059213" y="44790"/>
                </a:lnTo>
                <a:lnTo>
                  <a:pt x="1078155" y="44790"/>
                </a:lnTo>
                <a:lnTo>
                  <a:pt x="1078155" y="50810"/>
                </a:lnTo>
                <a:lnTo>
                  <a:pt x="1059213" y="50987"/>
                </a:lnTo>
                <a:lnTo>
                  <a:pt x="1059213" y="103639"/>
                </a:lnTo>
                <a:cubicBezTo>
                  <a:pt x="1059213" y="108896"/>
                  <a:pt x="1059965" y="112442"/>
                  <a:pt x="1061470" y="114275"/>
                </a:cubicBezTo>
                <a:cubicBezTo>
                  <a:pt x="1062975" y="116106"/>
                  <a:pt x="1064907" y="117021"/>
                  <a:pt x="1067268" y="117021"/>
                </a:cubicBezTo>
                <a:cubicBezTo>
                  <a:pt x="1069215" y="117021"/>
                  <a:pt x="1071104" y="116409"/>
                  <a:pt x="1072933" y="115185"/>
                </a:cubicBezTo>
                <a:cubicBezTo>
                  <a:pt x="1074762" y="113960"/>
                  <a:pt x="1076179" y="112153"/>
                  <a:pt x="1077182" y="109763"/>
                </a:cubicBezTo>
                <a:lnTo>
                  <a:pt x="1080634" y="109763"/>
                </a:lnTo>
                <a:cubicBezTo>
                  <a:pt x="1078569" y="115576"/>
                  <a:pt x="1075647" y="119950"/>
                  <a:pt x="1071871" y="122886"/>
                </a:cubicBezTo>
                <a:cubicBezTo>
                  <a:pt x="1068094" y="125822"/>
                  <a:pt x="1064199" y="127290"/>
                  <a:pt x="1060186" y="127290"/>
                </a:cubicBezTo>
                <a:cubicBezTo>
                  <a:pt x="1057472" y="127290"/>
                  <a:pt x="1054816" y="126534"/>
                  <a:pt x="1052220" y="125024"/>
                </a:cubicBezTo>
                <a:cubicBezTo>
                  <a:pt x="1049623" y="123514"/>
                  <a:pt x="1047705" y="121352"/>
                  <a:pt x="1046466" y="118540"/>
                </a:cubicBezTo>
                <a:cubicBezTo>
                  <a:pt x="1045227" y="115728"/>
                  <a:pt x="1044607" y="111390"/>
                  <a:pt x="1044607" y="105528"/>
                </a:cubicBezTo>
                <a:lnTo>
                  <a:pt x="1044607" y="50810"/>
                </a:lnTo>
                <a:lnTo>
                  <a:pt x="1031772" y="50810"/>
                </a:lnTo>
                <a:lnTo>
                  <a:pt x="1031772" y="47971"/>
                </a:lnTo>
                <a:cubicBezTo>
                  <a:pt x="1035017" y="46681"/>
                  <a:pt x="1038337" y="44495"/>
                  <a:pt x="1041730" y="41416"/>
                </a:cubicBezTo>
                <a:cubicBezTo>
                  <a:pt x="1045123" y="38336"/>
                  <a:pt x="1048148" y="34665"/>
                  <a:pt x="1050803" y="30403"/>
                </a:cubicBezTo>
                <a:cubicBezTo>
                  <a:pt x="1052161" y="28153"/>
                  <a:pt x="1054049" y="24038"/>
                  <a:pt x="1056468" y="18058"/>
                </a:cubicBezTo>
                <a:lnTo>
                  <a:pt x="1059213" y="18058"/>
                </a:lnTo>
                <a:close/>
                <a:moveTo>
                  <a:pt x="1188476" y="116761"/>
                </a:moveTo>
                <a:cubicBezTo>
                  <a:pt x="1184522" y="120890"/>
                  <a:pt x="1180657" y="123855"/>
                  <a:pt x="1176880" y="125655"/>
                </a:cubicBezTo>
                <a:cubicBezTo>
                  <a:pt x="1173104" y="127453"/>
                  <a:pt x="1169032" y="128352"/>
                  <a:pt x="1164665" y="128352"/>
                </a:cubicBezTo>
                <a:cubicBezTo>
                  <a:pt x="1155813" y="128352"/>
                  <a:pt x="1148082" y="124657"/>
                  <a:pt x="1141473" y="117268"/>
                </a:cubicBezTo>
                <a:cubicBezTo>
                  <a:pt x="1134864" y="109876"/>
                  <a:pt x="1131559" y="100379"/>
                  <a:pt x="1131559" y="88776"/>
                </a:cubicBezTo>
                <a:cubicBezTo>
                  <a:pt x="1131559" y="77174"/>
                  <a:pt x="1135218" y="66559"/>
                  <a:pt x="1142535" y="56931"/>
                </a:cubicBezTo>
                <a:cubicBezTo>
                  <a:pt x="1149853" y="47303"/>
                  <a:pt x="1159265" y="42489"/>
                  <a:pt x="1170773" y="42489"/>
                </a:cubicBezTo>
                <a:cubicBezTo>
                  <a:pt x="1177913" y="42489"/>
                  <a:pt x="1183814" y="44760"/>
                  <a:pt x="1188476" y="49302"/>
                </a:cubicBezTo>
                <a:lnTo>
                  <a:pt x="1188476" y="34168"/>
                </a:lnTo>
                <a:cubicBezTo>
                  <a:pt x="1188476" y="24942"/>
                  <a:pt x="1188255" y="19271"/>
                  <a:pt x="1187812" y="17156"/>
                </a:cubicBezTo>
                <a:cubicBezTo>
                  <a:pt x="1187370" y="15041"/>
                  <a:pt x="1186676" y="13601"/>
                  <a:pt x="1185732" y="12835"/>
                </a:cubicBezTo>
                <a:cubicBezTo>
                  <a:pt x="1184788" y="12068"/>
                  <a:pt x="1183608" y="11684"/>
                  <a:pt x="1182192" y="11684"/>
                </a:cubicBezTo>
                <a:cubicBezTo>
                  <a:pt x="1180657" y="11684"/>
                  <a:pt x="1178621" y="12157"/>
                  <a:pt x="1176084" y="13101"/>
                </a:cubicBezTo>
                <a:lnTo>
                  <a:pt x="1174933" y="9914"/>
                </a:lnTo>
                <a:lnTo>
                  <a:pt x="1199099" y="0"/>
                </a:lnTo>
                <a:lnTo>
                  <a:pt x="1203082" y="0"/>
                </a:lnTo>
                <a:lnTo>
                  <a:pt x="1203082" y="93830"/>
                </a:lnTo>
                <a:cubicBezTo>
                  <a:pt x="1203082" y="103292"/>
                  <a:pt x="1203303" y="109066"/>
                  <a:pt x="1203746" y="111152"/>
                </a:cubicBezTo>
                <a:cubicBezTo>
                  <a:pt x="1204188" y="113237"/>
                  <a:pt x="1204896" y="114693"/>
                  <a:pt x="1205870" y="115519"/>
                </a:cubicBezTo>
                <a:cubicBezTo>
                  <a:pt x="1206844" y="116344"/>
                  <a:pt x="1207980" y="116756"/>
                  <a:pt x="1209278" y="116756"/>
                </a:cubicBezTo>
                <a:cubicBezTo>
                  <a:pt x="1210871" y="116756"/>
                  <a:pt x="1212996" y="116254"/>
                  <a:pt x="1215651" y="115251"/>
                </a:cubicBezTo>
                <a:lnTo>
                  <a:pt x="1216625" y="118438"/>
                </a:lnTo>
                <a:lnTo>
                  <a:pt x="1192548" y="128352"/>
                </a:lnTo>
                <a:lnTo>
                  <a:pt x="1188476" y="128352"/>
                </a:lnTo>
                <a:lnTo>
                  <a:pt x="1188476" y="116761"/>
                </a:lnTo>
                <a:moveTo>
                  <a:pt x="1188476" y="110579"/>
                </a:moveTo>
                <a:lnTo>
                  <a:pt x="1188476" y="68903"/>
                </a:lnTo>
                <a:cubicBezTo>
                  <a:pt x="1188122" y="64900"/>
                  <a:pt x="1187060" y="61250"/>
                  <a:pt x="1185290" y="57955"/>
                </a:cubicBezTo>
                <a:cubicBezTo>
                  <a:pt x="1183519" y="54657"/>
                  <a:pt x="1181174" y="52171"/>
                  <a:pt x="1178252" y="50494"/>
                </a:cubicBezTo>
                <a:cubicBezTo>
                  <a:pt x="1175331" y="48816"/>
                  <a:pt x="1172484" y="47977"/>
                  <a:pt x="1169710" y="47977"/>
                </a:cubicBezTo>
                <a:cubicBezTo>
                  <a:pt x="1164517" y="47977"/>
                  <a:pt x="1159885" y="50302"/>
                  <a:pt x="1155813" y="54953"/>
                </a:cubicBezTo>
                <a:cubicBezTo>
                  <a:pt x="1150443" y="61074"/>
                  <a:pt x="1147758" y="70021"/>
                  <a:pt x="1147758" y="81794"/>
                </a:cubicBezTo>
                <a:cubicBezTo>
                  <a:pt x="1147758" y="93685"/>
                  <a:pt x="1150354" y="102795"/>
                  <a:pt x="1155547" y="109124"/>
                </a:cubicBezTo>
                <a:cubicBezTo>
                  <a:pt x="1160740" y="115451"/>
                  <a:pt x="1166524" y="118615"/>
                  <a:pt x="1172897" y="118615"/>
                </a:cubicBezTo>
                <a:cubicBezTo>
                  <a:pt x="1178267" y="118615"/>
                  <a:pt x="1183460" y="115936"/>
                  <a:pt x="1188476" y="11057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123" name="Text etection">
            <a:extLst xmlns:a="http://schemas.openxmlformats.org/drawingml/2006/main">
              <a:ext uri="{FF2B5EF4-FFF2-40B4-BE49-F238E27FC236}">
                <a16:creationId xmlns:a16="http://schemas.microsoft.com/office/drawing/2014/main" id="{9758CDF2-2CCE-47D1-A82E-0BA0B89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671" y="3393787"/>
            <a:ext cx="565340" cy="128352"/>
          </a:xfrm>
          <a:custGeom xmlns:a="http://schemas.openxmlformats.org/drawingml/2006/main">
            <a:pathLst>
              <a:path w="565340" h="128352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2793" y="18058"/>
                </a:moveTo>
                <a:lnTo>
                  <a:pt x="102793" y="44790"/>
                </a:lnTo>
                <a:lnTo>
                  <a:pt x="121736" y="44790"/>
                </a:lnTo>
                <a:lnTo>
                  <a:pt x="121736" y="50810"/>
                </a:lnTo>
                <a:lnTo>
                  <a:pt x="102793" y="50987"/>
                </a:lnTo>
                <a:lnTo>
                  <a:pt x="102793" y="103639"/>
                </a:lnTo>
                <a:cubicBezTo>
                  <a:pt x="102793" y="108896"/>
                  <a:pt x="103546" y="112442"/>
                  <a:pt x="105050" y="114275"/>
                </a:cubicBezTo>
                <a:cubicBezTo>
                  <a:pt x="106555" y="116106"/>
                  <a:pt x="108488" y="117021"/>
                  <a:pt x="110848" y="117021"/>
                </a:cubicBezTo>
                <a:cubicBezTo>
                  <a:pt x="112796" y="117021"/>
                  <a:pt x="114684" y="116409"/>
                  <a:pt x="116514" y="115185"/>
                </a:cubicBezTo>
                <a:cubicBezTo>
                  <a:pt x="118343" y="113960"/>
                  <a:pt x="119759" y="112153"/>
                  <a:pt x="120762" y="109763"/>
                </a:cubicBezTo>
                <a:lnTo>
                  <a:pt x="124215" y="109763"/>
                </a:lnTo>
                <a:cubicBezTo>
                  <a:pt x="122149" y="115576"/>
                  <a:pt x="119228" y="119950"/>
                  <a:pt x="115451" y="122886"/>
                </a:cubicBezTo>
                <a:cubicBezTo>
                  <a:pt x="111675" y="125822"/>
                  <a:pt x="107780" y="127290"/>
                  <a:pt x="103767" y="127290"/>
                </a:cubicBezTo>
                <a:cubicBezTo>
                  <a:pt x="101052" y="127290"/>
                  <a:pt x="98397" y="126534"/>
                  <a:pt x="95800" y="125024"/>
                </a:cubicBezTo>
                <a:cubicBezTo>
                  <a:pt x="93204" y="123514"/>
                  <a:pt x="91286" y="121352"/>
                  <a:pt x="90046" y="118540"/>
                </a:cubicBezTo>
                <a:cubicBezTo>
                  <a:pt x="88807" y="115728"/>
                  <a:pt x="88188" y="111390"/>
                  <a:pt x="88188" y="105528"/>
                </a:cubicBezTo>
                <a:lnTo>
                  <a:pt x="88188" y="50810"/>
                </a:lnTo>
                <a:lnTo>
                  <a:pt x="75352" y="50810"/>
                </a:lnTo>
                <a:lnTo>
                  <a:pt x="75352" y="47971"/>
                </a:lnTo>
                <a:cubicBezTo>
                  <a:pt x="78598" y="46681"/>
                  <a:pt x="81918" y="44495"/>
                  <a:pt x="85311" y="41416"/>
                </a:cubicBezTo>
                <a:cubicBezTo>
                  <a:pt x="88704" y="38336"/>
                  <a:pt x="91728" y="34665"/>
                  <a:pt x="94384" y="30403"/>
                </a:cubicBezTo>
                <a:cubicBezTo>
                  <a:pt x="95741" y="28153"/>
                  <a:pt x="97630" y="24038"/>
                  <a:pt x="100049" y="18058"/>
                </a:cubicBezTo>
                <a:lnTo>
                  <a:pt x="102793" y="18058"/>
                </a:lnTo>
                <a:close/>
                <a:moveTo>
                  <a:pt x="143095" y="75418"/>
                </a:moveTo>
                <a:cubicBezTo>
                  <a:pt x="143036" y="87401"/>
                  <a:pt x="145957" y="96800"/>
                  <a:pt x="151859" y="103614"/>
                </a:cubicBezTo>
                <a:cubicBezTo>
                  <a:pt x="157760" y="110428"/>
                  <a:pt x="164694" y="113835"/>
                  <a:pt x="172661" y="113835"/>
                </a:cubicBezTo>
                <a:cubicBezTo>
                  <a:pt x="177972" y="113835"/>
                  <a:pt x="182589" y="112368"/>
                  <a:pt x="186514" y="109434"/>
                </a:cubicBezTo>
                <a:cubicBezTo>
                  <a:pt x="190438" y="106500"/>
                  <a:pt x="193728" y="101475"/>
                  <a:pt x="196384" y="94361"/>
                </a:cubicBezTo>
                <a:lnTo>
                  <a:pt x="199128" y="96139"/>
                </a:lnTo>
                <a:cubicBezTo>
                  <a:pt x="197888" y="104267"/>
                  <a:pt x="194289" y="111667"/>
                  <a:pt x="188328" y="118341"/>
                </a:cubicBezTo>
                <a:cubicBezTo>
                  <a:pt x="182368" y="125015"/>
                  <a:pt x="174903" y="128352"/>
                  <a:pt x="165933" y="128352"/>
                </a:cubicBezTo>
                <a:cubicBezTo>
                  <a:pt x="156196" y="128352"/>
                  <a:pt x="147861" y="124569"/>
                  <a:pt x="140927" y="117002"/>
                </a:cubicBezTo>
                <a:cubicBezTo>
                  <a:pt x="133993" y="109434"/>
                  <a:pt x="130526" y="99260"/>
                  <a:pt x="130526" y="86480"/>
                </a:cubicBezTo>
                <a:cubicBezTo>
                  <a:pt x="130526" y="72641"/>
                  <a:pt x="134081" y="61850"/>
                  <a:pt x="141192" y="54107"/>
                </a:cubicBezTo>
                <a:cubicBezTo>
                  <a:pt x="148303" y="46362"/>
                  <a:pt x="157229" y="42489"/>
                  <a:pt x="167969" y="42489"/>
                </a:cubicBezTo>
                <a:cubicBezTo>
                  <a:pt x="177057" y="42489"/>
                  <a:pt x="184522" y="45476"/>
                  <a:pt x="190364" y="51451"/>
                </a:cubicBezTo>
                <a:cubicBezTo>
                  <a:pt x="196206" y="57425"/>
                  <a:pt x="199128" y="65413"/>
                  <a:pt x="199128" y="75418"/>
                </a:cubicBezTo>
                <a:lnTo>
                  <a:pt x="143095" y="75418"/>
                </a:lnTo>
                <a:moveTo>
                  <a:pt x="143095" y="70284"/>
                </a:moveTo>
                <a:lnTo>
                  <a:pt x="180627" y="70284"/>
                </a:lnTo>
                <a:cubicBezTo>
                  <a:pt x="180332" y="65133"/>
                  <a:pt x="179713" y="61505"/>
                  <a:pt x="178768" y="59399"/>
                </a:cubicBezTo>
                <a:cubicBezTo>
                  <a:pt x="177293" y="56120"/>
                  <a:pt x="175095" y="53544"/>
                  <a:pt x="172174" y="51673"/>
                </a:cubicBezTo>
                <a:cubicBezTo>
                  <a:pt x="169253" y="49799"/>
                  <a:pt x="166199" y="48862"/>
                  <a:pt x="163012" y="48862"/>
                </a:cubicBezTo>
                <a:cubicBezTo>
                  <a:pt x="158114" y="48862"/>
                  <a:pt x="153732" y="50750"/>
                  <a:pt x="149867" y="54525"/>
                </a:cubicBezTo>
                <a:cubicBezTo>
                  <a:pt x="146002" y="58300"/>
                  <a:pt x="143745" y="63553"/>
                  <a:pt x="143095" y="70284"/>
                </a:cubicBezTo>
                <a:close/>
                <a:moveTo>
                  <a:pt x="278641" y="95069"/>
                </a:moveTo>
                <a:cubicBezTo>
                  <a:pt x="276457" y="105750"/>
                  <a:pt x="272179" y="113968"/>
                  <a:pt x="265806" y="119721"/>
                </a:cubicBezTo>
                <a:cubicBezTo>
                  <a:pt x="259432" y="125475"/>
                  <a:pt x="252380" y="128352"/>
                  <a:pt x="244650" y="128352"/>
                </a:cubicBezTo>
                <a:cubicBezTo>
                  <a:pt x="235444" y="128352"/>
                  <a:pt x="227418" y="124491"/>
                  <a:pt x="220573" y="116770"/>
                </a:cubicBezTo>
                <a:cubicBezTo>
                  <a:pt x="213727" y="109047"/>
                  <a:pt x="210305" y="98611"/>
                  <a:pt x="210305" y="85465"/>
                </a:cubicBezTo>
                <a:cubicBezTo>
                  <a:pt x="210305" y="72731"/>
                  <a:pt x="214096" y="62385"/>
                  <a:pt x="221679" y="54428"/>
                </a:cubicBezTo>
                <a:cubicBezTo>
                  <a:pt x="229262" y="46469"/>
                  <a:pt x="238365" y="42489"/>
                  <a:pt x="248987" y="42489"/>
                </a:cubicBezTo>
                <a:cubicBezTo>
                  <a:pt x="256954" y="42489"/>
                  <a:pt x="263504" y="44606"/>
                  <a:pt x="268638" y="48840"/>
                </a:cubicBezTo>
                <a:cubicBezTo>
                  <a:pt x="273772" y="53072"/>
                  <a:pt x="276339" y="57468"/>
                  <a:pt x="276339" y="62027"/>
                </a:cubicBezTo>
                <a:cubicBezTo>
                  <a:pt x="276339" y="64276"/>
                  <a:pt x="275617" y="66098"/>
                  <a:pt x="274171" y="67490"/>
                </a:cubicBezTo>
                <a:cubicBezTo>
                  <a:pt x="272725" y="68880"/>
                  <a:pt x="270704" y="69576"/>
                  <a:pt x="268107" y="69576"/>
                </a:cubicBezTo>
                <a:cubicBezTo>
                  <a:pt x="264626" y="69576"/>
                  <a:pt x="261999" y="68445"/>
                  <a:pt x="260229" y="66184"/>
                </a:cubicBezTo>
                <a:cubicBezTo>
                  <a:pt x="259226" y="64934"/>
                  <a:pt x="258562" y="62553"/>
                  <a:pt x="258237" y="59042"/>
                </a:cubicBezTo>
                <a:cubicBezTo>
                  <a:pt x="257913" y="55531"/>
                  <a:pt x="256718" y="52853"/>
                  <a:pt x="254652" y="51009"/>
                </a:cubicBezTo>
                <a:cubicBezTo>
                  <a:pt x="252587" y="49224"/>
                  <a:pt x="249725" y="48331"/>
                  <a:pt x="246066" y="48331"/>
                </a:cubicBezTo>
                <a:cubicBezTo>
                  <a:pt x="240165" y="48331"/>
                  <a:pt x="235414" y="50515"/>
                  <a:pt x="231815" y="54881"/>
                </a:cubicBezTo>
                <a:cubicBezTo>
                  <a:pt x="227035" y="60665"/>
                  <a:pt x="224645" y="68307"/>
                  <a:pt x="224645" y="77808"/>
                </a:cubicBezTo>
                <a:cubicBezTo>
                  <a:pt x="224645" y="87486"/>
                  <a:pt x="227020" y="96028"/>
                  <a:pt x="231770" y="103434"/>
                </a:cubicBezTo>
                <a:cubicBezTo>
                  <a:pt x="236521" y="110840"/>
                  <a:pt x="242938" y="114543"/>
                  <a:pt x="251023" y="114543"/>
                </a:cubicBezTo>
                <a:cubicBezTo>
                  <a:pt x="256806" y="114543"/>
                  <a:pt x="261999" y="112566"/>
                  <a:pt x="266602" y="108612"/>
                </a:cubicBezTo>
                <a:cubicBezTo>
                  <a:pt x="269848" y="105898"/>
                  <a:pt x="273005" y="100970"/>
                  <a:pt x="276074" y="93830"/>
                </a:cubicBezTo>
                <a:lnTo>
                  <a:pt x="278641" y="95069"/>
                </a:lnTo>
                <a:close/>
                <a:moveTo>
                  <a:pt x="313630" y="18058"/>
                </a:moveTo>
                <a:lnTo>
                  <a:pt x="313630" y="44790"/>
                </a:lnTo>
                <a:lnTo>
                  <a:pt x="332572" y="44790"/>
                </a:lnTo>
                <a:lnTo>
                  <a:pt x="332572" y="50810"/>
                </a:lnTo>
                <a:lnTo>
                  <a:pt x="313630" y="50987"/>
                </a:lnTo>
                <a:lnTo>
                  <a:pt x="313630" y="103639"/>
                </a:lnTo>
                <a:cubicBezTo>
                  <a:pt x="313630" y="108896"/>
                  <a:pt x="314382" y="112442"/>
                  <a:pt x="315887" y="114275"/>
                </a:cubicBezTo>
                <a:cubicBezTo>
                  <a:pt x="317392" y="116106"/>
                  <a:pt x="319324" y="117021"/>
                  <a:pt x="321685" y="117021"/>
                </a:cubicBezTo>
                <a:cubicBezTo>
                  <a:pt x="323632" y="117021"/>
                  <a:pt x="325521" y="116409"/>
                  <a:pt x="327350" y="115185"/>
                </a:cubicBezTo>
                <a:cubicBezTo>
                  <a:pt x="329179" y="113960"/>
                  <a:pt x="330596" y="112153"/>
                  <a:pt x="331599" y="109763"/>
                </a:cubicBezTo>
                <a:lnTo>
                  <a:pt x="335051" y="109763"/>
                </a:lnTo>
                <a:cubicBezTo>
                  <a:pt x="332986" y="115576"/>
                  <a:pt x="330064" y="119950"/>
                  <a:pt x="326288" y="122886"/>
                </a:cubicBezTo>
                <a:cubicBezTo>
                  <a:pt x="322511" y="125822"/>
                  <a:pt x="318616" y="127290"/>
                  <a:pt x="314603" y="127290"/>
                </a:cubicBezTo>
                <a:cubicBezTo>
                  <a:pt x="311889" y="127290"/>
                  <a:pt x="309233" y="126534"/>
                  <a:pt x="306637" y="125024"/>
                </a:cubicBezTo>
                <a:cubicBezTo>
                  <a:pt x="304040" y="123514"/>
                  <a:pt x="302122" y="121352"/>
                  <a:pt x="300883" y="118540"/>
                </a:cubicBezTo>
                <a:cubicBezTo>
                  <a:pt x="299644" y="115728"/>
                  <a:pt x="299024" y="111390"/>
                  <a:pt x="299024" y="105528"/>
                </a:cubicBezTo>
                <a:lnTo>
                  <a:pt x="299024" y="50810"/>
                </a:lnTo>
                <a:lnTo>
                  <a:pt x="286189" y="50810"/>
                </a:lnTo>
                <a:lnTo>
                  <a:pt x="286189" y="47971"/>
                </a:lnTo>
                <a:cubicBezTo>
                  <a:pt x="289434" y="46681"/>
                  <a:pt x="292754" y="44495"/>
                  <a:pt x="296147" y="41416"/>
                </a:cubicBezTo>
                <a:cubicBezTo>
                  <a:pt x="299540" y="38336"/>
                  <a:pt x="302565" y="34665"/>
                  <a:pt x="305220" y="30403"/>
                </a:cubicBezTo>
                <a:cubicBezTo>
                  <a:pt x="306578" y="28153"/>
                  <a:pt x="308466" y="24038"/>
                  <a:pt x="310885" y="18058"/>
                </a:cubicBezTo>
                <a:lnTo>
                  <a:pt x="313630" y="18058"/>
                </a:lnTo>
                <a:close/>
                <a:moveTo>
                  <a:pt x="360925" y="0"/>
                </a:moveTo>
                <a:cubicBezTo>
                  <a:pt x="363404" y="0"/>
                  <a:pt x="365513" y="875"/>
                  <a:pt x="367254" y="2625"/>
                </a:cubicBezTo>
                <a:cubicBezTo>
                  <a:pt x="368995" y="4373"/>
                  <a:pt x="369865" y="6493"/>
                  <a:pt x="369865" y="8985"/>
                </a:cubicBezTo>
                <a:cubicBezTo>
                  <a:pt x="369865" y="11476"/>
                  <a:pt x="368995" y="13612"/>
                  <a:pt x="367254" y="15391"/>
                </a:cubicBezTo>
                <a:cubicBezTo>
                  <a:pt x="365513" y="17169"/>
                  <a:pt x="363404" y="18058"/>
                  <a:pt x="360925" y="18058"/>
                </a:cubicBezTo>
                <a:cubicBezTo>
                  <a:pt x="358446" y="18058"/>
                  <a:pt x="356322" y="17169"/>
                  <a:pt x="354552" y="15391"/>
                </a:cubicBezTo>
                <a:cubicBezTo>
                  <a:pt x="352781" y="13612"/>
                  <a:pt x="351896" y="11476"/>
                  <a:pt x="351896" y="8985"/>
                </a:cubicBezTo>
                <a:cubicBezTo>
                  <a:pt x="351896" y="6493"/>
                  <a:pt x="352767" y="4373"/>
                  <a:pt x="354507" y="2625"/>
                </a:cubicBezTo>
                <a:cubicBezTo>
                  <a:pt x="356248" y="875"/>
                  <a:pt x="358387" y="0"/>
                  <a:pt x="360925" y="0"/>
                </a:cubicBezTo>
                <a:moveTo>
                  <a:pt x="368272" y="42489"/>
                </a:moveTo>
                <a:lnTo>
                  <a:pt x="368272" y="107461"/>
                </a:lnTo>
                <a:cubicBezTo>
                  <a:pt x="368272" y="112566"/>
                  <a:pt x="368641" y="115965"/>
                  <a:pt x="369378" y="117658"/>
                </a:cubicBezTo>
                <a:cubicBezTo>
                  <a:pt x="370116" y="119349"/>
                  <a:pt x="371208" y="120610"/>
                  <a:pt x="372654" y="121442"/>
                </a:cubicBezTo>
                <a:cubicBezTo>
                  <a:pt x="374099" y="122272"/>
                  <a:pt x="376740" y="122687"/>
                  <a:pt x="380576" y="122687"/>
                </a:cubicBezTo>
                <a:lnTo>
                  <a:pt x="380576" y="125873"/>
                </a:lnTo>
                <a:lnTo>
                  <a:pt x="341185" y="125873"/>
                </a:lnTo>
                <a:lnTo>
                  <a:pt x="341185" y="122687"/>
                </a:lnTo>
                <a:cubicBezTo>
                  <a:pt x="345139" y="122687"/>
                  <a:pt x="347795" y="122301"/>
                  <a:pt x="349152" y="121530"/>
                </a:cubicBezTo>
                <a:cubicBezTo>
                  <a:pt x="350509" y="120758"/>
                  <a:pt x="351586" y="119482"/>
                  <a:pt x="352383" y="117702"/>
                </a:cubicBezTo>
                <a:cubicBezTo>
                  <a:pt x="353180" y="115921"/>
                  <a:pt x="353578" y="112507"/>
                  <a:pt x="353578" y="107461"/>
                </a:cubicBezTo>
                <a:lnTo>
                  <a:pt x="353578" y="76480"/>
                </a:lnTo>
                <a:cubicBezTo>
                  <a:pt x="353578" y="67650"/>
                  <a:pt x="353312" y="61932"/>
                  <a:pt x="352781" y="59324"/>
                </a:cubicBezTo>
                <a:cubicBezTo>
                  <a:pt x="352368" y="57426"/>
                  <a:pt x="351719" y="56109"/>
                  <a:pt x="350834" y="55371"/>
                </a:cubicBezTo>
                <a:cubicBezTo>
                  <a:pt x="349949" y="54632"/>
                  <a:pt x="348739" y="54262"/>
                  <a:pt x="347205" y="54262"/>
                </a:cubicBezTo>
                <a:cubicBezTo>
                  <a:pt x="345552" y="54262"/>
                  <a:pt x="343546" y="54704"/>
                  <a:pt x="341185" y="55590"/>
                </a:cubicBezTo>
                <a:lnTo>
                  <a:pt x="339946" y="52403"/>
                </a:lnTo>
                <a:lnTo>
                  <a:pt x="364377" y="42489"/>
                </a:lnTo>
                <a:lnTo>
                  <a:pt x="368272" y="42489"/>
                </a:lnTo>
                <a:close/>
                <a:moveTo>
                  <a:pt x="430172" y="42489"/>
                </a:moveTo>
                <a:cubicBezTo>
                  <a:pt x="442447" y="42489"/>
                  <a:pt x="452302" y="47146"/>
                  <a:pt x="459738" y="56461"/>
                </a:cubicBezTo>
                <a:cubicBezTo>
                  <a:pt x="466052" y="64418"/>
                  <a:pt x="469209" y="73556"/>
                  <a:pt x="469209" y="83874"/>
                </a:cubicBezTo>
                <a:cubicBezTo>
                  <a:pt x="469209" y="91125"/>
                  <a:pt x="467468" y="98465"/>
                  <a:pt x="463987" y="105893"/>
                </a:cubicBezTo>
                <a:cubicBezTo>
                  <a:pt x="460505" y="113319"/>
                  <a:pt x="455710" y="118919"/>
                  <a:pt x="449602" y="122692"/>
                </a:cubicBezTo>
                <a:cubicBezTo>
                  <a:pt x="443494" y="126465"/>
                  <a:pt x="436693" y="128352"/>
                  <a:pt x="429199" y="128352"/>
                </a:cubicBezTo>
                <a:cubicBezTo>
                  <a:pt x="416983" y="128352"/>
                  <a:pt x="407276" y="123488"/>
                  <a:pt x="400076" y="113760"/>
                </a:cubicBezTo>
                <a:cubicBezTo>
                  <a:pt x="393998" y="105567"/>
                  <a:pt x="390959" y="96371"/>
                  <a:pt x="390959" y="86173"/>
                </a:cubicBezTo>
                <a:cubicBezTo>
                  <a:pt x="390959" y="78745"/>
                  <a:pt x="392803" y="71361"/>
                  <a:pt x="396491" y="64021"/>
                </a:cubicBezTo>
                <a:cubicBezTo>
                  <a:pt x="400179" y="56681"/>
                  <a:pt x="405033" y="51258"/>
                  <a:pt x="411052" y="47750"/>
                </a:cubicBezTo>
                <a:cubicBezTo>
                  <a:pt x="417072" y="44243"/>
                  <a:pt x="423445" y="42489"/>
                  <a:pt x="430172" y="42489"/>
                </a:cubicBezTo>
                <a:moveTo>
                  <a:pt x="427428" y="48331"/>
                </a:moveTo>
                <a:cubicBezTo>
                  <a:pt x="424301" y="48331"/>
                  <a:pt x="421158" y="49258"/>
                  <a:pt x="418001" y="51111"/>
                </a:cubicBezTo>
                <a:cubicBezTo>
                  <a:pt x="414844" y="52963"/>
                  <a:pt x="412292" y="56211"/>
                  <a:pt x="410344" y="60856"/>
                </a:cubicBezTo>
                <a:cubicBezTo>
                  <a:pt x="408397" y="65502"/>
                  <a:pt x="407423" y="71469"/>
                  <a:pt x="407423" y="78759"/>
                </a:cubicBezTo>
                <a:cubicBezTo>
                  <a:pt x="407423" y="90519"/>
                  <a:pt x="409769" y="100663"/>
                  <a:pt x="414460" y="109190"/>
                </a:cubicBezTo>
                <a:cubicBezTo>
                  <a:pt x="419152" y="117716"/>
                  <a:pt x="425333" y="121979"/>
                  <a:pt x="433005" y="121979"/>
                </a:cubicBezTo>
                <a:cubicBezTo>
                  <a:pt x="438729" y="121979"/>
                  <a:pt x="443450" y="119626"/>
                  <a:pt x="447168" y="114922"/>
                </a:cubicBezTo>
                <a:cubicBezTo>
                  <a:pt x="450886" y="110218"/>
                  <a:pt x="452745" y="102133"/>
                  <a:pt x="452745" y="90668"/>
                </a:cubicBezTo>
                <a:cubicBezTo>
                  <a:pt x="452745" y="76320"/>
                  <a:pt x="449647" y="65031"/>
                  <a:pt x="443450" y="56798"/>
                </a:cubicBezTo>
                <a:cubicBezTo>
                  <a:pt x="439260" y="51154"/>
                  <a:pt x="433920" y="48331"/>
                  <a:pt x="427428" y="48331"/>
                </a:cubicBezTo>
                <a:close/>
                <a:moveTo>
                  <a:pt x="504793" y="59573"/>
                </a:moveTo>
                <a:cubicBezTo>
                  <a:pt x="514294" y="48184"/>
                  <a:pt x="523353" y="42489"/>
                  <a:pt x="531969" y="42489"/>
                </a:cubicBezTo>
                <a:cubicBezTo>
                  <a:pt x="536394" y="42489"/>
                  <a:pt x="540201" y="43593"/>
                  <a:pt x="543387" y="45800"/>
                </a:cubicBezTo>
                <a:cubicBezTo>
                  <a:pt x="546574" y="48006"/>
                  <a:pt x="549112" y="51639"/>
                  <a:pt x="551000" y="56702"/>
                </a:cubicBezTo>
                <a:cubicBezTo>
                  <a:pt x="552298" y="60233"/>
                  <a:pt x="552947" y="65648"/>
                  <a:pt x="552947" y="72945"/>
                </a:cubicBezTo>
                <a:lnTo>
                  <a:pt x="552947" y="107461"/>
                </a:lnTo>
                <a:cubicBezTo>
                  <a:pt x="552947" y="112625"/>
                  <a:pt x="553361" y="116127"/>
                  <a:pt x="554187" y="117968"/>
                </a:cubicBezTo>
                <a:cubicBezTo>
                  <a:pt x="554836" y="119452"/>
                  <a:pt x="555883" y="120610"/>
                  <a:pt x="557329" y="121442"/>
                </a:cubicBezTo>
                <a:cubicBezTo>
                  <a:pt x="558775" y="122272"/>
                  <a:pt x="561445" y="122687"/>
                  <a:pt x="565340" y="122687"/>
                </a:cubicBezTo>
                <a:lnTo>
                  <a:pt x="565340" y="125873"/>
                </a:lnTo>
                <a:lnTo>
                  <a:pt x="525241" y="125873"/>
                </a:lnTo>
                <a:lnTo>
                  <a:pt x="525241" y="122687"/>
                </a:lnTo>
                <a:lnTo>
                  <a:pt x="526923" y="122687"/>
                </a:lnTo>
                <a:cubicBezTo>
                  <a:pt x="530700" y="122687"/>
                  <a:pt x="533341" y="122109"/>
                  <a:pt x="534845" y="120952"/>
                </a:cubicBezTo>
                <a:cubicBezTo>
                  <a:pt x="536350" y="119794"/>
                  <a:pt x="537398" y="118087"/>
                  <a:pt x="537988" y="115832"/>
                </a:cubicBezTo>
                <a:cubicBezTo>
                  <a:pt x="538224" y="114941"/>
                  <a:pt x="538342" y="112151"/>
                  <a:pt x="538342" y="107461"/>
                </a:cubicBezTo>
                <a:lnTo>
                  <a:pt x="538342" y="74322"/>
                </a:lnTo>
                <a:cubicBezTo>
                  <a:pt x="538342" y="66957"/>
                  <a:pt x="537383" y="61610"/>
                  <a:pt x="535465" y="58281"/>
                </a:cubicBezTo>
                <a:cubicBezTo>
                  <a:pt x="533547" y="54952"/>
                  <a:pt x="530316" y="53288"/>
                  <a:pt x="525772" y="53288"/>
                </a:cubicBezTo>
                <a:cubicBezTo>
                  <a:pt x="518750" y="53288"/>
                  <a:pt x="511757" y="57124"/>
                  <a:pt x="504793" y="64796"/>
                </a:cubicBezTo>
                <a:lnTo>
                  <a:pt x="504793" y="107461"/>
                </a:lnTo>
                <a:cubicBezTo>
                  <a:pt x="504793" y="112981"/>
                  <a:pt x="505118" y="116394"/>
                  <a:pt x="505767" y="117702"/>
                </a:cubicBezTo>
                <a:cubicBezTo>
                  <a:pt x="506593" y="119423"/>
                  <a:pt x="507729" y="120684"/>
                  <a:pt x="509175" y="121486"/>
                </a:cubicBezTo>
                <a:cubicBezTo>
                  <a:pt x="510621" y="122286"/>
                  <a:pt x="513557" y="122687"/>
                  <a:pt x="517983" y="122687"/>
                </a:cubicBezTo>
                <a:lnTo>
                  <a:pt x="517983" y="125873"/>
                </a:lnTo>
                <a:lnTo>
                  <a:pt x="477884" y="125873"/>
                </a:lnTo>
                <a:lnTo>
                  <a:pt x="477884" y="122687"/>
                </a:lnTo>
                <a:lnTo>
                  <a:pt x="479654" y="122687"/>
                </a:lnTo>
                <a:cubicBezTo>
                  <a:pt x="483785" y="122687"/>
                  <a:pt x="486573" y="121634"/>
                  <a:pt x="488019" y="119528"/>
                </a:cubicBezTo>
                <a:cubicBezTo>
                  <a:pt x="489465" y="117420"/>
                  <a:pt x="490188" y="113398"/>
                  <a:pt x="490188" y="107461"/>
                </a:cubicBezTo>
                <a:lnTo>
                  <a:pt x="490188" y="77542"/>
                </a:lnTo>
                <a:cubicBezTo>
                  <a:pt x="490188" y="67805"/>
                  <a:pt x="489967" y="61874"/>
                  <a:pt x="489524" y="59750"/>
                </a:cubicBezTo>
                <a:cubicBezTo>
                  <a:pt x="489081" y="57626"/>
                  <a:pt x="488403" y="56180"/>
                  <a:pt x="487488" y="55413"/>
                </a:cubicBezTo>
                <a:cubicBezTo>
                  <a:pt x="486573" y="54645"/>
                  <a:pt x="485349" y="54262"/>
                  <a:pt x="483814" y="54262"/>
                </a:cubicBezTo>
                <a:cubicBezTo>
                  <a:pt x="482162" y="54262"/>
                  <a:pt x="480185" y="54704"/>
                  <a:pt x="477884" y="55590"/>
                </a:cubicBezTo>
                <a:lnTo>
                  <a:pt x="476556" y="52403"/>
                </a:lnTo>
                <a:lnTo>
                  <a:pt x="500987" y="42489"/>
                </a:lnTo>
                <a:lnTo>
                  <a:pt x="504793" y="42489"/>
                </a:lnTo>
                <a:lnTo>
                  <a:pt x="504793" y="59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etection">
            <a:extLst xmlns:a="http://schemas.openxmlformats.org/drawingml/2006/main">
              <a:ext uri="{FF2B5EF4-FFF2-40B4-BE49-F238E27FC236}">
                <a16:creationId xmlns:a16="http://schemas.microsoft.com/office/drawing/2014/main" id="{86C41D5B-52F6-4200-8B3C-E1190CB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671" y="3393787"/>
            <a:ext cx="565340" cy="128352"/>
          </a:xfrm>
          <a:custGeom xmlns:a="http://schemas.openxmlformats.org/drawingml/2006/main">
            <a:pathLst>
              <a:path w="565340" h="128352" fill="none">
                <a:moveTo>
                  <a:pt x="12570" y="75418"/>
                </a:moveTo>
                <a:cubicBezTo>
                  <a:pt x="12511" y="87401"/>
                  <a:pt x="15432" y="96800"/>
                  <a:pt x="21333" y="103614"/>
                </a:cubicBezTo>
                <a:cubicBezTo>
                  <a:pt x="27234" y="110428"/>
                  <a:pt x="34168" y="113835"/>
                  <a:pt x="42135" y="113835"/>
                </a:cubicBezTo>
                <a:cubicBezTo>
                  <a:pt x="47446" y="113835"/>
                  <a:pt x="52064" y="112368"/>
                  <a:pt x="55988" y="109434"/>
                </a:cubicBezTo>
                <a:cubicBezTo>
                  <a:pt x="59912" y="106500"/>
                  <a:pt x="63202" y="101475"/>
                  <a:pt x="65858" y="94361"/>
                </a:cubicBezTo>
                <a:lnTo>
                  <a:pt x="68602" y="96139"/>
                </a:lnTo>
                <a:cubicBezTo>
                  <a:pt x="67363" y="104267"/>
                  <a:pt x="63763" y="111667"/>
                  <a:pt x="57803" y="118341"/>
                </a:cubicBezTo>
                <a:cubicBezTo>
                  <a:pt x="51842" y="125015"/>
                  <a:pt x="44377" y="128352"/>
                  <a:pt x="35407" y="128352"/>
                </a:cubicBezTo>
                <a:cubicBezTo>
                  <a:pt x="25670" y="128352"/>
                  <a:pt x="17335" y="124569"/>
                  <a:pt x="10401" y="117002"/>
                </a:cubicBezTo>
                <a:cubicBezTo>
                  <a:pt x="3467" y="109434"/>
                  <a:pt x="0" y="99260"/>
                  <a:pt x="0" y="86480"/>
                </a:cubicBezTo>
                <a:cubicBezTo>
                  <a:pt x="0" y="72641"/>
                  <a:pt x="3556" y="61850"/>
                  <a:pt x="10666" y="54107"/>
                </a:cubicBezTo>
                <a:cubicBezTo>
                  <a:pt x="17777" y="46362"/>
                  <a:pt x="26703" y="42489"/>
                  <a:pt x="37443" y="42489"/>
                </a:cubicBezTo>
                <a:cubicBezTo>
                  <a:pt x="46531" y="42489"/>
                  <a:pt x="53996" y="45476"/>
                  <a:pt x="59839" y="51451"/>
                </a:cubicBezTo>
                <a:cubicBezTo>
                  <a:pt x="65681" y="57425"/>
                  <a:pt x="68602" y="65413"/>
                  <a:pt x="68602" y="75418"/>
                </a:cubicBezTo>
                <a:lnTo>
                  <a:pt x="12570" y="75418"/>
                </a:lnTo>
                <a:moveTo>
                  <a:pt x="12570" y="70284"/>
                </a:moveTo>
                <a:lnTo>
                  <a:pt x="50101" y="70284"/>
                </a:lnTo>
                <a:cubicBezTo>
                  <a:pt x="49806" y="65133"/>
                  <a:pt x="49187" y="61505"/>
                  <a:pt x="48243" y="59399"/>
                </a:cubicBezTo>
                <a:cubicBezTo>
                  <a:pt x="46767" y="56120"/>
                  <a:pt x="44569" y="53544"/>
                  <a:pt x="41648" y="51673"/>
                </a:cubicBezTo>
                <a:cubicBezTo>
                  <a:pt x="38727" y="49799"/>
                  <a:pt x="35673" y="48862"/>
                  <a:pt x="32486" y="48862"/>
                </a:cubicBezTo>
                <a:cubicBezTo>
                  <a:pt x="27588" y="48862"/>
                  <a:pt x="23207" y="50750"/>
                  <a:pt x="19341" y="54525"/>
                </a:cubicBezTo>
                <a:cubicBezTo>
                  <a:pt x="15476" y="58300"/>
                  <a:pt x="13219" y="63553"/>
                  <a:pt x="12570" y="70284"/>
                </a:cubicBezTo>
                <a:close/>
                <a:moveTo>
                  <a:pt x="102793" y="18058"/>
                </a:moveTo>
                <a:lnTo>
                  <a:pt x="102793" y="44790"/>
                </a:lnTo>
                <a:lnTo>
                  <a:pt x="121736" y="44790"/>
                </a:lnTo>
                <a:lnTo>
                  <a:pt x="121736" y="50810"/>
                </a:lnTo>
                <a:lnTo>
                  <a:pt x="102793" y="50987"/>
                </a:lnTo>
                <a:lnTo>
                  <a:pt x="102793" y="103639"/>
                </a:lnTo>
                <a:cubicBezTo>
                  <a:pt x="102793" y="108896"/>
                  <a:pt x="103546" y="112442"/>
                  <a:pt x="105050" y="114275"/>
                </a:cubicBezTo>
                <a:cubicBezTo>
                  <a:pt x="106555" y="116106"/>
                  <a:pt x="108488" y="117021"/>
                  <a:pt x="110848" y="117021"/>
                </a:cubicBezTo>
                <a:cubicBezTo>
                  <a:pt x="112796" y="117021"/>
                  <a:pt x="114684" y="116409"/>
                  <a:pt x="116514" y="115185"/>
                </a:cubicBezTo>
                <a:cubicBezTo>
                  <a:pt x="118343" y="113960"/>
                  <a:pt x="119759" y="112153"/>
                  <a:pt x="120762" y="109763"/>
                </a:cubicBezTo>
                <a:lnTo>
                  <a:pt x="124215" y="109763"/>
                </a:lnTo>
                <a:cubicBezTo>
                  <a:pt x="122149" y="115576"/>
                  <a:pt x="119228" y="119950"/>
                  <a:pt x="115451" y="122886"/>
                </a:cubicBezTo>
                <a:cubicBezTo>
                  <a:pt x="111675" y="125822"/>
                  <a:pt x="107780" y="127290"/>
                  <a:pt x="103767" y="127290"/>
                </a:cubicBezTo>
                <a:cubicBezTo>
                  <a:pt x="101052" y="127290"/>
                  <a:pt x="98397" y="126534"/>
                  <a:pt x="95800" y="125024"/>
                </a:cubicBezTo>
                <a:cubicBezTo>
                  <a:pt x="93204" y="123514"/>
                  <a:pt x="91286" y="121352"/>
                  <a:pt x="90046" y="118540"/>
                </a:cubicBezTo>
                <a:cubicBezTo>
                  <a:pt x="88807" y="115728"/>
                  <a:pt x="88188" y="111390"/>
                  <a:pt x="88188" y="105528"/>
                </a:cubicBezTo>
                <a:lnTo>
                  <a:pt x="88188" y="50810"/>
                </a:lnTo>
                <a:lnTo>
                  <a:pt x="75352" y="50810"/>
                </a:lnTo>
                <a:lnTo>
                  <a:pt x="75352" y="47971"/>
                </a:lnTo>
                <a:cubicBezTo>
                  <a:pt x="78598" y="46681"/>
                  <a:pt x="81918" y="44495"/>
                  <a:pt x="85311" y="41416"/>
                </a:cubicBezTo>
                <a:cubicBezTo>
                  <a:pt x="88704" y="38336"/>
                  <a:pt x="91728" y="34665"/>
                  <a:pt x="94384" y="30403"/>
                </a:cubicBezTo>
                <a:cubicBezTo>
                  <a:pt x="95741" y="28153"/>
                  <a:pt x="97630" y="24038"/>
                  <a:pt x="100049" y="18058"/>
                </a:cubicBezTo>
                <a:lnTo>
                  <a:pt x="102793" y="18058"/>
                </a:lnTo>
                <a:close/>
                <a:moveTo>
                  <a:pt x="143095" y="75418"/>
                </a:moveTo>
                <a:cubicBezTo>
                  <a:pt x="143036" y="87401"/>
                  <a:pt x="145957" y="96800"/>
                  <a:pt x="151859" y="103614"/>
                </a:cubicBezTo>
                <a:cubicBezTo>
                  <a:pt x="157760" y="110428"/>
                  <a:pt x="164694" y="113835"/>
                  <a:pt x="172661" y="113835"/>
                </a:cubicBezTo>
                <a:cubicBezTo>
                  <a:pt x="177972" y="113835"/>
                  <a:pt x="182589" y="112368"/>
                  <a:pt x="186514" y="109434"/>
                </a:cubicBezTo>
                <a:cubicBezTo>
                  <a:pt x="190438" y="106500"/>
                  <a:pt x="193728" y="101475"/>
                  <a:pt x="196384" y="94361"/>
                </a:cubicBezTo>
                <a:lnTo>
                  <a:pt x="199128" y="96139"/>
                </a:lnTo>
                <a:cubicBezTo>
                  <a:pt x="197888" y="104267"/>
                  <a:pt x="194289" y="111667"/>
                  <a:pt x="188328" y="118341"/>
                </a:cubicBezTo>
                <a:cubicBezTo>
                  <a:pt x="182368" y="125015"/>
                  <a:pt x="174903" y="128352"/>
                  <a:pt x="165933" y="128352"/>
                </a:cubicBezTo>
                <a:cubicBezTo>
                  <a:pt x="156196" y="128352"/>
                  <a:pt x="147861" y="124569"/>
                  <a:pt x="140927" y="117002"/>
                </a:cubicBezTo>
                <a:cubicBezTo>
                  <a:pt x="133993" y="109434"/>
                  <a:pt x="130526" y="99260"/>
                  <a:pt x="130526" y="86480"/>
                </a:cubicBezTo>
                <a:cubicBezTo>
                  <a:pt x="130526" y="72641"/>
                  <a:pt x="134081" y="61850"/>
                  <a:pt x="141192" y="54107"/>
                </a:cubicBezTo>
                <a:cubicBezTo>
                  <a:pt x="148303" y="46362"/>
                  <a:pt x="157229" y="42489"/>
                  <a:pt x="167969" y="42489"/>
                </a:cubicBezTo>
                <a:cubicBezTo>
                  <a:pt x="177057" y="42489"/>
                  <a:pt x="184522" y="45476"/>
                  <a:pt x="190364" y="51451"/>
                </a:cubicBezTo>
                <a:cubicBezTo>
                  <a:pt x="196206" y="57425"/>
                  <a:pt x="199128" y="65413"/>
                  <a:pt x="199128" y="75418"/>
                </a:cubicBezTo>
                <a:lnTo>
                  <a:pt x="143095" y="75418"/>
                </a:lnTo>
                <a:moveTo>
                  <a:pt x="143095" y="70284"/>
                </a:moveTo>
                <a:lnTo>
                  <a:pt x="180627" y="70284"/>
                </a:lnTo>
                <a:cubicBezTo>
                  <a:pt x="180332" y="65133"/>
                  <a:pt x="179713" y="61505"/>
                  <a:pt x="178768" y="59399"/>
                </a:cubicBezTo>
                <a:cubicBezTo>
                  <a:pt x="177293" y="56120"/>
                  <a:pt x="175095" y="53544"/>
                  <a:pt x="172174" y="51673"/>
                </a:cubicBezTo>
                <a:cubicBezTo>
                  <a:pt x="169253" y="49799"/>
                  <a:pt x="166199" y="48862"/>
                  <a:pt x="163012" y="48862"/>
                </a:cubicBezTo>
                <a:cubicBezTo>
                  <a:pt x="158114" y="48862"/>
                  <a:pt x="153732" y="50750"/>
                  <a:pt x="149867" y="54525"/>
                </a:cubicBezTo>
                <a:cubicBezTo>
                  <a:pt x="146002" y="58300"/>
                  <a:pt x="143745" y="63553"/>
                  <a:pt x="143095" y="70284"/>
                </a:cubicBezTo>
                <a:close/>
                <a:moveTo>
                  <a:pt x="278641" y="95069"/>
                </a:moveTo>
                <a:cubicBezTo>
                  <a:pt x="276457" y="105750"/>
                  <a:pt x="272179" y="113968"/>
                  <a:pt x="265806" y="119721"/>
                </a:cubicBezTo>
                <a:cubicBezTo>
                  <a:pt x="259432" y="125475"/>
                  <a:pt x="252380" y="128352"/>
                  <a:pt x="244650" y="128352"/>
                </a:cubicBezTo>
                <a:cubicBezTo>
                  <a:pt x="235444" y="128352"/>
                  <a:pt x="227418" y="124491"/>
                  <a:pt x="220573" y="116770"/>
                </a:cubicBezTo>
                <a:cubicBezTo>
                  <a:pt x="213727" y="109047"/>
                  <a:pt x="210305" y="98611"/>
                  <a:pt x="210305" y="85465"/>
                </a:cubicBezTo>
                <a:cubicBezTo>
                  <a:pt x="210305" y="72731"/>
                  <a:pt x="214096" y="62385"/>
                  <a:pt x="221679" y="54428"/>
                </a:cubicBezTo>
                <a:cubicBezTo>
                  <a:pt x="229262" y="46469"/>
                  <a:pt x="238365" y="42489"/>
                  <a:pt x="248987" y="42489"/>
                </a:cubicBezTo>
                <a:cubicBezTo>
                  <a:pt x="256954" y="42489"/>
                  <a:pt x="263504" y="44606"/>
                  <a:pt x="268638" y="48840"/>
                </a:cubicBezTo>
                <a:cubicBezTo>
                  <a:pt x="273772" y="53072"/>
                  <a:pt x="276339" y="57468"/>
                  <a:pt x="276339" y="62027"/>
                </a:cubicBezTo>
                <a:cubicBezTo>
                  <a:pt x="276339" y="64276"/>
                  <a:pt x="275617" y="66098"/>
                  <a:pt x="274171" y="67490"/>
                </a:cubicBezTo>
                <a:cubicBezTo>
                  <a:pt x="272725" y="68880"/>
                  <a:pt x="270704" y="69576"/>
                  <a:pt x="268107" y="69576"/>
                </a:cubicBezTo>
                <a:cubicBezTo>
                  <a:pt x="264626" y="69576"/>
                  <a:pt x="261999" y="68445"/>
                  <a:pt x="260229" y="66184"/>
                </a:cubicBezTo>
                <a:cubicBezTo>
                  <a:pt x="259226" y="64934"/>
                  <a:pt x="258562" y="62553"/>
                  <a:pt x="258237" y="59042"/>
                </a:cubicBezTo>
                <a:cubicBezTo>
                  <a:pt x="257913" y="55531"/>
                  <a:pt x="256718" y="52853"/>
                  <a:pt x="254652" y="51009"/>
                </a:cubicBezTo>
                <a:cubicBezTo>
                  <a:pt x="252587" y="49224"/>
                  <a:pt x="249725" y="48331"/>
                  <a:pt x="246066" y="48331"/>
                </a:cubicBezTo>
                <a:cubicBezTo>
                  <a:pt x="240165" y="48331"/>
                  <a:pt x="235414" y="50515"/>
                  <a:pt x="231815" y="54881"/>
                </a:cubicBezTo>
                <a:cubicBezTo>
                  <a:pt x="227035" y="60665"/>
                  <a:pt x="224645" y="68307"/>
                  <a:pt x="224645" y="77808"/>
                </a:cubicBezTo>
                <a:cubicBezTo>
                  <a:pt x="224645" y="87486"/>
                  <a:pt x="227020" y="96028"/>
                  <a:pt x="231770" y="103434"/>
                </a:cubicBezTo>
                <a:cubicBezTo>
                  <a:pt x="236521" y="110840"/>
                  <a:pt x="242938" y="114543"/>
                  <a:pt x="251023" y="114543"/>
                </a:cubicBezTo>
                <a:cubicBezTo>
                  <a:pt x="256806" y="114543"/>
                  <a:pt x="261999" y="112566"/>
                  <a:pt x="266602" y="108612"/>
                </a:cubicBezTo>
                <a:cubicBezTo>
                  <a:pt x="269848" y="105898"/>
                  <a:pt x="273005" y="100970"/>
                  <a:pt x="276074" y="93830"/>
                </a:cubicBezTo>
                <a:lnTo>
                  <a:pt x="278641" y="95069"/>
                </a:lnTo>
                <a:close/>
                <a:moveTo>
                  <a:pt x="313630" y="18058"/>
                </a:moveTo>
                <a:lnTo>
                  <a:pt x="313630" y="44790"/>
                </a:lnTo>
                <a:lnTo>
                  <a:pt x="332572" y="44790"/>
                </a:lnTo>
                <a:lnTo>
                  <a:pt x="332572" y="50810"/>
                </a:lnTo>
                <a:lnTo>
                  <a:pt x="313630" y="50987"/>
                </a:lnTo>
                <a:lnTo>
                  <a:pt x="313630" y="103639"/>
                </a:lnTo>
                <a:cubicBezTo>
                  <a:pt x="313630" y="108896"/>
                  <a:pt x="314382" y="112442"/>
                  <a:pt x="315887" y="114275"/>
                </a:cubicBezTo>
                <a:cubicBezTo>
                  <a:pt x="317392" y="116106"/>
                  <a:pt x="319324" y="117021"/>
                  <a:pt x="321685" y="117021"/>
                </a:cubicBezTo>
                <a:cubicBezTo>
                  <a:pt x="323632" y="117021"/>
                  <a:pt x="325521" y="116409"/>
                  <a:pt x="327350" y="115185"/>
                </a:cubicBezTo>
                <a:cubicBezTo>
                  <a:pt x="329179" y="113960"/>
                  <a:pt x="330596" y="112153"/>
                  <a:pt x="331599" y="109763"/>
                </a:cubicBezTo>
                <a:lnTo>
                  <a:pt x="335051" y="109763"/>
                </a:lnTo>
                <a:cubicBezTo>
                  <a:pt x="332986" y="115576"/>
                  <a:pt x="330064" y="119950"/>
                  <a:pt x="326288" y="122886"/>
                </a:cubicBezTo>
                <a:cubicBezTo>
                  <a:pt x="322511" y="125822"/>
                  <a:pt x="318616" y="127290"/>
                  <a:pt x="314603" y="127290"/>
                </a:cubicBezTo>
                <a:cubicBezTo>
                  <a:pt x="311889" y="127290"/>
                  <a:pt x="309233" y="126534"/>
                  <a:pt x="306637" y="125024"/>
                </a:cubicBezTo>
                <a:cubicBezTo>
                  <a:pt x="304040" y="123514"/>
                  <a:pt x="302122" y="121352"/>
                  <a:pt x="300883" y="118540"/>
                </a:cubicBezTo>
                <a:cubicBezTo>
                  <a:pt x="299644" y="115728"/>
                  <a:pt x="299024" y="111390"/>
                  <a:pt x="299024" y="105528"/>
                </a:cubicBezTo>
                <a:lnTo>
                  <a:pt x="299024" y="50810"/>
                </a:lnTo>
                <a:lnTo>
                  <a:pt x="286189" y="50810"/>
                </a:lnTo>
                <a:lnTo>
                  <a:pt x="286189" y="47971"/>
                </a:lnTo>
                <a:cubicBezTo>
                  <a:pt x="289434" y="46681"/>
                  <a:pt x="292754" y="44495"/>
                  <a:pt x="296147" y="41416"/>
                </a:cubicBezTo>
                <a:cubicBezTo>
                  <a:pt x="299540" y="38336"/>
                  <a:pt x="302565" y="34665"/>
                  <a:pt x="305220" y="30403"/>
                </a:cubicBezTo>
                <a:cubicBezTo>
                  <a:pt x="306578" y="28153"/>
                  <a:pt x="308466" y="24038"/>
                  <a:pt x="310885" y="18058"/>
                </a:cubicBezTo>
                <a:lnTo>
                  <a:pt x="313630" y="18058"/>
                </a:lnTo>
                <a:close/>
                <a:moveTo>
                  <a:pt x="360925" y="0"/>
                </a:moveTo>
                <a:cubicBezTo>
                  <a:pt x="363404" y="0"/>
                  <a:pt x="365513" y="875"/>
                  <a:pt x="367254" y="2625"/>
                </a:cubicBezTo>
                <a:cubicBezTo>
                  <a:pt x="368995" y="4373"/>
                  <a:pt x="369865" y="6493"/>
                  <a:pt x="369865" y="8985"/>
                </a:cubicBezTo>
                <a:cubicBezTo>
                  <a:pt x="369865" y="11476"/>
                  <a:pt x="368995" y="13612"/>
                  <a:pt x="367254" y="15391"/>
                </a:cubicBezTo>
                <a:cubicBezTo>
                  <a:pt x="365513" y="17169"/>
                  <a:pt x="363404" y="18058"/>
                  <a:pt x="360925" y="18058"/>
                </a:cubicBezTo>
                <a:cubicBezTo>
                  <a:pt x="358446" y="18058"/>
                  <a:pt x="356322" y="17169"/>
                  <a:pt x="354552" y="15391"/>
                </a:cubicBezTo>
                <a:cubicBezTo>
                  <a:pt x="352781" y="13612"/>
                  <a:pt x="351896" y="11476"/>
                  <a:pt x="351896" y="8985"/>
                </a:cubicBezTo>
                <a:cubicBezTo>
                  <a:pt x="351896" y="6493"/>
                  <a:pt x="352767" y="4373"/>
                  <a:pt x="354507" y="2625"/>
                </a:cubicBezTo>
                <a:cubicBezTo>
                  <a:pt x="356248" y="875"/>
                  <a:pt x="358387" y="0"/>
                  <a:pt x="360925" y="0"/>
                </a:cubicBezTo>
                <a:moveTo>
                  <a:pt x="368272" y="42489"/>
                </a:moveTo>
                <a:lnTo>
                  <a:pt x="368272" y="107461"/>
                </a:lnTo>
                <a:cubicBezTo>
                  <a:pt x="368272" y="112566"/>
                  <a:pt x="368641" y="115965"/>
                  <a:pt x="369378" y="117658"/>
                </a:cubicBezTo>
                <a:cubicBezTo>
                  <a:pt x="370116" y="119349"/>
                  <a:pt x="371208" y="120610"/>
                  <a:pt x="372654" y="121442"/>
                </a:cubicBezTo>
                <a:cubicBezTo>
                  <a:pt x="374099" y="122272"/>
                  <a:pt x="376740" y="122687"/>
                  <a:pt x="380576" y="122687"/>
                </a:cubicBezTo>
                <a:lnTo>
                  <a:pt x="380576" y="125873"/>
                </a:lnTo>
                <a:lnTo>
                  <a:pt x="341185" y="125873"/>
                </a:lnTo>
                <a:lnTo>
                  <a:pt x="341185" y="122687"/>
                </a:lnTo>
                <a:cubicBezTo>
                  <a:pt x="345139" y="122687"/>
                  <a:pt x="347795" y="122301"/>
                  <a:pt x="349152" y="121530"/>
                </a:cubicBezTo>
                <a:cubicBezTo>
                  <a:pt x="350509" y="120758"/>
                  <a:pt x="351586" y="119482"/>
                  <a:pt x="352383" y="117702"/>
                </a:cubicBezTo>
                <a:cubicBezTo>
                  <a:pt x="353180" y="115921"/>
                  <a:pt x="353578" y="112507"/>
                  <a:pt x="353578" y="107461"/>
                </a:cubicBezTo>
                <a:lnTo>
                  <a:pt x="353578" y="76480"/>
                </a:lnTo>
                <a:cubicBezTo>
                  <a:pt x="353578" y="67650"/>
                  <a:pt x="353312" y="61932"/>
                  <a:pt x="352781" y="59324"/>
                </a:cubicBezTo>
                <a:cubicBezTo>
                  <a:pt x="352368" y="57426"/>
                  <a:pt x="351719" y="56109"/>
                  <a:pt x="350834" y="55371"/>
                </a:cubicBezTo>
                <a:cubicBezTo>
                  <a:pt x="349949" y="54632"/>
                  <a:pt x="348739" y="54262"/>
                  <a:pt x="347205" y="54262"/>
                </a:cubicBezTo>
                <a:cubicBezTo>
                  <a:pt x="345552" y="54262"/>
                  <a:pt x="343546" y="54704"/>
                  <a:pt x="341185" y="55590"/>
                </a:cubicBezTo>
                <a:lnTo>
                  <a:pt x="339946" y="52403"/>
                </a:lnTo>
                <a:lnTo>
                  <a:pt x="364377" y="42489"/>
                </a:lnTo>
                <a:lnTo>
                  <a:pt x="368272" y="42489"/>
                </a:lnTo>
                <a:close/>
                <a:moveTo>
                  <a:pt x="430172" y="42489"/>
                </a:moveTo>
                <a:cubicBezTo>
                  <a:pt x="442447" y="42489"/>
                  <a:pt x="452302" y="47146"/>
                  <a:pt x="459738" y="56461"/>
                </a:cubicBezTo>
                <a:cubicBezTo>
                  <a:pt x="466052" y="64418"/>
                  <a:pt x="469209" y="73556"/>
                  <a:pt x="469209" y="83874"/>
                </a:cubicBezTo>
                <a:cubicBezTo>
                  <a:pt x="469209" y="91125"/>
                  <a:pt x="467468" y="98465"/>
                  <a:pt x="463987" y="105893"/>
                </a:cubicBezTo>
                <a:cubicBezTo>
                  <a:pt x="460505" y="113319"/>
                  <a:pt x="455710" y="118919"/>
                  <a:pt x="449602" y="122692"/>
                </a:cubicBezTo>
                <a:cubicBezTo>
                  <a:pt x="443494" y="126465"/>
                  <a:pt x="436693" y="128352"/>
                  <a:pt x="429199" y="128352"/>
                </a:cubicBezTo>
                <a:cubicBezTo>
                  <a:pt x="416983" y="128352"/>
                  <a:pt x="407276" y="123488"/>
                  <a:pt x="400076" y="113760"/>
                </a:cubicBezTo>
                <a:cubicBezTo>
                  <a:pt x="393998" y="105567"/>
                  <a:pt x="390959" y="96371"/>
                  <a:pt x="390959" y="86173"/>
                </a:cubicBezTo>
                <a:cubicBezTo>
                  <a:pt x="390959" y="78745"/>
                  <a:pt x="392803" y="71361"/>
                  <a:pt x="396491" y="64021"/>
                </a:cubicBezTo>
                <a:cubicBezTo>
                  <a:pt x="400179" y="56681"/>
                  <a:pt x="405033" y="51258"/>
                  <a:pt x="411052" y="47750"/>
                </a:cubicBezTo>
                <a:cubicBezTo>
                  <a:pt x="417072" y="44243"/>
                  <a:pt x="423445" y="42489"/>
                  <a:pt x="430172" y="42489"/>
                </a:cubicBezTo>
                <a:moveTo>
                  <a:pt x="427428" y="48331"/>
                </a:moveTo>
                <a:cubicBezTo>
                  <a:pt x="424301" y="48331"/>
                  <a:pt x="421158" y="49258"/>
                  <a:pt x="418001" y="51111"/>
                </a:cubicBezTo>
                <a:cubicBezTo>
                  <a:pt x="414844" y="52963"/>
                  <a:pt x="412292" y="56211"/>
                  <a:pt x="410344" y="60856"/>
                </a:cubicBezTo>
                <a:cubicBezTo>
                  <a:pt x="408397" y="65502"/>
                  <a:pt x="407423" y="71469"/>
                  <a:pt x="407423" y="78759"/>
                </a:cubicBezTo>
                <a:cubicBezTo>
                  <a:pt x="407423" y="90519"/>
                  <a:pt x="409769" y="100663"/>
                  <a:pt x="414460" y="109190"/>
                </a:cubicBezTo>
                <a:cubicBezTo>
                  <a:pt x="419152" y="117716"/>
                  <a:pt x="425333" y="121979"/>
                  <a:pt x="433005" y="121979"/>
                </a:cubicBezTo>
                <a:cubicBezTo>
                  <a:pt x="438729" y="121979"/>
                  <a:pt x="443450" y="119626"/>
                  <a:pt x="447168" y="114922"/>
                </a:cubicBezTo>
                <a:cubicBezTo>
                  <a:pt x="450886" y="110218"/>
                  <a:pt x="452745" y="102133"/>
                  <a:pt x="452745" y="90668"/>
                </a:cubicBezTo>
                <a:cubicBezTo>
                  <a:pt x="452745" y="76320"/>
                  <a:pt x="449647" y="65031"/>
                  <a:pt x="443450" y="56798"/>
                </a:cubicBezTo>
                <a:cubicBezTo>
                  <a:pt x="439260" y="51154"/>
                  <a:pt x="433920" y="48331"/>
                  <a:pt x="427428" y="48331"/>
                </a:cubicBezTo>
                <a:close/>
                <a:moveTo>
                  <a:pt x="504793" y="59573"/>
                </a:moveTo>
                <a:cubicBezTo>
                  <a:pt x="514294" y="48184"/>
                  <a:pt x="523353" y="42489"/>
                  <a:pt x="531969" y="42489"/>
                </a:cubicBezTo>
                <a:cubicBezTo>
                  <a:pt x="536394" y="42489"/>
                  <a:pt x="540201" y="43593"/>
                  <a:pt x="543387" y="45800"/>
                </a:cubicBezTo>
                <a:cubicBezTo>
                  <a:pt x="546574" y="48006"/>
                  <a:pt x="549112" y="51639"/>
                  <a:pt x="551000" y="56702"/>
                </a:cubicBezTo>
                <a:cubicBezTo>
                  <a:pt x="552298" y="60233"/>
                  <a:pt x="552947" y="65648"/>
                  <a:pt x="552947" y="72945"/>
                </a:cubicBezTo>
                <a:lnTo>
                  <a:pt x="552947" y="107461"/>
                </a:lnTo>
                <a:cubicBezTo>
                  <a:pt x="552947" y="112625"/>
                  <a:pt x="553361" y="116127"/>
                  <a:pt x="554187" y="117968"/>
                </a:cubicBezTo>
                <a:cubicBezTo>
                  <a:pt x="554836" y="119452"/>
                  <a:pt x="555883" y="120610"/>
                  <a:pt x="557329" y="121442"/>
                </a:cubicBezTo>
                <a:cubicBezTo>
                  <a:pt x="558775" y="122272"/>
                  <a:pt x="561445" y="122687"/>
                  <a:pt x="565340" y="122687"/>
                </a:cubicBezTo>
                <a:lnTo>
                  <a:pt x="565340" y="125873"/>
                </a:lnTo>
                <a:lnTo>
                  <a:pt x="525241" y="125873"/>
                </a:lnTo>
                <a:lnTo>
                  <a:pt x="525241" y="122687"/>
                </a:lnTo>
                <a:lnTo>
                  <a:pt x="526923" y="122687"/>
                </a:lnTo>
                <a:cubicBezTo>
                  <a:pt x="530700" y="122687"/>
                  <a:pt x="533341" y="122109"/>
                  <a:pt x="534845" y="120952"/>
                </a:cubicBezTo>
                <a:cubicBezTo>
                  <a:pt x="536350" y="119794"/>
                  <a:pt x="537398" y="118087"/>
                  <a:pt x="537988" y="115832"/>
                </a:cubicBezTo>
                <a:cubicBezTo>
                  <a:pt x="538224" y="114941"/>
                  <a:pt x="538342" y="112151"/>
                  <a:pt x="538342" y="107461"/>
                </a:cubicBezTo>
                <a:lnTo>
                  <a:pt x="538342" y="74322"/>
                </a:lnTo>
                <a:cubicBezTo>
                  <a:pt x="538342" y="66957"/>
                  <a:pt x="537383" y="61610"/>
                  <a:pt x="535465" y="58281"/>
                </a:cubicBezTo>
                <a:cubicBezTo>
                  <a:pt x="533547" y="54952"/>
                  <a:pt x="530316" y="53288"/>
                  <a:pt x="525772" y="53288"/>
                </a:cubicBezTo>
                <a:cubicBezTo>
                  <a:pt x="518750" y="53288"/>
                  <a:pt x="511757" y="57124"/>
                  <a:pt x="504793" y="64796"/>
                </a:cubicBezTo>
                <a:lnTo>
                  <a:pt x="504793" y="107461"/>
                </a:lnTo>
                <a:cubicBezTo>
                  <a:pt x="504793" y="112981"/>
                  <a:pt x="505118" y="116394"/>
                  <a:pt x="505767" y="117702"/>
                </a:cubicBezTo>
                <a:cubicBezTo>
                  <a:pt x="506593" y="119423"/>
                  <a:pt x="507729" y="120684"/>
                  <a:pt x="509175" y="121486"/>
                </a:cubicBezTo>
                <a:cubicBezTo>
                  <a:pt x="510621" y="122286"/>
                  <a:pt x="513557" y="122687"/>
                  <a:pt x="517983" y="122687"/>
                </a:cubicBezTo>
                <a:lnTo>
                  <a:pt x="517983" y="125873"/>
                </a:lnTo>
                <a:lnTo>
                  <a:pt x="477884" y="125873"/>
                </a:lnTo>
                <a:lnTo>
                  <a:pt x="477884" y="122687"/>
                </a:lnTo>
                <a:lnTo>
                  <a:pt x="479654" y="122687"/>
                </a:lnTo>
                <a:cubicBezTo>
                  <a:pt x="483785" y="122687"/>
                  <a:pt x="486573" y="121634"/>
                  <a:pt x="488019" y="119528"/>
                </a:cubicBezTo>
                <a:cubicBezTo>
                  <a:pt x="489465" y="117420"/>
                  <a:pt x="490188" y="113398"/>
                  <a:pt x="490188" y="107461"/>
                </a:cubicBezTo>
                <a:lnTo>
                  <a:pt x="490188" y="77542"/>
                </a:lnTo>
                <a:cubicBezTo>
                  <a:pt x="490188" y="67805"/>
                  <a:pt x="489967" y="61874"/>
                  <a:pt x="489524" y="59750"/>
                </a:cubicBezTo>
                <a:cubicBezTo>
                  <a:pt x="489081" y="57626"/>
                  <a:pt x="488403" y="56180"/>
                  <a:pt x="487488" y="55413"/>
                </a:cubicBezTo>
                <a:cubicBezTo>
                  <a:pt x="486573" y="54645"/>
                  <a:pt x="485349" y="54262"/>
                  <a:pt x="483814" y="54262"/>
                </a:cubicBezTo>
                <a:cubicBezTo>
                  <a:pt x="482162" y="54262"/>
                  <a:pt x="480185" y="54704"/>
                  <a:pt x="477884" y="55590"/>
                </a:cubicBezTo>
                <a:lnTo>
                  <a:pt x="476556" y="52403"/>
                </a:lnTo>
                <a:lnTo>
                  <a:pt x="500987" y="42489"/>
                </a:lnTo>
                <a:lnTo>
                  <a:pt x="504793" y="42489"/>
                </a:lnTo>
                <a:lnTo>
                  <a:pt x="504793" y="59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125" name="Text off">
            <a:extLst xmlns:a="http://schemas.openxmlformats.org/drawingml/2006/main">
              <a:ext uri="{FF2B5EF4-FFF2-40B4-BE49-F238E27FC236}">
                <a16:creationId xmlns:a16="http://schemas.microsoft.com/office/drawing/2014/main" id="{6D95530A-9246-4B7C-AA3C-545D49B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072" y="3595143"/>
            <a:ext cx="269007" cy="128352"/>
          </a:xfrm>
          <a:custGeom xmlns:a="http://schemas.openxmlformats.org/drawingml/2006/main">
            <a:pathLst>
              <a:path w="269007" h="128352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6" y="116785"/>
                  <a:pt x="124368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59" y="125873"/>
                </a:lnTo>
                <a:lnTo>
                  <a:pt x="92059" y="122687"/>
                </a:lnTo>
                <a:lnTo>
                  <a:pt x="95688" y="122687"/>
                </a:lnTo>
                <a:cubicBezTo>
                  <a:pt x="98049" y="122687"/>
                  <a:pt x="100203" y="122097"/>
                  <a:pt x="102150" y="120916"/>
                </a:cubicBezTo>
                <a:cubicBezTo>
                  <a:pt x="104098" y="119736"/>
                  <a:pt x="105440" y="118143"/>
                  <a:pt x="106178" y="116136"/>
                </a:cubicBezTo>
                <a:cubicBezTo>
                  <a:pt x="106915" y="114130"/>
                  <a:pt x="107284" y="110235"/>
                  <a:pt x="107284" y="104452"/>
                </a:cubicBezTo>
                <a:lnTo>
                  <a:pt x="107284" y="51164"/>
                </a:lnTo>
                <a:lnTo>
                  <a:pt x="91528" y="51164"/>
                </a:lnTo>
                <a:lnTo>
                  <a:pt x="91528" y="44790"/>
                </a:lnTo>
                <a:lnTo>
                  <a:pt x="107284" y="44790"/>
                </a:lnTo>
                <a:lnTo>
                  <a:pt x="107284" y="39457"/>
                </a:lnTo>
                <a:cubicBezTo>
                  <a:pt x="107284" y="31341"/>
                  <a:pt x="108583" y="24469"/>
                  <a:pt x="111179" y="18841"/>
                </a:cubicBezTo>
                <a:cubicBezTo>
                  <a:pt x="113776" y="13212"/>
                  <a:pt x="117744" y="8666"/>
                  <a:pt x="123085" y="5200"/>
                </a:cubicBezTo>
                <a:cubicBezTo>
                  <a:pt x="128425" y="1733"/>
                  <a:pt x="134430" y="0"/>
                  <a:pt x="141098" y="0"/>
                </a:cubicBezTo>
                <a:cubicBezTo>
                  <a:pt x="147295" y="0"/>
                  <a:pt x="152989" y="2006"/>
                  <a:pt x="158182" y="6019"/>
                </a:cubicBezTo>
                <a:cubicBezTo>
                  <a:pt x="161605" y="8675"/>
                  <a:pt x="163316" y="11655"/>
                  <a:pt x="163316" y="14960"/>
                </a:cubicBezTo>
                <a:cubicBezTo>
                  <a:pt x="163316" y="16730"/>
                  <a:pt x="162549" y="18397"/>
                  <a:pt x="161015" y="19961"/>
                </a:cubicBezTo>
                <a:cubicBezTo>
                  <a:pt x="159481" y="21525"/>
                  <a:pt x="157828" y="22307"/>
                  <a:pt x="156058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0" y="19872"/>
                  <a:pt x="148416" y="17777"/>
                  <a:pt x="146232" y="14561"/>
                </a:cubicBezTo>
                <a:cubicBezTo>
                  <a:pt x="144049" y="11345"/>
                  <a:pt x="142043" y="9176"/>
                  <a:pt x="140213" y="8055"/>
                </a:cubicBezTo>
                <a:cubicBezTo>
                  <a:pt x="138384" y="6934"/>
                  <a:pt x="136348" y="6373"/>
                  <a:pt x="134105" y="6373"/>
                </a:cubicBezTo>
                <a:cubicBezTo>
                  <a:pt x="131391" y="6373"/>
                  <a:pt x="129089" y="7100"/>
                  <a:pt x="127201" y="8553"/>
                </a:cubicBezTo>
                <a:cubicBezTo>
                  <a:pt x="125313" y="10004"/>
                  <a:pt x="123955" y="12257"/>
                  <a:pt x="123129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0" y="44790"/>
                </a:lnTo>
                <a:lnTo>
                  <a:pt x="142780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9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9" y="122687"/>
                </a:lnTo>
                <a:cubicBezTo>
                  <a:pt x="203739" y="122687"/>
                  <a:pt x="205893" y="122097"/>
                  <a:pt x="207841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6" y="114130"/>
                  <a:pt x="212975" y="110235"/>
                  <a:pt x="212975" y="104452"/>
                </a:cubicBezTo>
                <a:lnTo>
                  <a:pt x="212975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5" y="44790"/>
                </a:lnTo>
                <a:lnTo>
                  <a:pt x="212975" y="39457"/>
                </a:lnTo>
                <a:cubicBezTo>
                  <a:pt x="212975" y="31341"/>
                  <a:pt x="214273" y="24469"/>
                  <a:pt x="216869" y="18841"/>
                </a:cubicBezTo>
                <a:cubicBezTo>
                  <a:pt x="219466" y="13212"/>
                  <a:pt x="223435" y="8666"/>
                  <a:pt x="228775" y="5200"/>
                </a:cubicBezTo>
                <a:cubicBezTo>
                  <a:pt x="234116" y="1733"/>
                  <a:pt x="240120" y="0"/>
                  <a:pt x="246789" y="0"/>
                </a:cubicBezTo>
                <a:cubicBezTo>
                  <a:pt x="252985" y="0"/>
                  <a:pt x="258680" y="2006"/>
                  <a:pt x="263873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40" y="18397"/>
                  <a:pt x="266705" y="19961"/>
                </a:cubicBezTo>
                <a:cubicBezTo>
                  <a:pt x="265171" y="21525"/>
                  <a:pt x="263519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3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6" y="6373"/>
                </a:cubicBezTo>
                <a:cubicBezTo>
                  <a:pt x="237081" y="6373"/>
                  <a:pt x="234780" y="7100"/>
                  <a:pt x="232891" y="8553"/>
                </a:cubicBezTo>
                <a:cubicBezTo>
                  <a:pt x="231003" y="10004"/>
                  <a:pt x="229646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1" y="44790"/>
                </a:lnTo>
                <a:lnTo>
                  <a:pt x="248471" y="51164"/>
                </a:lnTo>
                <a:lnTo>
                  <a:pt x="227580" y="51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iveLLMstra">
            <a:extLst xmlns:a="http://schemas.openxmlformats.org/drawingml/2006/main">
              <a:ext uri="{FF2B5EF4-FFF2-40B4-BE49-F238E27FC236}">
                <a16:creationId xmlns:a16="http://schemas.microsoft.com/office/drawing/2014/main" id="{1F1F28DC-D11D-4D87-8965-F4AB1FA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976" y="3595143"/>
            <a:ext cx="950047" cy="128352"/>
          </a:xfrm>
          <a:custGeom xmlns:a="http://schemas.openxmlformats.org/drawingml/2006/main">
            <a:pathLst>
              <a:path w="950047" h="128352">
                <a:moveTo>
                  <a:pt x="20979" y="0"/>
                </a:moveTo>
                <a:cubicBezTo>
                  <a:pt x="23457" y="0"/>
                  <a:pt x="25567" y="875"/>
                  <a:pt x="27308" y="2625"/>
                </a:cubicBezTo>
                <a:cubicBezTo>
                  <a:pt x="29049" y="4373"/>
                  <a:pt x="29919" y="6493"/>
                  <a:pt x="29919" y="8985"/>
                </a:cubicBezTo>
                <a:cubicBezTo>
                  <a:pt x="29919" y="11476"/>
                  <a:pt x="29049" y="13612"/>
                  <a:pt x="27308" y="15391"/>
                </a:cubicBezTo>
                <a:cubicBezTo>
                  <a:pt x="25567" y="17169"/>
                  <a:pt x="23457" y="18058"/>
                  <a:pt x="20979" y="18058"/>
                </a:cubicBezTo>
                <a:cubicBezTo>
                  <a:pt x="18500" y="18058"/>
                  <a:pt x="16376" y="17169"/>
                  <a:pt x="14606" y="15391"/>
                </a:cubicBezTo>
                <a:cubicBezTo>
                  <a:pt x="12835" y="13612"/>
                  <a:pt x="11950" y="11476"/>
                  <a:pt x="11950" y="8985"/>
                </a:cubicBezTo>
                <a:cubicBezTo>
                  <a:pt x="11950" y="6493"/>
                  <a:pt x="12820" y="4373"/>
                  <a:pt x="14561" y="2625"/>
                </a:cubicBezTo>
                <a:cubicBezTo>
                  <a:pt x="16302" y="875"/>
                  <a:pt x="18441" y="0"/>
                  <a:pt x="20979" y="0"/>
                </a:cubicBezTo>
                <a:moveTo>
                  <a:pt x="28326" y="42489"/>
                </a:moveTo>
                <a:lnTo>
                  <a:pt x="28326" y="107461"/>
                </a:lnTo>
                <a:cubicBezTo>
                  <a:pt x="28326" y="112566"/>
                  <a:pt x="28695" y="115965"/>
                  <a:pt x="29432" y="117658"/>
                </a:cubicBezTo>
                <a:cubicBezTo>
                  <a:pt x="30170" y="119349"/>
                  <a:pt x="31262" y="120610"/>
                  <a:pt x="32708" y="121442"/>
                </a:cubicBezTo>
                <a:cubicBezTo>
                  <a:pt x="34153" y="122272"/>
                  <a:pt x="36794" y="122687"/>
                  <a:pt x="40630" y="122687"/>
                </a:cubicBezTo>
                <a:lnTo>
                  <a:pt x="40630" y="125873"/>
                </a:lnTo>
                <a:lnTo>
                  <a:pt x="1239" y="125873"/>
                </a:lnTo>
                <a:lnTo>
                  <a:pt x="1239" y="122687"/>
                </a:lnTo>
                <a:cubicBezTo>
                  <a:pt x="5193" y="122687"/>
                  <a:pt x="7849" y="122301"/>
                  <a:pt x="9206" y="121530"/>
                </a:cubicBezTo>
                <a:cubicBezTo>
                  <a:pt x="10563" y="120758"/>
                  <a:pt x="11640" y="119482"/>
                  <a:pt x="12437" y="117702"/>
                </a:cubicBezTo>
                <a:cubicBezTo>
                  <a:pt x="13234" y="115921"/>
                  <a:pt x="13632" y="112507"/>
                  <a:pt x="13632" y="107461"/>
                </a:cubicBezTo>
                <a:lnTo>
                  <a:pt x="13632" y="76480"/>
                </a:lnTo>
                <a:cubicBezTo>
                  <a:pt x="13632" y="67650"/>
                  <a:pt x="13366" y="61932"/>
                  <a:pt x="12835" y="59324"/>
                </a:cubicBezTo>
                <a:cubicBezTo>
                  <a:pt x="12422" y="57426"/>
                  <a:pt x="11773" y="56109"/>
                  <a:pt x="10888" y="55371"/>
                </a:cubicBezTo>
                <a:cubicBezTo>
                  <a:pt x="10003" y="54632"/>
                  <a:pt x="8793" y="54262"/>
                  <a:pt x="7259" y="54262"/>
                </a:cubicBezTo>
                <a:cubicBezTo>
                  <a:pt x="5606" y="54262"/>
                  <a:pt x="3600" y="54704"/>
                  <a:pt x="1239" y="55590"/>
                </a:cubicBezTo>
                <a:lnTo>
                  <a:pt x="0" y="52403"/>
                </a:lnTo>
                <a:lnTo>
                  <a:pt x="24431" y="42489"/>
                </a:lnTo>
                <a:lnTo>
                  <a:pt x="28326" y="42489"/>
                </a:lnTo>
                <a:close/>
                <a:moveTo>
                  <a:pt x="46410" y="44790"/>
                </a:moveTo>
                <a:lnTo>
                  <a:pt x="84562" y="44790"/>
                </a:lnTo>
                <a:lnTo>
                  <a:pt x="84562" y="47977"/>
                </a:lnTo>
                <a:lnTo>
                  <a:pt x="82083" y="47977"/>
                </a:lnTo>
                <a:cubicBezTo>
                  <a:pt x="79782" y="47977"/>
                  <a:pt x="78026" y="48538"/>
                  <a:pt x="76816" y="49659"/>
                </a:cubicBezTo>
                <a:cubicBezTo>
                  <a:pt x="75607" y="50780"/>
                  <a:pt x="75002" y="52285"/>
                  <a:pt x="75002" y="54173"/>
                </a:cubicBezTo>
                <a:cubicBezTo>
                  <a:pt x="75002" y="56239"/>
                  <a:pt x="75621" y="58688"/>
                  <a:pt x="76861" y="61520"/>
                </a:cubicBezTo>
                <a:lnTo>
                  <a:pt x="95715" y="106311"/>
                </a:lnTo>
                <a:lnTo>
                  <a:pt x="114658" y="59839"/>
                </a:lnTo>
                <a:cubicBezTo>
                  <a:pt x="116015" y="56534"/>
                  <a:pt x="116694" y="54026"/>
                  <a:pt x="116694" y="52314"/>
                </a:cubicBezTo>
                <a:cubicBezTo>
                  <a:pt x="116694" y="51488"/>
                  <a:pt x="116458" y="50810"/>
                  <a:pt x="115986" y="50279"/>
                </a:cubicBezTo>
                <a:cubicBezTo>
                  <a:pt x="115337" y="49393"/>
                  <a:pt x="114511" y="48788"/>
                  <a:pt x="113507" y="48464"/>
                </a:cubicBezTo>
                <a:cubicBezTo>
                  <a:pt x="112504" y="48139"/>
                  <a:pt x="110468" y="47977"/>
                  <a:pt x="107400" y="47977"/>
                </a:cubicBezTo>
                <a:lnTo>
                  <a:pt x="107400" y="44790"/>
                </a:lnTo>
                <a:lnTo>
                  <a:pt x="133867" y="44790"/>
                </a:lnTo>
                <a:lnTo>
                  <a:pt x="133867" y="47977"/>
                </a:lnTo>
                <a:cubicBezTo>
                  <a:pt x="130798" y="48215"/>
                  <a:pt x="128673" y="48839"/>
                  <a:pt x="127493" y="49850"/>
                </a:cubicBezTo>
                <a:cubicBezTo>
                  <a:pt x="125428" y="51633"/>
                  <a:pt x="123569" y="54606"/>
                  <a:pt x="121917" y="58768"/>
                </a:cubicBezTo>
                <a:lnTo>
                  <a:pt x="93148" y="128352"/>
                </a:lnTo>
                <a:lnTo>
                  <a:pt x="89519" y="128352"/>
                </a:lnTo>
                <a:lnTo>
                  <a:pt x="60573" y="59874"/>
                </a:lnTo>
                <a:cubicBezTo>
                  <a:pt x="59275" y="56679"/>
                  <a:pt x="58036" y="54385"/>
                  <a:pt x="56855" y="52995"/>
                </a:cubicBezTo>
                <a:cubicBezTo>
                  <a:pt x="55675" y="51603"/>
                  <a:pt x="54170" y="50433"/>
                  <a:pt x="52341" y="49487"/>
                </a:cubicBezTo>
                <a:cubicBezTo>
                  <a:pt x="51338" y="48954"/>
                  <a:pt x="49361" y="48451"/>
                  <a:pt x="46410" y="47977"/>
                </a:cubicBezTo>
                <a:lnTo>
                  <a:pt x="46410" y="44790"/>
                </a:lnTo>
                <a:close/>
                <a:moveTo>
                  <a:pt x="154846" y="75418"/>
                </a:moveTo>
                <a:cubicBezTo>
                  <a:pt x="154787" y="87401"/>
                  <a:pt x="157708" y="96800"/>
                  <a:pt x="163609" y="103614"/>
                </a:cubicBezTo>
                <a:cubicBezTo>
                  <a:pt x="169510" y="110428"/>
                  <a:pt x="176444" y="113835"/>
                  <a:pt x="184411" y="113835"/>
                </a:cubicBezTo>
                <a:cubicBezTo>
                  <a:pt x="189722" y="113835"/>
                  <a:pt x="194340" y="112368"/>
                  <a:pt x="198264" y="109434"/>
                </a:cubicBezTo>
                <a:cubicBezTo>
                  <a:pt x="202188" y="106500"/>
                  <a:pt x="205478" y="101475"/>
                  <a:pt x="208134" y="94361"/>
                </a:cubicBezTo>
                <a:lnTo>
                  <a:pt x="210878" y="96139"/>
                </a:lnTo>
                <a:cubicBezTo>
                  <a:pt x="209638" y="104267"/>
                  <a:pt x="206039" y="111667"/>
                  <a:pt x="200078" y="118341"/>
                </a:cubicBezTo>
                <a:cubicBezTo>
                  <a:pt x="194118" y="125015"/>
                  <a:pt x="186653" y="128352"/>
                  <a:pt x="177683" y="128352"/>
                </a:cubicBezTo>
                <a:cubicBezTo>
                  <a:pt x="167946" y="128352"/>
                  <a:pt x="159611" y="124569"/>
                  <a:pt x="152677" y="117002"/>
                </a:cubicBezTo>
                <a:cubicBezTo>
                  <a:pt x="145743" y="109434"/>
                  <a:pt x="142276" y="99260"/>
                  <a:pt x="142276" y="86480"/>
                </a:cubicBezTo>
                <a:cubicBezTo>
                  <a:pt x="142276" y="72641"/>
                  <a:pt x="145831" y="61850"/>
                  <a:pt x="152942" y="54107"/>
                </a:cubicBezTo>
                <a:cubicBezTo>
                  <a:pt x="160053" y="46362"/>
                  <a:pt x="168979" y="42489"/>
                  <a:pt x="179719" y="42489"/>
                </a:cubicBezTo>
                <a:cubicBezTo>
                  <a:pt x="188807" y="42489"/>
                  <a:pt x="196272" y="45476"/>
                  <a:pt x="202114" y="51451"/>
                </a:cubicBezTo>
                <a:cubicBezTo>
                  <a:pt x="207957" y="57425"/>
                  <a:pt x="210878" y="65413"/>
                  <a:pt x="210878" y="75418"/>
                </a:cubicBezTo>
                <a:lnTo>
                  <a:pt x="154846" y="75418"/>
                </a:lnTo>
                <a:moveTo>
                  <a:pt x="154846" y="70284"/>
                </a:moveTo>
                <a:lnTo>
                  <a:pt x="192377" y="70284"/>
                </a:lnTo>
                <a:cubicBezTo>
                  <a:pt x="192082" y="65133"/>
                  <a:pt x="191463" y="61505"/>
                  <a:pt x="190518" y="59399"/>
                </a:cubicBezTo>
                <a:cubicBezTo>
                  <a:pt x="189043" y="56120"/>
                  <a:pt x="186845" y="53544"/>
                  <a:pt x="183924" y="51673"/>
                </a:cubicBezTo>
                <a:cubicBezTo>
                  <a:pt x="181003" y="49799"/>
                  <a:pt x="177949" y="48862"/>
                  <a:pt x="174762" y="48862"/>
                </a:cubicBezTo>
                <a:cubicBezTo>
                  <a:pt x="169864" y="48862"/>
                  <a:pt x="165483" y="50750"/>
                  <a:pt x="161617" y="54525"/>
                </a:cubicBezTo>
                <a:cubicBezTo>
                  <a:pt x="157752" y="58300"/>
                  <a:pt x="155495" y="63553"/>
                  <a:pt x="154846" y="70284"/>
                </a:cubicBezTo>
                <a:close/>
                <a:moveTo>
                  <a:pt x="365101" y="92590"/>
                </a:moveTo>
                <a:lnTo>
                  <a:pt x="368022" y="93213"/>
                </a:lnTo>
                <a:lnTo>
                  <a:pt x="357754" y="125873"/>
                </a:lnTo>
                <a:lnTo>
                  <a:pt x="264809" y="125873"/>
                </a:lnTo>
                <a:lnTo>
                  <a:pt x="264809" y="122510"/>
                </a:lnTo>
                <a:lnTo>
                  <a:pt x="269324" y="122510"/>
                </a:lnTo>
                <a:cubicBezTo>
                  <a:pt x="274399" y="122510"/>
                  <a:pt x="278028" y="120874"/>
                  <a:pt x="280211" y="117602"/>
                </a:cubicBezTo>
                <a:cubicBezTo>
                  <a:pt x="281451" y="115732"/>
                  <a:pt x="282070" y="111408"/>
                  <a:pt x="282070" y="104629"/>
                </a:cubicBezTo>
                <a:lnTo>
                  <a:pt x="282070" y="27087"/>
                </a:lnTo>
                <a:cubicBezTo>
                  <a:pt x="282070" y="19629"/>
                  <a:pt x="281244" y="14961"/>
                  <a:pt x="279592" y="13081"/>
                </a:cubicBezTo>
                <a:cubicBezTo>
                  <a:pt x="277290" y="10498"/>
                  <a:pt x="273868" y="9206"/>
                  <a:pt x="269324" y="9206"/>
                </a:cubicBezTo>
                <a:lnTo>
                  <a:pt x="264809" y="9206"/>
                </a:lnTo>
                <a:lnTo>
                  <a:pt x="264809" y="5842"/>
                </a:lnTo>
                <a:lnTo>
                  <a:pt x="319160" y="5842"/>
                </a:lnTo>
                <a:lnTo>
                  <a:pt x="319160" y="9206"/>
                </a:lnTo>
                <a:cubicBezTo>
                  <a:pt x="312786" y="9147"/>
                  <a:pt x="308316" y="9732"/>
                  <a:pt x="305749" y="10960"/>
                </a:cubicBezTo>
                <a:cubicBezTo>
                  <a:pt x="303182" y="12188"/>
                  <a:pt x="301426" y="13738"/>
                  <a:pt x="300482" y="15610"/>
                </a:cubicBezTo>
                <a:cubicBezTo>
                  <a:pt x="299538" y="17481"/>
                  <a:pt x="299066" y="21956"/>
                  <a:pt x="299066" y="29034"/>
                </a:cubicBezTo>
                <a:lnTo>
                  <a:pt x="299066" y="104527"/>
                </a:lnTo>
                <a:cubicBezTo>
                  <a:pt x="299066" y="109430"/>
                  <a:pt x="299538" y="112797"/>
                  <a:pt x="300482" y="114629"/>
                </a:cubicBezTo>
                <a:cubicBezTo>
                  <a:pt x="301190" y="115868"/>
                  <a:pt x="302282" y="116784"/>
                  <a:pt x="303757" y="117376"/>
                </a:cubicBezTo>
                <a:cubicBezTo>
                  <a:pt x="305233" y="117966"/>
                  <a:pt x="309836" y="118261"/>
                  <a:pt x="317566" y="118261"/>
                </a:cubicBezTo>
                <a:lnTo>
                  <a:pt x="326330" y="118261"/>
                </a:lnTo>
                <a:cubicBezTo>
                  <a:pt x="335535" y="118261"/>
                  <a:pt x="341997" y="117580"/>
                  <a:pt x="345715" y="116219"/>
                </a:cubicBezTo>
                <a:cubicBezTo>
                  <a:pt x="349433" y="114856"/>
                  <a:pt x="352826" y="112443"/>
                  <a:pt x="355895" y="108980"/>
                </a:cubicBezTo>
                <a:cubicBezTo>
                  <a:pt x="358963" y="105515"/>
                  <a:pt x="362032" y="100052"/>
                  <a:pt x="365101" y="92590"/>
                </a:cubicBezTo>
                <a:close/>
                <a:moveTo>
                  <a:pt x="475684" y="92590"/>
                </a:moveTo>
                <a:lnTo>
                  <a:pt x="478606" y="93213"/>
                </a:lnTo>
                <a:lnTo>
                  <a:pt x="468337" y="125873"/>
                </a:lnTo>
                <a:lnTo>
                  <a:pt x="375393" y="125873"/>
                </a:lnTo>
                <a:lnTo>
                  <a:pt x="375393" y="122510"/>
                </a:lnTo>
                <a:lnTo>
                  <a:pt x="379907" y="122510"/>
                </a:lnTo>
                <a:cubicBezTo>
                  <a:pt x="384982" y="122510"/>
                  <a:pt x="388612" y="120874"/>
                  <a:pt x="390795" y="117602"/>
                </a:cubicBezTo>
                <a:cubicBezTo>
                  <a:pt x="392034" y="115732"/>
                  <a:pt x="392654" y="111408"/>
                  <a:pt x="392654" y="104629"/>
                </a:cubicBezTo>
                <a:lnTo>
                  <a:pt x="392654" y="27087"/>
                </a:lnTo>
                <a:cubicBezTo>
                  <a:pt x="392654" y="19629"/>
                  <a:pt x="391828" y="14961"/>
                  <a:pt x="390176" y="13081"/>
                </a:cubicBezTo>
                <a:cubicBezTo>
                  <a:pt x="387874" y="10498"/>
                  <a:pt x="384451" y="9206"/>
                  <a:pt x="379907" y="9206"/>
                </a:cubicBezTo>
                <a:lnTo>
                  <a:pt x="375393" y="9206"/>
                </a:lnTo>
                <a:lnTo>
                  <a:pt x="375393" y="5842"/>
                </a:lnTo>
                <a:lnTo>
                  <a:pt x="429743" y="5842"/>
                </a:lnTo>
                <a:lnTo>
                  <a:pt x="429743" y="9206"/>
                </a:lnTo>
                <a:cubicBezTo>
                  <a:pt x="423370" y="9147"/>
                  <a:pt x="418900" y="9732"/>
                  <a:pt x="416333" y="10960"/>
                </a:cubicBezTo>
                <a:cubicBezTo>
                  <a:pt x="413766" y="12188"/>
                  <a:pt x="412010" y="13738"/>
                  <a:pt x="411066" y="15610"/>
                </a:cubicBezTo>
                <a:cubicBezTo>
                  <a:pt x="410122" y="17481"/>
                  <a:pt x="409650" y="21956"/>
                  <a:pt x="409650" y="29034"/>
                </a:cubicBezTo>
                <a:lnTo>
                  <a:pt x="409650" y="104527"/>
                </a:lnTo>
                <a:cubicBezTo>
                  <a:pt x="409650" y="109430"/>
                  <a:pt x="410122" y="112797"/>
                  <a:pt x="411066" y="114629"/>
                </a:cubicBezTo>
                <a:cubicBezTo>
                  <a:pt x="411774" y="115868"/>
                  <a:pt x="412866" y="116784"/>
                  <a:pt x="414341" y="117376"/>
                </a:cubicBezTo>
                <a:cubicBezTo>
                  <a:pt x="415816" y="117966"/>
                  <a:pt x="420419" y="118261"/>
                  <a:pt x="428150" y="118261"/>
                </a:cubicBezTo>
                <a:lnTo>
                  <a:pt x="436913" y="118261"/>
                </a:lnTo>
                <a:cubicBezTo>
                  <a:pt x="446119" y="118261"/>
                  <a:pt x="452581" y="117580"/>
                  <a:pt x="456299" y="116219"/>
                </a:cubicBezTo>
                <a:cubicBezTo>
                  <a:pt x="460017" y="114856"/>
                  <a:pt x="463410" y="112443"/>
                  <a:pt x="466479" y="108980"/>
                </a:cubicBezTo>
                <a:cubicBezTo>
                  <a:pt x="469547" y="105515"/>
                  <a:pt x="472616" y="100052"/>
                  <a:pt x="475684" y="92590"/>
                </a:cubicBezTo>
                <a:close/>
                <a:moveTo>
                  <a:pt x="556527" y="125873"/>
                </a:moveTo>
                <a:lnTo>
                  <a:pt x="510143" y="24874"/>
                </a:lnTo>
                <a:lnTo>
                  <a:pt x="510143" y="104983"/>
                </a:lnTo>
                <a:cubicBezTo>
                  <a:pt x="510143" y="112359"/>
                  <a:pt x="510940" y="116962"/>
                  <a:pt x="512533" y="118792"/>
                </a:cubicBezTo>
                <a:cubicBezTo>
                  <a:pt x="514717" y="121270"/>
                  <a:pt x="518169" y="122510"/>
                  <a:pt x="522890" y="122510"/>
                </a:cubicBezTo>
                <a:lnTo>
                  <a:pt x="527139" y="122510"/>
                </a:lnTo>
                <a:lnTo>
                  <a:pt x="527139" y="125873"/>
                </a:lnTo>
                <a:lnTo>
                  <a:pt x="485358" y="125873"/>
                </a:lnTo>
                <a:lnTo>
                  <a:pt x="485358" y="122510"/>
                </a:lnTo>
                <a:lnTo>
                  <a:pt x="489607" y="122510"/>
                </a:lnTo>
                <a:cubicBezTo>
                  <a:pt x="494682" y="122510"/>
                  <a:pt x="498282" y="120975"/>
                  <a:pt x="500406" y="117907"/>
                </a:cubicBezTo>
                <a:cubicBezTo>
                  <a:pt x="501704" y="116018"/>
                  <a:pt x="502354" y="111710"/>
                  <a:pt x="502354" y="104983"/>
                </a:cubicBezTo>
                <a:lnTo>
                  <a:pt x="502354" y="26733"/>
                </a:lnTo>
                <a:cubicBezTo>
                  <a:pt x="502354" y="21421"/>
                  <a:pt x="501763" y="17586"/>
                  <a:pt x="500583" y="15225"/>
                </a:cubicBezTo>
                <a:cubicBezTo>
                  <a:pt x="499757" y="13514"/>
                  <a:pt x="498237" y="12083"/>
                  <a:pt x="496025" y="10932"/>
                </a:cubicBezTo>
                <a:cubicBezTo>
                  <a:pt x="493812" y="9781"/>
                  <a:pt x="490256" y="9206"/>
                  <a:pt x="485358" y="9206"/>
                </a:cubicBezTo>
                <a:lnTo>
                  <a:pt x="485358" y="5842"/>
                </a:lnTo>
                <a:lnTo>
                  <a:pt x="519349" y="5842"/>
                </a:lnTo>
                <a:lnTo>
                  <a:pt x="562900" y="99741"/>
                </a:lnTo>
                <a:lnTo>
                  <a:pt x="605743" y="5842"/>
                </a:lnTo>
                <a:lnTo>
                  <a:pt x="639734" y="5842"/>
                </a:lnTo>
                <a:lnTo>
                  <a:pt x="639734" y="9206"/>
                </a:lnTo>
                <a:lnTo>
                  <a:pt x="635574" y="9206"/>
                </a:lnTo>
                <a:cubicBezTo>
                  <a:pt x="630440" y="9206"/>
                  <a:pt x="626811" y="10740"/>
                  <a:pt x="624686" y="13809"/>
                </a:cubicBezTo>
                <a:cubicBezTo>
                  <a:pt x="623388" y="15697"/>
                  <a:pt x="622739" y="20005"/>
                  <a:pt x="622739" y="26733"/>
                </a:cubicBezTo>
                <a:lnTo>
                  <a:pt x="622739" y="104983"/>
                </a:lnTo>
                <a:cubicBezTo>
                  <a:pt x="622739" y="112360"/>
                  <a:pt x="623565" y="116962"/>
                  <a:pt x="625217" y="118792"/>
                </a:cubicBezTo>
                <a:cubicBezTo>
                  <a:pt x="627401" y="121270"/>
                  <a:pt x="630853" y="122510"/>
                  <a:pt x="635574" y="122510"/>
                </a:cubicBezTo>
                <a:lnTo>
                  <a:pt x="639734" y="122510"/>
                </a:lnTo>
                <a:lnTo>
                  <a:pt x="639734" y="125873"/>
                </a:lnTo>
                <a:lnTo>
                  <a:pt x="588748" y="125873"/>
                </a:lnTo>
                <a:lnTo>
                  <a:pt x="588748" y="122510"/>
                </a:lnTo>
                <a:lnTo>
                  <a:pt x="592997" y="122510"/>
                </a:lnTo>
                <a:cubicBezTo>
                  <a:pt x="598131" y="122510"/>
                  <a:pt x="601730" y="120975"/>
                  <a:pt x="603796" y="117907"/>
                </a:cubicBezTo>
                <a:cubicBezTo>
                  <a:pt x="605094" y="116018"/>
                  <a:pt x="605743" y="111710"/>
                  <a:pt x="605743" y="104983"/>
                </a:cubicBezTo>
                <a:lnTo>
                  <a:pt x="605743" y="24874"/>
                </a:lnTo>
                <a:lnTo>
                  <a:pt x="559448" y="125873"/>
                </a:lnTo>
                <a:lnTo>
                  <a:pt x="556527" y="125873"/>
                </a:lnTo>
                <a:close/>
                <a:moveTo>
                  <a:pt x="746902" y="42489"/>
                </a:moveTo>
                <a:lnTo>
                  <a:pt x="746902" y="70107"/>
                </a:lnTo>
                <a:lnTo>
                  <a:pt x="743981" y="70107"/>
                </a:lnTo>
                <a:cubicBezTo>
                  <a:pt x="741738" y="61467"/>
                  <a:pt x="738861" y="55590"/>
                  <a:pt x="735350" y="52475"/>
                </a:cubicBezTo>
                <a:cubicBezTo>
                  <a:pt x="731839" y="49358"/>
                  <a:pt x="727369" y="47800"/>
                  <a:pt x="721940" y="47800"/>
                </a:cubicBezTo>
                <a:cubicBezTo>
                  <a:pt x="717809" y="47800"/>
                  <a:pt x="714475" y="48888"/>
                  <a:pt x="711937" y="51064"/>
                </a:cubicBezTo>
                <a:cubicBezTo>
                  <a:pt x="709399" y="53240"/>
                  <a:pt x="708131" y="55651"/>
                  <a:pt x="708131" y="58298"/>
                </a:cubicBezTo>
                <a:cubicBezTo>
                  <a:pt x="708131" y="61590"/>
                  <a:pt x="709075" y="64412"/>
                  <a:pt x="710963" y="66765"/>
                </a:cubicBezTo>
                <a:cubicBezTo>
                  <a:pt x="712793" y="69175"/>
                  <a:pt x="716510" y="71733"/>
                  <a:pt x="722117" y="74439"/>
                </a:cubicBezTo>
                <a:lnTo>
                  <a:pt x="735040" y="80701"/>
                </a:lnTo>
                <a:cubicBezTo>
                  <a:pt x="747020" y="86536"/>
                  <a:pt x="753010" y="94227"/>
                  <a:pt x="753010" y="103774"/>
                </a:cubicBezTo>
                <a:cubicBezTo>
                  <a:pt x="753010" y="111141"/>
                  <a:pt x="750221" y="117080"/>
                  <a:pt x="744645" y="121588"/>
                </a:cubicBezTo>
                <a:cubicBezTo>
                  <a:pt x="739068" y="126097"/>
                  <a:pt x="732827" y="128352"/>
                  <a:pt x="725923" y="128352"/>
                </a:cubicBezTo>
                <a:cubicBezTo>
                  <a:pt x="720966" y="128352"/>
                  <a:pt x="715301" y="127511"/>
                  <a:pt x="708927" y="125829"/>
                </a:cubicBezTo>
                <a:cubicBezTo>
                  <a:pt x="706980" y="125268"/>
                  <a:pt x="705387" y="124988"/>
                  <a:pt x="704147" y="124988"/>
                </a:cubicBezTo>
                <a:cubicBezTo>
                  <a:pt x="702790" y="124988"/>
                  <a:pt x="701728" y="125696"/>
                  <a:pt x="700961" y="127113"/>
                </a:cubicBezTo>
                <a:lnTo>
                  <a:pt x="698040" y="127113"/>
                </a:lnTo>
                <a:lnTo>
                  <a:pt x="698040" y="98079"/>
                </a:lnTo>
                <a:lnTo>
                  <a:pt x="700961" y="98079"/>
                </a:lnTo>
                <a:cubicBezTo>
                  <a:pt x="702613" y="106340"/>
                  <a:pt x="705770" y="112566"/>
                  <a:pt x="710432" y="116756"/>
                </a:cubicBezTo>
                <a:cubicBezTo>
                  <a:pt x="715094" y="120946"/>
                  <a:pt x="720317" y="123041"/>
                  <a:pt x="726100" y="123041"/>
                </a:cubicBezTo>
                <a:cubicBezTo>
                  <a:pt x="730172" y="123041"/>
                  <a:pt x="733491" y="121852"/>
                  <a:pt x="736058" y="119475"/>
                </a:cubicBezTo>
                <a:cubicBezTo>
                  <a:pt x="738625" y="117096"/>
                  <a:pt x="739909" y="114233"/>
                  <a:pt x="739909" y="110886"/>
                </a:cubicBezTo>
                <a:cubicBezTo>
                  <a:pt x="739909" y="106834"/>
                  <a:pt x="738478" y="103429"/>
                  <a:pt x="735616" y="100670"/>
                </a:cubicBezTo>
                <a:cubicBezTo>
                  <a:pt x="732754" y="97910"/>
                  <a:pt x="727044" y="94423"/>
                  <a:pt x="718487" y="90211"/>
                </a:cubicBezTo>
                <a:cubicBezTo>
                  <a:pt x="709931" y="85998"/>
                  <a:pt x="704324" y="82177"/>
                  <a:pt x="701669" y="78748"/>
                </a:cubicBezTo>
                <a:cubicBezTo>
                  <a:pt x="699013" y="75379"/>
                  <a:pt x="697685" y="71124"/>
                  <a:pt x="697685" y="65982"/>
                </a:cubicBezTo>
                <a:cubicBezTo>
                  <a:pt x="697685" y="59303"/>
                  <a:pt x="699972" y="53718"/>
                  <a:pt x="704546" y="49227"/>
                </a:cubicBezTo>
                <a:cubicBezTo>
                  <a:pt x="709119" y="44735"/>
                  <a:pt x="715035" y="42489"/>
                  <a:pt x="722294" y="42489"/>
                </a:cubicBezTo>
                <a:cubicBezTo>
                  <a:pt x="725480" y="42489"/>
                  <a:pt x="729346" y="43168"/>
                  <a:pt x="733890" y="44525"/>
                </a:cubicBezTo>
                <a:cubicBezTo>
                  <a:pt x="736899" y="45410"/>
                  <a:pt x="738906" y="45853"/>
                  <a:pt x="739909" y="45853"/>
                </a:cubicBezTo>
                <a:cubicBezTo>
                  <a:pt x="740853" y="45853"/>
                  <a:pt x="741591" y="45646"/>
                  <a:pt x="742122" y="45233"/>
                </a:cubicBezTo>
                <a:cubicBezTo>
                  <a:pt x="742653" y="44820"/>
                  <a:pt x="743273" y="43905"/>
                  <a:pt x="743981" y="42489"/>
                </a:cubicBezTo>
                <a:lnTo>
                  <a:pt x="746902" y="42489"/>
                </a:lnTo>
                <a:close/>
                <a:moveTo>
                  <a:pt x="788565" y="18058"/>
                </a:moveTo>
                <a:lnTo>
                  <a:pt x="788565" y="44790"/>
                </a:lnTo>
                <a:lnTo>
                  <a:pt x="807508" y="44790"/>
                </a:lnTo>
                <a:lnTo>
                  <a:pt x="807508" y="50810"/>
                </a:lnTo>
                <a:lnTo>
                  <a:pt x="788565" y="50987"/>
                </a:lnTo>
                <a:lnTo>
                  <a:pt x="788565" y="103639"/>
                </a:lnTo>
                <a:cubicBezTo>
                  <a:pt x="788565" y="108896"/>
                  <a:pt x="789317" y="112442"/>
                  <a:pt x="790822" y="114275"/>
                </a:cubicBezTo>
                <a:cubicBezTo>
                  <a:pt x="792327" y="116106"/>
                  <a:pt x="794259" y="117021"/>
                  <a:pt x="796620" y="117021"/>
                </a:cubicBezTo>
                <a:cubicBezTo>
                  <a:pt x="798567" y="117021"/>
                  <a:pt x="800456" y="116409"/>
                  <a:pt x="802285" y="115185"/>
                </a:cubicBezTo>
                <a:cubicBezTo>
                  <a:pt x="804114" y="113960"/>
                  <a:pt x="805531" y="112153"/>
                  <a:pt x="806534" y="109763"/>
                </a:cubicBezTo>
                <a:lnTo>
                  <a:pt x="809986" y="109763"/>
                </a:lnTo>
                <a:cubicBezTo>
                  <a:pt x="807921" y="115576"/>
                  <a:pt x="805000" y="119950"/>
                  <a:pt x="801223" y="122886"/>
                </a:cubicBezTo>
                <a:cubicBezTo>
                  <a:pt x="797446" y="125822"/>
                  <a:pt x="793551" y="127290"/>
                  <a:pt x="789538" y="127290"/>
                </a:cubicBezTo>
                <a:cubicBezTo>
                  <a:pt x="786824" y="127290"/>
                  <a:pt x="784168" y="126534"/>
                  <a:pt x="781572" y="125024"/>
                </a:cubicBezTo>
                <a:cubicBezTo>
                  <a:pt x="778975" y="123514"/>
                  <a:pt x="777057" y="121352"/>
                  <a:pt x="775818" y="118540"/>
                </a:cubicBezTo>
                <a:cubicBezTo>
                  <a:pt x="774579" y="115728"/>
                  <a:pt x="773959" y="111390"/>
                  <a:pt x="773959" y="105528"/>
                </a:cubicBezTo>
                <a:lnTo>
                  <a:pt x="773959" y="50810"/>
                </a:lnTo>
                <a:lnTo>
                  <a:pt x="761124" y="50810"/>
                </a:lnTo>
                <a:lnTo>
                  <a:pt x="761124" y="47971"/>
                </a:lnTo>
                <a:cubicBezTo>
                  <a:pt x="764370" y="46681"/>
                  <a:pt x="767689" y="44495"/>
                  <a:pt x="771082" y="41416"/>
                </a:cubicBezTo>
                <a:cubicBezTo>
                  <a:pt x="774476" y="38336"/>
                  <a:pt x="777500" y="34665"/>
                  <a:pt x="780155" y="30403"/>
                </a:cubicBezTo>
                <a:cubicBezTo>
                  <a:pt x="781513" y="28153"/>
                  <a:pt x="783401" y="24038"/>
                  <a:pt x="785821" y="18058"/>
                </a:cubicBezTo>
                <a:lnTo>
                  <a:pt x="788565" y="18058"/>
                </a:lnTo>
                <a:close/>
                <a:moveTo>
                  <a:pt x="838958" y="42489"/>
                </a:moveTo>
                <a:lnTo>
                  <a:pt x="838958" y="60724"/>
                </a:lnTo>
                <a:cubicBezTo>
                  <a:pt x="845744" y="48567"/>
                  <a:pt x="852708" y="42489"/>
                  <a:pt x="859848" y="42489"/>
                </a:cubicBezTo>
                <a:cubicBezTo>
                  <a:pt x="863094" y="42489"/>
                  <a:pt x="865779" y="43477"/>
                  <a:pt x="867904" y="45454"/>
                </a:cubicBezTo>
                <a:cubicBezTo>
                  <a:pt x="870028" y="47431"/>
                  <a:pt x="871090" y="49718"/>
                  <a:pt x="871090" y="52314"/>
                </a:cubicBezTo>
                <a:cubicBezTo>
                  <a:pt x="871090" y="54616"/>
                  <a:pt x="870323" y="56563"/>
                  <a:pt x="868789" y="58157"/>
                </a:cubicBezTo>
                <a:cubicBezTo>
                  <a:pt x="867254" y="59750"/>
                  <a:pt x="865425" y="60547"/>
                  <a:pt x="863301" y="60547"/>
                </a:cubicBezTo>
                <a:cubicBezTo>
                  <a:pt x="861235" y="60547"/>
                  <a:pt x="858919" y="59543"/>
                  <a:pt x="856352" y="57537"/>
                </a:cubicBezTo>
                <a:cubicBezTo>
                  <a:pt x="853785" y="55531"/>
                  <a:pt x="851882" y="54527"/>
                  <a:pt x="850642" y="54527"/>
                </a:cubicBezTo>
                <a:cubicBezTo>
                  <a:pt x="849580" y="54527"/>
                  <a:pt x="848430" y="55113"/>
                  <a:pt x="847190" y="56284"/>
                </a:cubicBezTo>
                <a:cubicBezTo>
                  <a:pt x="844535" y="58687"/>
                  <a:pt x="841791" y="62642"/>
                  <a:pt x="838958" y="68148"/>
                </a:cubicBezTo>
                <a:lnTo>
                  <a:pt x="838958" y="106930"/>
                </a:lnTo>
                <a:cubicBezTo>
                  <a:pt x="838958" y="111419"/>
                  <a:pt x="839519" y="114814"/>
                  <a:pt x="840640" y="117116"/>
                </a:cubicBezTo>
                <a:cubicBezTo>
                  <a:pt x="841407" y="118711"/>
                  <a:pt x="842764" y="120038"/>
                  <a:pt x="844712" y="121099"/>
                </a:cubicBezTo>
                <a:cubicBezTo>
                  <a:pt x="846659" y="122157"/>
                  <a:pt x="849462" y="122687"/>
                  <a:pt x="853121" y="122687"/>
                </a:cubicBezTo>
                <a:lnTo>
                  <a:pt x="853121" y="125873"/>
                </a:lnTo>
                <a:lnTo>
                  <a:pt x="811606" y="125873"/>
                </a:lnTo>
                <a:lnTo>
                  <a:pt x="811606" y="122687"/>
                </a:lnTo>
                <a:cubicBezTo>
                  <a:pt x="815737" y="122687"/>
                  <a:pt x="818805" y="122030"/>
                  <a:pt x="820812" y="120717"/>
                </a:cubicBezTo>
                <a:cubicBezTo>
                  <a:pt x="822287" y="119762"/>
                  <a:pt x="823320" y="118240"/>
                  <a:pt x="823910" y="116150"/>
                </a:cubicBezTo>
                <a:cubicBezTo>
                  <a:pt x="824205" y="115134"/>
                  <a:pt x="824352" y="112238"/>
                  <a:pt x="824352" y="107461"/>
                </a:cubicBezTo>
                <a:lnTo>
                  <a:pt x="824352" y="76303"/>
                </a:lnTo>
                <a:cubicBezTo>
                  <a:pt x="824352" y="66861"/>
                  <a:pt x="824161" y="61240"/>
                  <a:pt x="823777" y="59440"/>
                </a:cubicBezTo>
                <a:cubicBezTo>
                  <a:pt x="823394" y="57640"/>
                  <a:pt x="822685" y="56327"/>
                  <a:pt x="821653" y="55501"/>
                </a:cubicBezTo>
                <a:cubicBezTo>
                  <a:pt x="820620" y="54675"/>
                  <a:pt x="819336" y="54262"/>
                  <a:pt x="817802" y="54262"/>
                </a:cubicBezTo>
                <a:cubicBezTo>
                  <a:pt x="815973" y="54262"/>
                  <a:pt x="813907" y="54704"/>
                  <a:pt x="811606" y="55590"/>
                </a:cubicBezTo>
                <a:lnTo>
                  <a:pt x="810721" y="52403"/>
                </a:lnTo>
                <a:lnTo>
                  <a:pt x="835240" y="42489"/>
                </a:lnTo>
                <a:lnTo>
                  <a:pt x="838958" y="42489"/>
                </a:lnTo>
                <a:close/>
                <a:moveTo>
                  <a:pt x="921544" y="114283"/>
                </a:moveTo>
                <a:cubicBezTo>
                  <a:pt x="913223" y="120713"/>
                  <a:pt x="908000" y="124429"/>
                  <a:pt x="905876" y="125431"/>
                </a:cubicBezTo>
                <a:cubicBezTo>
                  <a:pt x="902689" y="126906"/>
                  <a:pt x="899296" y="127644"/>
                  <a:pt x="895696" y="127644"/>
                </a:cubicBezTo>
                <a:cubicBezTo>
                  <a:pt x="890090" y="127644"/>
                  <a:pt x="885472" y="125726"/>
                  <a:pt x="881843" y="121890"/>
                </a:cubicBezTo>
                <a:cubicBezTo>
                  <a:pt x="878214" y="118054"/>
                  <a:pt x="876399" y="113009"/>
                  <a:pt x="876399" y="106753"/>
                </a:cubicBezTo>
                <a:cubicBezTo>
                  <a:pt x="876399" y="102799"/>
                  <a:pt x="877284" y="99377"/>
                  <a:pt x="879055" y="96485"/>
                </a:cubicBezTo>
                <a:cubicBezTo>
                  <a:pt x="881474" y="92472"/>
                  <a:pt x="885679" y="88696"/>
                  <a:pt x="891669" y="85155"/>
                </a:cubicBezTo>
                <a:cubicBezTo>
                  <a:pt x="897658" y="81614"/>
                  <a:pt x="907617" y="77306"/>
                  <a:pt x="921544" y="72231"/>
                </a:cubicBezTo>
                <a:lnTo>
                  <a:pt x="921544" y="69056"/>
                </a:lnTo>
                <a:cubicBezTo>
                  <a:pt x="921544" y="61000"/>
                  <a:pt x="920260" y="55473"/>
                  <a:pt x="917693" y="52475"/>
                </a:cubicBezTo>
                <a:cubicBezTo>
                  <a:pt x="915126" y="49476"/>
                  <a:pt x="911394" y="47977"/>
                  <a:pt x="906496" y="47977"/>
                </a:cubicBezTo>
                <a:cubicBezTo>
                  <a:pt x="902778" y="47977"/>
                  <a:pt x="899827" y="48980"/>
                  <a:pt x="897644" y="50987"/>
                </a:cubicBezTo>
                <a:cubicBezTo>
                  <a:pt x="895401" y="52993"/>
                  <a:pt x="894280" y="55295"/>
                  <a:pt x="894280" y="57891"/>
                </a:cubicBezTo>
                <a:lnTo>
                  <a:pt x="894457" y="63025"/>
                </a:lnTo>
                <a:cubicBezTo>
                  <a:pt x="894457" y="65740"/>
                  <a:pt x="893764" y="67835"/>
                  <a:pt x="892377" y="69310"/>
                </a:cubicBezTo>
                <a:cubicBezTo>
                  <a:pt x="890990" y="70785"/>
                  <a:pt x="889175" y="71523"/>
                  <a:pt x="886933" y="71523"/>
                </a:cubicBezTo>
                <a:cubicBezTo>
                  <a:pt x="884750" y="71523"/>
                  <a:pt x="882964" y="70754"/>
                  <a:pt x="881578" y="69216"/>
                </a:cubicBezTo>
                <a:cubicBezTo>
                  <a:pt x="880191" y="67676"/>
                  <a:pt x="879497" y="65575"/>
                  <a:pt x="879497" y="62912"/>
                </a:cubicBezTo>
                <a:cubicBezTo>
                  <a:pt x="879497" y="57820"/>
                  <a:pt x="882094" y="53143"/>
                  <a:pt x="887287" y="48882"/>
                </a:cubicBezTo>
                <a:cubicBezTo>
                  <a:pt x="892480" y="44620"/>
                  <a:pt x="899768" y="42489"/>
                  <a:pt x="909151" y="42489"/>
                </a:cubicBezTo>
                <a:cubicBezTo>
                  <a:pt x="916351" y="42489"/>
                  <a:pt x="922252" y="43697"/>
                  <a:pt x="926855" y="46113"/>
                </a:cubicBezTo>
                <a:cubicBezTo>
                  <a:pt x="930337" y="47940"/>
                  <a:pt x="932904" y="50799"/>
                  <a:pt x="934556" y="54691"/>
                </a:cubicBezTo>
                <a:cubicBezTo>
                  <a:pt x="935618" y="57224"/>
                  <a:pt x="936149" y="62411"/>
                  <a:pt x="936149" y="70251"/>
                </a:cubicBezTo>
                <a:lnTo>
                  <a:pt x="936149" y="97747"/>
                </a:lnTo>
                <a:cubicBezTo>
                  <a:pt x="936149" y="105468"/>
                  <a:pt x="936297" y="110198"/>
                  <a:pt x="936592" y="111937"/>
                </a:cubicBezTo>
                <a:cubicBezTo>
                  <a:pt x="936887" y="113676"/>
                  <a:pt x="937374" y="114841"/>
                  <a:pt x="938052" y="115431"/>
                </a:cubicBezTo>
                <a:cubicBezTo>
                  <a:pt x="938731" y="116019"/>
                  <a:pt x="939513" y="116313"/>
                  <a:pt x="940398" y="116313"/>
                </a:cubicBezTo>
                <a:cubicBezTo>
                  <a:pt x="941342" y="116313"/>
                  <a:pt x="942169" y="116107"/>
                  <a:pt x="942877" y="115694"/>
                </a:cubicBezTo>
                <a:cubicBezTo>
                  <a:pt x="944116" y="114927"/>
                  <a:pt x="946506" y="112773"/>
                  <a:pt x="950047" y="109232"/>
                </a:cubicBezTo>
                <a:lnTo>
                  <a:pt x="950047" y="114189"/>
                </a:lnTo>
                <a:cubicBezTo>
                  <a:pt x="943437" y="123041"/>
                  <a:pt x="937123" y="127467"/>
                  <a:pt x="931104" y="127467"/>
                </a:cubicBezTo>
                <a:cubicBezTo>
                  <a:pt x="928212" y="127467"/>
                  <a:pt x="925911" y="126471"/>
                  <a:pt x="924199" y="124479"/>
                </a:cubicBezTo>
                <a:cubicBezTo>
                  <a:pt x="922488" y="122486"/>
                  <a:pt x="921603" y="119087"/>
                  <a:pt x="921544" y="114283"/>
                </a:cubicBezTo>
                <a:moveTo>
                  <a:pt x="921544" y="108543"/>
                </a:moveTo>
                <a:lnTo>
                  <a:pt x="921544" y="77719"/>
                </a:lnTo>
                <a:cubicBezTo>
                  <a:pt x="912633" y="81253"/>
                  <a:pt x="906879" y="83755"/>
                  <a:pt x="904283" y="85227"/>
                </a:cubicBezTo>
                <a:cubicBezTo>
                  <a:pt x="899621" y="87818"/>
                  <a:pt x="896286" y="90527"/>
                  <a:pt x="894280" y="93354"/>
                </a:cubicBezTo>
                <a:cubicBezTo>
                  <a:pt x="892274" y="96179"/>
                  <a:pt x="891270" y="99270"/>
                  <a:pt x="891270" y="102626"/>
                </a:cubicBezTo>
                <a:cubicBezTo>
                  <a:pt x="891270" y="106866"/>
                  <a:pt x="892539" y="110384"/>
                  <a:pt x="895077" y="113182"/>
                </a:cubicBezTo>
                <a:cubicBezTo>
                  <a:pt x="897614" y="115978"/>
                  <a:pt x="900535" y="117376"/>
                  <a:pt x="903840" y="117376"/>
                </a:cubicBezTo>
                <a:cubicBezTo>
                  <a:pt x="908325" y="117376"/>
                  <a:pt x="914226" y="114431"/>
                  <a:pt x="921544" y="108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off">
            <a:extLst xmlns:a="http://schemas.openxmlformats.org/drawingml/2006/main">
              <a:ext uri="{FF2B5EF4-FFF2-40B4-BE49-F238E27FC236}">
                <a16:creationId xmlns:a16="http://schemas.microsoft.com/office/drawing/2014/main" id="{9CE4B471-B9AE-4BD3-82C6-E723EF2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072" y="3595143"/>
            <a:ext cx="269007" cy="128352"/>
          </a:xfrm>
          <a:custGeom xmlns:a="http://schemas.openxmlformats.org/drawingml/2006/main">
            <a:pathLst>
              <a:path w="269007" h="128352" fill="none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6" y="116785"/>
                  <a:pt x="124368" y="118792"/>
                </a:cubicBezTo>
                <a:cubicBezTo>
                  <a:pt x="126552" y="121388"/>
                  <a:pt x="129473" y="122687"/>
                  <a:pt x="133132" y="122687"/>
                </a:cubicBezTo>
                <a:lnTo>
                  <a:pt x="140479" y="122687"/>
                </a:lnTo>
                <a:lnTo>
                  <a:pt x="140479" y="125873"/>
                </a:lnTo>
                <a:lnTo>
                  <a:pt x="92059" y="125873"/>
                </a:lnTo>
                <a:lnTo>
                  <a:pt x="92059" y="122687"/>
                </a:lnTo>
                <a:lnTo>
                  <a:pt x="95688" y="122687"/>
                </a:lnTo>
                <a:cubicBezTo>
                  <a:pt x="98049" y="122687"/>
                  <a:pt x="100203" y="122097"/>
                  <a:pt x="102150" y="120916"/>
                </a:cubicBezTo>
                <a:cubicBezTo>
                  <a:pt x="104098" y="119736"/>
                  <a:pt x="105440" y="118143"/>
                  <a:pt x="106178" y="116136"/>
                </a:cubicBezTo>
                <a:cubicBezTo>
                  <a:pt x="106915" y="114130"/>
                  <a:pt x="107284" y="110235"/>
                  <a:pt x="107284" y="104452"/>
                </a:cubicBezTo>
                <a:lnTo>
                  <a:pt x="107284" y="51164"/>
                </a:lnTo>
                <a:lnTo>
                  <a:pt x="91528" y="51164"/>
                </a:lnTo>
                <a:lnTo>
                  <a:pt x="91528" y="44790"/>
                </a:lnTo>
                <a:lnTo>
                  <a:pt x="107284" y="44790"/>
                </a:lnTo>
                <a:lnTo>
                  <a:pt x="107284" y="39457"/>
                </a:lnTo>
                <a:cubicBezTo>
                  <a:pt x="107284" y="31341"/>
                  <a:pt x="108583" y="24469"/>
                  <a:pt x="111179" y="18841"/>
                </a:cubicBezTo>
                <a:cubicBezTo>
                  <a:pt x="113776" y="13212"/>
                  <a:pt x="117744" y="8666"/>
                  <a:pt x="123085" y="5200"/>
                </a:cubicBezTo>
                <a:cubicBezTo>
                  <a:pt x="128425" y="1733"/>
                  <a:pt x="134430" y="0"/>
                  <a:pt x="141098" y="0"/>
                </a:cubicBezTo>
                <a:cubicBezTo>
                  <a:pt x="147295" y="0"/>
                  <a:pt x="152989" y="2006"/>
                  <a:pt x="158182" y="6019"/>
                </a:cubicBezTo>
                <a:cubicBezTo>
                  <a:pt x="161605" y="8675"/>
                  <a:pt x="163316" y="11655"/>
                  <a:pt x="163316" y="14960"/>
                </a:cubicBezTo>
                <a:cubicBezTo>
                  <a:pt x="163316" y="16730"/>
                  <a:pt x="162549" y="18397"/>
                  <a:pt x="161015" y="19961"/>
                </a:cubicBezTo>
                <a:cubicBezTo>
                  <a:pt x="159481" y="21525"/>
                  <a:pt x="157828" y="22307"/>
                  <a:pt x="156058" y="22307"/>
                </a:cubicBezTo>
                <a:cubicBezTo>
                  <a:pt x="154701" y="22307"/>
                  <a:pt x="153270" y="21820"/>
                  <a:pt x="151765" y="20846"/>
                </a:cubicBezTo>
                <a:cubicBezTo>
                  <a:pt x="150260" y="19872"/>
                  <a:pt x="148416" y="17777"/>
                  <a:pt x="146232" y="14561"/>
                </a:cubicBezTo>
                <a:cubicBezTo>
                  <a:pt x="144049" y="11345"/>
                  <a:pt x="142043" y="9176"/>
                  <a:pt x="140213" y="8055"/>
                </a:cubicBezTo>
                <a:cubicBezTo>
                  <a:pt x="138384" y="6934"/>
                  <a:pt x="136348" y="6373"/>
                  <a:pt x="134105" y="6373"/>
                </a:cubicBezTo>
                <a:cubicBezTo>
                  <a:pt x="131391" y="6373"/>
                  <a:pt x="129089" y="7100"/>
                  <a:pt x="127201" y="8553"/>
                </a:cubicBezTo>
                <a:cubicBezTo>
                  <a:pt x="125313" y="10004"/>
                  <a:pt x="123955" y="12257"/>
                  <a:pt x="123129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0" y="44790"/>
                </a:lnTo>
                <a:lnTo>
                  <a:pt x="142780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9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9" y="122687"/>
                </a:lnTo>
                <a:cubicBezTo>
                  <a:pt x="203739" y="122687"/>
                  <a:pt x="205893" y="122097"/>
                  <a:pt x="207841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6" y="114130"/>
                  <a:pt x="212975" y="110235"/>
                  <a:pt x="212975" y="104452"/>
                </a:cubicBezTo>
                <a:lnTo>
                  <a:pt x="212975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5" y="44790"/>
                </a:lnTo>
                <a:lnTo>
                  <a:pt x="212975" y="39457"/>
                </a:lnTo>
                <a:cubicBezTo>
                  <a:pt x="212975" y="31341"/>
                  <a:pt x="214273" y="24469"/>
                  <a:pt x="216869" y="18841"/>
                </a:cubicBezTo>
                <a:cubicBezTo>
                  <a:pt x="219466" y="13212"/>
                  <a:pt x="223435" y="8666"/>
                  <a:pt x="228775" y="5200"/>
                </a:cubicBezTo>
                <a:cubicBezTo>
                  <a:pt x="234116" y="1733"/>
                  <a:pt x="240120" y="0"/>
                  <a:pt x="246789" y="0"/>
                </a:cubicBezTo>
                <a:cubicBezTo>
                  <a:pt x="252985" y="0"/>
                  <a:pt x="258680" y="2006"/>
                  <a:pt x="263873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40" y="18397"/>
                  <a:pt x="266705" y="19961"/>
                </a:cubicBezTo>
                <a:cubicBezTo>
                  <a:pt x="265171" y="21525"/>
                  <a:pt x="263519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3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6" y="6373"/>
                </a:cubicBezTo>
                <a:cubicBezTo>
                  <a:pt x="237081" y="6373"/>
                  <a:pt x="234780" y="7100"/>
                  <a:pt x="232891" y="8553"/>
                </a:cubicBezTo>
                <a:cubicBezTo>
                  <a:pt x="231003" y="10004"/>
                  <a:pt x="229646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1" y="44790"/>
                </a:lnTo>
                <a:lnTo>
                  <a:pt x="248471" y="51164"/>
                </a:lnTo>
                <a:lnTo>
                  <a:pt x="227580" y="511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128" name="Text iveLLMstra">
            <a:extLst xmlns:a="http://schemas.openxmlformats.org/drawingml/2006/main">
              <a:ext uri="{FF2B5EF4-FFF2-40B4-BE49-F238E27FC236}">
                <a16:creationId xmlns:a16="http://schemas.microsoft.com/office/drawing/2014/main" id="{E21C480D-0305-4CA7-81AA-B6A77272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976" y="3595143"/>
            <a:ext cx="950047" cy="128352"/>
          </a:xfrm>
          <a:custGeom xmlns:a="http://schemas.openxmlformats.org/drawingml/2006/main">
            <a:pathLst>
              <a:path w="950047" h="128352" fill="none">
                <a:moveTo>
                  <a:pt x="20979" y="0"/>
                </a:moveTo>
                <a:cubicBezTo>
                  <a:pt x="23457" y="0"/>
                  <a:pt x="25567" y="875"/>
                  <a:pt x="27308" y="2625"/>
                </a:cubicBezTo>
                <a:cubicBezTo>
                  <a:pt x="29049" y="4373"/>
                  <a:pt x="29919" y="6493"/>
                  <a:pt x="29919" y="8985"/>
                </a:cubicBezTo>
                <a:cubicBezTo>
                  <a:pt x="29919" y="11476"/>
                  <a:pt x="29049" y="13612"/>
                  <a:pt x="27308" y="15391"/>
                </a:cubicBezTo>
                <a:cubicBezTo>
                  <a:pt x="25567" y="17169"/>
                  <a:pt x="23457" y="18058"/>
                  <a:pt x="20979" y="18058"/>
                </a:cubicBezTo>
                <a:cubicBezTo>
                  <a:pt x="18500" y="18058"/>
                  <a:pt x="16376" y="17169"/>
                  <a:pt x="14606" y="15391"/>
                </a:cubicBezTo>
                <a:cubicBezTo>
                  <a:pt x="12835" y="13612"/>
                  <a:pt x="11950" y="11476"/>
                  <a:pt x="11950" y="8985"/>
                </a:cubicBezTo>
                <a:cubicBezTo>
                  <a:pt x="11950" y="6493"/>
                  <a:pt x="12820" y="4373"/>
                  <a:pt x="14561" y="2625"/>
                </a:cubicBezTo>
                <a:cubicBezTo>
                  <a:pt x="16302" y="875"/>
                  <a:pt x="18441" y="0"/>
                  <a:pt x="20979" y="0"/>
                </a:cubicBezTo>
                <a:moveTo>
                  <a:pt x="28326" y="42489"/>
                </a:moveTo>
                <a:lnTo>
                  <a:pt x="28326" y="107461"/>
                </a:lnTo>
                <a:cubicBezTo>
                  <a:pt x="28326" y="112566"/>
                  <a:pt x="28695" y="115965"/>
                  <a:pt x="29432" y="117658"/>
                </a:cubicBezTo>
                <a:cubicBezTo>
                  <a:pt x="30170" y="119349"/>
                  <a:pt x="31262" y="120610"/>
                  <a:pt x="32708" y="121442"/>
                </a:cubicBezTo>
                <a:cubicBezTo>
                  <a:pt x="34153" y="122272"/>
                  <a:pt x="36794" y="122687"/>
                  <a:pt x="40630" y="122687"/>
                </a:cubicBezTo>
                <a:lnTo>
                  <a:pt x="40630" y="125873"/>
                </a:lnTo>
                <a:lnTo>
                  <a:pt x="1239" y="125873"/>
                </a:lnTo>
                <a:lnTo>
                  <a:pt x="1239" y="122687"/>
                </a:lnTo>
                <a:cubicBezTo>
                  <a:pt x="5193" y="122687"/>
                  <a:pt x="7849" y="122301"/>
                  <a:pt x="9206" y="121530"/>
                </a:cubicBezTo>
                <a:cubicBezTo>
                  <a:pt x="10563" y="120758"/>
                  <a:pt x="11640" y="119482"/>
                  <a:pt x="12437" y="117702"/>
                </a:cubicBezTo>
                <a:cubicBezTo>
                  <a:pt x="13234" y="115921"/>
                  <a:pt x="13632" y="112507"/>
                  <a:pt x="13632" y="107461"/>
                </a:cubicBezTo>
                <a:lnTo>
                  <a:pt x="13632" y="76480"/>
                </a:lnTo>
                <a:cubicBezTo>
                  <a:pt x="13632" y="67650"/>
                  <a:pt x="13366" y="61932"/>
                  <a:pt x="12835" y="59324"/>
                </a:cubicBezTo>
                <a:cubicBezTo>
                  <a:pt x="12422" y="57426"/>
                  <a:pt x="11773" y="56109"/>
                  <a:pt x="10888" y="55371"/>
                </a:cubicBezTo>
                <a:cubicBezTo>
                  <a:pt x="10003" y="54632"/>
                  <a:pt x="8793" y="54262"/>
                  <a:pt x="7259" y="54262"/>
                </a:cubicBezTo>
                <a:cubicBezTo>
                  <a:pt x="5606" y="54262"/>
                  <a:pt x="3600" y="54704"/>
                  <a:pt x="1239" y="55590"/>
                </a:cubicBezTo>
                <a:lnTo>
                  <a:pt x="0" y="52403"/>
                </a:lnTo>
                <a:lnTo>
                  <a:pt x="24431" y="42489"/>
                </a:lnTo>
                <a:lnTo>
                  <a:pt x="28326" y="42489"/>
                </a:lnTo>
                <a:close/>
                <a:moveTo>
                  <a:pt x="46410" y="44790"/>
                </a:moveTo>
                <a:lnTo>
                  <a:pt x="84562" y="44790"/>
                </a:lnTo>
                <a:lnTo>
                  <a:pt x="84562" y="47977"/>
                </a:lnTo>
                <a:lnTo>
                  <a:pt x="82083" y="47977"/>
                </a:lnTo>
                <a:cubicBezTo>
                  <a:pt x="79782" y="47977"/>
                  <a:pt x="78026" y="48538"/>
                  <a:pt x="76816" y="49659"/>
                </a:cubicBezTo>
                <a:cubicBezTo>
                  <a:pt x="75607" y="50780"/>
                  <a:pt x="75002" y="52285"/>
                  <a:pt x="75002" y="54173"/>
                </a:cubicBezTo>
                <a:cubicBezTo>
                  <a:pt x="75002" y="56239"/>
                  <a:pt x="75621" y="58688"/>
                  <a:pt x="76861" y="61520"/>
                </a:cubicBezTo>
                <a:lnTo>
                  <a:pt x="95715" y="106311"/>
                </a:lnTo>
                <a:lnTo>
                  <a:pt x="114658" y="59839"/>
                </a:lnTo>
                <a:cubicBezTo>
                  <a:pt x="116015" y="56534"/>
                  <a:pt x="116694" y="54026"/>
                  <a:pt x="116694" y="52314"/>
                </a:cubicBezTo>
                <a:cubicBezTo>
                  <a:pt x="116694" y="51488"/>
                  <a:pt x="116458" y="50810"/>
                  <a:pt x="115986" y="50279"/>
                </a:cubicBezTo>
                <a:cubicBezTo>
                  <a:pt x="115337" y="49393"/>
                  <a:pt x="114511" y="48788"/>
                  <a:pt x="113507" y="48464"/>
                </a:cubicBezTo>
                <a:cubicBezTo>
                  <a:pt x="112504" y="48139"/>
                  <a:pt x="110468" y="47977"/>
                  <a:pt x="107400" y="47977"/>
                </a:cubicBezTo>
                <a:lnTo>
                  <a:pt x="107400" y="44790"/>
                </a:lnTo>
                <a:lnTo>
                  <a:pt x="133867" y="44790"/>
                </a:lnTo>
                <a:lnTo>
                  <a:pt x="133867" y="47977"/>
                </a:lnTo>
                <a:cubicBezTo>
                  <a:pt x="130798" y="48215"/>
                  <a:pt x="128673" y="48839"/>
                  <a:pt x="127493" y="49850"/>
                </a:cubicBezTo>
                <a:cubicBezTo>
                  <a:pt x="125428" y="51633"/>
                  <a:pt x="123569" y="54606"/>
                  <a:pt x="121917" y="58768"/>
                </a:cubicBezTo>
                <a:lnTo>
                  <a:pt x="93148" y="128352"/>
                </a:lnTo>
                <a:lnTo>
                  <a:pt x="89519" y="128352"/>
                </a:lnTo>
                <a:lnTo>
                  <a:pt x="60573" y="59874"/>
                </a:lnTo>
                <a:cubicBezTo>
                  <a:pt x="59275" y="56679"/>
                  <a:pt x="58036" y="54385"/>
                  <a:pt x="56855" y="52995"/>
                </a:cubicBezTo>
                <a:cubicBezTo>
                  <a:pt x="55675" y="51603"/>
                  <a:pt x="54170" y="50433"/>
                  <a:pt x="52341" y="49487"/>
                </a:cubicBezTo>
                <a:cubicBezTo>
                  <a:pt x="51338" y="48954"/>
                  <a:pt x="49361" y="48451"/>
                  <a:pt x="46410" y="47977"/>
                </a:cubicBezTo>
                <a:lnTo>
                  <a:pt x="46410" y="44790"/>
                </a:lnTo>
                <a:close/>
                <a:moveTo>
                  <a:pt x="154846" y="75418"/>
                </a:moveTo>
                <a:cubicBezTo>
                  <a:pt x="154787" y="87401"/>
                  <a:pt x="157708" y="96800"/>
                  <a:pt x="163609" y="103614"/>
                </a:cubicBezTo>
                <a:cubicBezTo>
                  <a:pt x="169510" y="110428"/>
                  <a:pt x="176444" y="113835"/>
                  <a:pt x="184411" y="113835"/>
                </a:cubicBezTo>
                <a:cubicBezTo>
                  <a:pt x="189722" y="113835"/>
                  <a:pt x="194340" y="112368"/>
                  <a:pt x="198264" y="109434"/>
                </a:cubicBezTo>
                <a:cubicBezTo>
                  <a:pt x="202188" y="106500"/>
                  <a:pt x="205478" y="101475"/>
                  <a:pt x="208134" y="94361"/>
                </a:cubicBezTo>
                <a:lnTo>
                  <a:pt x="210878" y="96139"/>
                </a:lnTo>
                <a:cubicBezTo>
                  <a:pt x="209638" y="104267"/>
                  <a:pt x="206039" y="111667"/>
                  <a:pt x="200078" y="118341"/>
                </a:cubicBezTo>
                <a:cubicBezTo>
                  <a:pt x="194118" y="125015"/>
                  <a:pt x="186653" y="128352"/>
                  <a:pt x="177683" y="128352"/>
                </a:cubicBezTo>
                <a:cubicBezTo>
                  <a:pt x="167946" y="128352"/>
                  <a:pt x="159611" y="124569"/>
                  <a:pt x="152677" y="117002"/>
                </a:cubicBezTo>
                <a:cubicBezTo>
                  <a:pt x="145743" y="109434"/>
                  <a:pt x="142276" y="99260"/>
                  <a:pt x="142276" y="86480"/>
                </a:cubicBezTo>
                <a:cubicBezTo>
                  <a:pt x="142276" y="72641"/>
                  <a:pt x="145831" y="61850"/>
                  <a:pt x="152942" y="54107"/>
                </a:cubicBezTo>
                <a:cubicBezTo>
                  <a:pt x="160053" y="46362"/>
                  <a:pt x="168979" y="42489"/>
                  <a:pt x="179719" y="42489"/>
                </a:cubicBezTo>
                <a:cubicBezTo>
                  <a:pt x="188807" y="42489"/>
                  <a:pt x="196272" y="45476"/>
                  <a:pt x="202114" y="51451"/>
                </a:cubicBezTo>
                <a:cubicBezTo>
                  <a:pt x="207957" y="57425"/>
                  <a:pt x="210878" y="65413"/>
                  <a:pt x="210878" y="75418"/>
                </a:cubicBezTo>
                <a:lnTo>
                  <a:pt x="154846" y="75418"/>
                </a:lnTo>
                <a:moveTo>
                  <a:pt x="154846" y="70284"/>
                </a:moveTo>
                <a:lnTo>
                  <a:pt x="192377" y="70284"/>
                </a:lnTo>
                <a:cubicBezTo>
                  <a:pt x="192082" y="65133"/>
                  <a:pt x="191463" y="61505"/>
                  <a:pt x="190518" y="59399"/>
                </a:cubicBezTo>
                <a:cubicBezTo>
                  <a:pt x="189043" y="56120"/>
                  <a:pt x="186845" y="53544"/>
                  <a:pt x="183924" y="51673"/>
                </a:cubicBezTo>
                <a:cubicBezTo>
                  <a:pt x="181003" y="49799"/>
                  <a:pt x="177949" y="48862"/>
                  <a:pt x="174762" y="48862"/>
                </a:cubicBezTo>
                <a:cubicBezTo>
                  <a:pt x="169864" y="48862"/>
                  <a:pt x="165483" y="50750"/>
                  <a:pt x="161617" y="54525"/>
                </a:cubicBezTo>
                <a:cubicBezTo>
                  <a:pt x="157752" y="58300"/>
                  <a:pt x="155495" y="63553"/>
                  <a:pt x="154846" y="70284"/>
                </a:cubicBezTo>
                <a:close/>
                <a:moveTo>
                  <a:pt x="365101" y="92590"/>
                </a:moveTo>
                <a:lnTo>
                  <a:pt x="368022" y="93213"/>
                </a:lnTo>
                <a:lnTo>
                  <a:pt x="357754" y="125873"/>
                </a:lnTo>
                <a:lnTo>
                  <a:pt x="264809" y="125873"/>
                </a:lnTo>
                <a:lnTo>
                  <a:pt x="264809" y="122510"/>
                </a:lnTo>
                <a:lnTo>
                  <a:pt x="269324" y="122510"/>
                </a:lnTo>
                <a:cubicBezTo>
                  <a:pt x="274399" y="122510"/>
                  <a:pt x="278028" y="120874"/>
                  <a:pt x="280211" y="117602"/>
                </a:cubicBezTo>
                <a:cubicBezTo>
                  <a:pt x="281451" y="115732"/>
                  <a:pt x="282070" y="111408"/>
                  <a:pt x="282070" y="104629"/>
                </a:cubicBezTo>
                <a:lnTo>
                  <a:pt x="282070" y="27087"/>
                </a:lnTo>
                <a:cubicBezTo>
                  <a:pt x="282070" y="19629"/>
                  <a:pt x="281244" y="14961"/>
                  <a:pt x="279592" y="13081"/>
                </a:cubicBezTo>
                <a:cubicBezTo>
                  <a:pt x="277290" y="10498"/>
                  <a:pt x="273868" y="9206"/>
                  <a:pt x="269324" y="9206"/>
                </a:cubicBezTo>
                <a:lnTo>
                  <a:pt x="264809" y="9206"/>
                </a:lnTo>
                <a:lnTo>
                  <a:pt x="264809" y="5842"/>
                </a:lnTo>
                <a:lnTo>
                  <a:pt x="319160" y="5842"/>
                </a:lnTo>
                <a:lnTo>
                  <a:pt x="319160" y="9206"/>
                </a:lnTo>
                <a:cubicBezTo>
                  <a:pt x="312786" y="9147"/>
                  <a:pt x="308316" y="9732"/>
                  <a:pt x="305749" y="10960"/>
                </a:cubicBezTo>
                <a:cubicBezTo>
                  <a:pt x="303182" y="12188"/>
                  <a:pt x="301426" y="13738"/>
                  <a:pt x="300482" y="15610"/>
                </a:cubicBezTo>
                <a:cubicBezTo>
                  <a:pt x="299538" y="17481"/>
                  <a:pt x="299066" y="21956"/>
                  <a:pt x="299066" y="29034"/>
                </a:cubicBezTo>
                <a:lnTo>
                  <a:pt x="299066" y="104527"/>
                </a:lnTo>
                <a:cubicBezTo>
                  <a:pt x="299066" y="109430"/>
                  <a:pt x="299538" y="112797"/>
                  <a:pt x="300482" y="114629"/>
                </a:cubicBezTo>
                <a:cubicBezTo>
                  <a:pt x="301190" y="115868"/>
                  <a:pt x="302282" y="116784"/>
                  <a:pt x="303757" y="117376"/>
                </a:cubicBezTo>
                <a:cubicBezTo>
                  <a:pt x="305233" y="117966"/>
                  <a:pt x="309836" y="118261"/>
                  <a:pt x="317566" y="118261"/>
                </a:cubicBezTo>
                <a:lnTo>
                  <a:pt x="326330" y="118261"/>
                </a:lnTo>
                <a:cubicBezTo>
                  <a:pt x="335535" y="118261"/>
                  <a:pt x="341997" y="117580"/>
                  <a:pt x="345715" y="116219"/>
                </a:cubicBezTo>
                <a:cubicBezTo>
                  <a:pt x="349433" y="114856"/>
                  <a:pt x="352826" y="112443"/>
                  <a:pt x="355895" y="108980"/>
                </a:cubicBezTo>
                <a:cubicBezTo>
                  <a:pt x="358963" y="105515"/>
                  <a:pt x="362032" y="100052"/>
                  <a:pt x="365101" y="92590"/>
                </a:cubicBezTo>
                <a:close/>
                <a:moveTo>
                  <a:pt x="475684" y="92590"/>
                </a:moveTo>
                <a:lnTo>
                  <a:pt x="478606" y="93213"/>
                </a:lnTo>
                <a:lnTo>
                  <a:pt x="468337" y="125873"/>
                </a:lnTo>
                <a:lnTo>
                  <a:pt x="375393" y="125873"/>
                </a:lnTo>
                <a:lnTo>
                  <a:pt x="375393" y="122510"/>
                </a:lnTo>
                <a:lnTo>
                  <a:pt x="379907" y="122510"/>
                </a:lnTo>
                <a:cubicBezTo>
                  <a:pt x="384982" y="122510"/>
                  <a:pt x="388612" y="120874"/>
                  <a:pt x="390795" y="117602"/>
                </a:cubicBezTo>
                <a:cubicBezTo>
                  <a:pt x="392034" y="115732"/>
                  <a:pt x="392654" y="111408"/>
                  <a:pt x="392654" y="104629"/>
                </a:cubicBezTo>
                <a:lnTo>
                  <a:pt x="392654" y="27087"/>
                </a:lnTo>
                <a:cubicBezTo>
                  <a:pt x="392654" y="19629"/>
                  <a:pt x="391828" y="14961"/>
                  <a:pt x="390176" y="13081"/>
                </a:cubicBezTo>
                <a:cubicBezTo>
                  <a:pt x="387874" y="10498"/>
                  <a:pt x="384451" y="9206"/>
                  <a:pt x="379907" y="9206"/>
                </a:cubicBezTo>
                <a:lnTo>
                  <a:pt x="375393" y="9206"/>
                </a:lnTo>
                <a:lnTo>
                  <a:pt x="375393" y="5842"/>
                </a:lnTo>
                <a:lnTo>
                  <a:pt x="429743" y="5842"/>
                </a:lnTo>
                <a:lnTo>
                  <a:pt x="429743" y="9206"/>
                </a:lnTo>
                <a:cubicBezTo>
                  <a:pt x="423370" y="9147"/>
                  <a:pt x="418900" y="9732"/>
                  <a:pt x="416333" y="10960"/>
                </a:cubicBezTo>
                <a:cubicBezTo>
                  <a:pt x="413766" y="12188"/>
                  <a:pt x="412010" y="13738"/>
                  <a:pt x="411066" y="15610"/>
                </a:cubicBezTo>
                <a:cubicBezTo>
                  <a:pt x="410122" y="17481"/>
                  <a:pt x="409650" y="21956"/>
                  <a:pt x="409650" y="29034"/>
                </a:cubicBezTo>
                <a:lnTo>
                  <a:pt x="409650" y="104527"/>
                </a:lnTo>
                <a:cubicBezTo>
                  <a:pt x="409650" y="109430"/>
                  <a:pt x="410122" y="112797"/>
                  <a:pt x="411066" y="114629"/>
                </a:cubicBezTo>
                <a:cubicBezTo>
                  <a:pt x="411774" y="115868"/>
                  <a:pt x="412866" y="116784"/>
                  <a:pt x="414341" y="117376"/>
                </a:cubicBezTo>
                <a:cubicBezTo>
                  <a:pt x="415816" y="117966"/>
                  <a:pt x="420419" y="118261"/>
                  <a:pt x="428150" y="118261"/>
                </a:cubicBezTo>
                <a:lnTo>
                  <a:pt x="436913" y="118261"/>
                </a:lnTo>
                <a:cubicBezTo>
                  <a:pt x="446119" y="118261"/>
                  <a:pt x="452581" y="117580"/>
                  <a:pt x="456299" y="116219"/>
                </a:cubicBezTo>
                <a:cubicBezTo>
                  <a:pt x="460017" y="114856"/>
                  <a:pt x="463410" y="112443"/>
                  <a:pt x="466479" y="108980"/>
                </a:cubicBezTo>
                <a:cubicBezTo>
                  <a:pt x="469547" y="105515"/>
                  <a:pt x="472616" y="100052"/>
                  <a:pt x="475684" y="92590"/>
                </a:cubicBezTo>
                <a:close/>
                <a:moveTo>
                  <a:pt x="556527" y="125873"/>
                </a:moveTo>
                <a:lnTo>
                  <a:pt x="510143" y="24874"/>
                </a:lnTo>
                <a:lnTo>
                  <a:pt x="510143" y="104983"/>
                </a:lnTo>
                <a:cubicBezTo>
                  <a:pt x="510143" y="112359"/>
                  <a:pt x="510940" y="116962"/>
                  <a:pt x="512533" y="118792"/>
                </a:cubicBezTo>
                <a:cubicBezTo>
                  <a:pt x="514717" y="121270"/>
                  <a:pt x="518169" y="122510"/>
                  <a:pt x="522890" y="122510"/>
                </a:cubicBezTo>
                <a:lnTo>
                  <a:pt x="527139" y="122510"/>
                </a:lnTo>
                <a:lnTo>
                  <a:pt x="527139" y="125873"/>
                </a:lnTo>
                <a:lnTo>
                  <a:pt x="485358" y="125873"/>
                </a:lnTo>
                <a:lnTo>
                  <a:pt x="485358" y="122510"/>
                </a:lnTo>
                <a:lnTo>
                  <a:pt x="489607" y="122510"/>
                </a:lnTo>
                <a:cubicBezTo>
                  <a:pt x="494682" y="122510"/>
                  <a:pt x="498282" y="120975"/>
                  <a:pt x="500406" y="117907"/>
                </a:cubicBezTo>
                <a:cubicBezTo>
                  <a:pt x="501704" y="116018"/>
                  <a:pt x="502354" y="111710"/>
                  <a:pt x="502354" y="104983"/>
                </a:cubicBezTo>
                <a:lnTo>
                  <a:pt x="502354" y="26733"/>
                </a:lnTo>
                <a:cubicBezTo>
                  <a:pt x="502354" y="21421"/>
                  <a:pt x="501763" y="17586"/>
                  <a:pt x="500583" y="15225"/>
                </a:cubicBezTo>
                <a:cubicBezTo>
                  <a:pt x="499757" y="13514"/>
                  <a:pt x="498237" y="12083"/>
                  <a:pt x="496025" y="10932"/>
                </a:cubicBezTo>
                <a:cubicBezTo>
                  <a:pt x="493812" y="9781"/>
                  <a:pt x="490256" y="9206"/>
                  <a:pt x="485358" y="9206"/>
                </a:cubicBezTo>
                <a:lnTo>
                  <a:pt x="485358" y="5842"/>
                </a:lnTo>
                <a:lnTo>
                  <a:pt x="519349" y="5842"/>
                </a:lnTo>
                <a:lnTo>
                  <a:pt x="562900" y="99741"/>
                </a:lnTo>
                <a:lnTo>
                  <a:pt x="605743" y="5842"/>
                </a:lnTo>
                <a:lnTo>
                  <a:pt x="639734" y="5842"/>
                </a:lnTo>
                <a:lnTo>
                  <a:pt x="639734" y="9206"/>
                </a:lnTo>
                <a:lnTo>
                  <a:pt x="635574" y="9206"/>
                </a:lnTo>
                <a:cubicBezTo>
                  <a:pt x="630440" y="9206"/>
                  <a:pt x="626811" y="10740"/>
                  <a:pt x="624686" y="13809"/>
                </a:cubicBezTo>
                <a:cubicBezTo>
                  <a:pt x="623388" y="15697"/>
                  <a:pt x="622739" y="20005"/>
                  <a:pt x="622739" y="26733"/>
                </a:cubicBezTo>
                <a:lnTo>
                  <a:pt x="622739" y="104983"/>
                </a:lnTo>
                <a:cubicBezTo>
                  <a:pt x="622739" y="112360"/>
                  <a:pt x="623565" y="116962"/>
                  <a:pt x="625217" y="118792"/>
                </a:cubicBezTo>
                <a:cubicBezTo>
                  <a:pt x="627401" y="121270"/>
                  <a:pt x="630853" y="122510"/>
                  <a:pt x="635574" y="122510"/>
                </a:cubicBezTo>
                <a:lnTo>
                  <a:pt x="639734" y="122510"/>
                </a:lnTo>
                <a:lnTo>
                  <a:pt x="639734" y="125873"/>
                </a:lnTo>
                <a:lnTo>
                  <a:pt x="588748" y="125873"/>
                </a:lnTo>
                <a:lnTo>
                  <a:pt x="588748" y="122510"/>
                </a:lnTo>
                <a:lnTo>
                  <a:pt x="592997" y="122510"/>
                </a:lnTo>
                <a:cubicBezTo>
                  <a:pt x="598131" y="122510"/>
                  <a:pt x="601730" y="120975"/>
                  <a:pt x="603796" y="117907"/>
                </a:cubicBezTo>
                <a:cubicBezTo>
                  <a:pt x="605094" y="116018"/>
                  <a:pt x="605743" y="111710"/>
                  <a:pt x="605743" y="104983"/>
                </a:cubicBezTo>
                <a:lnTo>
                  <a:pt x="605743" y="24874"/>
                </a:lnTo>
                <a:lnTo>
                  <a:pt x="559448" y="125873"/>
                </a:lnTo>
                <a:lnTo>
                  <a:pt x="556527" y="125873"/>
                </a:lnTo>
                <a:close/>
                <a:moveTo>
                  <a:pt x="746902" y="42489"/>
                </a:moveTo>
                <a:lnTo>
                  <a:pt x="746902" y="70107"/>
                </a:lnTo>
                <a:lnTo>
                  <a:pt x="743981" y="70107"/>
                </a:lnTo>
                <a:cubicBezTo>
                  <a:pt x="741738" y="61467"/>
                  <a:pt x="738861" y="55590"/>
                  <a:pt x="735350" y="52475"/>
                </a:cubicBezTo>
                <a:cubicBezTo>
                  <a:pt x="731839" y="49358"/>
                  <a:pt x="727369" y="47800"/>
                  <a:pt x="721940" y="47800"/>
                </a:cubicBezTo>
                <a:cubicBezTo>
                  <a:pt x="717809" y="47800"/>
                  <a:pt x="714475" y="48888"/>
                  <a:pt x="711937" y="51064"/>
                </a:cubicBezTo>
                <a:cubicBezTo>
                  <a:pt x="709399" y="53240"/>
                  <a:pt x="708131" y="55651"/>
                  <a:pt x="708131" y="58298"/>
                </a:cubicBezTo>
                <a:cubicBezTo>
                  <a:pt x="708131" y="61590"/>
                  <a:pt x="709075" y="64412"/>
                  <a:pt x="710963" y="66765"/>
                </a:cubicBezTo>
                <a:cubicBezTo>
                  <a:pt x="712793" y="69175"/>
                  <a:pt x="716510" y="71733"/>
                  <a:pt x="722117" y="74439"/>
                </a:cubicBezTo>
                <a:lnTo>
                  <a:pt x="735040" y="80701"/>
                </a:lnTo>
                <a:cubicBezTo>
                  <a:pt x="747020" y="86536"/>
                  <a:pt x="753010" y="94227"/>
                  <a:pt x="753010" y="103774"/>
                </a:cubicBezTo>
                <a:cubicBezTo>
                  <a:pt x="753010" y="111141"/>
                  <a:pt x="750221" y="117080"/>
                  <a:pt x="744645" y="121588"/>
                </a:cubicBezTo>
                <a:cubicBezTo>
                  <a:pt x="739068" y="126097"/>
                  <a:pt x="732827" y="128352"/>
                  <a:pt x="725923" y="128352"/>
                </a:cubicBezTo>
                <a:cubicBezTo>
                  <a:pt x="720966" y="128352"/>
                  <a:pt x="715301" y="127511"/>
                  <a:pt x="708927" y="125829"/>
                </a:cubicBezTo>
                <a:cubicBezTo>
                  <a:pt x="706980" y="125268"/>
                  <a:pt x="705387" y="124988"/>
                  <a:pt x="704147" y="124988"/>
                </a:cubicBezTo>
                <a:cubicBezTo>
                  <a:pt x="702790" y="124988"/>
                  <a:pt x="701728" y="125696"/>
                  <a:pt x="700961" y="127113"/>
                </a:cubicBezTo>
                <a:lnTo>
                  <a:pt x="698040" y="127113"/>
                </a:lnTo>
                <a:lnTo>
                  <a:pt x="698040" y="98079"/>
                </a:lnTo>
                <a:lnTo>
                  <a:pt x="700961" y="98079"/>
                </a:lnTo>
                <a:cubicBezTo>
                  <a:pt x="702613" y="106340"/>
                  <a:pt x="705770" y="112566"/>
                  <a:pt x="710432" y="116756"/>
                </a:cubicBezTo>
                <a:cubicBezTo>
                  <a:pt x="715094" y="120946"/>
                  <a:pt x="720317" y="123041"/>
                  <a:pt x="726100" y="123041"/>
                </a:cubicBezTo>
                <a:cubicBezTo>
                  <a:pt x="730172" y="123041"/>
                  <a:pt x="733491" y="121852"/>
                  <a:pt x="736058" y="119475"/>
                </a:cubicBezTo>
                <a:cubicBezTo>
                  <a:pt x="738625" y="117096"/>
                  <a:pt x="739909" y="114233"/>
                  <a:pt x="739909" y="110886"/>
                </a:cubicBezTo>
                <a:cubicBezTo>
                  <a:pt x="739909" y="106834"/>
                  <a:pt x="738478" y="103429"/>
                  <a:pt x="735616" y="100670"/>
                </a:cubicBezTo>
                <a:cubicBezTo>
                  <a:pt x="732754" y="97910"/>
                  <a:pt x="727044" y="94423"/>
                  <a:pt x="718487" y="90211"/>
                </a:cubicBezTo>
                <a:cubicBezTo>
                  <a:pt x="709931" y="85998"/>
                  <a:pt x="704324" y="82177"/>
                  <a:pt x="701669" y="78748"/>
                </a:cubicBezTo>
                <a:cubicBezTo>
                  <a:pt x="699013" y="75379"/>
                  <a:pt x="697685" y="71124"/>
                  <a:pt x="697685" y="65982"/>
                </a:cubicBezTo>
                <a:cubicBezTo>
                  <a:pt x="697685" y="59303"/>
                  <a:pt x="699972" y="53718"/>
                  <a:pt x="704546" y="49227"/>
                </a:cubicBezTo>
                <a:cubicBezTo>
                  <a:pt x="709119" y="44735"/>
                  <a:pt x="715035" y="42489"/>
                  <a:pt x="722294" y="42489"/>
                </a:cubicBezTo>
                <a:cubicBezTo>
                  <a:pt x="725480" y="42489"/>
                  <a:pt x="729346" y="43168"/>
                  <a:pt x="733890" y="44525"/>
                </a:cubicBezTo>
                <a:cubicBezTo>
                  <a:pt x="736899" y="45410"/>
                  <a:pt x="738906" y="45853"/>
                  <a:pt x="739909" y="45853"/>
                </a:cubicBezTo>
                <a:cubicBezTo>
                  <a:pt x="740853" y="45853"/>
                  <a:pt x="741591" y="45646"/>
                  <a:pt x="742122" y="45233"/>
                </a:cubicBezTo>
                <a:cubicBezTo>
                  <a:pt x="742653" y="44820"/>
                  <a:pt x="743273" y="43905"/>
                  <a:pt x="743981" y="42489"/>
                </a:cubicBezTo>
                <a:lnTo>
                  <a:pt x="746902" y="42489"/>
                </a:lnTo>
                <a:close/>
                <a:moveTo>
                  <a:pt x="788565" y="18058"/>
                </a:moveTo>
                <a:lnTo>
                  <a:pt x="788565" y="44790"/>
                </a:lnTo>
                <a:lnTo>
                  <a:pt x="807508" y="44790"/>
                </a:lnTo>
                <a:lnTo>
                  <a:pt x="807508" y="50810"/>
                </a:lnTo>
                <a:lnTo>
                  <a:pt x="788565" y="50987"/>
                </a:lnTo>
                <a:lnTo>
                  <a:pt x="788565" y="103639"/>
                </a:lnTo>
                <a:cubicBezTo>
                  <a:pt x="788565" y="108896"/>
                  <a:pt x="789317" y="112442"/>
                  <a:pt x="790822" y="114275"/>
                </a:cubicBezTo>
                <a:cubicBezTo>
                  <a:pt x="792327" y="116106"/>
                  <a:pt x="794259" y="117021"/>
                  <a:pt x="796620" y="117021"/>
                </a:cubicBezTo>
                <a:cubicBezTo>
                  <a:pt x="798567" y="117021"/>
                  <a:pt x="800456" y="116409"/>
                  <a:pt x="802285" y="115185"/>
                </a:cubicBezTo>
                <a:cubicBezTo>
                  <a:pt x="804114" y="113960"/>
                  <a:pt x="805531" y="112153"/>
                  <a:pt x="806534" y="109763"/>
                </a:cubicBezTo>
                <a:lnTo>
                  <a:pt x="809986" y="109763"/>
                </a:lnTo>
                <a:cubicBezTo>
                  <a:pt x="807921" y="115576"/>
                  <a:pt x="805000" y="119950"/>
                  <a:pt x="801223" y="122886"/>
                </a:cubicBezTo>
                <a:cubicBezTo>
                  <a:pt x="797446" y="125822"/>
                  <a:pt x="793551" y="127290"/>
                  <a:pt x="789538" y="127290"/>
                </a:cubicBezTo>
                <a:cubicBezTo>
                  <a:pt x="786824" y="127290"/>
                  <a:pt x="784168" y="126534"/>
                  <a:pt x="781572" y="125024"/>
                </a:cubicBezTo>
                <a:cubicBezTo>
                  <a:pt x="778975" y="123514"/>
                  <a:pt x="777057" y="121352"/>
                  <a:pt x="775818" y="118540"/>
                </a:cubicBezTo>
                <a:cubicBezTo>
                  <a:pt x="774579" y="115728"/>
                  <a:pt x="773959" y="111390"/>
                  <a:pt x="773959" y="105528"/>
                </a:cubicBezTo>
                <a:lnTo>
                  <a:pt x="773959" y="50810"/>
                </a:lnTo>
                <a:lnTo>
                  <a:pt x="761124" y="50810"/>
                </a:lnTo>
                <a:lnTo>
                  <a:pt x="761124" y="47971"/>
                </a:lnTo>
                <a:cubicBezTo>
                  <a:pt x="764370" y="46681"/>
                  <a:pt x="767689" y="44495"/>
                  <a:pt x="771082" y="41416"/>
                </a:cubicBezTo>
                <a:cubicBezTo>
                  <a:pt x="774476" y="38336"/>
                  <a:pt x="777500" y="34665"/>
                  <a:pt x="780155" y="30403"/>
                </a:cubicBezTo>
                <a:cubicBezTo>
                  <a:pt x="781513" y="28153"/>
                  <a:pt x="783401" y="24038"/>
                  <a:pt x="785821" y="18058"/>
                </a:cubicBezTo>
                <a:lnTo>
                  <a:pt x="788565" y="18058"/>
                </a:lnTo>
                <a:close/>
                <a:moveTo>
                  <a:pt x="838958" y="42489"/>
                </a:moveTo>
                <a:lnTo>
                  <a:pt x="838958" y="60724"/>
                </a:lnTo>
                <a:cubicBezTo>
                  <a:pt x="845744" y="48567"/>
                  <a:pt x="852708" y="42489"/>
                  <a:pt x="859848" y="42489"/>
                </a:cubicBezTo>
                <a:cubicBezTo>
                  <a:pt x="863094" y="42489"/>
                  <a:pt x="865779" y="43477"/>
                  <a:pt x="867904" y="45454"/>
                </a:cubicBezTo>
                <a:cubicBezTo>
                  <a:pt x="870028" y="47431"/>
                  <a:pt x="871090" y="49718"/>
                  <a:pt x="871090" y="52314"/>
                </a:cubicBezTo>
                <a:cubicBezTo>
                  <a:pt x="871090" y="54616"/>
                  <a:pt x="870323" y="56563"/>
                  <a:pt x="868789" y="58157"/>
                </a:cubicBezTo>
                <a:cubicBezTo>
                  <a:pt x="867254" y="59750"/>
                  <a:pt x="865425" y="60547"/>
                  <a:pt x="863301" y="60547"/>
                </a:cubicBezTo>
                <a:cubicBezTo>
                  <a:pt x="861235" y="60547"/>
                  <a:pt x="858919" y="59543"/>
                  <a:pt x="856352" y="57537"/>
                </a:cubicBezTo>
                <a:cubicBezTo>
                  <a:pt x="853785" y="55531"/>
                  <a:pt x="851882" y="54527"/>
                  <a:pt x="850642" y="54527"/>
                </a:cubicBezTo>
                <a:cubicBezTo>
                  <a:pt x="849580" y="54527"/>
                  <a:pt x="848430" y="55113"/>
                  <a:pt x="847190" y="56284"/>
                </a:cubicBezTo>
                <a:cubicBezTo>
                  <a:pt x="844535" y="58687"/>
                  <a:pt x="841791" y="62642"/>
                  <a:pt x="838958" y="68148"/>
                </a:cubicBezTo>
                <a:lnTo>
                  <a:pt x="838958" y="106930"/>
                </a:lnTo>
                <a:cubicBezTo>
                  <a:pt x="838958" y="111419"/>
                  <a:pt x="839519" y="114814"/>
                  <a:pt x="840640" y="117116"/>
                </a:cubicBezTo>
                <a:cubicBezTo>
                  <a:pt x="841407" y="118711"/>
                  <a:pt x="842764" y="120038"/>
                  <a:pt x="844712" y="121099"/>
                </a:cubicBezTo>
                <a:cubicBezTo>
                  <a:pt x="846659" y="122157"/>
                  <a:pt x="849462" y="122687"/>
                  <a:pt x="853121" y="122687"/>
                </a:cubicBezTo>
                <a:lnTo>
                  <a:pt x="853121" y="125873"/>
                </a:lnTo>
                <a:lnTo>
                  <a:pt x="811606" y="125873"/>
                </a:lnTo>
                <a:lnTo>
                  <a:pt x="811606" y="122687"/>
                </a:lnTo>
                <a:cubicBezTo>
                  <a:pt x="815737" y="122687"/>
                  <a:pt x="818805" y="122030"/>
                  <a:pt x="820812" y="120717"/>
                </a:cubicBezTo>
                <a:cubicBezTo>
                  <a:pt x="822287" y="119762"/>
                  <a:pt x="823320" y="118240"/>
                  <a:pt x="823910" y="116150"/>
                </a:cubicBezTo>
                <a:cubicBezTo>
                  <a:pt x="824205" y="115134"/>
                  <a:pt x="824352" y="112238"/>
                  <a:pt x="824352" y="107461"/>
                </a:cubicBezTo>
                <a:lnTo>
                  <a:pt x="824352" y="76303"/>
                </a:lnTo>
                <a:cubicBezTo>
                  <a:pt x="824352" y="66861"/>
                  <a:pt x="824161" y="61240"/>
                  <a:pt x="823777" y="59440"/>
                </a:cubicBezTo>
                <a:cubicBezTo>
                  <a:pt x="823394" y="57640"/>
                  <a:pt x="822685" y="56327"/>
                  <a:pt x="821653" y="55501"/>
                </a:cubicBezTo>
                <a:cubicBezTo>
                  <a:pt x="820620" y="54675"/>
                  <a:pt x="819336" y="54262"/>
                  <a:pt x="817802" y="54262"/>
                </a:cubicBezTo>
                <a:cubicBezTo>
                  <a:pt x="815973" y="54262"/>
                  <a:pt x="813907" y="54704"/>
                  <a:pt x="811606" y="55590"/>
                </a:cubicBezTo>
                <a:lnTo>
                  <a:pt x="810721" y="52403"/>
                </a:lnTo>
                <a:lnTo>
                  <a:pt x="835240" y="42489"/>
                </a:lnTo>
                <a:lnTo>
                  <a:pt x="838958" y="42489"/>
                </a:lnTo>
                <a:close/>
                <a:moveTo>
                  <a:pt x="921544" y="114283"/>
                </a:moveTo>
                <a:cubicBezTo>
                  <a:pt x="913223" y="120713"/>
                  <a:pt x="908000" y="124429"/>
                  <a:pt x="905876" y="125431"/>
                </a:cubicBezTo>
                <a:cubicBezTo>
                  <a:pt x="902689" y="126906"/>
                  <a:pt x="899296" y="127644"/>
                  <a:pt x="895696" y="127644"/>
                </a:cubicBezTo>
                <a:cubicBezTo>
                  <a:pt x="890090" y="127644"/>
                  <a:pt x="885472" y="125726"/>
                  <a:pt x="881843" y="121890"/>
                </a:cubicBezTo>
                <a:cubicBezTo>
                  <a:pt x="878214" y="118054"/>
                  <a:pt x="876399" y="113009"/>
                  <a:pt x="876399" y="106753"/>
                </a:cubicBezTo>
                <a:cubicBezTo>
                  <a:pt x="876399" y="102799"/>
                  <a:pt x="877284" y="99377"/>
                  <a:pt x="879055" y="96485"/>
                </a:cubicBezTo>
                <a:cubicBezTo>
                  <a:pt x="881474" y="92472"/>
                  <a:pt x="885679" y="88696"/>
                  <a:pt x="891669" y="85155"/>
                </a:cubicBezTo>
                <a:cubicBezTo>
                  <a:pt x="897658" y="81614"/>
                  <a:pt x="907617" y="77306"/>
                  <a:pt x="921544" y="72231"/>
                </a:cubicBezTo>
                <a:lnTo>
                  <a:pt x="921544" y="69056"/>
                </a:lnTo>
                <a:cubicBezTo>
                  <a:pt x="921544" y="61000"/>
                  <a:pt x="920260" y="55473"/>
                  <a:pt x="917693" y="52475"/>
                </a:cubicBezTo>
                <a:cubicBezTo>
                  <a:pt x="915126" y="49476"/>
                  <a:pt x="911394" y="47977"/>
                  <a:pt x="906496" y="47977"/>
                </a:cubicBezTo>
                <a:cubicBezTo>
                  <a:pt x="902778" y="47977"/>
                  <a:pt x="899827" y="48980"/>
                  <a:pt x="897644" y="50987"/>
                </a:cubicBezTo>
                <a:cubicBezTo>
                  <a:pt x="895401" y="52993"/>
                  <a:pt x="894280" y="55295"/>
                  <a:pt x="894280" y="57891"/>
                </a:cubicBezTo>
                <a:lnTo>
                  <a:pt x="894457" y="63025"/>
                </a:lnTo>
                <a:cubicBezTo>
                  <a:pt x="894457" y="65740"/>
                  <a:pt x="893764" y="67835"/>
                  <a:pt x="892377" y="69310"/>
                </a:cubicBezTo>
                <a:cubicBezTo>
                  <a:pt x="890990" y="70785"/>
                  <a:pt x="889175" y="71523"/>
                  <a:pt x="886933" y="71523"/>
                </a:cubicBezTo>
                <a:cubicBezTo>
                  <a:pt x="884750" y="71523"/>
                  <a:pt x="882964" y="70754"/>
                  <a:pt x="881578" y="69216"/>
                </a:cubicBezTo>
                <a:cubicBezTo>
                  <a:pt x="880191" y="67676"/>
                  <a:pt x="879497" y="65575"/>
                  <a:pt x="879497" y="62912"/>
                </a:cubicBezTo>
                <a:cubicBezTo>
                  <a:pt x="879497" y="57820"/>
                  <a:pt x="882094" y="53143"/>
                  <a:pt x="887287" y="48882"/>
                </a:cubicBezTo>
                <a:cubicBezTo>
                  <a:pt x="892480" y="44620"/>
                  <a:pt x="899768" y="42489"/>
                  <a:pt x="909151" y="42489"/>
                </a:cubicBezTo>
                <a:cubicBezTo>
                  <a:pt x="916351" y="42489"/>
                  <a:pt x="922252" y="43697"/>
                  <a:pt x="926855" y="46113"/>
                </a:cubicBezTo>
                <a:cubicBezTo>
                  <a:pt x="930337" y="47940"/>
                  <a:pt x="932904" y="50799"/>
                  <a:pt x="934556" y="54691"/>
                </a:cubicBezTo>
                <a:cubicBezTo>
                  <a:pt x="935618" y="57224"/>
                  <a:pt x="936149" y="62411"/>
                  <a:pt x="936149" y="70251"/>
                </a:cubicBezTo>
                <a:lnTo>
                  <a:pt x="936149" y="97747"/>
                </a:lnTo>
                <a:cubicBezTo>
                  <a:pt x="936149" y="105468"/>
                  <a:pt x="936297" y="110198"/>
                  <a:pt x="936592" y="111937"/>
                </a:cubicBezTo>
                <a:cubicBezTo>
                  <a:pt x="936887" y="113676"/>
                  <a:pt x="937374" y="114841"/>
                  <a:pt x="938052" y="115431"/>
                </a:cubicBezTo>
                <a:cubicBezTo>
                  <a:pt x="938731" y="116019"/>
                  <a:pt x="939513" y="116313"/>
                  <a:pt x="940398" y="116313"/>
                </a:cubicBezTo>
                <a:cubicBezTo>
                  <a:pt x="941342" y="116313"/>
                  <a:pt x="942169" y="116107"/>
                  <a:pt x="942877" y="115694"/>
                </a:cubicBezTo>
                <a:cubicBezTo>
                  <a:pt x="944116" y="114927"/>
                  <a:pt x="946506" y="112773"/>
                  <a:pt x="950047" y="109232"/>
                </a:cubicBezTo>
                <a:lnTo>
                  <a:pt x="950047" y="114189"/>
                </a:lnTo>
                <a:cubicBezTo>
                  <a:pt x="943437" y="123041"/>
                  <a:pt x="937123" y="127467"/>
                  <a:pt x="931104" y="127467"/>
                </a:cubicBezTo>
                <a:cubicBezTo>
                  <a:pt x="928212" y="127467"/>
                  <a:pt x="925911" y="126471"/>
                  <a:pt x="924199" y="124479"/>
                </a:cubicBezTo>
                <a:cubicBezTo>
                  <a:pt x="922488" y="122486"/>
                  <a:pt x="921603" y="119087"/>
                  <a:pt x="921544" y="114283"/>
                </a:cubicBezTo>
                <a:moveTo>
                  <a:pt x="921544" y="108543"/>
                </a:moveTo>
                <a:lnTo>
                  <a:pt x="921544" y="77719"/>
                </a:lnTo>
                <a:cubicBezTo>
                  <a:pt x="912633" y="81253"/>
                  <a:pt x="906879" y="83755"/>
                  <a:pt x="904283" y="85227"/>
                </a:cubicBezTo>
                <a:cubicBezTo>
                  <a:pt x="899621" y="87818"/>
                  <a:pt x="896286" y="90527"/>
                  <a:pt x="894280" y="93354"/>
                </a:cubicBezTo>
                <a:cubicBezTo>
                  <a:pt x="892274" y="96179"/>
                  <a:pt x="891270" y="99270"/>
                  <a:pt x="891270" y="102626"/>
                </a:cubicBezTo>
                <a:cubicBezTo>
                  <a:pt x="891270" y="106866"/>
                  <a:pt x="892539" y="110384"/>
                  <a:pt x="895077" y="113182"/>
                </a:cubicBezTo>
                <a:cubicBezTo>
                  <a:pt x="897614" y="115978"/>
                  <a:pt x="900535" y="117376"/>
                  <a:pt x="903840" y="117376"/>
                </a:cubicBezTo>
                <a:cubicBezTo>
                  <a:pt x="908325" y="117376"/>
                  <a:pt x="914226" y="114431"/>
                  <a:pt x="921544" y="1085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129" name="Text tegies">
            <a:extLst xmlns:a="http://schemas.openxmlformats.org/drawingml/2006/main">
              <a:ext uri="{FF2B5EF4-FFF2-40B4-BE49-F238E27FC236}">
                <a16:creationId xmlns:a16="http://schemas.microsoft.com/office/drawing/2014/main" id="{816E4635-6F6D-4B33-AFE7-67636931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993" y="3595143"/>
            <a:ext cx="414102" cy="164999"/>
          </a:xfrm>
          <a:custGeom xmlns:a="http://schemas.openxmlformats.org/drawingml/2006/main">
            <a:pathLst>
              <a:path w="414102" h="164999">
                <a:moveTo>
                  <a:pt x="27441" y="18058"/>
                </a:moveTo>
                <a:lnTo>
                  <a:pt x="27441" y="44790"/>
                </a:lnTo>
                <a:lnTo>
                  <a:pt x="46384" y="44790"/>
                </a:lnTo>
                <a:lnTo>
                  <a:pt x="46384" y="50810"/>
                </a:lnTo>
                <a:lnTo>
                  <a:pt x="27441" y="50987"/>
                </a:lnTo>
                <a:lnTo>
                  <a:pt x="27441" y="103639"/>
                </a:lnTo>
                <a:cubicBezTo>
                  <a:pt x="27441" y="108896"/>
                  <a:pt x="28193" y="112442"/>
                  <a:pt x="29698" y="114275"/>
                </a:cubicBezTo>
                <a:cubicBezTo>
                  <a:pt x="31203" y="116106"/>
                  <a:pt x="33135" y="117021"/>
                  <a:pt x="35496" y="117021"/>
                </a:cubicBezTo>
                <a:cubicBezTo>
                  <a:pt x="37443" y="117021"/>
                  <a:pt x="39332" y="116409"/>
                  <a:pt x="41161" y="115185"/>
                </a:cubicBezTo>
                <a:cubicBezTo>
                  <a:pt x="42990" y="113960"/>
                  <a:pt x="44407" y="112153"/>
                  <a:pt x="45410" y="109763"/>
                </a:cubicBezTo>
                <a:lnTo>
                  <a:pt x="48862" y="109763"/>
                </a:lnTo>
                <a:cubicBezTo>
                  <a:pt x="46797" y="115576"/>
                  <a:pt x="43876" y="119950"/>
                  <a:pt x="40099" y="122886"/>
                </a:cubicBezTo>
                <a:cubicBezTo>
                  <a:pt x="36322" y="125822"/>
                  <a:pt x="32427" y="127290"/>
                  <a:pt x="28414" y="127290"/>
                </a:cubicBezTo>
                <a:cubicBezTo>
                  <a:pt x="25700" y="127290"/>
                  <a:pt x="23044" y="126534"/>
                  <a:pt x="20448" y="125024"/>
                </a:cubicBezTo>
                <a:cubicBezTo>
                  <a:pt x="17851" y="123514"/>
                  <a:pt x="15933" y="121352"/>
                  <a:pt x="14694" y="118540"/>
                </a:cubicBezTo>
                <a:cubicBezTo>
                  <a:pt x="13455" y="115728"/>
                  <a:pt x="12835" y="111390"/>
                  <a:pt x="12835" y="105528"/>
                </a:cubicBezTo>
                <a:lnTo>
                  <a:pt x="12835" y="50810"/>
                </a:lnTo>
                <a:lnTo>
                  <a:pt x="0" y="50810"/>
                </a:lnTo>
                <a:lnTo>
                  <a:pt x="0" y="47971"/>
                </a:lnTo>
                <a:cubicBezTo>
                  <a:pt x="3246" y="46681"/>
                  <a:pt x="6565" y="44495"/>
                  <a:pt x="9958" y="41416"/>
                </a:cubicBezTo>
                <a:cubicBezTo>
                  <a:pt x="13352" y="38336"/>
                  <a:pt x="16376" y="34665"/>
                  <a:pt x="19031" y="30403"/>
                </a:cubicBezTo>
                <a:cubicBezTo>
                  <a:pt x="20389" y="28153"/>
                  <a:pt x="22277" y="24038"/>
                  <a:pt x="24697" y="18058"/>
                </a:cubicBezTo>
                <a:lnTo>
                  <a:pt x="27441" y="18058"/>
                </a:lnTo>
                <a:close/>
                <a:moveTo>
                  <a:pt x="67743" y="75418"/>
                </a:moveTo>
                <a:cubicBezTo>
                  <a:pt x="67684" y="87401"/>
                  <a:pt x="70605" y="96800"/>
                  <a:pt x="76507" y="103614"/>
                </a:cubicBezTo>
                <a:cubicBezTo>
                  <a:pt x="82408" y="110428"/>
                  <a:pt x="89342" y="113835"/>
                  <a:pt x="97308" y="113835"/>
                </a:cubicBezTo>
                <a:cubicBezTo>
                  <a:pt x="102620" y="113835"/>
                  <a:pt x="107237" y="112368"/>
                  <a:pt x="111162" y="109434"/>
                </a:cubicBezTo>
                <a:cubicBezTo>
                  <a:pt x="115086" y="106500"/>
                  <a:pt x="118376" y="101475"/>
                  <a:pt x="121031" y="94361"/>
                </a:cubicBezTo>
                <a:lnTo>
                  <a:pt x="123775" y="96139"/>
                </a:lnTo>
                <a:cubicBezTo>
                  <a:pt x="122536" y="104267"/>
                  <a:pt x="118936" y="111667"/>
                  <a:pt x="112976" y="118341"/>
                </a:cubicBezTo>
                <a:cubicBezTo>
                  <a:pt x="107016" y="125015"/>
                  <a:pt x="99551" y="128352"/>
                  <a:pt x="90581" y="128352"/>
                </a:cubicBezTo>
                <a:cubicBezTo>
                  <a:pt x="80844" y="128352"/>
                  <a:pt x="72508" y="124569"/>
                  <a:pt x="65575" y="117002"/>
                </a:cubicBezTo>
                <a:cubicBezTo>
                  <a:pt x="58641" y="109434"/>
                  <a:pt x="55174" y="99260"/>
                  <a:pt x="55174" y="86480"/>
                </a:cubicBezTo>
                <a:cubicBezTo>
                  <a:pt x="55174" y="72641"/>
                  <a:pt x="58729" y="61850"/>
                  <a:pt x="65840" y="54107"/>
                </a:cubicBezTo>
                <a:cubicBezTo>
                  <a:pt x="72951" y="46362"/>
                  <a:pt x="81877" y="42489"/>
                  <a:pt x="92617" y="42489"/>
                </a:cubicBezTo>
                <a:cubicBezTo>
                  <a:pt x="101705" y="42489"/>
                  <a:pt x="109170" y="45476"/>
                  <a:pt x="115012" y="51451"/>
                </a:cubicBezTo>
                <a:cubicBezTo>
                  <a:pt x="120854" y="57425"/>
                  <a:pt x="123775" y="65413"/>
                  <a:pt x="123775" y="75418"/>
                </a:cubicBezTo>
                <a:lnTo>
                  <a:pt x="67743" y="75418"/>
                </a:lnTo>
                <a:moveTo>
                  <a:pt x="67743" y="70284"/>
                </a:moveTo>
                <a:lnTo>
                  <a:pt x="105275" y="70284"/>
                </a:lnTo>
                <a:cubicBezTo>
                  <a:pt x="104980" y="65133"/>
                  <a:pt x="104360" y="61505"/>
                  <a:pt x="103416" y="59399"/>
                </a:cubicBezTo>
                <a:cubicBezTo>
                  <a:pt x="101941" y="56120"/>
                  <a:pt x="99743" y="53544"/>
                  <a:pt x="96822" y="51673"/>
                </a:cubicBezTo>
                <a:cubicBezTo>
                  <a:pt x="93900" y="49799"/>
                  <a:pt x="90847" y="48862"/>
                  <a:pt x="87660" y="48862"/>
                </a:cubicBezTo>
                <a:cubicBezTo>
                  <a:pt x="82762" y="48862"/>
                  <a:pt x="78380" y="50750"/>
                  <a:pt x="74515" y="54525"/>
                </a:cubicBezTo>
                <a:cubicBezTo>
                  <a:pt x="70650" y="58300"/>
                  <a:pt x="68392" y="63553"/>
                  <a:pt x="67743" y="70284"/>
                </a:cubicBezTo>
                <a:close/>
                <a:moveTo>
                  <a:pt x="156108" y="96328"/>
                </a:moveTo>
                <a:cubicBezTo>
                  <a:pt x="151151" y="93912"/>
                  <a:pt x="147345" y="90538"/>
                  <a:pt x="144689" y="86206"/>
                </a:cubicBezTo>
                <a:cubicBezTo>
                  <a:pt x="142033" y="81874"/>
                  <a:pt x="140706" y="77085"/>
                  <a:pt x="140706" y="71838"/>
                </a:cubicBezTo>
                <a:cubicBezTo>
                  <a:pt x="140706" y="63824"/>
                  <a:pt x="143730" y="56928"/>
                  <a:pt x="149779" y="51153"/>
                </a:cubicBezTo>
                <a:cubicBezTo>
                  <a:pt x="155828" y="45377"/>
                  <a:pt x="163573" y="42489"/>
                  <a:pt x="173015" y="42489"/>
                </a:cubicBezTo>
                <a:cubicBezTo>
                  <a:pt x="180746" y="42489"/>
                  <a:pt x="187443" y="44377"/>
                  <a:pt x="193109" y="48154"/>
                </a:cubicBezTo>
                <a:lnTo>
                  <a:pt x="210281" y="48154"/>
                </a:lnTo>
                <a:cubicBezTo>
                  <a:pt x="212819" y="48154"/>
                  <a:pt x="214294" y="48228"/>
                  <a:pt x="214707" y="48375"/>
                </a:cubicBezTo>
                <a:cubicBezTo>
                  <a:pt x="215120" y="48523"/>
                  <a:pt x="215415" y="48774"/>
                  <a:pt x="215592" y="49128"/>
                </a:cubicBezTo>
                <a:cubicBezTo>
                  <a:pt x="215946" y="49659"/>
                  <a:pt x="216123" y="50603"/>
                  <a:pt x="216123" y="51960"/>
                </a:cubicBezTo>
                <a:cubicBezTo>
                  <a:pt x="216123" y="53495"/>
                  <a:pt x="215976" y="54557"/>
                  <a:pt x="215681" y="55147"/>
                </a:cubicBezTo>
                <a:cubicBezTo>
                  <a:pt x="215504" y="55442"/>
                  <a:pt x="215194" y="55678"/>
                  <a:pt x="214751" y="55855"/>
                </a:cubicBezTo>
                <a:cubicBezTo>
                  <a:pt x="214309" y="56032"/>
                  <a:pt x="212819" y="56121"/>
                  <a:pt x="210281" y="56121"/>
                </a:cubicBezTo>
                <a:lnTo>
                  <a:pt x="199748" y="56121"/>
                </a:lnTo>
                <a:cubicBezTo>
                  <a:pt x="203052" y="60370"/>
                  <a:pt x="204705" y="65799"/>
                  <a:pt x="204705" y="72408"/>
                </a:cubicBezTo>
                <a:cubicBezTo>
                  <a:pt x="204705" y="79962"/>
                  <a:pt x="201813" y="86424"/>
                  <a:pt x="196030" y="91794"/>
                </a:cubicBezTo>
                <a:cubicBezTo>
                  <a:pt x="190247" y="97164"/>
                  <a:pt x="182486" y="99849"/>
                  <a:pt x="172749" y="99849"/>
                </a:cubicBezTo>
                <a:cubicBezTo>
                  <a:pt x="168737" y="99849"/>
                  <a:pt x="164635" y="99247"/>
                  <a:pt x="160445" y="98043"/>
                </a:cubicBezTo>
                <a:cubicBezTo>
                  <a:pt x="157849" y="100252"/>
                  <a:pt x="156093" y="102184"/>
                  <a:pt x="155178" y="103841"/>
                </a:cubicBezTo>
                <a:cubicBezTo>
                  <a:pt x="154264" y="105497"/>
                  <a:pt x="153806" y="106905"/>
                  <a:pt x="153806" y="108067"/>
                </a:cubicBezTo>
                <a:cubicBezTo>
                  <a:pt x="153806" y="109056"/>
                  <a:pt x="154293" y="110015"/>
                  <a:pt x="155267" y="110944"/>
                </a:cubicBezTo>
                <a:cubicBezTo>
                  <a:pt x="156241" y="111874"/>
                  <a:pt x="158144" y="112542"/>
                  <a:pt x="160976" y="112950"/>
                </a:cubicBezTo>
                <a:cubicBezTo>
                  <a:pt x="162629" y="113219"/>
                  <a:pt x="166760" y="113455"/>
                  <a:pt x="173369" y="113658"/>
                </a:cubicBezTo>
                <a:cubicBezTo>
                  <a:pt x="185526" y="113995"/>
                  <a:pt x="193404" y="114467"/>
                  <a:pt x="197003" y="115074"/>
                </a:cubicBezTo>
                <a:cubicBezTo>
                  <a:pt x="202492" y="115839"/>
                  <a:pt x="206873" y="117872"/>
                  <a:pt x="210148" y="121171"/>
                </a:cubicBezTo>
                <a:cubicBezTo>
                  <a:pt x="213424" y="124470"/>
                  <a:pt x="215061" y="128534"/>
                  <a:pt x="215061" y="133364"/>
                </a:cubicBezTo>
                <a:cubicBezTo>
                  <a:pt x="215061" y="140022"/>
                  <a:pt x="211934" y="146266"/>
                  <a:pt x="205678" y="152097"/>
                </a:cubicBezTo>
                <a:cubicBezTo>
                  <a:pt x="196472" y="160698"/>
                  <a:pt x="184463" y="164999"/>
                  <a:pt x="169651" y="164999"/>
                </a:cubicBezTo>
                <a:cubicBezTo>
                  <a:pt x="158262" y="164999"/>
                  <a:pt x="148643" y="162431"/>
                  <a:pt x="140794" y="157295"/>
                </a:cubicBezTo>
                <a:cubicBezTo>
                  <a:pt x="136368" y="154344"/>
                  <a:pt x="134155" y="151274"/>
                  <a:pt x="134155" y="148086"/>
                </a:cubicBezTo>
                <a:cubicBezTo>
                  <a:pt x="134155" y="146670"/>
                  <a:pt x="134480" y="145253"/>
                  <a:pt x="135129" y="143837"/>
                </a:cubicBezTo>
                <a:cubicBezTo>
                  <a:pt x="136132" y="141654"/>
                  <a:pt x="138198" y="138614"/>
                  <a:pt x="141325" y="134717"/>
                </a:cubicBezTo>
                <a:cubicBezTo>
                  <a:pt x="141738" y="134186"/>
                  <a:pt x="144748" y="130998"/>
                  <a:pt x="150354" y="125154"/>
                </a:cubicBezTo>
                <a:cubicBezTo>
                  <a:pt x="147286" y="123327"/>
                  <a:pt x="145117" y="121691"/>
                  <a:pt x="143848" y="120247"/>
                </a:cubicBezTo>
                <a:cubicBezTo>
                  <a:pt x="142579" y="118803"/>
                  <a:pt x="141945" y="117167"/>
                  <a:pt x="141945" y="115340"/>
                </a:cubicBezTo>
                <a:cubicBezTo>
                  <a:pt x="141945" y="113276"/>
                  <a:pt x="142786" y="110859"/>
                  <a:pt x="144468" y="108089"/>
                </a:cubicBezTo>
                <a:cubicBezTo>
                  <a:pt x="146150" y="105318"/>
                  <a:pt x="150030" y="101397"/>
                  <a:pt x="156108" y="96328"/>
                </a:cubicBezTo>
                <a:moveTo>
                  <a:pt x="171510" y="46915"/>
                </a:moveTo>
                <a:cubicBezTo>
                  <a:pt x="167143" y="46915"/>
                  <a:pt x="163484" y="48646"/>
                  <a:pt x="160534" y="52110"/>
                </a:cubicBezTo>
                <a:cubicBezTo>
                  <a:pt x="157583" y="55571"/>
                  <a:pt x="156108" y="60882"/>
                  <a:pt x="156108" y="68043"/>
                </a:cubicBezTo>
                <a:cubicBezTo>
                  <a:pt x="156108" y="77317"/>
                  <a:pt x="158114" y="84507"/>
                  <a:pt x="162127" y="89611"/>
                </a:cubicBezTo>
                <a:cubicBezTo>
                  <a:pt x="165196" y="93486"/>
                  <a:pt x="169091" y="95423"/>
                  <a:pt x="173812" y="95423"/>
                </a:cubicBezTo>
                <a:cubicBezTo>
                  <a:pt x="178297" y="95423"/>
                  <a:pt x="181985" y="93750"/>
                  <a:pt x="184876" y="90405"/>
                </a:cubicBezTo>
                <a:cubicBezTo>
                  <a:pt x="187768" y="87060"/>
                  <a:pt x="189214" y="81807"/>
                  <a:pt x="189214" y="74646"/>
                </a:cubicBezTo>
                <a:cubicBezTo>
                  <a:pt x="189214" y="65315"/>
                  <a:pt x="187178" y="58007"/>
                  <a:pt x="183106" y="52724"/>
                </a:cubicBezTo>
                <a:cubicBezTo>
                  <a:pt x="180096" y="48851"/>
                  <a:pt x="176231" y="46915"/>
                  <a:pt x="171510" y="46915"/>
                </a:cubicBezTo>
                <a:moveTo>
                  <a:pt x="155223" y="125873"/>
                </a:moveTo>
                <a:cubicBezTo>
                  <a:pt x="152449" y="128865"/>
                  <a:pt x="150354" y="131650"/>
                  <a:pt x="148938" y="134230"/>
                </a:cubicBezTo>
                <a:cubicBezTo>
                  <a:pt x="147522" y="136810"/>
                  <a:pt x="146813" y="139185"/>
                  <a:pt x="146813" y="141356"/>
                </a:cubicBezTo>
                <a:cubicBezTo>
                  <a:pt x="146813" y="144170"/>
                  <a:pt x="148525" y="146633"/>
                  <a:pt x="151947" y="148744"/>
                </a:cubicBezTo>
                <a:cubicBezTo>
                  <a:pt x="157849" y="152381"/>
                  <a:pt x="166376" y="154199"/>
                  <a:pt x="177529" y="154199"/>
                </a:cubicBezTo>
                <a:cubicBezTo>
                  <a:pt x="188152" y="154199"/>
                  <a:pt x="195985" y="152344"/>
                  <a:pt x="201031" y="148634"/>
                </a:cubicBezTo>
                <a:cubicBezTo>
                  <a:pt x="206077" y="144925"/>
                  <a:pt x="208599" y="140968"/>
                  <a:pt x="208599" y="136761"/>
                </a:cubicBezTo>
                <a:cubicBezTo>
                  <a:pt x="208599" y="133724"/>
                  <a:pt x="207095" y="131562"/>
                  <a:pt x="204085" y="130277"/>
                </a:cubicBezTo>
                <a:cubicBezTo>
                  <a:pt x="201016" y="128992"/>
                  <a:pt x="194938" y="128232"/>
                  <a:pt x="185850" y="127998"/>
                </a:cubicBezTo>
                <a:cubicBezTo>
                  <a:pt x="172572" y="127629"/>
                  <a:pt x="162363" y="126921"/>
                  <a:pt x="155223" y="125873"/>
                </a:cubicBezTo>
                <a:close/>
                <a:moveTo>
                  <a:pt x="245689" y="0"/>
                </a:moveTo>
                <a:cubicBezTo>
                  <a:pt x="248168" y="0"/>
                  <a:pt x="250277" y="875"/>
                  <a:pt x="252018" y="2625"/>
                </a:cubicBezTo>
                <a:cubicBezTo>
                  <a:pt x="253759" y="4373"/>
                  <a:pt x="254629" y="6493"/>
                  <a:pt x="254629" y="8985"/>
                </a:cubicBezTo>
                <a:cubicBezTo>
                  <a:pt x="254629" y="11476"/>
                  <a:pt x="253759" y="13612"/>
                  <a:pt x="252018" y="15391"/>
                </a:cubicBezTo>
                <a:cubicBezTo>
                  <a:pt x="250277" y="17169"/>
                  <a:pt x="248168" y="18058"/>
                  <a:pt x="245689" y="18058"/>
                </a:cubicBezTo>
                <a:cubicBezTo>
                  <a:pt x="243210" y="18058"/>
                  <a:pt x="241086" y="17169"/>
                  <a:pt x="239316" y="15391"/>
                </a:cubicBezTo>
                <a:cubicBezTo>
                  <a:pt x="237545" y="13612"/>
                  <a:pt x="236660" y="11476"/>
                  <a:pt x="236660" y="8985"/>
                </a:cubicBezTo>
                <a:cubicBezTo>
                  <a:pt x="236660" y="6493"/>
                  <a:pt x="237531" y="4373"/>
                  <a:pt x="239271" y="2625"/>
                </a:cubicBezTo>
                <a:cubicBezTo>
                  <a:pt x="241012" y="875"/>
                  <a:pt x="243151" y="0"/>
                  <a:pt x="245689" y="0"/>
                </a:cubicBezTo>
                <a:moveTo>
                  <a:pt x="253036" y="42489"/>
                </a:moveTo>
                <a:lnTo>
                  <a:pt x="253036" y="107461"/>
                </a:lnTo>
                <a:cubicBezTo>
                  <a:pt x="253036" y="112566"/>
                  <a:pt x="253405" y="115965"/>
                  <a:pt x="254142" y="117658"/>
                </a:cubicBezTo>
                <a:cubicBezTo>
                  <a:pt x="254880" y="119349"/>
                  <a:pt x="255972" y="120610"/>
                  <a:pt x="257418" y="121442"/>
                </a:cubicBezTo>
                <a:cubicBezTo>
                  <a:pt x="258863" y="122272"/>
                  <a:pt x="261504" y="122687"/>
                  <a:pt x="265340" y="122687"/>
                </a:cubicBezTo>
                <a:lnTo>
                  <a:pt x="265340" y="125873"/>
                </a:lnTo>
                <a:lnTo>
                  <a:pt x="225949" y="125873"/>
                </a:lnTo>
                <a:lnTo>
                  <a:pt x="225949" y="122687"/>
                </a:lnTo>
                <a:cubicBezTo>
                  <a:pt x="229903" y="122687"/>
                  <a:pt x="232559" y="122301"/>
                  <a:pt x="233916" y="121530"/>
                </a:cubicBezTo>
                <a:cubicBezTo>
                  <a:pt x="235273" y="120758"/>
                  <a:pt x="236350" y="119482"/>
                  <a:pt x="237147" y="117702"/>
                </a:cubicBezTo>
                <a:cubicBezTo>
                  <a:pt x="237944" y="115921"/>
                  <a:pt x="238342" y="112507"/>
                  <a:pt x="238342" y="107461"/>
                </a:cubicBezTo>
                <a:lnTo>
                  <a:pt x="238342" y="76480"/>
                </a:lnTo>
                <a:cubicBezTo>
                  <a:pt x="238342" y="67650"/>
                  <a:pt x="238076" y="61932"/>
                  <a:pt x="237545" y="59324"/>
                </a:cubicBezTo>
                <a:cubicBezTo>
                  <a:pt x="237132" y="57426"/>
                  <a:pt x="236483" y="56109"/>
                  <a:pt x="235598" y="55371"/>
                </a:cubicBezTo>
                <a:cubicBezTo>
                  <a:pt x="234713" y="54632"/>
                  <a:pt x="233503" y="54262"/>
                  <a:pt x="231969" y="54262"/>
                </a:cubicBezTo>
                <a:cubicBezTo>
                  <a:pt x="230316" y="54262"/>
                  <a:pt x="228310" y="54704"/>
                  <a:pt x="225949" y="55590"/>
                </a:cubicBezTo>
                <a:lnTo>
                  <a:pt x="224710" y="52403"/>
                </a:lnTo>
                <a:lnTo>
                  <a:pt x="249141" y="42489"/>
                </a:lnTo>
                <a:lnTo>
                  <a:pt x="253036" y="42489"/>
                </a:lnTo>
                <a:close/>
                <a:moveTo>
                  <a:pt x="288913" y="75418"/>
                </a:moveTo>
                <a:cubicBezTo>
                  <a:pt x="288854" y="87401"/>
                  <a:pt x="291775" y="96800"/>
                  <a:pt x="297676" y="103614"/>
                </a:cubicBezTo>
                <a:cubicBezTo>
                  <a:pt x="303577" y="110428"/>
                  <a:pt x="310511" y="113835"/>
                  <a:pt x="318478" y="113835"/>
                </a:cubicBezTo>
                <a:cubicBezTo>
                  <a:pt x="323789" y="113835"/>
                  <a:pt x="328407" y="112368"/>
                  <a:pt x="332331" y="109434"/>
                </a:cubicBezTo>
                <a:cubicBezTo>
                  <a:pt x="336255" y="106500"/>
                  <a:pt x="339545" y="101475"/>
                  <a:pt x="342201" y="94361"/>
                </a:cubicBezTo>
                <a:lnTo>
                  <a:pt x="344945" y="96139"/>
                </a:lnTo>
                <a:cubicBezTo>
                  <a:pt x="343706" y="104267"/>
                  <a:pt x="340106" y="111667"/>
                  <a:pt x="334146" y="118341"/>
                </a:cubicBezTo>
                <a:cubicBezTo>
                  <a:pt x="328185" y="125015"/>
                  <a:pt x="320720" y="128352"/>
                  <a:pt x="311750" y="128352"/>
                </a:cubicBezTo>
                <a:cubicBezTo>
                  <a:pt x="302013" y="128352"/>
                  <a:pt x="293678" y="124569"/>
                  <a:pt x="286744" y="117002"/>
                </a:cubicBezTo>
                <a:cubicBezTo>
                  <a:pt x="279810" y="109434"/>
                  <a:pt x="276343" y="99260"/>
                  <a:pt x="276343" y="86480"/>
                </a:cubicBezTo>
                <a:cubicBezTo>
                  <a:pt x="276343" y="72641"/>
                  <a:pt x="279898" y="61850"/>
                  <a:pt x="287009" y="54107"/>
                </a:cubicBezTo>
                <a:cubicBezTo>
                  <a:pt x="294120" y="46362"/>
                  <a:pt x="303046" y="42489"/>
                  <a:pt x="313786" y="42489"/>
                </a:cubicBezTo>
                <a:cubicBezTo>
                  <a:pt x="322874" y="42489"/>
                  <a:pt x="330339" y="45476"/>
                  <a:pt x="336181" y="51451"/>
                </a:cubicBezTo>
                <a:cubicBezTo>
                  <a:pt x="342024" y="57425"/>
                  <a:pt x="344945" y="65413"/>
                  <a:pt x="344945" y="75418"/>
                </a:cubicBezTo>
                <a:lnTo>
                  <a:pt x="288913" y="75418"/>
                </a:lnTo>
                <a:moveTo>
                  <a:pt x="288913" y="70284"/>
                </a:moveTo>
                <a:lnTo>
                  <a:pt x="326444" y="70284"/>
                </a:lnTo>
                <a:cubicBezTo>
                  <a:pt x="326149" y="65133"/>
                  <a:pt x="325530" y="61505"/>
                  <a:pt x="324586" y="59399"/>
                </a:cubicBezTo>
                <a:cubicBezTo>
                  <a:pt x="323110" y="56120"/>
                  <a:pt x="320912" y="53544"/>
                  <a:pt x="317991" y="51673"/>
                </a:cubicBezTo>
                <a:cubicBezTo>
                  <a:pt x="315070" y="49799"/>
                  <a:pt x="312016" y="48862"/>
                  <a:pt x="308829" y="48862"/>
                </a:cubicBezTo>
                <a:cubicBezTo>
                  <a:pt x="303931" y="48862"/>
                  <a:pt x="299550" y="50750"/>
                  <a:pt x="295684" y="54525"/>
                </a:cubicBezTo>
                <a:cubicBezTo>
                  <a:pt x="291819" y="58300"/>
                  <a:pt x="289562" y="63553"/>
                  <a:pt x="288913" y="70284"/>
                </a:cubicBezTo>
                <a:close/>
                <a:moveTo>
                  <a:pt x="407994" y="42489"/>
                </a:moveTo>
                <a:lnTo>
                  <a:pt x="407994" y="70107"/>
                </a:lnTo>
                <a:lnTo>
                  <a:pt x="405073" y="70107"/>
                </a:lnTo>
                <a:cubicBezTo>
                  <a:pt x="402830" y="61467"/>
                  <a:pt x="399954" y="55590"/>
                  <a:pt x="396442" y="52475"/>
                </a:cubicBezTo>
                <a:cubicBezTo>
                  <a:pt x="392931" y="49358"/>
                  <a:pt x="388461" y="47800"/>
                  <a:pt x="383032" y="47800"/>
                </a:cubicBezTo>
                <a:cubicBezTo>
                  <a:pt x="378901" y="47800"/>
                  <a:pt x="375567" y="48888"/>
                  <a:pt x="373029" y="51064"/>
                </a:cubicBezTo>
                <a:cubicBezTo>
                  <a:pt x="370492" y="53240"/>
                  <a:pt x="369223" y="55651"/>
                  <a:pt x="369223" y="58298"/>
                </a:cubicBezTo>
                <a:cubicBezTo>
                  <a:pt x="369223" y="61590"/>
                  <a:pt x="370167" y="64412"/>
                  <a:pt x="372055" y="66765"/>
                </a:cubicBezTo>
                <a:cubicBezTo>
                  <a:pt x="373885" y="69175"/>
                  <a:pt x="377603" y="71733"/>
                  <a:pt x="383209" y="74439"/>
                </a:cubicBezTo>
                <a:lnTo>
                  <a:pt x="396133" y="80701"/>
                </a:lnTo>
                <a:cubicBezTo>
                  <a:pt x="408112" y="86536"/>
                  <a:pt x="414102" y="94227"/>
                  <a:pt x="414102" y="103774"/>
                </a:cubicBezTo>
                <a:cubicBezTo>
                  <a:pt x="414102" y="111141"/>
                  <a:pt x="411313" y="117080"/>
                  <a:pt x="405737" y="121588"/>
                </a:cubicBezTo>
                <a:cubicBezTo>
                  <a:pt x="400160" y="126097"/>
                  <a:pt x="393920" y="128352"/>
                  <a:pt x="387015" y="128352"/>
                </a:cubicBezTo>
                <a:cubicBezTo>
                  <a:pt x="382058" y="128352"/>
                  <a:pt x="376393" y="127511"/>
                  <a:pt x="370020" y="125829"/>
                </a:cubicBezTo>
                <a:cubicBezTo>
                  <a:pt x="368072" y="125268"/>
                  <a:pt x="366479" y="124988"/>
                  <a:pt x="365240" y="124988"/>
                </a:cubicBezTo>
                <a:cubicBezTo>
                  <a:pt x="363882" y="124988"/>
                  <a:pt x="362820" y="125696"/>
                  <a:pt x="362053" y="127113"/>
                </a:cubicBezTo>
                <a:lnTo>
                  <a:pt x="359132" y="127113"/>
                </a:lnTo>
                <a:lnTo>
                  <a:pt x="359132" y="98079"/>
                </a:lnTo>
                <a:lnTo>
                  <a:pt x="362053" y="98079"/>
                </a:lnTo>
                <a:cubicBezTo>
                  <a:pt x="363705" y="106340"/>
                  <a:pt x="366862" y="112566"/>
                  <a:pt x="371524" y="116756"/>
                </a:cubicBezTo>
                <a:cubicBezTo>
                  <a:pt x="376186" y="120946"/>
                  <a:pt x="381409" y="123041"/>
                  <a:pt x="387192" y="123041"/>
                </a:cubicBezTo>
                <a:cubicBezTo>
                  <a:pt x="391264" y="123041"/>
                  <a:pt x="394583" y="121852"/>
                  <a:pt x="397150" y="119475"/>
                </a:cubicBezTo>
                <a:cubicBezTo>
                  <a:pt x="399718" y="117096"/>
                  <a:pt x="401001" y="114233"/>
                  <a:pt x="401001" y="110886"/>
                </a:cubicBezTo>
                <a:cubicBezTo>
                  <a:pt x="401001" y="106834"/>
                  <a:pt x="399570" y="103429"/>
                  <a:pt x="396708" y="100670"/>
                </a:cubicBezTo>
                <a:cubicBezTo>
                  <a:pt x="393846" y="97910"/>
                  <a:pt x="388136" y="94423"/>
                  <a:pt x="379580" y="90211"/>
                </a:cubicBezTo>
                <a:cubicBezTo>
                  <a:pt x="371023" y="85998"/>
                  <a:pt x="365417" y="82177"/>
                  <a:pt x="362761" y="78748"/>
                </a:cubicBezTo>
                <a:cubicBezTo>
                  <a:pt x="360105" y="75379"/>
                  <a:pt x="358778" y="71124"/>
                  <a:pt x="358778" y="65982"/>
                </a:cubicBezTo>
                <a:cubicBezTo>
                  <a:pt x="358778" y="59303"/>
                  <a:pt x="361064" y="53718"/>
                  <a:pt x="365638" y="49227"/>
                </a:cubicBezTo>
                <a:cubicBezTo>
                  <a:pt x="370211" y="44735"/>
                  <a:pt x="376127" y="42489"/>
                  <a:pt x="383386" y="42489"/>
                </a:cubicBezTo>
                <a:cubicBezTo>
                  <a:pt x="386573" y="42489"/>
                  <a:pt x="390438" y="43168"/>
                  <a:pt x="394982" y="44525"/>
                </a:cubicBezTo>
                <a:cubicBezTo>
                  <a:pt x="397991" y="45410"/>
                  <a:pt x="399998" y="45853"/>
                  <a:pt x="401001" y="45853"/>
                </a:cubicBezTo>
                <a:cubicBezTo>
                  <a:pt x="401945" y="45853"/>
                  <a:pt x="402683" y="45646"/>
                  <a:pt x="403214" y="45233"/>
                </a:cubicBezTo>
                <a:cubicBezTo>
                  <a:pt x="403745" y="44820"/>
                  <a:pt x="404365" y="43905"/>
                  <a:pt x="405073" y="42489"/>
                </a:cubicBezTo>
                <a:lnTo>
                  <a:pt x="407994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tegies">
            <a:extLst xmlns:a="http://schemas.openxmlformats.org/drawingml/2006/main">
              <a:ext uri="{FF2B5EF4-FFF2-40B4-BE49-F238E27FC236}">
                <a16:creationId xmlns:a16="http://schemas.microsoft.com/office/drawing/2014/main" id="{8C1E7865-BC48-49B7-80E3-4A963B1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993" y="3595143"/>
            <a:ext cx="414102" cy="164999"/>
          </a:xfrm>
          <a:custGeom xmlns:a="http://schemas.openxmlformats.org/drawingml/2006/main">
            <a:pathLst>
              <a:path w="414102" h="164999" fill="none">
                <a:moveTo>
                  <a:pt x="27441" y="18058"/>
                </a:moveTo>
                <a:lnTo>
                  <a:pt x="27441" y="44790"/>
                </a:lnTo>
                <a:lnTo>
                  <a:pt x="46384" y="44790"/>
                </a:lnTo>
                <a:lnTo>
                  <a:pt x="46384" y="50810"/>
                </a:lnTo>
                <a:lnTo>
                  <a:pt x="27441" y="50987"/>
                </a:lnTo>
                <a:lnTo>
                  <a:pt x="27441" y="103639"/>
                </a:lnTo>
                <a:cubicBezTo>
                  <a:pt x="27441" y="108896"/>
                  <a:pt x="28193" y="112442"/>
                  <a:pt x="29698" y="114275"/>
                </a:cubicBezTo>
                <a:cubicBezTo>
                  <a:pt x="31203" y="116106"/>
                  <a:pt x="33135" y="117021"/>
                  <a:pt x="35496" y="117021"/>
                </a:cubicBezTo>
                <a:cubicBezTo>
                  <a:pt x="37443" y="117021"/>
                  <a:pt x="39332" y="116409"/>
                  <a:pt x="41161" y="115185"/>
                </a:cubicBezTo>
                <a:cubicBezTo>
                  <a:pt x="42990" y="113960"/>
                  <a:pt x="44407" y="112153"/>
                  <a:pt x="45410" y="109763"/>
                </a:cubicBezTo>
                <a:lnTo>
                  <a:pt x="48862" y="109763"/>
                </a:lnTo>
                <a:cubicBezTo>
                  <a:pt x="46797" y="115576"/>
                  <a:pt x="43876" y="119950"/>
                  <a:pt x="40099" y="122886"/>
                </a:cubicBezTo>
                <a:cubicBezTo>
                  <a:pt x="36322" y="125822"/>
                  <a:pt x="32427" y="127290"/>
                  <a:pt x="28414" y="127290"/>
                </a:cubicBezTo>
                <a:cubicBezTo>
                  <a:pt x="25700" y="127290"/>
                  <a:pt x="23044" y="126534"/>
                  <a:pt x="20448" y="125024"/>
                </a:cubicBezTo>
                <a:cubicBezTo>
                  <a:pt x="17851" y="123514"/>
                  <a:pt x="15933" y="121352"/>
                  <a:pt x="14694" y="118540"/>
                </a:cubicBezTo>
                <a:cubicBezTo>
                  <a:pt x="13455" y="115728"/>
                  <a:pt x="12835" y="111390"/>
                  <a:pt x="12835" y="105528"/>
                </a:cubicBezTo>
                <a:lnTo>
                  <a:pt x="12835" y="50810"/>
                </a:lnTo>
                <a:lnTo>
                  <a:pt x="0" y="50810"/>
                </a:lnTo>
                <a:lnTo>
                  <a:pt x="0" y="47971"/>
                </a:lnTo>
                <a:cubicBezTo>
                  <a:pt x="3246" y="46681"/>
                  <a:pt x="6565" y="44495"/>
                  <a:pt x="9958" y="41416"/>
                </a:cubicBezTo>
                <a:cubicBezTo>
                  <a:pt x="13352" y="38336"/>
                  <a:pt x="16376" y="34665"/>
                  <a:pt x="19031" y="30403"/>
                </a:cubicBezTo>
                <a:cubicBezTo>
                  <a:pt x="20389" y="28153"/>
                  <a:pt x="22277" y="24038"/>
                  <a:pt x="24697" y="18058"/>
                </a:cubicBezTo>
                <a:lnTo>
                  <a:pt x="27441" y="18058"/>
                </a:lnTo>
                <a:close/>
                <a:moveTo>
                  <a:pt x="67743" y="75418"/>
                </a:moveTo>
                <a:cubicBezTo>
                  <a:pt x="67684" y="87401"/>
                  <a:pt x="70605" y="96800"/>
                  <a:pt x="76507" y="103614"/>
                </a:cubicBezTo>
                <a:cubicBezTo>
                  <a:pt x="82408" y="110428"/>
                  <a:pt x="89342" y="113835"/>
                  <a:pt x="97308" y="113835"/>
                </a:cubicBezTo>
                <a:cubicBezTo>
                  <a:pt x="102620" y="113835"/>
                  <a:pt x="107237" y="112368"/>
                  <a:pt x="111162" y="109434"/>
                </a:cubicBezTo>
                <a:cubicBezTo>
                  <a:pt x="115086" y="106500"/>
                  <a:pt x="118376" y="101475"/>
                  <a:pt x="121031" y="94361"/>
                </a:cubicBezTo>
                <a:lnTo>
                  <a:pt x="123775" y="96139"/>
                </a:lnTo>
                <a:cubicBezTo>
                  <a:pt x="122536" y="104267"/>
                  <a:pt x="118936" y="111667"/>
                  <a:pt x="112976" y="118341"/>
                </a:cubicBezTo>
                <a:cubicBezTo>
                  <a:pt x="107016" y="125015"/>
                  <a:pt x="99551" y="128352"/>
                  <a:pt x="90581" y="128352"/>
                </a:cubicBezTo>
                <a:cubicBezTo>
                  <a:pt x="80844" y="128352"/>
                  <a:pt x="72508" y="124569"/>
                  <a:pt x="65575" y="117002"/>
                </a:cubicBezTo>
                <a:cubicBezTo>
                  <a:pt x="58641" y="109434"/>
                  <a:pt x="55174" y="99260"/>
                  <a:pt x="55174" y="86480"/>
                </a:cubicBezTo>
                <a:cubicBezTo>
                  <a:pt x="55174" y="72641"/>
                  <a:pt x="58729" y="61850"/>
                  <a:pt x="65840" y="54107"/>
                </a:cubicBezTo>
                <a:cubicBezTo>
                  <a:pt x="72951" y="46362"/>
                  <a:pt x="81877" y="42489"/>
                  <a:pt x="92617" y="42489"/>
                </a:cubicBezTo>
                <a:cubicBezTo>
                  <a:pt x="101705" y="42489"/>
                  <a:pt x="109170" y="45476"/>
                  <a:pt x="115012" y="51451"/>
                </a:cubicBezTo>
                <a:cubicBezTo>
                  <a:pt x="120854" y="57425"/>
                  <a:pt x="123775" y="65413"/>
                  <a:pt x="123775" y="75418"/>
                </a:cubicBezTo>
                <a:lnTo>
                  <a:pt x="67743" y="75418"/>
                </a:lnTo>
                <a:moveTo>
                  <a:pt x="67743" y="70284"/>
                </a:moveTo>
                <a:lnTo>
                  <a:pt x="105275" y="70284"/>
                </a:lnTo>
                <a:cubicBezTo>
                  <a:pt x="104980" y="65133"/>
                  <a:pt x="104360" y="61505"/>
                  <a:pt x="103416" y="59399"/>
                </a:cubicBezTo>
                <a:cubicBezTo>
                  <a:pt x="101941" y="56120"/>
                  <a:pt x="99743" y="53544"/>
                  <a:pt x="96822" y="51673"/>
                </a:cubicBezTo>
                <a:cubicBezTo>
                  <a:pt x="93900" y="49799"/>
                  <a:pt x="90847" y="48862"/>
                  <a:pt x="87660" y="48862"/>
                </a:cubicBezTo>
                <a:cubicBezTo>
                  <a:pt x="82762" y="48862"/>
                  <a:pt x="78380" y="50750"/>
                  <a:pt x="74515" y="54525"/>
                </a:cubicBezTo>
                <a:cubicBezTo>
                  <a:pt x="70650" y="58300"/>
                  <a:pt x="68392" y="63553"/>
                  <a:pt x="67743" y="70284"/>
                </a:cubicBezTo>
                <a:close/>
                <a:moveTo>
                  <a:pt x="156108" y="96328"/>
                </a:moveTo>
                <a:cubicBezTo>
                  <a:pt x="151151" y="93912"/>
                  <a:pt x="147345" y="90538"/>
                  <a:pt x="144689" y="86206"/>
                </a:cubicBezTo>
                <a:cubicBezTo>
                  <a:pt x="142033" y="81874"/>
                  <a:pt x="140706" y="77085"/>
                  <a:pt x="140706" y="71838"/>
                </a:cubicBezTo>
                <a:cubicBezTo>
                  <a:pt x="140706" y="63824"/>
                  <a:pt x="143730" y="56928"/>
                  <a:pt x="149779" y="51153"/>
                </a:cubicBezTo>
                <a:cubicBezTo>
                  <a:pt x="155828" y="45377"/>
                  <a:pt x="163573" y="42489"/>
                  <a:pt x="173015" y="42489"/>
                </a:cubicBezTo>
                <a:cubicBezTo>
                  <a:pt x="180746" y="42489"/>
                  <a:pt x="187443" y="44377"/>
                  <a:pt x="193109" y="48154"/>
                </a:cubicBezTo>
                <a:lnTo>
                  <a:pt x="210281" y="48154"/>
                </a:lnTo>
                <a:cubicBezTo>
                  <a:pt x="212819" y="48154"/>
                  <a:pt x="214294" y="48228"/>
                  <a:pt x="214707" y="48375"/>
                </a:cubicBezTo>
                <a:cubicBezTo>
                  <a:pt x="215120" y="48523"/>
                  <a:pt x="215415" y="48774"/>
                  <a:pt x="215592" y="49128"/>
                </a:cubicBezTo>
                <a:cubicBezTo>
                  <a:pt x="215946" y="49659"/>
                  <a:pt x="216123" y="50603"/>
                  <a:pt x="216123" y="51960"/>
                </a:cubicBezTo>
                <a:cubicBezTo>
                  <a:pt x="216123" y="53495"/>
                  <a:pt x="215976" y="54557"/>
                  <a:pt x="215681" y="55147"/>
                </a:cubicBezTo>
                <a:cubicBezTo>
                  <a:pt x="215504" y="55442"/>
                  <a:pt x="215194" y="55678"/>
                  <a:pt x="214751" y="55855"/>
                </a:cubicBezTo>
                <a:cubicBezTo>
                  <a:pt x="214309" y="56032"/>
                  <a:pt x="212819" y="56121"/>
                  <a:pt x="210281" y="56121"/>
                </a:cubicBezTo>
                <a:lnTo>
                  <a:pt x="199748" y="56121"/>
                </a:lnTo>
                <a:cubicBezTo>
                  <a:pt x="203052" y="60370"/>
                  <a:pt x="204705" y="65799"/>
                  <a:pt x="204705" y="72408"/>
                </a:cubicBezTo>
                <a:cubicBezTo>
                  <a:pt x="204705" y="79962"/>
                  <a:pt x="201813" y="86424"/>
                  <a:pt x="196030" y="91794"/>
                </a:cubicBezTo>
                <a:cubicBezTo>
                  <a:pt x="190247" y="97164"/>
                  <a:pt x="182486" y="99849"/>
                  <a:pt x="172749" y="99849"/>
                </a:cubicBezTo>
                <a:cubicBezTo>
                  <a:pt x="168737" y="99849"/>
                  <a:pt x="164635" y="99247"/>
                  <a:pt x="160445" y="98043"/>
                </a:cubicBezTo>
                <a:cubicBezTo>
                  <a:pt x="157849" y="100252"/>
                  <a:pt x="156093" y="102184"/>
                  <a:pt x="155178" y="103841"/>
                </a:cubicBezTo>
                <a:cubicBezTo>
                  <a:pt x="154264" y="105497"/>
                  <a:pt x="153806" y="106905"/>
                  <a:pt x="153806" y="108067"/>
                </a:cubicBezTo>
                <a:cubicBezTo>
                  <a:pt x="153806" y="109056"/>
                  <a:pt x="154293" y="110015"/>
                  <a:pt x="155267" y="110944"/>
                </a:cubicBezTo>
                <a:cubicBezTo>
                  <a:pt x="156241" y="111874"/>
                  <a:pt x="158144" y="112542"/>
                  <a:pt x="160976" y="112950"/>
                </a:cubicBezTo>
                <a:cubicBezTo>
                  <a:pt x="162629" y="113219"/>
                  <a:pt x="166760" y="113455"/>
                  <a:pt x="173369" y="113658"/>
                </a:cubicBezTo>
                <a:cubicBezTo>
                  <a:pt x="185526" y="113995"/>
                  <a:pt x="193404" y="114467"/>
                  <a:pt x="197003" y="115074"/>
                </a:cubicBezTo>
                <a:cubicBezTo>
                  <a:pt x="202492" y="115839"/>
                  <a:pt x="206873" y="117872"/>
                  <a:pt x="210148" y="121171"/>
                </a:cubicBezTo>
                <a:cubicBezTo>
                  <a:pt x="213424" y="124470"/>
                  <a:pt x="215061" y="128534"/>
                  <a:pt x="215061" y="133364"/>
                </a:cubicBezTo>
                <a:cubicBezTo>
                  <a:pt x="215061" y="140022"/>
                  <a:pt x="211934" y="146266"/>
                  <a:pt x="205678" y="152097"/>
                </a:cubicBezTo>
                <a:cubicBezTo>
                  <a:pt x="196472" y="160698"/>
                  <a:pt x="184463" y="164999"/>
                  <a:pt x="169651" y="164999"/>
                </a:cubicBezTo>
                <a:cubicBezTo>
                  <a:pt x="158262" y="164999"/>
                  <a:pt x="148643" y="162431"/>
                  <a:pt x="140794" y="157295"/>
                </a:cubicBezTo>
                <a:cubicBezTo>
                  <a:pt x="136368" y="154344"/>
                  <a:pt x="134155" y="151274"/>
                  <a:pt x="134155" y="148086"/>
                </a:cubicBezTo>
                <a:cubicBezTo>
                  <a:pt x="134155" y="146670"/>
                  <a:pt x="134480" y="145253"/>
                  <a:pt x="135129" y="143837"/>
                </a:cubicBezTo>
                <a:cubicBezTo>
                  <a:pt x="136132" y="141654"/>
                  <a:pt x="138198" y="138614"/>
                  <a:pt x="141325" y="134717"/>
                </a:cubicBezTo>
                <a:cubicBezTo>
                  <a:pt x="141738" y="134186"/>
                  <a:pt x="144748" y="130998"/>
                  <a:pt x="150354" y="125154"/>
                </a:cubicBezTo>
                <a:cubicBezTo>
                  <a:pt x="147286" y="123327"/>
                  <a:pt x="145117" y="121691"/>
                  <a:pt x="143848" y="120247"/>
                </a:cubicBezTo>
                <a:cubicBezTo>
                  <a:pt x="142579" y="118803"/>
                  <a:pt x="141945" y="117167"/>
                  <a:pt x="141945" y="115340"/>
                </a:cubicBezTo>
                <a:cubicBezTo>
                  <a:pt x="141945" y="113276"/>
                  <a:pt x="142786" y="110859"/>
                  <a:pt x="144468" y="108089"/>
                </a:cubicBezTo>
                <a:cubicBezTo>
                  <a:pt x="146150" y="105318"/>
                  <a:pt x="150030" y="101397"/>
                  <a:pt x="156108" y="96328"/>
                </a:cubicBezTo>
                <a:moveTo>
                  <a:pt x="171510" y="46915"/>
                </a:moveTo>
                <a:cubicBezTo>
                  <a:pt x="167143" y="46915"/>
                  <a:pt x="163484" y="48646"/>
                  <a:pt x="160534" y="52110"/>
                </a:cubicBezTo>
                <a:cubicBezTo>
                  <a:pt x="157583" y="55571"/>
                  <a:pt x="156108" y="60882"/>
                  <a:pt x="156108" y="68043"/>
                </a:cubicBezTo>
                <a:cubicBezTo>
                  <a:pt x="156108" y="77317"/>
                  <a:pt x="158114" y="84507"/>
                  <a:pt x="162127" y="89611"/>
                </a:cubicBezTo>
                <a:cubicBezTo>
                  <a:pt x="165196" y="93486"/>
                  <a:pt x="169091" y="95423"/>
                  <a:pt x="173812" y="95423"/>
                </a:cubicBezTo>
                <a:cubicBezTo>
                  <a:pt x="178297" y="95423"/>
                  <a:pt x="181985" y="93750"/>
                  <a:pt x="184876" y="90405"/>
                </a:cubicBezTo>
                <a:cubicBezTo>
                  <a:pt x="187768" y="87060"/>
                  <a:pt x="189214" y="81807"/>
                  <a:pt x="189214" y="74646"/>
                </a:cubicBezTo>
                <a:cubicBezTo>
                  <a:pt x="189214" y="65315"/>
                  <a:pt x="187178" y="58007"/>
                  <a:pt x="183106" y="52724"/>
                </a:cubicBezTo>
                <a:cubicBezTo>
                  <a:pt x="180096" y="48851"/>
                  <a:pt x="176231" y="46915"/>
                  <a:pt x="171510" y="46915"/>
                </a:cubicBezTo>
                <a:moveTo>
                  <a:pt x="155223" y="125873"/>
                </a:moveTo>
                <a:cubicBezTo>
                  <a:pt x="152449" y="128865"/>
                  <a:pt x="150354" y="131650"/>
                  <a:pt x="148938" y="134230"/>
                </a:cubicBezTo>
                <a:cubicBezTo>
                  <a:pt x="147522" y="136810"/>
                  <a:pt x="146813" y="139185"/>
                  <a:pt x="146813" y="141356"/>
                </a:cubicBezTo>
                <a:cubicBezTo>
                  <a:pt x="146813" y="144170"/>
                  <a:pt x="148525" y="146633"/>
                  <a:pt x="151947" y="148744"/>
                </a:cubicBezTo>
                <a:cubicBezTo>
                  <a:pt x="157849" y="152381"/>
                  <a:pt x="166376" y="154199"/>
                  <a:pt x="177529" y="154199"/>
                </a:cubicBezTo>
                <a:cubicBezTo>
                  <a:pt x="188152" y="154199"/>
                  <a:pt x="195985" y="152344"/>
                  <a:pt x="201031" y="148634"/>
                </a:cubicBezTo>
                <a:cubicBezTo>
                  <a:pt x="206077" y="144925"/>
                  <a:pt x="208599" y="140968"/>
                  <a:pt x="208599" y="136761"/>
                </a:cubicBezTo>
                <a:cubicBezTo>
                  <a:pt x="208599" y="133724"/>
                  <a:pt x="207095" y="131562"/>
                  <a:pt x="204085" y="130277"/>
                </a:cubicBezTo>
                <a:cubicBezTo>
                  <a:pt x="201016" y="128992"/>
                  <a:pt x="194938" y="128232"/>
                  <a:pt x="185850" y="127998"/>
                </a:cubicBezTo>
                <a:cubicBezTo>
                  <a:pt x="172572" y="127629"/>
                  <a:pt x="162363" y="126921"/>
                  <a:pt x="155223" y="125873"/>
                </a:cubicBezTo>
                <a:close/>
                <a:moveTo>
                  <a:pt x="245689" y="0"/>
                </a:moveTo>
                <a:cubicBezTo>
                  <a:pt x="248168" y="0"/>
                  <a:pt x="250277" y="875"/>
                  <a:pt x="252018" y="2625"/>
                </a:cubicBezTo>
                <a:cubicBezTo>
                  <a:pt x="253759" y="4373"/>
                  <a:pt x="254629" y="6493"/>
                  <a:pt x="254629" y="8985"/>
                </a:cubicBezTo>
                <a:cubicBezTo>
                  <a:pt x="254629" y="11476"/>
                  <a:pt x="253759" y="13612"/>
                  <a:pt x="252018" y="15391"/>
                </a:cubicBezTo>
                <a:cubicBezTo>
                  <a:pt x="250277" y="17169"/>
                  <a:pt x="248168" y="18058"/>
                  <a:pt x="245689" y="18058"/>
                </a:cubicBezTo>
                <a:cubicBezTo>
                  <a:pt x="243210" y="18058"/>
                  <a:pt x="241086" y="17169"/>
                  <a:pt x="239316" y="15391"/>
                </a:cubicBezTo>
                <a:cubicBezTo>
                  <a:pt x="237545" y="13612"/>
                  <a:pt x="236660" y="11476"/>
                  <a:pt x="236660" y="8985"/>
                </a:cubicBezTo>
                <a:cubicBezTo>
                  <a:pt x="236660" y="6493"/>
                  <a:pt x="237531" y="4373"/>
                  <a:pt x="239271" y="2625"/>
                </a:cubicBezTo>
                <a:cubicBezTo>
                  <a:pt x="241012" y="875"/>
                  <a:pt x="243151" y="0"/>
                  <a:pt x="245689" y="0"/>
                </a:cubicBezTo>
                <a:moveTo>
                  <a:pt x="253036" y="42489"/>
                </a:moveTo>
                <a:lnTo>
                  <a:pt x="253036" y="107461"/>
                </a:lnTo>
                <a:cubicBezTo>
                  <a:pt x="253036" y="112566"/>
                  <a:pt x="253405" y="115965"/>
                  <a:pt x="254142" y="117658"/>
                </a:cubicBezTo>
                <a:cubicBezTo>
                  <a:pt x="254880" y="119349"/>
                  <a:pt x="255972" y="120610"/>
                  <a:pt x="257418" y="121442"/>
                </a:cubicBezTo>
                <a:cubicBezTo>
                  <a:pt x="258863" y="122272"/>
                  <a:pt x="261504" y="122687"/>
                  <a:pt x="265340" y="122687"/>
                </a:cubicBezTo>
                <a:lnTo>
                  <a:pt x="265340" y="125873"/>
                </a:lnTo>
                <a:lnTo>
                  <a:pt x="225949" y="125873"/>
                </a:lnTo>
                <a:lnTo>
                  <a:pt x="225949" y="122687"/>
                </a:lnTo>
                <a:cubicBezTo>
                  <a:pt x="229903" y="122687"/>
                  <a:pt x="232559" y="122301"/>
                  <a:pt x="233916" y="121530"/>
                </a:cubicBezTo>
                <a:cubicBezTo>
                  <a:pt x="235273" y="120758"/>
                  <a:pt x="236350" y="119482"/>
                  <a:pt x="237147" y="117702"/>
                </a:cubicBezTo>
                <a:cubicBezTo>
                  <a:pt x="237944" y="115921"/>
                  <a:pt x="238342" y="112507"/>
                  <a:pt x="238342" y="107461"/>
                </a:cubicBezTo>
                <a:lnTo>
                  <a:pt x="238342" y="76480"/>
                </a:lnTo>
                <a:cubicBezTo>
                  <a:pt x="238342" y="67650"/>
                  <a:pt x="238076" y="61932"/>
                  <a:pt x="237545" y="59324"/>
                </a:cubicBezTo>
                <a:cubicBezTo>
                  <a:pt x="237132" y="57426"/>
                  <a:pt x="236483" y="56109"/>
                  <a:pt x="235598" y="55371"/>
                </a:cubicBezTo>
                <a:cubicBezTo>
                  <a:pt x="234713" y="54632"/>
                  <a:pt x="233503" y="54262"/>
                  <a:pt x="231969" y="54262"/>
                </a:cubicBezTo>
                <a:cubicBezTo>
                  <a:pt x="230316" y="54262"/>
                  <a:pt x="228310" y="54704"/>
                  <a:pt x="225949" y="55590"/>
                </a:cubicBezTo>
                <a:lnTo>
                  <a:pt x="224710" y="52403"/>
                </a:lnTo>
                <a:lnTo>
                  <a:pt x="249141" y="42489"/>
                </a:lnTo>
                <a:lnTo>
                  <a:pt x="253036" y="42489"/>
                </a:lnTo>
                <a:close/>
                <a:moveTo>
                  <a:pt x="288913" y="75418"/>
                </a:moveTo>
                <a:cubicBezTo>
                  <a:pt x="288854" y="87401"/>
                  <a:pt x="291775" y="96800"/>
                  <a:pt x="297676" y="103614"/>
                </a:cubicBezTo>
                <a:cubicBezTo>
                  <a:pt x="303577" y="110428"/>
                  <a:pt x="310511" y="113835"/>
                  <a:pt x="318478" y="113835"/>
                </a:cubicBezTo>
                <a:cubicBezTo>
                  <a:pt x="323789" y="113835"/>
                  <a:pt x="328407" y="112368"/>
                  <a:pt x="332331" y="109434"/>
                </a:cubicBezTo>
                <a:cubicBezTo>
                  <a:pt x="336255" y="106500"/>
                  <a:pt x="339545" y="101475"/>
                  <a:pt x="342201" y="94361"/>
                </a:cubicBezTo>
                <a:lnTo>
                  <a:pt x="344945" y="96139"/>
                </a:lnTo>
                <a:cubicBezTo>
                  <a:pt x="343706" y="104267"/>
                  <a:pt x="340106" y="111667"/>
                  <a:pt x="334146" y="118341"/>
                </a:cubicBezTo>
                <a:cubicBezTo>
                  <a:pt x="328185" y="125015"/>
                  <a:pt x="320720" y="128352"/>
                  <a:pt x="311750" y="128352"/>
                </a:cubicBezTo>
                <a:cubicBezTo>
                  <a:pt x="302013" y="128352"/>
                  <a:pt x="293678" y="124569"/>
                  <a:pt x="286744" y="117002"/>
                </a:cubicBezTo>
                <a:cubicBezTo>
                  <a:pt x="279810" y="109434"/>
                  <a:pt x="276343" y="99260"/>
                  <a:pt x="276343" y="86480"/>
                </a:cubicBezTo>
                <a:cubicBezTo>
                  <a:pt x="276343" y="72641"/>
                  <a:pt x="279898" y="61850"/>
                  <a:pt x="287009" y="54107"/>
                </a:cubicBezTo>
                <a:cubicBezTo>
                  <a:pt x="294120" y="46362"/>
                  <a:pt x="303046" y="42489"/>
                  <a:pt x="313786" y="42489"/>
                </a:cubicBezTo>
                <a:cubicBezTo>
                  <a:pt x="322874" y="42489"/>
                  <a:pt x="330339" y="45476"/>
                  <a:pt x="336181" y="51451"/>
                </a:cubicBezTo>
                <a:cubicBezTo>
                  <a:pt x="342024" y="57425"/>
                  <a:pt x="344945" y="65413"/>
                  <a:pt x="344945" y="75418"/>
                </a:cubicBezTo>
                <a:lnTo>
                  <a:pt x="288913" y="75418"/>
                </a:lnTo>
                <a:moveTo>
                  <a:pt x="288913" y="70284"/>
                </a:moveTo>
                <a:lnTo>
                  <a:pt x="326444" y="70284"/>
                </a:lnTo>
                <a:cubicBezTo>
                  <a:pt x="326149" y="65133"/>
                  <a:pt x="325530" y="61505"/>
                  <a:pt x="324586" y="59399"/>
                </a:cubicBezTo>
                <a:cubicBezTo>
                  <a:pt x="323110" y="56120"/>
                  <a:pt x="320912" y="53544"/>
                  <a:pt x="317991" y="51673"/>
                </a:cubicBezTo>
                <a:cubicBezTo>
                  <a:pt x="315070" y="49799"/>
                  <a:pt x="312016" y="48862"/>
                  <a:pt x="308829" y="48862"/>
                </a:cubicBezTo>
                <a:cubicBezTo>
                  <a:pt x="303931" y="48862"/>
                  <a:pt x="299550" y="50750"/>
                  <a:pt x="295684" y="54525"/>
                </a:cubicBezTo>
                <a:cubicBezTo>
                  <a:pt x="291819" y="58300"/>
                  <a:pt x="289562" y="63553"/>
                  <a:pt x="288913" y="70284"/>
                </a:cubicBezTo>
                <a:close/>
                <a:moveTo>
                  <a:pt x="407994" y="42489"/>
                </a:moveTo>
                <a:lnTo>
                  <a:pt x="407994" y="70107"/>
                </a:lnTo>
                <a:lnTo>
                  <a:pt x="405073" y="70107"/>
                </a:lnTo>
                <a:cubicBezTo>
                  <a:pt x="402830" y="61467"/>
                  <a:pt x="399954" y="55590"/>
                  <a:pt x="396442" y="52475"/>
                </a:cubicBezTo>
                <a:cubicBezTo>
                  <a:pt x="392931" y="49358"/>
                  <a:pt x="388461" y="47800"/>
                  <a:pt x="383032" y="47800"/>
                </a:cubicBezTo>
                <a:cubicBezTo>
                  <a:pt x="378901" y="47800"/>
                  <a:pt x="375567" y="48888"/>
                  <a:pt x="373029" y="51064"/>
                </a:cubicBezTo>
                <a:cubicBezTo>
                  <a:pt x="370492" y="53240"/>
                  <a:pt x="369223" y="55651"/>
                  <a:pt x="369223" y="58298"/>
                </a:cubicBezTo>
                <a:cubicBezTo>
                  <a:pt x="369223" y="61590"/>
                  <a:pt x="370167" y="64412"/>
                  <a:pt x="372055" y="66765"/>
                </a:cubicBezTo>
                <a:cubicBezTo>
                  <a:pt x="373885" y="69175"/>
                  <a:pt x="377603" y="71733"/>
                  <a:pt x="383209" y="74439"/>
                </a:cubicBezTo>
                <a:lnTo>
                  <a:pt x="396133" y="80701"/>
                </a:lnTo>
                <a:cubicBezTo>
                  <a:pt x="408112" y="86536"/>
                  <a:pt x="414102" y="94227"/>
                  <a:pt x="414102" y="103774"/>
                </a:cubicBezTo>
                <a:cubicBezTo>
                  <a:pt x="414102" y="111141"/>
                  <a:pt x="411313" y="117080"/>
                  <a:pt x="405737" y="121588"/>
                </a:cubicBezTo>
                <a:cubicBezTo>
                  <a:pt x="400160" y="126097"/>
                  <a:pt x="393920" y="128352"/>
                  <a:pt x="387015" y="128352"/>
                </a:cubicBezTo>
                <a:cubicBezTo>
                  <a:pt x="382058" y="128352"/>
                  <a:pt x="376393" y="127511"/>
                  <a:pt x="370020" y="125829"/>
                </a:cubicBezTo>
                <a:cubicBezTo>
                  <a:pt x="368072" y="125268"/>
                  <a:pt x="366479" y="124988"/>
                  <a:pt x="365240" y="124988"/>
                </a:cubicBezTo>
                <a:cubicBezTo>
                  <a:pt x="363882" y="124988"/>
                  <a:pt x="362820" y="125696"/>
                  <a:pt x="362053" y="127113"/>
                </a:cubicBezTo>
                <a:lnTo>
                  <a:pt x="359132" y="127113"/>
                </a:lnTo>
                <a:lnTo>
                  <a:pt x="359132" y="98079"/>
                </a:lnTo>
                <a:lnTo>
                  <a:pt x="362053" y="98079"/>
                </a:lnTo>
                <a:cubicBezTo>
                  <a:pt x="363705" y="106340"/>
                  <a:pt x="366862" y="112566"/>
                  <a:pt x="371524" y="116756"/>
                </a:cubicBezTo>
                <a:cubicBezTo>
                  <a:pt x="376186" y="120946"/>
                  <a:pt x="381409" y="123041"/>
                  <a:pt x="387192" y="123041"/>
                </a:cubicBezTo>
                <a:cubicBezTo>
                  <a:pt x="391264" y="123041"/>
                  <a:pt x="394583" y="121852"/>
                  <a:pt x="397150" y="119475"/>
                </a:cubicBezTo>
                <a:cubicBezTo>
                  <a:pt x="399718" y="117096"/>
                  <a:pt x="401001" y="114233"/>
                  <a:pt x="401001" y="110886"/>
                </a:cubicBezTo>
                <a:cubicBezTo>
                  <a:pt x="401001" y="106834"/>
                  <a:pt x="399570" y="103429"/>
                  <a:pt x="396708" y="100670"/>
                </a:cubicBezTo>
                <a:cubicBezTo>
                  <a:pt x="393846" y="97910"/>
                  <a:pt x="388136" y="94423"/>
                  <a:pt x="379580" y="90211"/>
                </a:cubicBezTo>
                <a:cubicBezTo>
                  <a:pt x="371023" y="85998"/>
                  <a:pt x="365417" y="82177"/>
                  <a:pt x="362761" y="78748"/>
                </a:cubicBezTo>
                <a:cubicBezTo>
                  <a:pt x="360105" y="75379"/>
                  <a:pt x="358778" y="71124"/>
                  <a:pt x="358778" y="65982"/>
                </a:cubicBezTo>
                <a:cubicBezTo>
                  <a:pt x="358778" y="59303"/>
                  <a:pt x="361064" y="53718"/>
                  <a:pt x="365638" y="49227"/>
                </a:cubicBezTo>
                <a:cubicBezTo>
                  <a:pt x="370211" y="44735"/>
                  <a:pt x="376127" y="42489"/>
                  <a:pt x="383386" y="42489"/>
                </a:cubicBezTo>
                <a:cubicBezTo>
                  <a:pt x="386573" y="42489"/>
                  <a:pt x="390438" y="43168"/>
                  <a:pt x="394982" y="44525"/>
                </a:cubicBezTo>
                <a:cubicBezTo>
                  <a:pt x="397991" y="45410"/>
                  <a:pt x="399998" y="45853"/>
                  <a:pt x="401001" y="45853"/>
                </a:cubicBezTo>
                <a:cubicBezTo>
                  <a:pt x="401945" y="45853"/>
                  <a:pt x="402683" y="45646"/>
                  <a:pt x="403214" y="45233"/>
                </a:cubicBezTo>
                <a:cubicBezTo>
                  <a:pt x="403745" y="44820"/>
                  <a:pt x="404365" y="43905"/>
                  <a:pt x="405073" y="42489"/>
                </a:cubicBezTo>
                <a:lnTo>
                  <a:pt x="407994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5" cap="flat">
            <a:solidFill>
              <a:srgbClr val="000000"/>
            </a:solidFill>
            <a:miter/>
          </a:ln>
        </p:spPr>
      </p:sp>
      <p:sp>
        <p:nvSpPr>
          <p:cNvPr id="131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917281E4-A007-4B7A-9466-1DDACFC8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118" y="560787"/>
            <a:ext cx="951826" cy="132793"/>
          </a:xfrm>
          <a:custGeom xmlns:a="http://schemas.openxmlformats.org/drawingml/2006/main">
            <a:pathLst>
              <a:path w="951826" h="132793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3" y="34196"/>
                </a:moveTo>
                <a:cubicBezTo>
                  <a:pt x="106002" y="34196"/>
                  <a:pt x="113933" y="37944"/>
                  <a:pt x="119917" y="45441"/>
                </a:cubicBezTo>
                <a:cubicBezTo>
                  <a:pt x="124999" y="51845"/>
                  <a:pt x="127540" y="59199"/>
                  <a:pt x="127540" y="67503"/>
                </a:cubicBezTo>
                <a:cubicBezTo>
                  <a:pt x="127540" y="73339"/>
                  <a:pt x="126139" y="79246"/>
                  <a:pt x="123337" y="85224"/>
                </a:cubicBezTo>
                <a:cubicBezTo>
                  <a:pt x="120535" y="91201"/>
                  <a:pt x="116676" y="95708"/>
                  <a:pt x="111760" y="98744"/>
                </a:cubicBezTo>
                <a:cubicBezTo>
                  <a:pt x="106845" y="101781"/>
                  <a:pt x="101371" y="103299"/>
                  <a:pt x="95339" y="103299"/>
                </a:cubicBezTo>
                <a:cubicBezTo>
                  <a:pt x="85508" y="103299"/>
                  <a:pt x="77695" y="99385"/>
                  <a:pt x="71901" y="91556"/>
                </a:cubicBezTo>
                <a:cubicBezTo>
                  <a:pt x="67009" y="84961"/>
                  <a:pt x="64563" y="77560"/>
                  <a:pt x="64563" y="69353"/>
                </a:cubicBezTo>
                <a:cubicBezTo>
                  <a:pt x="64563" y="63375"/>
                  <a:pt x="66047" y="57432"/>
                  <a:pt x="69016" y="51525"/>
                </a:cubicBezTo>
                <a:cubicBezTo>
                  <a:pt x="71984" y="45618"/>
                  <a:pt x="75890" y="41253"/>
                  <a:pt x="80735" y="38430"/>
                </a:cubicBezTo>
                <a:cubicBezTo>
                  <a:pt x="85579" y="35607"/>
                  <a:pt x="90709" y="34196"/>
                  <a:pt x="96123" y="34196"/>
                </a:cubicBezTo>
                <a:moveTo>
                  <a:pt x="93914" y="38898"/>
                </a:moveTo>
                <a:cubicBezTo>
                  <a:pt x="91397" y="38898"/>
                  <a:pt x="88868" y="39643"/>
                  <a:pt x="86327" y="41135"/>
                </a:cubicBezTo>
                <a:cubicBezTo>
                  <a:pt x="83786" y="42625"/>
                  <a:pt x="81732" y="45239"/>
                  <a:pt x="80165" y="48978"/>
                </a:cubicBezTo>
                <a:cubicBezTo>
                  <a:pt x="78598" y="52717"/>
                  <a:pt x="77814" y="57520"/>
                  <a:pt x="77814" y="63387"/>
                </a:cubicBezTo>
                <a:cubicBezTo>
                  <a:pt x="77814" y="72851"/>
                  <a:pt x="79702" y="81015"/>
                  <a:pt x="83478" y="87878"/>
                </a:cubicBezTo>
                <a:cubicBezTo>
                  <a:pt x="87253" y="94739"/>
                  <a:pt x="92228" y="98170"/>
                  <a:pt x="98403" y="98170"/>
                </a:cubicBezTo>
                <a:cubicBezTo>
                  <a:pt x="103009" y="98170"/>
                  <a:pt x="106809" y="96277"/>
                  <a:pt x="109801" y="92491"/>
                </a:cubicBezTo>
                <a:cubicBezTo>
                  <a:pt x="112793" y="88704"/>
                  <a:pt x="114289" y="82198"/>
                  <a:pt x="114289" y="72971"/>
                </a:cubicBezTo>
                <a:cubicBezTo>
                  <a:pt x="114289" y="61424"/>
                  <a:pt x="111796" y="52338"/>
                  <a:pt x="106809" y="45712"/>
                </a:cubicBezTo>
                <a:cubicBezTo>
                  <a:pt x="103437" y="41169"/>
                  <a:pt x="99139" y="38898"/>
                  <a:pt x="93914" y="38898"/>
                </a:cubicBezTo>
                <a:close/>
                <a:moveTo>
                  <a:pt x="183251" y="93971"/>
                </a:moveTo>
                <a:cubicBezTo>
                  <a:pt x="180068" y="97294"/>
                  <a:pt x="176958" y="99680"/>
                  <a:pt x="173918" y="101129"/>
                </a:cubicBezTo>
                <a:cubicBezTo>
                  <a:pt x="170878" y="102576"/>
                  <a:pt x="167601" y="103299"/>
                  <a:pt x="164087" y="103299"/>
                </a:cubicBezTo>
                <a:cubicBezTo>
                  <a:pt x="156963" y="103299"/>
                  <a:pt x="150741" y="100326"/>
                  <a:pt x="145422" y="94379"/>
                </a:cubicBezTo>
                <a:cubicBezTo>
                  <a:pt x="140102" y="88430"/>
                  <a:pt x="137443" y="80786"/>
                  <a:pt x="137443" y="71448"/>
                </a:cubicBezTo>
                <a:cubicBezTo>
                  <a:pt x="137443" y="62111"/>
                  <a:pt x="140387" y="53568"/>
                  <a:pt x="146277" y="45819"/>
                </a:cubicBezTo>
                <a:cubicBezTo>
                  <a:pt x="152166" y="38070"/>
                  <a:pt x="159741" y="34196"/>
                  <a:pt x="169002" y="34196"/>
                </a:cubicBezTo>
                <a:cubicBezTo>
                  <a:pt x="174749" y="34196"/>
                  <a:pt x="179499" y="36023"/>
                  <a:pt x="183251" y="39679"/>
                </a:cubicBezTo>
                <a:lnTo>
                  <a:pt x="183251" y="27499"/>
                </a:lnTo>
                <a:cubicBezTo>
                  <a:pt x="183251" y="20074"/>
                  <a:pt x="183072" y="15510"/>
                  <a:pt x="182716" y="13807"/>
                </a:cubicBezTo>
                <a:cubicBezTo>
                  <a:pt x="182360" y="12105"/>
                  <a:pt x="181802" y="10946"/>
                  <a:pt x="181042" y="10330"/>
                </a:cubicBezTo>
                <a:cubicBezTo>
                  <a:pt x="180282" y="9713"/>
                  <a:pt x="179332" y="9404"/>
                  <a:pt x="178192" y="9404"/>
                </a:cubicBezTo>
                <a:cubicBezTo>
                  <a:pt x="176958" y="9404"/>
                  <a:pt x="175319" y="9784"/>
                  <a:pt x="173277" y="10544"/>
                </a:cubicBezTo>
                <a:lnTo>
                  <a:pt x="172351" y="7979"/>
                </a:lnTo>
                <a:lnTo>
                  <a:pt x="191799" y="0"/>
                </a:lnTo>
                <a:lnTo>
                  <a:pt x="195005" y="0"/>
                </a:lnTo>
                <a:lnTo>
                  <a:pt x="195005" y="75515"/>
                </a:lnTo>
                <a:cubicBezTo>
                  <a:pt x="195005" y="83131"/>
                  <a:pt x="195183" y="87778"/>
                  <a:pt x="195540" y="89456"/>
                </a:cubicBezTo>
                <a:cubicBezTo>
                  <a:pt x="195896" y="91135"/>
                  <a:pt x="196466" y="92307"/>
                  <a:pt x="197249" y="92972"/>
                </a:cubicBezTo>
                <a:cubicBezTo>
                  <a:pt x="198033" y="93635"/>
                  <a:pt x="198947" y="93967"/>
                  <a:pt x="199992" y="93967"/>
                </a:cubicBezTo>
                <a:cubicBezTo>
                  <a:pt x="201274" y="93967"/>
                  <a:pt x="202984" y="93563"/>
                  <a:pt x="205121" y="92756"/>
                </a:cubicBezTo>
                <a:lnTo>
                  <a:pt x="205905" y="95320"/>
                </a:lnTo>
                <a:lnTo>
                  <a:pt x="186528" y="103299"/>
                </a:lnTo>
                <a:lnTo>
                  <a:pt x="183251" y="103299"/>
                </a:lnTo>
                <a:lnTo>
                  <a:pt x="183251" y="93971"/>
                </a:lnTo>
                <a:moveTo>
                  <a:pt x="183251" y="88995"/>
                </a:moveTo>
                <a:lnTo>
                  <a:pt x="183251" y="55454"/>
                </a:lnTo>
                <a:cubicBezTo>
                  <a:pt x="182966" y="52232"/>
                  <a:pt x="182111" y="49295"/>
                  <a:pt x="180686" y="46643"/>
                </a:cubicBezTo>
                <a:cubicBezTo>
                  <a:pt x="179261" y="43989"/>
                  <a:pt x="177373" y="41988"/>
                  <a:pt x="175022" y="40638"/>
                </a:cubicBezTo>
                <a:cubicBezTo>
                  <a:pt x="172671" y="39288"/>
                  <a:pt x="170380" y="38613"/>
                  <a:pt x="168148" y="38613"/>
                </a:cubicBezTo>
                <a:cubicBezTo>
                  <a:pt x="163968" y="38613"/>
                  <a:pt x="160240" y="40484"/>
                  <a:pt x="156963" y="44227"/>
                </a:cubicBezTo>
                <a:cubicBezTo>
                  <a:pt x="152641" y="49153"/>
                  <a:pt x="150480" y="56354"/>
                  <a:pt x="150480" y="65829"/>
                </a:cubicBezTo>
                <a:cubicBezTo>
                  <a:pt x="150480" y="75399"/>
                  <a:pt x="152570" y="82731"/>
                  <a:pt x="156749" y="87824"/>
                </a:cubicBezTo>
                <a:cubicBezTo>
                  <a:pt x="160928" y="92917"/>
                  <a:pt x="165583" y="95463"/>
                  <a:pt x="170712" y="95463"/>
                </a:cubicBezTo>
                <a:cubicBezTo>
                  <a:pt x="175034" y="95463"/>
                  <a:pt x="179214" y="93307"/>
                  <a:pt x="183251" y="88995"/>
                </a:cubicBezTo>
                <a:close/>
                <a:moveTo>
                  <a:pt x="221079" y="60697"/>
                </a:moveTo>
                <a:cubicBezTo>
                  <a:pt x="221032" y="70341"/>
                  <a:pt x="223383" y="77906"/>
                  <a:pt x="228132" y="83390"/>
                </a:cubicBezTo>
                <a:cubicBezTo>
                  <a:pt x="232881" y="88874"/>
                  <a:pt x="238462" y="91616"/>
                  <a:pt x="244874" y="91616"/>
                </a:cubicBezTo>
                <a:cubicBezTo>
                  <a:pt x="249148" y="91616"/>
                  <a:pt x="252864" y="90435"/>
                  <a:pt x="256023" y="88074"/>
                </a:cubicBezTo>
                <a:cubicBezTo>
                  <a:pt x="259181" y="85712"/>
                  <a:pt x="261829" y="81669"/>
                  <a:pt x="263966" y="75943"/>
                </a:cubicBezTo>
                <a:lnTo>
                  <a:pt x="266175" y="77374"/>
                </a:lnTo>
                <a:cubicBezTo>
                  <a:pt x="265177" y="83915"/>
                  <a:pt x="262280" y="89871"/>
                  <a:pt x="257483" y="95242"/>
                </a:cubicBezTo>
                <a:cubicBezTo>
                  <a:pt x="252686" y="100614"/>
                  <a:pt x="246678" y="103299"/>
                  <a:pt x="239459" y="103299"/>
                </a:cubicBezTo>
                <a:cubicBezTo>
                  <a:pt x="231623" y="103299"/>
                  <a:pt x="224914" y="100254"/>
                  <a:pt x="219334" y="94165"/>
                </a:cubicBezTo>
                <a:cubicBezTo>
                  <a:pt x="213753" y="88074"/>
                  <a:pt x="210963" y="79885"/>
                  <a:pt x="210963" y="69600"/>
                </a:cubicBezTo>
                <a:cubicBezTo>
                  <a:pt x="210963" y="58463"/>
                  <a:pt x="213824" y="49778"/>
                  <a:pt x="219547" y="43546"/>
                </a:cubicBezTo>
                <a:cubicBezTo>
                  <a:pt x="225270" y="37312"/>
                  <a:pt x="232454" y="34196"/>
                  <a:pt x="241098" y="34196"/>
                </a:cubicBezTo>
                <a:cubicBezTo>
                  <a:pt x="248412" y="34196"/>
                  <a:pt x="254420" y="36600"/>
                  <a:pt x="259122" y="41409"/>
                </a:cubicBezTo>
                <a:cubicBezTo>
                  <a:pt x="263824" y="46216"/>
                  <a:pt x="266175" y="52646"/>
                  <a:pt x="266175" y="60697"/>
                </a:cubicBezTo>
                <a:lnTo>
                  <a:pt x="221079" y="60697"/>
                </a:lnTo>
                <a:moveTo>
                  <a:pt x="221079" y="56565"/>
                </a:moveTo>
                <a:lnTo>
                  <a:pt x="251285" y="56565"/>
                </a:lnTo>
                <a:cubicBezTo>
                  <a:pt x="251048" y="52420"/>
                  <a:pt x="250549" y="49500"/>
                  <a:pt x="249789" y="47805"/>
                </a:cubicBezTo>
                <a:cubicBezTo>
                  <a:pt x="248602" y="45166"/>
                  <a:pt x="246833" y="43093"/>
                  <a:pt x="244482" y="41587"/>
                </a:cubicBezTo>
                <a:cubicBezTo>
                  <a:pt x="242131" y="40079"/>
                  <a:pt x="239673" y="39325"/>
                  <a:pt x="237108" y="39325"/>
                </a:cubicBezTo>
                <a:cubicBezTo>
                  <a:pt x="233166" y="39325"/>
                  <a:pt x="229640" y="40844"/>
                  <a:pt x="226529" y="43882"/>
                </a:cubicBezTo>
                <a:cubicBezTo>
                  <a:pt x="223418" y="46920"/>
                  <a:pt x="221602" y="51148"/>
                  <a:pt x="221079" y="56565"/>
                </a:cubicBezTo>
                <a:close/>
                <a:moveTo>
                  <a:pt x="322190" y="60697"/>
                </a:moveTo>
                <a:cubicBezTo>
                  <a:pt x="322142" y="70341"/>
                  <a:pt x="324493" y="77906"/>
                  <a:pt x="329243" y="83390"/>
                </a:cubicBezTo>
                <a:cubicBezTo>
                  <a:pt x="333992" y="88874"/>
                  <a:pt x="339572" y="91616"/>
                  <a:pt x="345984" y="91616"/>
                </a:cubicBezTo>
                <a:cubicBezTo>
                  <a:pt x="350259" y="91616"/>
                  <a:pt x="353975" y="90435"/>
                  <a:pt x="357133" y="88074"/>
                </a:cubicBezTo>
                <a:cubicBezTo>
                  <a:pt x="360292" y="85712"/>
                  <a:pt x="362939" y="81669"/>
                  <a:pt x="365077" y="75943"/>
                </a:cubicBezTo>
                <a:lnTo>
                  <a:pt x="367285" y="77374"/>
                </a:lnTo>
                <a:cubicBezTo>
                  <a:pt x="366288" y="83915"/>
                  <a:pt x="363391" y="89871"/>
                  <a:pt x="358594" y="95242"/>
                </a:cubicBezTo>
                <a:cubicBezTo>
                  <a:pt x="353797" y="100614"/>
                  <a:pt x="347789" y="103299"/>
                  <a:pt x="340570" y="103299"/>
                </a:cubicBezTo>
                <a:cubicBezTo>
                  <a:pt x="332733" y="103299"/>
                  <a:pt x="326025" y="100254"/>
                  <a:pt x="320444" y="94165"/>
                </a:cubicBezTo>
                <a:cubicBezTo>
                  <a:pt x="314864" y="88074"/>
                  <a:pt x="312074" y="79885"/>
                  <a:pt x="312074" y="69600"/>
                </a:cubicBezTo>
                <a:cubicBezTo>
                  <a:pt x="312074" y="58463"/>
                  <a:pt x="314935" y="49778"/>
                  <a:pt x="320658" y="43546"/>
                </a:cubicBezTo>
                <a:cubicBezTo>
                  <a:pt x="326381" y="37312"/>
                  <a:pt x="333565" y="34196"/>
                  <a:pt x="342208" y="34196"/>
                </a:cubicBezTo>
                <a:cubicBezTo>
                  <a:pt x="349522" y="34196"/>
                  <a:pt x="355530" y="36600"/>
                  <a:pt x="360232" y="41409"/>
                </a:cubicBezTo>
                <a:cubicBezTo>
                  <a:pt x="364934" y="46216"/>
                  <a:pt x="367285" y="52646"/>
                  <a:pt x="367285" y="60697"/>
                </a:cubicBezTo>
                <a:lnTo>
                  <a:pt x="322190" y="60697"/>
                </a:lnTo>
                <a:moveTo>
                  <a:pt x="322190" y="56565"/>
                </a:moveTo>
                <a:lnTo>
                  <a:pt x="352396" y="56565"/>
                </a:lnTo>
                <a:cubicBezTo>
                  <a:pt x="352158" y="52420"/>
                  <a:pt x="351660" y="49500"/>
                  <a:pt x="350900" y="47805"/>
                </a:cubicBezTo>
                <a:cubicBezTo>
                  <a:pt x="349712" y="45166"/>
                  <a:pt x="347943" y="43093"/>
                  <a:pt x="345592" y="41587"/>
                </a:cubicBezTo>
                <a:cubicBezTo>
                  <a:pt x="343241" y="40079"/>
                  <a:pt x="340784" y="39325"/>
                  <a:pt x="338219" y="39325"/>
                </a:cubicBezTo>
                <a:cubicBezTo>
                  <a:pt x="334277" y="39325"/>
                  <a:pt x="330751" y="40844"/>
                  <a:pt x="327640" y="43882"/>
                </a:cubicBezTo>
                <a:cubicBezTo>
                  <a:pt x="324529" y="46920"/>
                  <a:pt x="322712" y="51148"/>
                  <a:pt x="322190" y="56565"/>
                </a:cubicBezTo>
                <a:close/>
                <a:moveTo>
                  <a:pt x="395230" y="48210"/>
                </a:moveTo>
                <a:cubicBezTo>
                  <a:pt x="399979" y="43419"/>
                  <a:pt x="402781" y="40664"/>
                  <a:pt x="403636" y="39946"/>
                </a:cubicBezTo>
                <a:cubicBezTo>
                  <a:pt x="405774" y="38125"/>
                  <a:pt x="408077" y="36711"/>
                  <a:pt x="410547" y="35705"/>
                </a:cubicBezTo>
                <a:cubicBezTo>
                  <a:pt x="413016" y="34699"/>
                  <a:pt x="415462" y="34196"/>
                  <a:pt x="417885" y="34196"/>
                </a:cubicBezTo>
                <a:cubicBezTo>
                  <a:pt x="421969" y="34196"/>
                  <a:pt x="425484" y="35393"/>
                  <a:pt x="428428" y="37789"/>
                </a:cubicBezTo>
                <a:cubicBezTo>
                  <a:pt x="431373" y="40184"/>
                  <a:pt x="433344" y="43658"/>
                  <a:pt x="434341" y="48210"/>
                </a:cubicBezTo>
                <a:cubicBezTo>
                  <a:pt x="439233" y="42460"/>
                  <a:pt x="443365" y="38688"/>
                  <a:pt x="446737" y="36892"/>
                </a:cubicBezTo>
                <a:cubicBezTo>
                  <a:pt x="450109" y="35094"/>
                  <a:pt x="453576" y="34196"/>
                  <a:pt x="457138" y="34196"/>
                </a:cubicBezTo>
                <a:cubicBezTo>
                  <a:pt x="460605" y="34196"/>
                  <a:pt x="463681" y="35084"/>
                  <a:pt x="466364" y="36860"/>
                </a:cubicBezTo>
                <a:cubicBezTo>
                  <a:pt x="469047" y="38636"/>
                  <a:pt x="471173" y="41536"/>
                  <a:pt x="472740" y="45563"/>
                </a:cubicBezTo>
                <a:cubicBezTo>
                  <a:pt x="473785" y="48310"/>
                  <a:pt x="474307" y="52620"/>
                  <a:pt x="474307" y="58493"/>
                </a:cubicBezTo>
                <a:lnTo>
                  <a:pt x="474307" y="86486"/>
                </a:lnTo>
                <a:cubicBezTo>
                  <a:pt x="474307" y="90595"/>
                  <a:pt x="474616" y="93413"/>
                  <a:pt x="475233" y="94942"/>
                </a:cubicBezTo>
                <a:cubicBezTo>
                  <a:pt x="475708" y="95993"/>
                  <a:pt x="476587" y="96888"/>
                  <a:pt x="477869" y="97629"/>
                </a:cubicBezTo>
                <a:cubicBezTo>
                  <a:pt x="479152" y="98370"/>
                  <a:pt x="481241" y="98740"/>
                  <a:pt x="484138" y="98740"/>
                </a:cubicBezTo>
                <a:lnTo>
                  <a:pt x="484138" y="101304"/>
                </a:lnTo>
                <a:lnTo>
                  <a:pt x="451938" y="101304"/>
                </a:lnTo>
                <a:lnTo>
                  <a:pt x="451938" y="98740"/>
                </a:lnTo>
                <a:lnTo>
                  <a:pt x="453291" y="98740"/>
                </a:lnTo>
                <a:cubicBezTo>
                  <a:pt x="456093" y="98740"/>
                  <a:pt x="458278" y="98191"/>
                  <a:pt x="459845" y="97092"/>
                </a:cubicBezTo>
                <a:cubicBezTo>
                  <a:pt x="460938" y="96328"/>
                  <a:pt x="461721" y="95110"/>
                  <a:pt x="462196" y="93437"/>
                </a:cubicBezTo>
                <a:cubicBezTo>
                  <a:pt x="462386" y="92625"/>
                  <a:pt x="462481" y="90308"/>
                  <a:pt x="462481" y="86486"/>
                </a:cubicBezTo>
                <a:lnTo>
                  <a:pt x="462481" y="58600"/>
                </a:lnTo>
                <a:cubicBezTo>
                  <a:pt x="462481" y="53315"/>
                  <a:pt x="461840" y="49587"/>
                  <a:pt x="460558" y="47417"/>
                </a:cubicBezTo>
                <a:cubicBezTo>
                  <a:pt x="458706" y="44397"/>
                  <a:pt x="455737" y="42887"/>
                  <a:pt x="451653" y="42887"/>
                </a:cubicBezTo>
                <a:cubicBezTo>
                  <a:pt x="449136" y="42887"/>
                  <a:pt x="446606" y="43514"/>
                  <a:pt x="444066" y="44768"/>
                </a:cubicBezTo>
                <a:cubicBezTo>
                  <a:pt x="441525" y="46022"/>
                  <a:pt x="438449" y="48353"/>
                  <a:pt x="434840" y="51759"/>
                </a:cubicBezTo>
                <a:lnTo>
                  <a:pt x="434697" y="52540"/>
                </a:lnTo>
                <a:lnTo>
                  <a:pt x="434840" y="55581"/>
                </a:lnTo>
                <a:lnTo>
                  <a:pt x="434840" y="86486"/>
                </a:lnTo>
                <a:cubicBezTo>
                  <a:pt x="434840" y="90978"/>
                  <a:pt x="435089" y="93772"/>
                  <a:pt x="435588" y="94871"/>
                </a:cubicBezTo>
                <a:cubicBezTo>
                  <a:pt x="436087" y="95969"/>
                  <a:pt x="437025" y="96888"/>
                  <a:pt x="438402" y="97629"/>
                </a:cubicBezTo>
                <a:cubicBezTo>
                  <a:pt x="439779" y="98370"/>
                  <a:pt x="442130" y="98740"/>
                  <a:pt x="445455" y="98740"/>
                </a:cubicBezTo>
                <a:lnTo>
                  <a:pt x="445455" y="101304"/>
                </a:lnTo>
                <a:lnTo>
                  <a:pt x="412470" y="101304"/>
                </a:lnTo>
                <a:lnTo>
                  <a:pt x="412470" y="98740"/>
                </a:lnTo>
                <a:cubicBezTo>
                  <a:pt x="416080" y="98740"/>
                  <a:pt x="418561" y="98310"/>
                  <a:pt x="419915" y="97451"/>
                </a:cubicBezTo>
                <a:cubicBezTo>
                  <a:pt x="421268" y="96590"/>
                  <a:pt x="422206" y="95300"/>
                  <a:pt x="422729" y="93582"/>
                </a:cubicBezTo>
                <a:cubicBezTo>
                  <a:pt x="422966" y="92768"/>
                  <a:pt x="423085" y="90403"/>
                  <a:pt x="423085" y="86486"/>
                </a:cubicBezTo>
                <a:lnTo>
                  <a:pt x="423085" y="58618"/>
                </a:lnTo>
                <a:cubicBezTo>
                  <a:pt x="423085" y="53336"/>
                  <a:pt x="422301" y="49525"/>
                  <a:pt x="420734" y="47186"/>
                </a:cubicBezTo>
                <a:cubicBezTo>
                  <a:pt x="418644" y="44130"/>
                  <a:pt x="415724" y="42602"/>
                  <a:pt x="411972" y="42602"/>
                </a:cubicBezTo>
                <a:cubicBezTo>
                  <a:pt x="409407" y="42602"/>
                  <a:pt x="406866" y="43294"/>
                  <a:pt x="404349" y="44677"/>
                </a:cubicBezTo>
                <a:cubicBezTo>
                  <a:pt x="400407" y="46776"/>
                  <a:pt x="397367" y="49136"/>
                  <a:pt x="395230" y="51759"/>
                </a:cubicBezTo>
                <a:lnTo>
                  <a:pt x="395230" y="86486"/>
                </a:lnTo>
                <a:cubicBezTo>
                  <a:pt x="395230" y="90786"/>
                  <a:pt x="395527" y="93581"/>
                  <a:pt x="396120" y="94871"/>
                </a:cubicBezTo>
                <a:cubicBezTo>
                  <a:pt x="396714" y="96160"/>
                  <a:pt x="397593" y="97128"/>
                  <a:pt x="398756" y="97774"/>
                </a:cubicBezTo>
                <a:cubicBezTo>
                  <a:pt x="399920" y="98418"/>
                  <a:pt x="402283" y="98740"/>
                  <a:pt x="405845" y="98740"/>
                </a:cubicBezTo>
                <a:lnTo>
                  <a:pt x="405845" y="101304"/>
                </a:lnTo>
                <a:lnTo>
                  <a:pt x="373573" y="101304"/>
                </a:lnTo>
                <a:lnTo>
                  <a:pt x="373573" y="98740"/>
                </a:lnTo>
                <a:cubicBezTo>
                  <a:pt x="376565" y="98740"/>
                  <a:pt x="378655" y="98418"/>
                  <a:pt x="379842" y="97774"/>
                </a:cubicBezTo>
                <a:cubicBezTo>
                  <a:pt x="381029" y="97128"/>
                  <a:pt x="381932" y="96101"/>
                  <a:pt x="382549" y="94692"/>
                </a:cubicBezTo>
                <a:cubicBezTo>
                  <a:pt x="383166" y="93282"/>
                  <a:pt x="383475" y="90547"/>
                  <a:pt x="383475" y="86486"/>
                </a:cubicBezTo>
                <a:lnTo>
                  <a:pt x="383475" y="61695"/>
                </a:lnTo>
                <a:cubicBezTo>
                  <a:pt x="383475" y="54523"/>
                  <a:pt x="383261" y="49892"/>
                  <a:pt x="382834" y="47803"/>
                </a:cubicBezTo>
                <a:cubicBezTo>
                  <a:pt x="382502" y="46235"/>
                  <a:pt x="381979" y="45155"/>
                  <a:pt x="381267" y="44561"/>
                </a:cubicBezTo>
                <a:cubicBezTo>
                  <a:pt x="380554" y="43967"/>
                  <a:pt x="379581" y="43671"/>
                  <a:pt x="378346" y="43671"/>
                </a:cubicBezTo>
                <a:cubicBezTo>
                  <a:pt x="377016" y="43671"/>
                  <a:pt x="375425" y="44027"/>
                  <a:pt x="373573" y="44739"/>
                </a:cubicBezTo>
                <a:lnTo>
                  <a:pt x="372504" y="42175"/>
                </a:lnTo>
                <a:lnTo>
                  <a:pt x="392167" y="34196"/>
                </a:lnTo>
                <a:lnTo>
                  <a:pt x="395230" y="34196"/>
                </a:lnTo>
                <a:lnTo>
                  <a:pt x="395230" y="48210"/>
                </a:lnTo>
                <a:close/>
                <a:moveTo>
                  <a:pt x="507099" y="47502"/>
                </a:moveTo>
                <a:cubicBezTo>
                  <a:pt x="513415" y="38631"/>
                  <a:pt x="520231" y="34196"/>
                  <a:pt x="527545" y="34196"/>
                </a:cubicBezTo>
                <a:cubicBezTo>
                  <a:pt x="534241" y="34196"/>
                  <a:pt x="540083" y="37054"/>
                  <a:pt x="545070" y="42771"/>
                </a:cubicBezTo>
                <a:cubicBezTo>
                  <a:pt x="550057" y="48488"/>
                  <a:pt x="552550" y="56305"/>
                  <a:pt x="552550" y="66221"/>
                </a:cubicBezTo>
                <a:cubicBezTo>
                  <a:pt x="552550" y="77797"/>
                  <a:pt x="548703" y="87120"/>
                  <a:pt x="541009" y="94189"/>
                </a:cubicBezTo>
                <a:cubicBezTo>
                  <a:pt x="534408" y="100263"/>
                  <a:pt x="527046" y="103299"/>
                  <a:pt x="518925" y="103299"/>
                </a:cubicBezTo>
                <a:cubicBezTo>
                  <a:pt x="515125" y="103299"/>
                  <a:pt x="511266" y="102606"/>
                  <a:pt x="507348" y="101220"/>
                </a:cubicBezTo>
                <a:cubicBezTo>
                  <a:pt x="503430" y="99834"/>
                  <a:pt x="499428" y="97754"/>
                  <a:pt x="495344" y="94980"/>
                </a:cubicBezTo>
                <a:lnTo>
                  <a:pt x="495344" y="27499"/>
                </a:lnTo>
                <a:cubicBezTo>
                  <a:pt x="495344" y="20090"/>
                  <a:pt x="495166" y="15531"/>
                  <a:pt x="494810" y="13821"/>
                </a:cubicBezTo>
                <a:cubicBezTo>
                  <a:pt x="494453" y="12111"/>
                  <a:pt x="493895" y="10947"/>
                  <a:pt x="493135" y="10330"/>
                </a:cubicBezTo>
                <a:cubicBezTo>
                  <a:pt x="492376" y="9713"/>
                  <a:pt x="491426" y="9404"/>
                  <a:pt x="490286" y="9404"/>
                </a:cubicBezTo>
                <a:cubicBezTo>
                  <a:pt x="488956" y="9404"/>
                  <a:pt x="487294" y="9784"/>
                  <a:pt x="485299" y="10544"/>
                </a:cubicBezTo>
                <a:lnTo>
                  <a:pt x="484302" y="7979"/>
                </a:lnTo>
                <a:lnTo>
                  <a:pt x="503893" y="0"/>
                </a:lnTo>
                <a:lnTo>
                  <a:pt x="507099" y="0"/>
                </a:lnTo>
                <a:lnTo>
                  <a:pt x="507099" y="47502"/>
                </a:lnTo>
                <a:moveTo>
                  <a:pt x="507099" y="52037"/>
                </a:moveTo>
                <a:lnTo>
                  <a:pt x="507099" y="90870"/>
                </a:lnTo>
                <a:cubicBezTo>
                  <a:pt x="509521" y="93233"/>
                  <a:pt x="512026" y="95017"/>
                  <a:pt x="514615" y="96222"/>
                </a:cubicBezTo>
                <a:cubicBezTo>
                  <a:pt x="517203" y="97426"/>
                  <a:pt x="519851" y="98027"/>
                  <a:pt x="522558" y="98027"/>
                </a:cubicBezTo>
                <a:cubicBezTo>
                  <a:pt x="526880" y="98027"/>
                  <a:pt x="530905" y="95665"/>
                  <a:pt x="534633" y="90941"/>
                </a:cubicBezTo>
                <a:cubicBezTo>
                  <a:pt x="538361" y="86217"/>
                  <a:pt x="540226" y="79343"/>
                  <a:pt x="540226" y="70319"/>
                </a:cubicBezTo>
                <a:cubicBezTo>
                  <a:pt x="540226" y="62005"/>
                  <a:pt x="538361" y="55615"/>
                  <a:pt x="534633" y="51151"/>
                </a:cubicBezTo>
                <a:cubicBezTo>
                  <a:pt x="530905" y="46687"/>
                  <a:pt x="526666" y="44454"/>
                  <a:pt x="521917" y="44454"/>
                </a:cubicBezTo>
                <a:cubicBezTo>
                  <a:pt x="519400" y="44454"/>
                  <a:pt x="516882" y="45092"/>
                  <a:pt x="514365" y="46367"/>
                </a:cubicBezTo>
                <a:cubicBezTo>
                  <a:pt x="512465" y="47312"/>
                  <a:pt x="510043" y="49202"/>
                  <a:pt x="507099" y="52037"/>
                </a:cubicBezTo>
                <a:close/>
                <a:moveTo>
                  <a:pt x="573140" y="60697"/>
                </a:moveTo>
                <a:cubicBezTo>
                  <a:pt x="573093" y="70341"/>
                  <a:pt x="575444" y="77906"/>
                  <a:pt x="580193" y="83390"/>
                </a:cubicBezTo>
                <a:cubicBezTo>
                  <a:pt x="584942" y="88874"/>
                  <a:pt x="590523" y="91616"/>
                  <a:pt x="596935" y="91616"/>
                </a:cubicBezTo>
                <a:cubicBezTo>
                  <a:pt x="601209" y="91616"/>
                  <a:pt x="604926" y="90435"/>
                  <a:pt x="608084" y="88074"/>
                </a:cubicBezTo>
                <a:cubicBezTo>
                  <a:pt x="611242" y="85712"/>
                  <a:pt x="613890" y="81669"/>
                  <a:pt x="616027" y="75943"/>
                </a:cubicBezTo>
                <a:lnTo>
                  <a:pt x="618236" y="77374"/>
                </a:lnTo>
                <a:cubicBezTo>
                  <a:pt x="617238" y="83915"/>
                  <a:pt x="614341" y="89871"/>
                  <a:pt x="609544" y="95242"/>
                </a:cubicBezTo>
                <a:cubicBezTo>
                  <a:pt x="604747" y="100614"/>
                  <a:pt x="598739" y="103299"/>
                  <a:pt x="591520" y="103299"/>
                </a:cubicBezTo>
                <a:cubicBezTo>
                  <a:pt x="583684" y="103299"/>
                  <a:pt x="576975" y="100254"/>
                  <a:pt x="571395" y="94165"/>
                </a:cubicBezTo>
                <a:cubicBezTo>
                  <a:pt x="565814" y="88074"/>
                  <a:pt x="563024" y="79885"/>
                  <a:pt x="563024" y="69600"/>
                </a:cubicBezTo>
                <a:cubicBezTo>
                  <a:pt x="563024" y="58463"/>
                  <a:pt x="565886" y="49778"/>
                  <a:pt x="571609" y="43546"/>
                </a:cubicBezTo>
                <a:cubicBezTo>
                  <a:pt x="577332" y="37312"/>
                  <a:pt x="584515" y="34196"/>
                  <a:pt x="593159" y="34196"/>
                </a:cubicBezTo>
                <a:cubicBezTo>
                  <a:pt x="600473" y="34196"/>
                  <a:pt x="606481" y="36600"/>
                  <a:pt x="611183" y="41409"/>
                </a:cubicBezTo>
                <a:cubicBezTo>
                  <a:pt x="615885" y="46216"/>
                  <a:pt x="618236" y="52646"/>
                  <a:pt x="618236" y="60697"/>
                </a:cubicBezTo>
                <a:lnTo>
                  <a:pt x="573140" y="60697"/>
                </a:lnTo>
                <a:moveTo>
                  <a:pt x="573140" y="56565"/>
                </a:moveTo>
                <a:lnTo>
                  <a:pt x="603346" y="56565"/>
                </a:lnTo>
                <a:cubicBezTo>
                  <a:pt x="603109" y="52420"/>
                  <a:pt x="602610" y="49500"/>
                  <a:pt x="601850" y="47805"/>
                </a:cubicBezTo>
                <a:cubicBezTo>
                  <a:pt x="600663" y="45166"/>
                  <a:pt x="598894" y="43093"/>
                  <a:pt x="596543" y="41587"/>
                </a:cubicBezTo>
                <a:cubicBezTo>
                  <a:pt x="594192" y="40079"/>
                  <a:pt x="591734" y="39325"/>
                  <a:pt x="589169" y="39325"/>
                </a:cubicBezTo>
                <a:cubicBezTo>
                  <a:pt x="585227" y="39325"/>
                  <a:pt x="581701" y="40844"/>
                  <a:pt x="578590" y="43882"/>
                </a:cubicBezTo>
                <a:cubicBezTo>
                  <a:pt x="575479" y="46920"/>
                  <a:pt x="573663" y="51148"/>
                  <a:pt x="573140" y="56565"/>
                </a:cubicBezTo>
                <a:close/>
                <a:moveTo>
                  <a:pt x="672896" y="93971"/>
                </a:moveTo>
                <a:cubicBezTo>
                  <a:pt x="669714" y="97294"/>
                  <a:pt x="666603" y="99680"/>
                  <a:pt x="663563" y="101129"/>
                </a:cubicBezTo>
                <a:cubicBezTo>
                  <a:pt x="660524" y="102576"/>
                  <a:pt x="657247" y="103299"/>
                  <a:pt x="653732" y="103299"/>
                </a:cubicBezTo>
                <a:cubicBezTo>
                  <a:pt x="646608" y="103299"/>
                  <a:pt x="640386" y="100326"/>
                  <a:pt x="635067" y="94379"/>
                </a:cubicBezTo>
                <a:cubicBezTo>
                  <a:pt x="629748" y="88430"/>
                  <a:pt x="627088" y="80786"/>
                  <a:pt x="627088" y="71448"/>
                </a:cubicBezTo>
                <a:cubicBezTo>
                  <a:pt x="627088" y="62111"/>
                  <a:pt x="630033" y="53568"/>
                  <a:pt x="635922" y="45819"/>
                </a:cubicBezTo>
                <a:cubicBezTo>
                  <a:pt x="641811" y="38070"/>
                  <a:pt x="649386" y="34196"/>
                  <a:pt x="658648" y="34196"/>
                </a:cubicBezTo>
                <a:cubicBezTo>
                  <a:pt x="664394" y="34196"/>
                  <a:pt x="669144" y="36023"/>
                  <a:pt x="672896" y="39679"/>
                </a:cubicBezTo>
                <a:lnTo>
                  <a:pt x="672896" y="27499"/>
                </a:lnTo>
                <a:cubicBezTo>
                  <a:pt x="672896" y="20074"/>
                  <a:pt x="672718" y="15510"/>
                  <a:pt x="672361" y="13807"/>
                </a:cubicBezTo>
                <a:cubicBezTo>
                  <a:pt x="672005" y="12105"/>
                  <a:pt x="671447" y="10946"/>
                  <a:pt x="670687" y="10330"/>
                </a:cubicBezTo>
                <a:cubicBezTo>
                  <a:pt x="669927" y="9713"/>
                  <a:pt x="668978" y="9404"/>
                  <a:pt x="667838" y="9404"/>
                </a:cubicBezTo>
                <a:cubicBezTo>
                  <a:pt x="666603" y="9404"/>
                  <a:pt x="664964" y="9784"/>
                  <a:pt x="662922" y="10544"/>
                </a:cubicBezTo>
                <a:lnTo>
                  <a:pt x="661996" y="7979"/>
                </a:lnTo>
                <a:lnTo>
                  <a:pt x="681445" y="0"/>
                </a:lnTo>
                <a:lnTo>
                  <a:pt x="684651" y="0"/>
                </a:lnTo>
                <a:lnTo>
                  <a:pt x="684650" y="75515"/>
                </a:lnTo>
                <a:cubicBezTo>
                  <a:pt x="684650" y="83131"/>
                  <a:pt x="684829" y="87778"/>
                  <a:pt x="685185" y="89456"/>
                </a:cubicBezTo>
                <a:cubicBezTo>
                  <a:pt x="685541" y="91135"/>
                  <a:pt x="686111" y="92307"/>
                  <a:pt x="686895" y="92972"/>
                </a:cubicBezTo>
                <a:cubicBezTo>
                  <a:pt x="687678" y="93635"/>
                  <a:pt x="688592" y="93967"/>
                  <a:pt x="689637" y="93967"/>
                </a:cubicBezTo>
                <a:cubicBezTo>
                  <a:pt x="690920" y="93967"/>
                  <a:pt x="692629" y="93563"/>
                  <a:pt x="694767" y="92756"/>
                </a:cubicBezTo>
                <a:lnTo>
                  <a:pt x="695550" y="95320"/>
                </a:lnTo>
                <a:lnTo>
                  <a:pt x="676173" y="103299"/>
                </a:lnTo>
                <a:lnTo>
                  <a:pt x="672896" y="103299"/>
                </a:lnTo>
                <a:lnTo>
                  <a:pt x="672896" y="93971"/>
                </a:lnTo>
                <a:moveTo>
                  <a:pt x="672896" y="88995"/>
                </a:moveTo>
                <a:lnTo>
                  <a:pt x="672896" y="55454"/>
                </a:lnTo>
                <a:cubicBezTo>
                  <a:pt x="672611" y="52232"/>
                  <a:pt x="671756" y="49295"/>
                  <a:pt x="670331" y="46643"/>
                </a:cubicBezTo>
                <a:cubicBezTo>
                  <a:pt x="668906" y="43989"/>
                  <a:pt x="667018" y="41988"/>
                  <a:pt x="664667" y="40638"/>
                </a:cubicBezTo>
                <a:cubicBezTo>
                  <a:pt x="662317" y="39288"/>
                  <a:pt x="660025" y="38613"/>
                  <a:pt x="657793" y="38613"/>
                </a:cubicBezTo>
                <a:cubicBezTo>
                  <a:pt x="653613" y="38613"/>
                  <a:pt x="649885" y="40484"/>
                  <a:pt x="646608" y="44227"/>
                </a:cubicBezTo>
                <a:cubicBezTo>
                  <a:pt x="642286" y="49153"/>
                  <a:pt x="640125" y="56354"/>
                  <a:pt x="640125" y="65829"/>
                </a:cubicBezTo>
                <a:cubicBezTo>
                  <a:pt x="640125" y="75399"/>
                  <a:pt x="642215" y="82731"/>
                  <a:pt x="646394" y="87824"/>
                </a:cubicBezTo>
                <a:cubicBezTo>
                  <a:pt x="650574" y="92917"/>
                  <a:pt x="655228" y="95463"/>
                  <a:pt x="660357" y="95463"/>
                </a:cubicBezTo>
                <a:cubicBezTo>
                  <a:pt x="664679" y="95463"/>
                  <a:pt x="668859" y="93307"/>
                  <a:pt x="672896" y="88995"/>
                </a:cubicBezTo>
                <a:close/>
                <a:moveTo>
                  <a:pt x="745846" y="93971"/>
                </a:moveTo>
                <a:cubicBezTo>
                  <a:pt x="742664" y="97294"/>
                  <a:pt x="739553" y="99680"/>
                  <a:pt x="736514" y="101129"/>
                </a:cubicBezTo>
                <a:cubicBezTo>
                  <a:pt x="733474" y="102576"/>
                  <a:pt x="730197" y="103299"/>
                  <a:pt x="726683" y="103299"/>
                </a:cubicBezTo>
                <a:cubicBezTo>
                  <a:pt x="719558" y="103299"/>
                  <a:pt x="713337" y="100326"/>
                  <a:pt x="708017" y="94379"/>
                </a:cubicBezTo>
                <a:cubicBezTo>
                  <a:pt x="702698" y="88430"/>
                  <a:pt x="700038" y="80786"/>
                  <a:pt x="700038" y="71448"/>
                </a:cubicBezTo>
                <a:cubicBezTo>
                  <a:pt x="700038" y="62111"/>
                  <a:pt x="702983" y="53568"/>
                  <a:pt x="708872" y="45819"/>
                </a:cubicBezTo>
                <a:cubicBezTo>
                  <a:pt x="714762" y="38070"/>
                  <a:pt x="722337" y="34196"/>
                  <a:pt x="731598" y="34196"/>
                </a:cubicBezTo>
                <a:cubicBezTo>
                  <a:pt x="737345" y="34196"/>
                  <a:pt x="742094" y="36023"/>
                  <a:pt x="745846" y="39679"/>
                </a:cubicBezTo>
                <a:lnTo>
                  <a:pt x="745846" y="27499"/>
                </a:lnTo>
                <a:cubicBezTo>
                  <a:pt x="745846" y="20074"/>
                  <a:pt x="745668" y="15510"/>
                  <a:pt x="745312" y="13807"/>
                </a:cubicBezTo>
                <a:cubicBezTo>
                  <a:pt x="744956" y="12105"/>
                  <a:pt x="744398" y="10946"/>
                  <a:pt x="743638" y="10330"/>
                </a:cubicBezTo>
                <a:cubicBezTo>
                  <a:pt x="742878" y="9713"/>
                  <a:pt x="741928" y="9404"/>
                  <a:pt x="740788" y="9404"/>
                </a:cubicBezTo>
                <a:cubicBezTo>
                  <a:pt x="739553" y="9404"/>
                  <a:pt x="737915" y="9784"/>
                  <a:pt x="735873" y="10544"/>
                </a:cubicBezTo>
                <a:lnTo>
                  <a:pt x="734946" y="7979"/>
                </a:lnTo>
                <a:lnTo>
                  <a:pt x="754395" y="0"/>
                </a:lnTo>
                <a:lnTo>
                  <a:pt x="757601" y="0"/>
                </a:lnTo>
                <a:lnTo>
                  <a:pt x="757601" y="75515"/>
                </a:lnTo>
                <a:cubicBezTo>
                  <a:pt x="757601" y="83131"/>
                  <a:pt x="757779" y="87778"/>
                  <a:pt x="758135" y="89456"/>
                </a:cubicBezTo>
                <a:cubicBezTo>
                  <a:pt x="758492" y="91135"/>
                  <a:pt x="759061" y="92307"/>
                  <a:pt x="759845" y="92972"/>
                </a:cubicBezTo>
                <a:cubicBezTo>
                  <a:pt x="760629" y="93635"/>
                  <a:pt x="761543" y="93967"/>
                  <a:pt x="762588" y="93967"/>
                </a:cubicBezTo>
                <a:cubicBezTo>
                  <a:pt x="763870" y="93967"/>
                  <a:pt x="765580" y="93563"/>
                  <a:pt x="767717" y="92756"/>
                </a:cubicBezTo>
                <a:lnTo>
                  <a:pt x="768501" y="95320"/>
                </a:lnTo>
                <a:lnTo>
                  <a:pt x="749123" y="103299"/>
                </a:lnTo>
                <a:lnTo>
                  <a:pt x="745846" y="103299"/>
                </a:lnTo>
                <a:lnTo>
                  <a:pt x="745846" y="93971"/>
                </a:lnTo>
                <a:moveTo>
                  <a:pt x="745846" y="88995"/>
                </a:moveTo>
                <a:lnTo>
                  <a:pt x="745846" y="55454"/>
                </a:lnTo>
                <a:cubicBezTo>
                  <a:pt x="745561" y="52232"/>
                  <a:pt x="744706" y="49295"/>
                  <a:pt x="743282" y="46643"/>
                </a:cubicBezTo>
                <a:cubicBezTo>
                  <a:pt x="741857" y="43989"/>
                  <a:pt x="739969" y="41988"/>
                  <a:pt x="737618" y="40638"/>
                </a:cubicBezTo>
                <a:cubicBezTo>
                  <a:pt x="735267" y="39288"/>
                  <a:pt x="732975" y="38613"/>
                  <a:pt x="730743" y="38613"/>
                </a:cubicBezTo>
                <a:cubicBezTo>
                  <a:pt x="726564" y="38613"/>
                  <a:pt x="722836" y="40484"/>
                  <a:pt x="719558" y="44227"/>
                </a:cubicBezTo>
                <a:cubicBezTo>
                  <a:pt x="715237" y="49153"/>
                  <a:pt x="713076" y="56354"/>
                  <a:pt x="713076" y="65829"/>
                </a:cubicBezTo>
                <a:cubicBezTo>
                  <a:pt x="713076" y="75399"/>
                  <a:pt x="715165" y="82731"/>
                  <a:pt x="719345" y="87824"/>
                </a:cubicBezTo>
                <a:cubicBezTo>
                  <a:pt x="723524" y="92917"/>
                  <a:pt x="728179" y="95463"/>
                  <a:pt x="733308" y="95463"/>
                </a:cubicBezTo>
                <a:cubicBezTo>
                  <a:pt x="737630" y="95463"/>
                  <a:pt x="741809" y="93307"/>
                  <a:pt x="745846" y="88995"/>
                </a:cubicBezTo>
                <a:close/>
                <a:moveTo>
                  <a:pt x="789304" y="0"/>
                </a:moveTo>
                <a:cubicBezTo>
                  <a:pt x="791299" y="0"/>
                  <a:pt x="792997" y="704"/>
                  <a:pt x="794398" y="2113"/>
                </a:cubicBezTo>
                <a:cubicBezTo>
                  <a:pt x="795799" y="3520"/>
                  <a:pt x="796499" y="5226"/>
                  <a:pt x="796499" y="7231"/>
                </a:cubicBezTo>
                <a:cubicBezTo>
                  <a:pt x="796499" y="9236"/>
                  <a:pt x="795799" y="10955"/>
                  <a:pt x="794398" y="12387"/>
                </a:cubicBezTo>
                <a:cubicBezTo>
                  <a:pt x="792997" y="13818"/>
                  <a:pt x="791299" y="14533"/>
                  <a:pt x="789304" y="14533"/>
                </a:cubicBezTo>
                <a:cubicBezTo>
                  <a:pt x="787309" y="14533"/>
                  <a:pt x="785600" y="13818"/>
                  <a:pt x="784175" y="12387"/>
                </a:cubicBezTo>
                <a:cubicBezTo>
                  <a:pt x="782750" y="10955"/>
                  <a:pt x="782037" y="9236"/>
                  <a:pt x="782037" y="7231"/>
                </a:cubicBezTo>
                <a:cubicBezTo>
                  <a:pt x="782037" y="5226"/>
                  <a:pt x="782738" y="3520"/>
                  <a:pt x="784139" y="2113"/>
                </a:cubicBezTo>
                <a:cubicBezTo>
                  <a:pt x="785540" y="704"/>
                  <a:pt x="787262" y="0"/>
                  <a:pt x="789304" y="0"/>
                </a:cubicBezTo>
                <a:moveTo>
                  <a:pt x="795217" y="34196"/>
                </a:moveTo>
                <a:lnTo>
                  <a:pt x="795217" y="86486"/>
                </a:lnTo>
                <a:cubicBezTo>
                  <a:pt x="795217" y="90595"/>
                  <a:pt x="795514" y="93330"/>
                  <a:pt x="796108" y="94692"/>
                </a:cubicBezTo>
                <a:cubicBezTo>
                  <a:pt x="796701" y="96053"/>
                  <a:pt x="797580" y="97069"/>
                  <a:pt x="798743" y="97738"/>
                </a:cubicBezTo>
                <a:cubicBezTo>
                  <a:pt x="799907" y="98406"/>
                  <a:pt x="802032" y="98740"/>
                  <a:pt x="805119" y="98740"/>
                </a:cubicBezTo>
                <a:lnTo>
                  <a:pt x="805119" y="101304"/>
                </a:lnTo>
                <a:lnTo>
                  <a:pt x="773417" y="101304"/>
                </a:lnTo>
                <a:lnTo>
                  <a:pt x="773417" y="98740"/>
                </a:lnTo>
                <a:cubicBezTo>
                  <a:pt x="776599" y="98740"/>
                  <a:pt x="778737" y="98430"/>
                  <a:pt x="779829" y="97809"/>
                </a:cubicBezTo>
                <a:cubicBezTo>
                  <a:pt x="780921" y="97187"/>
                  <a:pt x="781788" y="96160"/>
                  <a:pt x="782429" y="94728"/>
                </a:cubicBezTo>
                <a:cubicBezTo>
                  <a:pt x="783070" y="93294"/>
                  <a:pt x="783391" y="90547"/>
                  <a:pt x="783391" y="86486"/>
                </a:cubicBezTo>
                <a:lnTo>
                  <a:pt x="783391" y="61552"/>
                </a:lnTo>
                <a:cubicBezTo>
                  <a:pt x="783391" y="54446"/>
                  <a:pt x="783177" y="49843"/>
                  <a:pt x="782750" y="47745"/>
                </a:cubicBezTo>
                <a:cubicBezTo>
                  <a:pt x="782417" y="46217"/>
                  <a:pt x="781895" y="45157"/>
                  <a:pt x="781183" y="44563"/>
                </a:cubicBezTo>
                <a:cubicBezTo>
                  <a:pt x="780470" y="43968"/>
                  <a:pt x="779497" y="43671"/>
                  <a:pt x="778262" y="43671"/>
                </a:cubicBezTo>
                <a:cubicBezTo>
                  <a:pt x="776932" y="43671"/>
                  <a:pt x="775317" y="44027"/>
                  <a:pt x="773417" y="44739"/>
                </a:cubicBezTo>
                <a:lnTo>
                  <a:pt x="772420" y="42175"/>
                </a:lnTo>
                <a:lnTo>
                  <a:pt x="792082" y="34196"/>
                </a:lnTo>
                <a:lnTo>
                  <a:pt x="795217" y="34196"/>
                </a:lnTo>
                <a:close/>
                <a:moveTo>
                  <a:pt x="832141" y="47945"/>
                </a:moveTo>
                <a:cubicBezTo>
                  <a:pt x="839787" y="38779"/>
                  <a:pt x="847078" y="34196"/>
                  <a:pt x="854012" y="34196"/>
                </a:cubicBezTo>
                <a:cubicBezTo>
                  <a:pt x="857574" y="34196"/>
                  <a:pt x="860637" y="35084"/>
                  <a:pt x="863202" y="36860"/>
                </a:cubicBezTo>
                <a:cubicBezTo>
                  <a:pt x="865766" y="38636"/>
                  <a:pt x="867809" y="41560"/>
                  <a:pt x="869328" y="45634"/>
                </a:cubicBezTo>
                <a:cubicBezTo>
                  <a:pt x="870373" y="48476"/>
                  <a:pt x="870896" y="52834"/>
                  <a:pt x="870896" y="58707"/>
                </a:cubicBezTo>
                <a:lnTo>
                  <a:pt x="870896" y="86486"/>
                </a:lnTo>
                <a:cubicBezTo>
                  <a:pt x="870896" y="90642"/>
                  <a:pt x="871228" y="93461"/>
                  <a:pt x="871893" y="94942"/>
                </a:cubicBezTo>
                <a:cubicBezTo>
                  <a:pt x="872415" y="96137"/>
                  <a:pt x="873259" y="97069"/>
                  <a:pt x="874422" y="97738"/>
                </a:cubicBezTo>
                <a:cubicBezTo>
                  <a:pt x="875586" y="98406"/>
                  <a:pt x="877735" y="98740"/>
                  <a:pt x="880869" y="98740"/>
                </a:cubicBezTo>
                <a:lnTo>
                  <a:pt x="880869" y="101304"/>
                </a:lnTo>
                <a:lnTo>
                  <a:pt x="848597" y="101304"/>
                </a:lnTo>
                <a:lnTo>
                  <a:pt x="848597" y="98740"/>
                </a:lnTo>
                <a:lnTo>
                  <a:pt x="849951" y="98740"/>
                </a:lnTo>
                <a:cubicBezTo>
                  <a:pt x="852990" y="98740"/>
                  <a:pt x="855116" y="98275"/>
                  <a:pt x="856327" y="97344"/>
                </a:cubicBezTo>
                <a:cubicBezTo>
                  <a:pt x="857538" y="96412"/>
                  <a:pt x="858381" y="95038"/>
                  <a:pt x="858856" y="93223"/>
                </a:cubicBezTo>
                <a:cubicBezTo>
                  <a:pt x="859046" y="92506"/>
                  <a:pt x="859141" y="90261"/>
                  <a:pt x="859141" y="86486"/>
                </a:cubicBezTo>
                <a:lnTo>
                  <a:pt x="859141" y="59816"/>
                </a:lnTo>
                <a:cubicBezTo>
                  <a:pt x="859141" y="53888"/>
                  <a:pt x="858369" y="49584"/>
                  <a:pt x="856826" y="46905"/>
                </a:cubicBezTo>
                <a:cubicBezTo>
                  <a:pt x="855282" y="44226"/>
                  <a:pt x="852682" y="42887"/>
                  <a:pt x="849025" y="42887"/>
                </a:cubicBezTo>
                <a:cubicBezTo>
                  <a:pt x="843373" y="42887"/>
                  <a:pt x="837745" y="45974"/>
                  <a:pt x="832141" y="52148"/>
                </a:cubicBezTo>
                <a:lnTo>
                  <a:pt x="832141" y="86486"/>
                </a:lnTo>
                <a:cubicBezTo>
                  <a:pt x="832141" y="90929"/>
                  <a:pt x="832402" y="93676"/>
                  <a:pt x="832924" y="94728"/>
                </a:cubicBezTo>
                <a:cubicBezTo>
                  <a:pt x="833589" y="96113"/>
                  <a:pt x="834503" y="97128"/>
                  <a:pt x="835667" y="97774"/>
                </a:cubicBezTo>
                <a:cubicBezTo>
                  <a:pt x="836831" y="98418"/>
                  <a:pt x="839194" y="98740"/>
                  <a:pt x="842756" y="98740"/>
                </a:cubicBezTo>
                <a:lnTo>
                  <a:pt x="842756" y="101304"/>
                </a:lnTo>
                <a:lnTo>
                  <a:pt x="810483" y="101304"/>
                </a:lnTo>
                <a:lnTo>
                  <a:pt x="810483" y="98740"/>
                </a:lnTo>
                <a:lnTo>
                  <a:pt x="811908" y="98740"/>
                </a:lnTo>
                <a:cubicBezTo>
                  <a:pt x="815233" y="98740"/>
                  <a:pt x="817477" y="97892"/>
                  <a:pt x="818641" y="96197"/>
                </a:cubicBezTo>
                <a:cubicBezTo>
                  <a:pt x="819804" y="94501"/>
                  <a:pt x="820386" y="91264"/>
                  <a:pt x="820386" y="86486"/>
                </a:cubicBezTo>
                <a:lnTo>
                  <a:pt x="820386" y="62407"/>
                </a:lnTo>
                <a:cubicBezTo>
                  <a:pt x="820386" y="54570"/>
                  <a:pt x="820208" y="49797"/>
                  <a:pt x="819852" y="48088"/>
                </a:cubicBezTo>
                <a:cubicBezTo>
                  <a:pt x="819495" y="46378"/>
                  <a:pt x="818949" y="45214"/>
                  <a:pt x="818213" y="44597"/>
                </a:cubicBezTo>
                <a:cubicBezTo>
                  <a:pt x="817477" y="43979"/>
                  <a:pt x="816491" y="43671"/>
                  <a:pt x="815257" y="43671"/>
                </a:cubicBezTo>
                <a:cubicBezTo>
                  <a:pt x="813927" y="43671"/>
                  <a:pt x="812336" y="44027"/>
                  <a:pt x="810483" y="44739"/>
                </a:cubicBezTo>
                <a:lnTo>
                  <a:pt x="809415" y="42175"/>
                </a:lnTo>
                <a:lnTo>
                  <a:pt x="829077" y="34196"/>
                </a:lnTo>
                <a:lnTo>
                  <a:pt x="832141" y="34196"/>
                </a:lnTo>
                <a:lnTo>
                  <a:pt x="832141" y="47945"/>
                </a:lnTo>
                <a:close/>
                <a:moveTo>
                  <a:pt x="903525" y="77526"/>
                </a:moveTo>
                <a:cubicBezTo>
                  <a:pt x="899535" y="75581"/>
                  <a:pt x="896472" y="72866"/>
                  <a:pt x="894335" y="69380"/>
                </a:cubicBezTo>
                <a:cubicBezTo>
                  <a:pt x="892197" y="65893"/>
                  <a:pt x="891129" y="62039"/>
                  <a:pt x="891129" y="57816"/>
                </a:cubicBezTo>
                <a:cubicBezTo>
                  <a:pt x="891129" y="51366"/>
                  <a:pt x="893563" y="45817"/>
                  <a:pt x="898431" y="41168"/>
                </a:cubicBezTo>
                <a:cubicBezTo>
                  <a:pt x="903299" y="36520"/>
                  <a:pt x="909533" y="34196"/>
                  <a:pt x="917132" y="34196"/>
                </a:cubicBezTo>
                <a:cubicBezTo>
                  <a:pt x="923353" y="34196"/>
                  <a:pt x="928744" y="35715"/>
                  <a:pt x="933303" y="38755"/>
                </a:cubicBezTo>
                <a:lnTo>
                  <a:pt x="947124" y="38755"/>
                </a:lnTo>
                <a:cubicBezTo>
                  <a:pt x="949166" y="38755"/>
                  <a:pt x="950354" y="38814"/>
                  <a:pt x="950686" y="38933"/>
                </a:cubicBezTo>
                <a:cubicBezTo>
                  <a:pt x="951019" y="39052"/>
                  <a:pt x="951256" y="39254"/>
                  <a:pt x="951399" y="39539"/>
                </a:cubicBezTo>
                <a:cubicBezTo>
                  <a:pt x="951684" y="39966"/>
                  <a:pt x="951826" y="40726"/>
                  <a:pt x="951826" y="41818"/>
                </a:cubicBezTo>
                <a:cubicBezTo>
                  <a:pt x="951826" y="43053"/>
                  <a:pt x="951707" y="43908"/>
                  <a:pt x="951470" y="44383"/>
                </a:cubicBezTo>
                <a:cubicBezTo>
                  <a:pt x="951327" y="44621"/>
                  <a:pt x="951078" y="44811"/>
                  <a:pt x="950722" y="44953"/>
                </a:cubicBezTo>
                <a:cubicBezTo>
                  <a:pt x="950366" y="45095"/>
                  <a:pt x="949166" y="45167"/>
                  <a:pt x="947124" y="45167"/>
                </a:cubicBezTo>
                <a:lnTo>
                  <a:pt x="938647" y="45167"/>
                </a:lnTo>
                <a:cubicBezTo>
                  <a:pt x="941306" y="48586"/>
                  <a:pt x="942636" y="52956"/>
                  <a:pt x="942636" y="58275"/>
                </a:cubicBezTo>
                <a:cubicBezTo>
                  <a:pt x="942636" y="64354"/>
                  <a:pt x="940309" y="69555"/>
                  <a:pt x="935654" y="73877"/>
                </a:cubicBezTo>
                <a:cubicBezTo>
                  <a:pt x="931000" y="78199"/>
                  <a:pt x="924755" y="80360"/>
                  <a:pt x="916918" y="80360"/>
                </a:cubicBezTo>
                <a:cubicBezTo>
                  <a:pt x="913688" y="80360"/>
                  <a:pt x="910388" y="79875"/>
                  <a:pt x="907016" y="78906"/>
                </a:cubicBezTo>
                <a:cubicBezTo>
                  <a:pt x="904926" y="80684"/>
                  <a:pt x="903513" y="82239"/>
                  <a:pt x="902777" y="83572"/>
                </a:cubicBezTo>
                <a:cubicBezTo>
                  <a:pt x="902041" y="84905"/>
                  <a:pt x="901673" y="86039"/>
                  <a:pt x="901673" y="86974"/>
                </a:cubicBezTo>
                <a:cubicBezTo>
                  <a:pt x="901673" y="87769"/>
                  <a:pt x="902064" y="88541"/>
                  <a:pt x="902848" y="89289"/>
                </a:cubicBezTo>
                <a:cubicBezTo>
                  <a:pt x="903632" y="90037"/>
                  <a:pt x="905163" y="90575"/>
                  <a:pt x="907443" y="90903"/>
                </a:cubicBezTo>
                <a:cubicBezTo>
                  <a:pt x="908773" y="91120"/>
                  <a:pt x="912097" y="91310"/>
                  <a:pt x="917417" y="91473"/>
                </a:cubicBezTo>
                <a:cubicBezTo>
                  <a:pt x="927200" y="91745"/>
                  <a:pt x="933541" y="92125"/>
                  <a:pt x="936438" y="92613"/>
                </a:cubicBezTo>
                <a:cubicBezTo>
                  <a:pt x="940855" y="93229"/>
                  <a:pt x="944381" y="94865"/>
                  <a:pt x="947017" y="97520"/>
                </a:cubicBezTo>
                <a:cubicBezTo>
                  <a:pt x="949653" y="100175"/>
                  <a:pt x="950971" y="103446"/>
                  <a:pt x="950971" y="107333"/>
                </a:cubicBezTo>
                <a:cubicBezTo>
                  <a:pt x="950971" y="112691"/>
                  <a:pt x="948454" y="117717"/>
                  <a:pt x="943420" y="122410"/>
                </a:cubicBezTo>
                <a:cubicBezTo>
                  <a:pt x="936011" y="129332"/>
                  <a:pt x="926346" y="132793"/>
                  <a:pt x="914425" y="132793"/>
                </a:cubicBezTo>
                <a:cubicBezTo>
                  <a:pt x="905258" y="132793"/>
                  <a:pt x="897517" y="130726"/>
                  <a:pt x="891200" y="126593"/>
                </a:cubicBezTo>
                <a:cubicBezTo>
                  <a:pt x="887638" y="124218"/>
                  <a:pt x="885857" y="121748"/>
                  <a:pt x="885857" y="119181"/>
                </a:cubicBezTo>
                <a:cubicBezTo>
                  <a:pt x="885857" y="118042"/>
                  <a:pt x="886118" y="116902"/>
                  <a:pt x="886641" y="115762"/>
                </a:cubicBezTo>
                <a:cubicBezTo>
                  <a:pt x="887448" y="114005"/>
                  <a:pt x="889110" y="111558"/>
                  <a:pt x="891628" y="108422"/>
                </a:cubicBezTo>
                <a:cubicBezTo>
                  <a:pt x="891960" y="107994"/>
                  <a:pt x="894382" y="105429"/>
                  <a:pt x="898894" y="100726"/>
                </a:cubicBezTo>
                <a:cubicBezTo>
                  <a:pt x="896424" y="99255"/>
                  <a:pt x="894679" y="97938"/>
                  <a:pt x="893658" y="96776"/>
                </a:cubicBezTo>
                <a:cubicBezTo>
                  <a:pt x="892637" y="95614"/>
                  <a:pt x="892126" y="94298"/>
                  <a:pt x="892126" y="92827"/>
                </a:cubicBezTo>
                <a:cubicBezTo>
                  <a:pt x="892126" y="91166"/>
                  <a:pt x="892803" y="89221"/>
                  <a:pt x="894157" y="86992"/>
                </a:cubicBezTo>
                <a:cubicBezTo>
                  <a:pt x="895510" y="84761"/>
                  <a:pt x="898633" y="81606"/>
                  <a:pt x="903525" y="77526"/>
                </a:cubicBezTo>
                <a:moveTo>
                  <a:pt x="915921" y="37758"/>
                </a:moveTo>
                <a:cubicBezTo>
                  <a:pt x="912406" y="37758"/>
                  <a:pt x="909462" y="39151"/>
                  <a:pt x="907087" y="41939"/>
                </a:cubicBezTo>
                <a:cubicBezTo>
                  <a:pt x="904712" y="44724"/>
                  <a:pt x="903525" y="48999"/>
                  <a:pt x="903525" y="54762"/>
                </a:cubicBezTo>
                <a:cubicBezTo>
                  <a:pt x="903525" y="62226"/>
                  <a:pt x="905140" y="68012"/>
                  <a:pt x="908369" y="72120"/>
                </a:cubicBezTo>
                <a:cubicBezTo>
                  <a:pt x="910839" y="75238"/>
                  <a:pt x="913973" y="76798"/>
                  <a:pt x="917773" y="76798"/>
                </a:cubicBezTo>
                <a:cubicBezTo>
                  <a:pt x="921382" y="76798"/>
                  <a:pt x="924351" y="75451"/>
                  <a:pt x="926678" y="72759"/>
                </a:cubicBezTo>
                <a:cubicBezTo>
                  <a:pt x="929005" y="70067"/>
                  <a:pt x="930169" y="65839"/>
                  <a:pt x="930169" y="60076"/>
                </a:cubicBezTo>
                <a:cubicBezTo>
                  <a:pt x="930169" y="52566"/>
                  <a:pt x="928530" y="46685"/>
                  <a:pt x="925253" y="42433"/>
                </a:cubicBezTo>
                <a:cubicBezTo>
                  <a:pt x="922831" y="39316"/>
                  <a:pt x="919720" y="37758"/>
                  <a:pt x="915921" y="37758"/>
                </a:cubicBezTo>
                <a:moveTo>
                  <a:pt x="902812" y="101304"/>
                </a:moveTo>
                <a:cubicBezTo>
                  <a:pt x="900580" y="103712"/>
                  <a:pt x="898894" y="105954"/>
                  <a:pt x="897754" y="108030"/>
                </a:cubicBezTo>
                <a:cubicBezTo>
                  <a:pt x="896614" y="110106"/>
                  <a:pt x="896044" y="112018"/>
                  <a:pt x="896044" y="113765"/>
                </a:cubicBezTo>
                <a:cubicBezTo>
                  <a:pt x="896044" y="116030"/>
                  <a:pt x="897422" y="118012"/>
                  <a:pt x="900176" y="119711"/>
                </a:cubicBezTo>
                <a:cubicBezTo>
                  <a:pt x="904926" y="122638"/>
                  <a:pt x="911789" y="124102"/>
                  <a:pt x="920765" y="124102"/>
                </a:cubicBezTo>
                <a:cubicBezTo>
                  <a:pt x="929314" y="124102"/>
                  <a:pt x="935619" y="122608"/>
                  <a:pt x="939679" y="119622"/>
                </a:cubicBezTo>
                <a:cubicBezTo>
                  <a:pt x="943740" y="116638"/>
                  <a:pt x="945771" y="113453"/>
                  <a:pt x="945771" y="110067"/>
                </a:cubicBezTo>
                <a:cubicBezTo>
                  <a:pt x="945771" y="107623"/>
                  <a:pt x="944559" y="105883"/>
                  <a:pt x="942137" y="104849"/>
                </a:cubicBezTo>
                <a:cubicBezTo>
                  <a:pt x="939668" y="103814"/>
                  <a:pt x="934776" y="103203"/>
                  <a:pt x="927462" y="103014"/>
                </a:cubicBezTo>
                <a:cubicBezTo>
                  <a:pt x="916776" y="102717"/>
                  <a:pt x="908559" y="102147"/>
                  <a:pt x="902812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Zero-shot">
            <a:extLst xmlns:a="http://schemas.openxmlformats.org/drawingml/2006/main">
              <a:ext uri="{FF2B5EF4-FFF2-40B4-BE49-F238E27FC236}">
                <a16:creationId xmlns:a16="http://schemas.microsoft.com/office/drawing/2014/main" id="{1AAEF8BA-BEAB-4AD8-9928-94574436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577" y="871284"/>
            <a:ext cx="565312" cy="103299"/>
          </a:xfrm>
          <a:custGeom xmlns:a="http://schemas.openxmlformats.org/drawingml/2006/main">
            <a:pathLst>
              <a:path w="565312" h="103299">
                <a:moveTo>
                  <a:pt x="82069" y="4702"/>
                </a:moveTo>
                <a:lnTo>
                  <a:pt x="18594" y="95463"/>
                </a:lnTo>
                <a:lnTo>
                  <a:pt x="58204" y="95463"/>
                </a:lnTo>
                <a:cubicBezTo>
                  <a:pt x="64283" y="95463"/>
                  <a:pt x="68949" y="94134"/>
                  <a:pt x="72203" y="91478"/>
                </a:cubicBezTo>
                <a:cubicBezTo>
                  <a:pt x="75456" y="88820"/>
                  <a:pt x="78341" y="83433"/>
                  <a:pt x="80858" y="75319"/>
                </a:cubicBezTo>
                <a:lnTo>
                  <a:pt x="83209" y="75745"/>
                </a:lnTo>
                <a:lnTo>
                  <a:pt x="78650" y="101304"/>
                </a:lnTo>
                <a:lnTo>
                  <a:pt x="0" y="101304"/>
                </a:lnTo>
                <a:lnTo>
                  <a:pt x="0" y="98669"/>
                </a:lnTo>
                <a:lnTo>
                  <a:pt x="61980" y="10544"/>
                </a:lnTo>
                <a:lnTo>
                  <a:pt x="31061" y="10544"/>
                </a:lnTo>
                <a:cubicBezTo>
                  <a:pt x="25932" y="10544"/>
                  <a:pt x="22215" y="11102"/>
                  <a:pt x="19912" y="12218"/>
                </a:cubicBezTo>
                <a:cubicBezTo>
                  <a:pt x="17608" y="13334"/>
                  <a:pt x="15851" y="14949"/>
                  <a:pt x="14640" y="17062"/>
                </a:cubicBezTo>
                <a:cubicBezTo>
                  <a:pt x="13429" y="19176"/>
                  <a:pt x="12325" y="23130"/>
                  <a:pt x="11327" y="28924"/>
                </a:cubicBezTo>
                <a:lnTo>
                  <a:pt x="8620" y="28924"/>
                </a:lnTo>
                <a:lnTo>
                  <a:pt x="10615" y="4702"/>
                </a:lnTo>
                <a:lnTo>
                  <a:pt x="82069" y="4702"/>
                </a:lnTo>
                <a:close/>
                <a:moveTo>
                  <a:pt x="102679" y="60697"/>
                </a:moveTo>
                <a:cubicBezTo>
                  <a:pt x="102632" y="70341"/>
                  <a:pt x="104983" y="77906"/>
                  <a:pt x="109732" y="83390"/>
                </a:cubicBezTo>
                <a:cubicBezTo>
                  <a:pt x="114482" y="88874"/>
                  <a:pt x="120062" y="91616"/>
                  <a:pt x="126474" y="91616"/>
                </a:cubicBezTo>
                <a:cubicBezTo>
                  <a:pt x="130748" y="91616"/>
                  <a:pt x="134465" y="90435"/>
                  <a:pt x="137623" y="88074"/>
                </a:cubicBezTo>
                <a:cubicBezTo>
                  <a:pt x="140781" y="85712"/>
                  <a:pt x="143429" y="81669"/>
                  <a:pt x="145566" y="75943"/>
                </a:cubicBezTo>
                <a:lnTo>
                  <a:pt x="147775" y="77374"/>
                </a:lnTo>
                <a:cubicBezTo>
                  <a:pt x="146777" y="83915"/>
                  <a:pt x="143880" y="89871"/>
                  <a:pt x="139083" y="95242"/>
                </a:cubicBezTo>
                <a:cubicBezTo>
                  <a:pt x="134287" y="100614"/>
                  <a:pt x="128279" y="103299"/>
                  <a:pt x="121059" y="103299"/>
                </a:cubicBezTo>
                <a:cubicBezTo>
                  <a:pt x="113223" y="103299"/>
                  <a:pt x="106514" y="100254"/>
                  <a:pt x="100934" y="94165"/>
                </a:cubicBezTo>
                <a:cubicBezTo>
                  <a:pt x="95353" y="88074"/>
                  <a:pt x="92563" y="79885"/>
                  <a:pt x="92563" y="69600"/>
                </a:cubicBezTo>
                <a:cubicBezTo>
                  <a:pt x="92563" y="58463"/>
                  <a:pt x="95425" y="49778"/>
                  <a:pt x="101148" y="43546"/>
                </a:cubicBezTo>
                <a:cubicBezTo>
                  <a:pt x="106871" y="37312"/>
                  <a:pt x="114054" y="34196"/>
                  <a:pt x="122698" y="34196"/>
                </a:cubicBezTo>
                <a:cubicBezTo>
                  <a:pt x="130012" y="34196"/>
                  <a:pt x="136020" y="36600"/>
                  <a:pt x="140722" y="41409"/>
                </a:cubicBezTo>
                <a:cubicBezTo>
                  <a:pt x="145424" y="46216"/>
                  <a:pt x="147775" y="52646"/>
                  <a:pt x="147775" y="60697"/>
                </a:cubicBezTo>
                <a:lnTo>
                  <a:pt x="102679" y="60697"/>
                </a:lnTo>
                <a:moveTo>
                  <a:pt x="102679" y="56565"/>
                </a:moveTo>
                <a:lnTo>
                  <a:pt x="132885" y="56565"/>
                </a:lnTo>
                <a:cubicBezTo>
                  <a:pt x="132648" y="52420"/>
                  <a:pt x="132149" y="49500"/>
                  <a:pt x="131389" y="47805"/>
                </a:cubicBezTo>
                <a:cubicBezTo>
                  <a:pt x="130202" y="45166"/>
                  <a:pt x="128433" y="43093"/>
                  <a:pt x="126082" y="41587"/>
                </a:cubicBezTo>
                <a:cubicBezTo>
                  <a:pt x="123731" y="40079"/>
                  <a:pt x="121273" y="39325"/>
                  <a:pt x="118709" y="39325"/>
                </a:cubicBezTo>
                <a:cubicBezTo>
                  <a:pt x="114767" y="39325"/>
                  <a:pt x="111240" y="40844"/>
                  <a:pt x="108129" y="43882"/>
                </a:cubicBezTo>
                <a:cubicBezTo>
                  <a:pt x="105018" y="46920"/>
                  <a:pt x="103202" y="51148"/>
                  <a:pt x="102679" y="56565"/>
                </a:cubicBezTo>
                <a:close/>
                <a:moveTo>
                  <a:pt x="175435" y="34196"/>
                </a:moveTo>
                <a:lnTo>
                  <a:pt x="175435" y="48871"/>
                </a:lnTo>
                <a:cubicBezTo>
                  <a:pt x="180897" y="39087"/>
                  <a:pt x="186502" y="34196"/>
                  <a:pt x="192248" y="34196"/>
                </a:cubicBezTo>
                <a:cubicBezTo>
                  <a:pt x="194860" y="34196"/>
                  <a:pt x="197021" y="34991"/>
                  <a:pt x="198731" y="36582"/>
                </a:cubicBezTo>
                <a:cubicBezTo>
                  <a:pt x="200441" y="38173"/>
                  <a:pt x="201296" y="40014"/>
                  <a:pt x="201296" y="42103"/>
                </a:cubicBezTo>
                <a:cubicBezTo>
                  <a:pt x="201296" y="43956"/>
                  <a:pt x="200678" y="45523"/>
                  <a:pt x="199444" y="46805"/>
                </a:cubicBezTo>
                <a:cubicBezTo>
                  <a:pt x="198209" y="48088"/>
                  <a:pt x="196736" y="48729"/>
                  <a:pt x="195027" y="48729"/>
                </a:cubicBezTo>
                <a:cubicBezTo>
                  <a:pt x="193364" y="48729"/>
                  <a:pt x="191500" y="47921"/>
                  <a:pt x="189434" y="46307"/>
                </a:cubicBezTo>
                <a:cubicBezTo>
                  <a:pt x="187368" y="44692"/>
                  <a:pt x="185837" y="43884"/>
                  <a:pt x="184839" y="43884"/>
                </a:cubicBezTo>
                <a:cubicBezTo>
                  <a:pt x="183984" y="43884"/>
                  <a:pt x="183058" y="44356"/>
                  <a:pt x="182061" y="45298"/>
                </a:cubicBezTo>
                <a:cubicBezTo>
                  <a:pt x="179924" y="47232"/>
                  <a:pt x="177715" y="50415"/>
                  <a:pt x="175435" y="54847"/>
                </a:cubicBezTo>
                <a:lnTo>
                  <a:pt x="175435" y="86059"/>
                </a:lnTo>
                <a:cubicBezTo>
                  <a:pt x="175435" y="89671"/>
                  <a:pt x="175887" y="92404"/>
                  <a:pt x="176789" y="94256"/>
                </a:cubicBezTo>
                <a:cubicBezTo>
                  <a:pt x="177406" y="95540"/>
                  <a:pt x="178499" y="96609"/>
                  <a:pt x="180066" y="97462"/>
                </a:cubicBezTo>
                <a:cubicBezTo>
                  <a:pt x="181633" y="98314"/>
                  <a:pt x="183889" y="98740"/>
                  <a:pt x="186834" y="98740"/>
                </a:cubicBezTo>
                <a:lnTo>
                  <a:pt x="186834" y="101304"/>
                </a:lnTo>
                <a:lnTo>
                  <a:pt x="153422" y="101304"/>
                </a:lnTo>
                <a:lnTo>
                  <a:pt x="153422" y="98740"/>
                </a:lnTo>
                <a:cubicBezTo>
                  <a:pt x="156747" y="98740"/>
                  <a:pt x="159216" y="98211"/>
                  <a:pt x="160831" y="97155"/>
                </a:cubicBezTo>
                <a:cubicBezTo>
                  <a:pt x="162018" y="96386"/>
                  <a:pt x="162850" y="95161"/>
                  <a:pt x="163325" y="93479"/>
                </a:cubicBezTo>
                <a:cubicBezTo>
                  <a:pt x="163562" y="92661"/>
                  <a:pt x="163681" y="90330"/>
                  <a:pt x="163681" y="86486"/>
                </a:cubicBezTo>
                <a:lnTo>
                  <a:pt x="163681" y="61410"/>
                </a:lnTo>
                <a:cubicBezTo>
                  <a:pt x="163681" y="53811"/>
                  <a:pt x="163526" y="49287"/>
                  <a:pt x="163218" y="47838"/>
                </a:cubicBezTo>
                <a:cubicBezTo>
                  <a:pt x="162909" y="46390"/>
                  <a:pt x="162339" y="45333"/>
                  <a:pt x="161508" y="44668"/>
                </a:cubicBezTo>
                <a:cubicBezTo>
                  <a:pt x="160677" y="44003"/>
                  <a:pt x="159644" y="43671"/>
                  <a:pt x="158409" y="43671"/>
                </a:cubicBezTo>
                <a:cubicBezTo>
                  <a:pt x="156937" y="43671"/>
                  <a:pt x="155274" y="44027"/>
                  <a:pt x="153422" y="44739"/>
                </a:cubicBezTo>
                <a:lnTo>
                  <a:pt x="152710" y="42175"/>
                </a:lnTo>
                <a:lnTo>
                  <a:pt x="172443" y="34196"/>
                </a:lnTo>
                <a:lnTo>
                  <a:pt x="175435" y="34196"/>
                </a:lnTo>
                <a:close/>
                <a:moveTo>
                  <a:pt x="236844" y="34196"/>
                </a:moveTo>
                <a:cubicBezTo>
                  <a:pt x="246722" y="34196"/>
                  <a:pt x="254654" y="37944"/>
                  <a:pt x="260638" y="45441"/>
                </a:cubicBezTo>
                <a:cubicBezTo>
                  <a:pt x="265720" y="51845"/>
                  <a:pt x="268261" y="59199"/>
                  <a:pt x="268261" y="67503"/>
                </a:cubicBezTo>
                <a:cubicBezTo>
                  <a:pt x="268261" y="73339"/>
                  <a:pt x="266860" y="79246"/>
                  <a:pt x="264058" y="85224"/>
                </a:cubicBezTo>
                <a:cubicBezTo>
                  <a:pt x="261256" y="91201"/>
                  <a:pt x="257397" y="95708"/>
                  <a:pt x="252481" y="98744"/>
                </a:cubicBezTo>
                <a:cubicBezTo>
                  <a:pt x="247565" y="101781"/>
                  <a:pt x="242092" y="103299"/>
                  <a:pt x="236060" y="103299"/>
                </a:cubicBezTo>
                <a:cubicBezTo>
                  <a:pt x="226229" y="103299"/>
                  <a:pt x="218416" y="99385"/>
                  <a:pt x="212622" y="91556"/>
                </a:cubicBezTo>
                <a:cubicBezTo>
                  <a:pt x="207730" y="84961"/>
                  <a:pt x="205284" y="77560"/>
                  <a:pt x="205284" y="69353"/>
                </a:cubicBezTo>
                <a:cubicBezTo>
                  <a:pt x="205284" y="63375"/>
                  <a:pt x="206768" y="57432"/>
                  <a:pt x="209737" y="51525"/>
                </a:cubicBezTo>
                <a:cubicBezTo>
                  <a:pt x="212705" y="45618"/>
                  <a:pt x="216611" y="41253"/>
                  <a:pt x="221456" y="38430"/>
                </a:cubicBezTo>
                <a:cubicBezTo>
                  <a:pt x="226300" y="35607"/>
                  <a:pt x="231429" y="34196"/>
                  <a:pt x="236844" y="34196"/>
                </a:cubicBezTo>
                <a:moveTo>
                  <a:pt x="234635" y="38898"/>
                </a:moveTo>
                <a:cubicBezTo>
                  <a:pt x="232118" y="38898"/>
                  <a:pt x="229589" y="39643"/>
                  <a:pt x="227048" y="41135"/>
                </a:cubicBezTo>
                <a:cubicBezTo>
                  <a:pt x="224507" y="42625"/>
                  <a:pt x="222453" y="45239"/>
                  <a:pt x="220886" y="48978"/>
                </a:cubicBezTo>
                <a:cubicBezTo>
                  <a:pt x="219319" y="52717"/>
                  <a:pt x="218535" y="57520"/>
                  <a:pt x="218535" y="63387"/>
                </a:cubicBezTo>
                <a:cubicBezTo>
                  <a:pt x="218535" y="72851"/>
                  <a:pt x="220423" y="81015"/>
                  <a:pt x="224199" y="87878"/>
                </a:cubicBezTo>
                <a:cubicBezTo>
                  <a:pt x="227974" y="94739"/>
                  <a:pt x="232949" y="98170"/>
                  <a:pt x="239123" y="98170"/>
                </a:cubicBezTo>
                <a:cubicBezTo>
                  <a:pt x="243730" y="98170"/>
                  <a:pt x="247530" y="96277"/>
                  <a:pt x="250522" y="92491"/>
                </a:cubicBezTo>
                <a:cubicBezTo>
                  <a:pt x="253514" y="88704"/>
                  <a:pt x="255010" y="82198"/>
                  <a:pt x="255010" y="72971"/>
                </a:cubicBezTo>
                <a:cubicBezTo>
                  <a:pt x="255010" y="61424"/>
                  <a:pt x="252517" y="52338"/>
                  <a:pt x="247530" y="45712"/>
                </a:cubicBezTo>
                <a:cubicBezTo>
                  <a:pt x="244158" y="41169"/>
                  <a:pt x="239860" y="38898"/>
                  <a:pt x="234635" y="38898"/>
                </a:cubicBezTo>
                <a:close/>
                <a:moveTo>
                  <a:pt x="279232" y="63119"/>
                </a:moveTo>
                <a:lnTo>
                  <a:pt x="316063" y="63119"/>
                </a:lnTo>
                <a:lnTo>
                  <a:pt x="316063" y="73948"/>
                </a:lnTo>
                <a:lnTo>
                  <a:pt x="279232" y="73948"/>
                </a:lnTo>
                <a:lnTo>
                  <a:pt x="279232" y="63119"/>
                </a:lnTo>
                <a:close/>
                <a:moveTo>
                  <a:pt x="368638" y="34196"/>
                </a:moveTo>
                <a:lnTo>
                  <a:pt x="368638" y="56423"/>
                </a:lnTo>
                <a:lnTo>
                  <a:pt x="366287" y="56423"/>
                </a:lnTo>
                <a:cubicBezTo>
                  <a:pt x="364482" y="49469"/>
                  <a:pt x="362167" y="44739"/>
                  <a:pt x="359341" y="42232"/>
                </a:cubicBezTo>
                <a:cubicBezTo>
                  <a:pt x="356515" y="39724"/>
                  <a:pt x="352917" y="38470"/>
                  <a:pt x="348548" y="38470"/>
                </a:cubicBezTo>
                <a:cubicBezTo>
                  <a:pt x="345223" y="38470"/>
                  <a:pt x="342540" y="39346"/>
                  <a:pt x="340498" y="41097"/>
                </a:cubicBezTo>
                <a:cubicBezTo>
                  <a:pt x="338455" y="42848"/>
                  <a:pt x="337434" y="44789"/>
                  <a:pt x="337434" y="46919"/>
                </a:cubicBezTo>
                <a:cubicBezTo>
                  <a:pt x="337434" y="49568"/>
                  <a:pt x="338194" y="51840"/>
                  <a:pt x="339714" y="53733"/>
                </a:cubicBezTo>
                <a:cubicBezTo>
                  <a:pt x="341186" y="55673"/>
                  <a:pt x="344178" y="57732"/>
                  <a:pt x="348690" y="59909"/>
                </a:cubicBezTo>
                <a:lnTo>
                  <a:pt x="359091" y="64949"/>
                </a:lnTo>
                <a:cubicBezTo>
                  <a:pt x="368733" y="69645"/>
                  <a:pt x="373553" y="75835"/>
                  <a:pt x="373553" y="83519"/>
                </a:cubicBezTo>
                <a:cubicBezTo>
                  <a:pt x="373553" y="89448"/>
                  <a:pt x="371309" y="94227"/>
                  <a:pt x="366821" y="97856"/>
                </a:cubicBezTo>
                <a:cubicBezTo>
                  <a:pt x="362333" y="101485"/>
                  <a:pt x="357310" y="103299"/>
                  <a:pt x="351754" y="103299"/>
                </a:cubicBezTo>
                <a:cubicBezTo>
                  <a:pt x="347764" y="103299"/>
                  <a:pt x="343205" y="102622"/>
                  <a:pt x="338075" y="101269"/>
                </a:cubicBezTo>
                <a:cubicBezTo>
                  <a:pt x="336508" y="100818"/>
                  <a:pt x="335226" y="100592"/>
                  <a:pt x="334228" y="100592"/>
                </a:cubicBezTo>
                <a:cubicBezTo>
                  <a:pt x="333136" y="100592"/>
                  <a:pt x="332281" y="101162"/>
                  <a:pt x="331664" y="102302"/>
                </a:cubicBezTo>
                <a:lnTo>
                  <a:pt x="329313" y="102302"/>
                </a:lnTo>
                <a:lnTo>
                  <a:pt x="329313" y="78935"/>
                </a:lnTo>
                <a:lnTo>
                  <a:pt x="331664" y="78935"/>
                </a:lnTo>
                <a:cubicBezTo>
                  <a:pt x="332993" y="85584"/>
                  <a:pt x="335534" y="90595"/>
                  <a:pt x="339286" y="93967"/>
                </a:cubicBezTo>
                <a:cubicBezTo>
                  <a:pt x="343038" y="97339"/>
                  <a:pt x="347242" y="99025"/>
                  <a:pt x="351896" y="99025"/>
                </a:cubicBezTo>
                <a:cubicBezTo>
                  <a:pt x="355173" y="99025"/>
                  <a:pt x="357845" y="98068"/>
                  <a:pt x="359911" y="96155"/>
                </a:cubicBezTo>
                <a:cubicBezTo>
                  <a:pt x="361977" y="94241"/>
                  <a:pt x="363010" y="91936"/>
                  <a:pt x="363010" y="89243"/>
                </a:cubicBezTo>
                <a:cubicBezTo>
                  <a:pt x="363010" y="85982"/>
                  <a:pt x="361858" y="83241"/>
                  <a:pt x="359554" y="81021"/>
                </a:cubicBezTo>
                <a:cubicBezTo>
                  <a:pt x="357251" y="78799"/>
                  <a:pt x="352656" y="75993"/>
                  <a:pt x="345769" y="72603"/>
                </a:cubicBezTo>
                <a:cubicBezTo>
                  <a:pt x="338883" y="69212"/>
                  <a:pt x="334371" y="66137"/>
                  <a:pt x="332234" y="63378"/>
                </a:cubicBezTo>
                <a:cubicBezTo>
                  <a:pt x="330096" y="60666"/>
                  <a:pt x="329028" y="57241"/>
                  <a:pt x="329028" y="53103"/>
                </a:cubicBezTo>
                <a:cubicBezTo>
                  <a:pt x="329028" y="47728"/>
                  <a:pt x="330868" y="43233"/>
                  <a:pt x="334549" y="39619"/>
                </a:cubicBezTo>
                <a:cubicBezTo>
                  <a:pt x="338230" y="36003"/>
                  <a:pt x="342991" y="34196"/>
                  <a:pt x="348833" y="34196"/>
                </a:cubicBezTo>
                <a:cubicBezTo>
                  <a:pt x="351397" y="34196"/>
                  <a:pt x="354508" y="34742"/>
                  <a:pt x="358165" y="35834"/>
                </a:cubicBezTo>
                <a:cubicBezTo>
                  <a:pt x="360587" y="36547"/>
                  <a:pt x="362202" y="36903"/>
                  <a:pt x="363010" y="36903"/>
                </a:cubicBezTo>
                <a:cubicBezTo>
                  <a:pt x="363770" y="36903"/>
                  <a:pt x="364363" y="36737"/>
                  <a:pt x="364791" y="36404"/>
                </a:cubicBezTo>
                <a:cubicBezTo>
                  <a:pt x="365218" y="36072"/>
                  <a:pt x="365717" y="35335"/>
                  <a:pt x="366287" y="34196"/>
                </a:cubicBezTo>
                <a:lnTo>
                  <a:pt x="368638" y="34196"/>
                </a:lnTo>
                <a:close/>
                <a:moveTo>
                  <a:pt x="402383" y="0"/>
                </a:moveTo>
                <a:lnTo>
                  <a:pt x="402383" y="47863"/>
                </a:lnTo>
                <a:cubicBezTo>
                  <a:pt x="407655" y="42043"/>
                  <a:pt x="411834" y="38311"/>
                  <a:pt x="414921" y="36665"/>
                </a:cubicBezTo>
                <a:cubicBezTo>
                  <a:pt x="418008" y="35019"/>
                  <a:pt x="421095" y="34196"/>
                  <a:pt x="424182" y="34196"/>
                </a:cubicBezTo>
                <a:cubicBezTo>
                  <a:pt x="427887" y="34196"/>
                  <a:pt x="431069" y="35215"/>
                  <a:pt x="433729" y="37252"/>
                </a:cubicBezTo>
                <a:cubicBezTo>
                  <a:pt x="436388" y="39289"/>
                  <a:pt x="438359" y="42486"/>
                  <a:pt x="439642" y="46843"/>
                </a:cubicBezTo>
                <a:cubicBezTo>
                  <a:pt x="440544" y="49874"/>
                  <a:pt x="440995" y="55415"/>
                  <a:pt x="440995" y="63467"/>
                </a:cubicBezTo>
                <a:lnTo>
                  <a:pt x="440995" y="86486"/>
                </a:lnTo>
                <a:cubicBezTo>
                  <a:pt x="440995" y="90642"/>
                  <a:pt x="441328" y="93484"/>
                  <a:pt x="441993" y="95013"/>
                </a:cubicBezTo>
                <a:cubicBezTo>
                  <a:pt x="442468" y="96160"/>
                  <a:pt x="443275" y="97069"/>
                  <a:pt x="444415" y="97738"/>
                </a:cubicBezTo>
                <a:cubicBezTo>
                  <a:pt x="445555" y="98406"/>
                  <a:pt x="447644" y="98740"/>
                  <a:pt x="450684" y="98740"/>
                </a:cubicBezTo>
                <a:lnTo>
                  <a:pt x="450684" y="101304"/>
                </a:lnTo>
                <a:lnTo>
                  <a:pt x="418626" y="101304"/>
                </a:lnTo>
                <a:lnTo>
                  <a:pt x="418626" y="98740"/>
                </a:lnTo>
                <a:lnTo>
                  <a:pt x="420122" y="98740"/>
                </a:lnTo>
                <a:cubicBezTo>
                  <a:pt x="423161" y="98740"/>
                  <a:pt x="425275" y="98275"/>
                  <a:pt x="426462" y="97344"/>
                </a:cubicBezTo>
                <a:cubicBezTo>
                  <a:pt x="427650" y="96412"/>
                  <a:pt x="428481" y="95038"/>
                  <a:pt x="428956" y="93223"/>
                </a:cubicBezTo>
                <a:cubicBezTo>
                  <a:pt x="429098" y="92459"/>
                  <a:pt x="429169" y="90213"/>
                  <a:pt x="429169" y="86486"/>
                </a:cubicBezTo>
                <a:lnTo>
                  <a:pt x="429169" y="63518"/>
                </a:lnTo>
                <a:cubicBezTo>
                  <a:pt x="429169" y="56428"/>
                  <a:pt x="428801" y="51773"/>
                  <a:pt x="428065" y="49552"/>
                </a:cubicBezTo>
                <a:cubicBezTo>
                  <a:pt x="427329" y="47331"/>
                  <a:pt x="426153" y="45665"/>
                  <a:pt x="424539" y="44554"/>
                </a:cubicBezTo>
                <a:cubicBezTo>
                  <a:pt x="422924" y="43443"/>
                  <a:pt x="420977" y="42887"/>
                  <a:pt x="418697" y="42887"/>
                </a:cubicBezTo>
                <a:cubicBezTo>
                  <a:pt x="416370" y="42887"/>
                  <a:pt x="413948" y="43503"/>
                  <a:pt x="411430" y="44735"/>
                </a:cubicBezTo>
                <a:cubicBezTo>
                  <a:pt x="408913" y="45967"/>
                  <a:pt x="405897" y="48454"/>
                  <a:pt x="402383" y="52197"/>
                </a:cubicBezTo>
                <a:lnTo>
                  <a:pt x="402383" y="86486"/>
                </a:lnTo>
                <a:cubicBezTo>
                  <a:pt x="402383" y="90978"/>
                  <a:pt x="402632" y="93772"/>
                  <a:pt x="403131" y="94871"/>
                </a:cubicBezTo>
                <a:cubicBezTo>
                  <a:pt x="403629" y="95969"/>
                  <a:pt x="404556" y="96888"/>
                  <a:pt x="405909" y="97629"/>
                </a:cubicBezTo>
                <a:cubicBezTo>
                  <a:pt x="407263" y="98369"/>
                  <a:pt x="409602" y="98740"/>
                  <a:pt x="412926" y="98740"/>
                </a:cubicBezTo>
                <a:lnTo>
                  <a:pt x="412926" y="101304"/>
                </a:lnTo>
                <a:lnTo>
                  <a:pt x="380583" y="101304"/>
                </a:lnTo>
                <a:lnTo>
                  <a:pt x="380583" y="98740"/>
                </a:lnTo>
                <a:cubicBezTo>
                  <a:pt x="383480" y="98740"/>
                  <a:pt x="385760" y="98286"/>
                  <a:pt x="387422" y="97377"/>
                </a:cubicBezTo>
                <a:cubicBezTo>
                  <a:pt x="388372" y="96901"/>
                  <a:pt x="389132" y="95994"/>
                  <a:pt x="389702" y="94657"/>
                </a:cubicBezTo>
                <a:cubicBezTo>
                  <a:pt x="390272" y="93318"/>
                  <a:pt x="390557" y="90595"/>
                  <a:pt x="390557" y="86486"/>
                </a:cubicBezTo>
                <a:lnTo>
                  <a:pt x="390557" y="27499"/>
                </a:lnTo>
                <a:cubicBezTo>
                  <a:pt x="390557" y="20074"/>
                  <a:pt x="390379" y="15510"/>
                  <a:pt x="390023" y="13807"/>
                </a:cubicBezTo>
                <a:cubicBezTo>
                  <a:pt x="389666" y="12105"/>
                  <a:pt x="389120" y="10946"/>
                  <a:pt x="388384" y="10330"/>
                </a:cubicBezTo>
                <a:cubicBezTo>
                  <a:pt x="387648" y="9713"/>
                  <a:pt x="386662" y="9404"/>
                  <a:pt x="385427" y="9404"/>
                </a:cubicBezTo>
                <a:cubicBezTo>
                  <a:pt x="384430" y="9404"/>
                  <a:pt x="382815" y="9784"/>
                  <a:pt x="380583" y="10544"/>
                </a:cubicBezTo>
                <a:lnTo>
                  <a:pt x="379586" y="7979"/>
                </a:lnTo>
                <a:lnTo>
                  <a:pt x="399106" y="0"/>
                </a:lnTo>
                <a:lnTo>
                  <a:pt x="402383" y="0"/>
                </a:lnTo>
                <a:close/>
                <a:moveTo>
                  <a:pt x="488085" y="34196"/>
                </a:moveTo>
                <a:cubicBezTo>
                  <a:pt x="497964" y="34196"/>
                  <a:pt x="505896" y="37944"/>
                  <a:pt x="511880" y="45441"/>
                </a:cubicBezTo>
                <a:cubicBezTo>
                  <a:pt x="516962" y="51845"/>
                  <a:pt x="519503" y="59199"/>
                  <a:pt x="519503" y="67503"/>
                </a:cubicBezTo>
                <a:cubicBezTo>
                  <a:pt x="519503" y="73339"/>
                  <a:pt x="518102" y="79246"/>
                  <a:pt x="515299" y="85224"/>
                </a:cubicBezTo>
                <a:cubicBezTo>
                  <a:pt x="512497" y="91201"/>
                  <a:pt x="508638" y="95708"/>
                  <a:pt x="503723" y="98744"/>
                </a:cubicBezTo>
                <a:cubicBezTo>
                  <a:pt x="498807" y="101781"/>
                  <a:pt x="493334" y="103299"/>
                  <a:pt x="487302" y="103299"/>
                </a:cubicBezTo>
                <a:cubicBezTo>
                  <a:pt x="477471" y="103299"/>
                  <a:pt x="469658" y="99385"/>
                  <a:pt x="463864" y="91556"/>
                </a:cubicBezTo>
                <a:cubicBezTo>
                  <a:pt x="458972" y="84961"/>
                  <a:pt x="456526" y="77560"/>
                  <a:pt x="456526" y="69353"/>
                </a:cubicBezTo>
                <a:cubicBezTo>
                  <a:pt x="456526" y="63375"/>
                  <a:pt x="458010" y="57432"/>
                  <a:pt x="460978" y="51525"/>
                </a:cubicBezTo>
                <a:cubicBezTo>
                  <a:pt x="463947" y="45618"/>
                  <a:pt x="467853" y="41253"/>
                  <a:pt x="472697" y="38430"/>
                </a:cubicBezTo>
                <a:cubicBezTo>
                  <a:pt x="477542" y="35607"/>
                  <a:pt x="482671" y="34196"/>
                  <a:pt x="488085" y="34196"/>
                </a:cubicBezTo>
                <a:moveTo>
                  <a:pt x="485877" y="38898"/>
                </a:moveTo>
                <a:cubicBezTo>
                  <a:pt x="483360" y="38898"/>
                  <a:pt x="480831" y="39643"/>
                  <a:pt x="478290" y="41135"/>
                </a:cubicBezTo>
                <a:cubicBezTo>
                  <a:pt x="475749" y="42625"/>
                  <a:pt x="473695" y="45239"/>
                  <a:pt x="472127" y="48978"/>
                </a:cubicBezTo>
                <a:cubicBezTo>
                  <a:pt x="470560" y="52717"/>
                  <a:pt x="469777" y="57520"/>
                  <a:pt x="469777" y="63387"/>
                </a:cubicBezTo>
                <a:cubicBezTo>
                  <a:pt x="469777" y="72851"/>
                  <a:pt x="471664" y="81015"/>
                  <a:pt x="475440" y="87878"/>
                </a:cubicBezTo>
                <a:cubicBezTo>
                  <a:pt x="479216" y="94739"/>
                  <a:pt x="484191" y="98170"/>
                  <a:pt x="490365" y="98170"/>
                </a:cubicBezTo>
                <a:cubicBezTo>
                  <a:pt x="494972" y="98170"/>
                  <a:pt x="498772" y="96277"/>
                  <a:pt x="501764" y="92491"/>
                </a:cubicBezTo>
                <a:cubicBezTo>
                  <a:pt x="504756" y="88704"/>
                  <a:pt x="506252" y="82198"/>
                  <a:pt x="506252" y="72971"/>
                </a:cubicBezTo>
                <a:cubicBezTo>
                  <a:pt x="506252" y="61424"/>
                  <a:pt x="503758" y="52338"/>
                  <a:pt x="498772" y="45712"/>
                </a:cubicBezTo>
                <a:cubicBezTo>
                  <a:pt x="495400" y="41169"/>
                  <a:pt x="491101" y="38898"/>
                  <a:pt x="485877" y="38898"/>
                </a:cubicBezTo>
                <a:close/>
                <a:moveTo>
                  <a:pt x="548072" y="14533"/>
                </a:moveTo>
                <a:lnTo>
                  <a:pt x="548072" y="36048"/>
                </a:lnTo>
                <a:lnTo>
                  <a:pt x="563317" y="36048"/>
                </a:lnTo>
                <a:lnTo>
                  <a:pt x="563317" y="40892"/>
                </a:lnTo>
                <a:lnTo>
                  <a:pt x="548072" y="41035"/>
                </a:lnTo>
                <a:lnTo>
                  <a:pt x="548072" y="83410"/>
                </a:lnTo>
                <a:cubicBezTo>
                  <a:pt x="548072" y="87641"/>
                  <a:pt x="548677" y="90494"/>
                  <a:pt x="549888" y="91970"/>
                </a:cubicBezTo>
                <a:cubicBezTo>
                  <a:pt x="551099" y="93443"/>
                  <a:pt x="552655" y="94180"/>
                  <a:pt x="554554" y="94180"/>
                </a:cubicBezTo>
                <a:cubicBezTo>
                  <a:pt x="556122" y="94180"/>
                  <a:pt x="557642" y="93688"/>
                  <a:pt x="559114" y="92702"/>
                </a:cubicBezTo>
                <a:cubicBezTo>
                  <a:pt x="560586" y="91717"/>
                  <a:pt x="561726" y="90262"/>
                  <a:pt x="562533" y="88339"/>
                </a:cubicBezTo>
                <a:lnTo>
                  <a:pt x="565312" y="88339"/>
                </a:lnTo>
                <a:cubicBezTo>
                  <a:pt x="563650" y="93017"/>
                  <a:pt x="561299" y="96537"/>
                  <a:pt x="558259" y="98900"/>
                </a:cubicBezTo>
                <a:cubicBezTo>
                  <a:pt x="555219" y="101263"/>
                  <a:pt x="552085" y="102444"/>
                  <a:pt x="548855" y="102444"/>
                </a:cubicBezTo>
                <a:cubicBezTo>
                  <a:pt x="546671" y="102444"/>
                  <a:pt x="544533" y="101837"/>
                  <a:pt x="542444" y="100621"/>
                </a:cubicBezTo>
                <a:cubicBezTo>
                  <a:pt x="540354" y="99405"/>
                  <a:pt x="538810" y="97666"/>
                  <a:pt x="537813" y="95403"/>
                </a:cubicBezTo>
                <a:cubicBezTo>
                  <a:pt x="536816" y="93139"/>
                  <a:pt x="536317" y="89648"/>
                  <a:pt x="536317" y="84930"/>
                </a:cubicBezTo>
                <a:lnTo>
                  <a:pt x="536317" y="40892"/>
                </a:lnTo>
                <a:lnTo>
                  <a:pt x="525987" y="40892"/>
                </a:lnTo>
                <a:lnTo>
                  <a:pt x="525987" y="38608"/>
                </a:lnTo>
                <a:cubicBezTo>
                  <a:pt x="528599" y="37569"/>
                  <a:pt x="531271" y="35810"/>
                  <a:pt x="534002" y="33332"/>
                </a:cubicBezTo>
                <a:cubicBezTo>
                  <a:pt x="536732" y="30853"/>
                  <a:pt x="539166" y="27899"/>
                  <a:pt x="541304" y="24469"/>
                </a:cubicBezTo>
                <a:cubicBezTo>
                  <a:pt x="542396" y="22658"/>
                  <a:pt x="543916" y="19346"/>
                  <a:pt x="545863" y="14533"/>
                </a:cubicBezTo>
                <a:lnTo>
                  <a:pt x="548072" y="14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C483DCE7-D5F7-4D22-8859-88239B0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198" y="141302"/>
            <a:ext cx="629612" cy="103299"/>
          </a:xfrm>
          <a:custGeom xmlns:a="http://schemas.openxmlformats.org/drawingml/2006/main">
            <a:pathLst>
              <a:path w="629612" h="103299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9928" y="0"/>
                </a:moveTo>
                <a:cubicBezTo>
                  <a:pt x="101923" y="0"/>
                  <a:pt x="103621" y="704"/>
                  <a:pt x="105022" y="2113"/>
                </a:cubicBezTo>
                <a:cubicBezTo>
                  <a:pt x="106423" y="3520"/>
                  <a:pt x="107124" y="5226"/>
                  <a:pt x="107124" y="7231"/>
                </a:cubicBezTo>
                <a:cubicBezTo>
                  <a:pt x="107124" y="9236"/>
                  <a:pt x="106423" y="10955"/>
                  <a:pt x="105022" y="12387"/>
                </a:cubicBezTo>
                <a:cubicBezTo>
                  <a:pt x="103621" y="13818"/>
                  <a:pt x="101923" y="14533"/>
                  <a:pt x="99928" y="14533"/>
                </a:cubicBezTo>
                <a:cubicBezTo>
                  <a:pt x="97934" y="14533"/>
                  <a:pt x="96224" y="13818"/>
                  <a:pt x="94799" y="12387"/>
                </a:cubicBezTo>
                <a:cubicBezTo>
                  <a:pt x="93374" y="10955"/>
                  <a:pt x="92662" y="9236"/>
                  <a:pt x="92662" y="7231"/>
                </a:cubicBezTo>
                <a:cubicBezTo>
                  <a:pt x="92662" y="5226"/>
                  <a:pt x="93362" y="3520"/>
                  <a:pt x="94763" y="2113"/>
                </a:cubicBezTo>
                <a:cubicBezTo>
                  <a:pt x="96164" y="704"/>
                  <a:pt x="97886" y="0"/>
                  <a:pt x="99928" y="0"/>
                </a:cubicBezTo>
                <a:moveTo>
                  <a:pt x="105841" y="34196"/>
                </a:moveTo>
                <a:lnTo>
                  <a:pt x="105841" y="86486"/>
                </a:lnTo>
                <a:cubicBezTo>
                  <a:pt x="105841" y="90595"/>
                  <a:pt x="106138" y="93330"/>
                  <a:pt x="106732" y="94692"/>
                </a:cubicBezTo>
                <a:cubicBezTo>
                  <a:pt x="107325" y="96053"/>
                  <a:pt x="108204" y="97069"/>
                  <a:pt x="109368" y="97738"/>
                </a:cubicBezTo>
                <a:cubicBezTo>
                  <a:pt x="110531" y="98406"/>
                  <a:pt x="112657" y="98740"/>
                  <a:pt x="115744" y="98740"/>
                </a:cubicBezTo>
                <a:lnTo>
                  <a:pt x="115744" y="101304"/>
                </a:lnTo>
                <a:lnTo>
                  <a:pt x="84042" y="101304"/>
                </a:lnTo>
                <a:lnTo>
                  <a:pt x="84042" y="98740"/>
                </a:lnTo>
                <a:cubicBezTo>
                  <a:pt x="87224" y="98740"/>
                  <a:pt x="89361" y="98430"/>
                  <a:pt x="90453" y="97809"/>
                </a:cubicBezTo>
                <a:cubicBezTo>
                  <a:pt x="91546" y="97187"/>
                  <a:pt x="92412" y="96160"/>
                  <a:pt x="93054" y="94728"/>
                </a:cubicBezTo>
                <a:cubicBezTo>
                  <a:pt x="93695" y="93294"/>
                  <a:pt x="94015" y="90547"/>
                  <a:pt x="94015" y="86486"/>
                </a:cubicBezTo>
                <a:lnTo>
                  <a:pt x="94015" y="61552"/>
                </a:lnTo>
                <a:cubicBezTo>
                  <a:pt x="94015" y="54446"/>
                  <a:pt x="93802" y="49843"/>
                  <a:pt x="93374" y="47745"/>
                </a:cubicBezTo>
                <a:cubicBezTo>
                  <a:pt x="93042" y="46217"/>
                  <a:pt x="92519" y="45157"/>
                  <a:pt x="91807" y="44563"/>
                </a:cubicBezTo>
                <a:cubicBezTo>
                  <a:pt x="91094" y="43968"/>
                  <a:pt x="90121" y="43671"/>
                  <a:pt x="88886" y="43671"/>
                </a:cubicBezTo>
                <a:cubicBezTo>
                  <a:pt x="87556" y="43671"/>
                  <a:pt x="85941" y="44027"/>
                  <a:pt x="84042" y="44739"/>
                </a:cubicBezTo>
                <a:lnTo>
                  <a:pt x="83044" y="42175"/>
                </a:lnTo>
                <a:lnTo>
                  <a:pt x="102707" y="34196"/>
                </a:lnTo>
                <a:lnTo>
                  <a:pt x="105841" y="34196"/>
                </a:lnTo>
                <a:close/>
                <a:moveTo>
                  <a:pt x="142765" y="47945"/>
                </a:moveTo>
                <a:cubicBezTo>
                  <a:pt x="150412" y="38779"/>
                  <a:pt x="157702" y="34196"/>
                  <a:pt x="164636" y="34196"/>
                </a:cubicBezTo>
                <a:cubicBezTo>
                  <a:pt x="168198" y="34196"/>
                  <a:pt x="171262" y="35084"/>
                  <a:pt x="173826" y="36860"/>
                </a:cubicBezTo>
                <a:cubicBezTo>
                  <a:pt x="176391" y="38636"/>
                  <a:pt x="178433" y="41560"/>
                  <a:pt x="179953" y="45634"/>
                </a:cubicBezTo>
                <a:cubicBezTo>
                  <a:pt x="180998" y="48476"/>
                  <a:pt x="181520" y="52834"/>
                  <a:pt x="181520" y="58707"/>
                </a:cubicBezTo>
                <a:lnTo>
                  <a:pt x="181520" y="86486"/>
                </a:lnTo>
                <a:cubicBezTo>
                  <a:pt x="181520" y="90642"/>
                  <a:pt x="181853" y="93461"/>
                  <a:pt x="182518" y="94942"/>
                </a:cubicBezTo>
                <a:cubicBezTo>
                  <a:pt x="183040" y="96137"/>
                  <a:pt x="183883" y="97069"/>
                  <a:pt x="185047" y="97738"/>
                </a:cubicBezTo>
                <a:cubicBezTo>
                  <a:pt x="186210" y="98406"/>
                  <a:pt x="188359" y="98740"/>
                  <a:pt x="191494" y="98740"/>
                </a:cubicBezTo>
                <a:lnTo>
                  <a:pt x="191494" y="101304"/>
                </a:lnTo>
                <a:lnTo>
                  <a:pt x="159222" y="101304"/>
                </a:lnTo>
                <a:lnTo>
                  <a:pt x="159222" y="98740"/>
                </a:lnTo>
                <a:lnTo>
                  <a:pt x="160575" y="98740"/>
                </a:lnTo>
                <a:cubicBezTo>
                  <a:pt x="163615" y="98740"/>
                  <a:pt x="165740" y="98275"/>
                  <a:pt x="166952" y="97344"/>
                </a:cubicBezTo>
                <a:cubicBezTo>
                  <a:pt x="168163" y="96412"/>
                  <a:pt x="169006" y="95038"/>
                  <a:pt x="169481" y="93223"/>
                </a:cubicBezTo>
                <a:cubicBezTo>
                  <a:pt x="169671" y="92506"/>
                  <a:pt x="169766" y="90261"/>
                  <a:pt x="169766" y="86486"/>
                </a:cubicBezTo>
                <a:lnTo>
                  <a:pt x="169766" y="59816"/>
                </a:lnTo>
                <a:cubicBezTo>
                  <a:pt x="169766" y="53888"/>
                  <a:pt x="168994" y="49584"/>
                  <a:pt x="167450" y="46905"/>
                </a:cubicBezTo>
                <a:cubicBezTo>
                  <a:pt x="165907" y="44226"/>
                  <a:pt x="163306" y="42887"/>
                  <a:pt x="159649" y="42887"/>
                </a:cubicBezTo>
                <a:cubicBezTo>
                  <a:pt x="153998" y="42887"/>
                  <a:pt x="148370" y="45974"/>
                  <a:pt x="142765" y="52148"/>
                </a:cubicBezTo>
                <a:lnTo>
                  <a:pt x="142765" y="86486"/>
                </a:lnTo>
                <a:cubicBezTo>
                  <a:pt x="142765" y="90929"/>
                  <a:pt x="143026" y="93676"/>
                  <a:pt x="143549" y="94728"/>
                </a:cubicBezTo>
                <a:cubicBezTo>
                  <a:pt x="144214" y="96113"/>
                  <a:pt x="145128" y="97128"/>
                  <a:pt x="146292" y="97774"/>
                </a:cubicBezTo>
                <a:cubicBezTo>
                  <a:pt x="147455" y="98418"/>
                  <a:pt x="149818" y="98740"/>
                  <a:pt x="153380" y="98740"/>
                </a:cubicBezTo>
                <a:lnTo>
                  <a:pt x="153380" y="101304"/>
                </a:lnTo>
                <a:lnTo>
                  <a:pt x="121108" y="101304"/>
                </a:lnTo>
                <a:lnTo>
                  <a:pt x="121108" y="98740"/>
                </a:lnTo>
                <a:lnTo>
                  <a:pt x="122533" y="98740"/>
                </a:lnTo>
                <a:cubicBezTo>
                  <a:pt x="125857" y="98740"/>
                  <a:pt x="128102" y="97892"/>
                  <a:pt x="129265" y="96197"/>
                </a:cubicBezTo>
                <a:cubicBezTo>
                  <a:pt x="130429" y="94501"/>
                  <a:pt x="131011" y="91264"/>
                  <a:pt x="131011" y="86486"/>
                </a:cubicBezTo>
                <a:lnTo>
                  <a:pt x="131011" y="62407"/>
                </a:lnTo>
                <a:cubicBezTo>
                  <a:pt x="131011" y="54570"/>
                  <a:pt x="130832" y="49797"/>
                  <a:pt x="130476" y="48088"/>
                </a:cubicBezTo>
                <a:cubicBezTo>
                  <a:pt x="130120" y="46378"/>
                  <a:pt x="129574" y="45214"/>
                  <a:pt x="128838" y="44597"/>
                </a:cubicBezTo>
                <a:cubicBezTo>
                  <a:pt x="128102" y="43979"/>
                  <a:pt x="127116" y="43671"/>
                  <a:pt x="125881" y="43671"/>
                </a:cubicBezTo>
                <a:cubicBezTo>
                  <a:pt x="124551" y="43671"/>
                  <a:pt x="122960" y="44027"/>
                  <a:pt x="121108" y="44739"/>
                </a:cubicBezTo>
                <a:lnTo>
                  <a:pt x="120039" y="42175"/>
                </a:lnTo>
                <a:lnTo>
                  <a:pt x="139702" y="34196"/>
                </a:lnTo>
                <a:lnTo>
                  <a:pt x="142765" y="34196"/>
                </a:lnTo>
                <a:lnTo>
                  <a:pt x="142765" y="47945"/>
                </a:lnTo>
                <a:close/>
                <a:moveTo>
                  <a:pt x="207666" y="60697"/>
                </a:moveTo>
                <a:cubicBezTo>
                  <a:pt x="207619" y="70341"/>
                  <a:pt x="209970" y="77906"/>
                  <a:pt x="214719" y="83390"/>
                </a:cubicBezTo>
                <a:cubicBezTo>
                  <a:pt x="219469" y="88874"/>
                  <a:pt x="225049" y="91616"/>
                  <a:pt x="231461" y="91616"/>
                </a:cubicBezTo>
                <a:cubicBezTo>
                  <a:pt x="235735" y="91616"/>
                  <a:pt x="239452" y="90435"/>
                  <a:pt x="242610" y="88074"/>
                </a:cubicBezTo>
                <a:cubicBezTo>
                  <a:pt x="245768" y="85712"/>
                  <a:pt x="248416" y="81669"/>
                  <a:pt x="250553" y="75943"/>
                </a:cubicBezTo>
                <a:lnTo>
                  <a:pt x="252762" y="77374"/>
                </a:lnTo>
                <a:cubicBezTo>
                  <a:pt x="251765" y="83915"/>
                  <a:pt x="248867" y="89871"/>
                  <a:pt x="244070" y="95242"/>
                </a:cubicBezTo>
                <a:cubicBezTo>
                  <a:pt x="239274" y="100614"/>
                  <a:pt x="233266" y="103299"/>
                  <a:pt x="226047" y="103299"/>
                </a:cubicBezTo>
                <a:cubicBezTo>
                  <a:pt x="218210" y="103299"/>
                  <a:pt x="211502" y="100254"/>
                  <a:pt x="205921" y="94165"/>
                </a:cubicBezTo>
                <a:cubicBezTo>
                  <a:pt x="200341" y="88074"/>
                  <a:pt x="197550" y="79885"/>
                  <a:pt x="197550" y="69600"/>
                </a:cubicBezTo>
                <a:cubicBezTo>
                  <a:pt x="197550" y="58463"/>
                  <a:pt x="200412" y="49778"/>
                  <a:pt x="206135" y="43546"/>
                </a:cubicBezTo>
                <a:cubicBezTo>
                  <a:pt x="211858" y="37312"/>
                  <a:pt x="219041" y="34196"/>
                  <a:pt x="227685" y="34196"/>
                </a:cubicBezTo>
                <a:cubicBezTo>
                  <a:pt x="234999" y="34196"/>
                  <a:pt x="241007" y="36600"/>
                  <a:pt x="245709" y="41409"/>
                </a:cubicBezTo>
                <a:cubicBezTo>
                  <a:pt x="250411" y="46216"/>
                  <a:pt x="252762" y="52646"/>
                  <a:pt x="252762" y="60697"/>
                </a:cubicBezTo>
                <a:lnTo>
                  <a:pt x="207666" y="60697"/>
                </a:lnTo>
                <a:moveTo>
                  <a:pt x="207666" y="56565"/>
                </a:moveTo>
                <a:lnTo>
                  <a:pt x="237873" y="56565"/>
                </a:lnTo>
                <a:cubicBezTo>
                  <a:pt x="237635" y="52420"/>
                  <a:pt x="237136" y="49500"/>
                  <a:pt x="236376" y="47805"/>
                </a:cubicBezTo>
                <a:cubicBezTo>
                  <a:pt x="235189" y="45166"/>
                  <a:pt x="233420" y="43093"/>
                  <a:pt x="231069" y="41587"/>
                </a:cubicBezTo>
                <a:cubicBezTo>
                  <a:pt x="228718" y="40079"/>
                  <a:pt x="226260" y="39325"/>
                  <a:pt x="223696" y="39325"/>
                </a:cubicBezTo>
                <a:cubicBezTo>
                  <a:pt x="219754" y="39325"/>
                  <a:pt x="216227" y="40844"/>
                  <a:pt x="213116" y="43882"/>
                </a:cubicBezTo>
                <a:cubicBezTo>
                  <a:pt x="210006" y="46920"/>
                  <a:pt x="208189" y="51148"/>
                  <a:pt x="207666" y="56565"/>
                </a:cubicBezTo>
                <a:close/>
                <a:moveTo>
                  <a:pt x="262683" y="63119"/>
                </a:moveTo>
                <a:lnTo>
                  <a:pt x="299514" y="63119"/>
                </a:lnTo>
                <a:lnTo>
                  <a:pt x="299514" y="73948"/>
                </a:lnTo>
                <a:lnTo>
                  <a:pt x="262683" y="73948"/>
                </a:lnTo>
                <a:lnTo>
                  <a:pt x="262683" y="63119"/>
                </a:lnTo>
                <a:close/>
                <a:moveTo>
                  <a:pt x="328865" y="14533"/>
                </a:moveTo>
                <a:lnTo>
                  <a:pt x="328865" y="36048"/>
                </a:lnTo>
                <a:lnTo>
                  <a:pt x="344111" y="36048"/>
                </a:lnTo>
                <a:lnTo>
                  <a:pt x="344111" y="40892"/>
                </a:lnTo>
                <a:lnTo>
                  <a:pt x="328865" y="41035"/>
                </a:lnTo>
                <a:lnTo>
                  <a:pt x="328865" y="83410"/>
                </a:lnTo>
                <a:cubicBezTo>
                  <a:pt x="328865" y="87641"/>
                  <a:pt x="329471" y="90494"/>
                  <a:pt x="330682" y="91970"/>
                </a:cubicBezTo>
                <a:cubicBezTo>
                  <a:pt x="331893" y="93443"/>
                  <a:pt x="333448" y="94180"/>
                  <a:pt x="335348" y="94180"/>
                </a:cubicBezTo>
                <a:cubicBezTo>
                  <a:pt x="336915" y="94180"/>
                  <a:pt x="338435" y="93688"/>
                  <a:pt x="339907" y="92702"/>
                </a:cubicBezTo>
                <a:cubicBezTo>
                  <a:pt x="341380" y="91717"/>
                  <a:pt x="342519" y="90262"/>
                  <a:pt x="343327" y="88339"/>
                </a:cubicBezTo>
                <a:lnTo>
                  <a:pt x="346105" y="88339"/>
                </a:lnTo>
                <a:cubicBezTo>
                  <a:pt x="344443" y="93017"/>
                  <a:pt x="342092" y="96537"/>
                  <a:pt x="339052" y="98900"/>
                </a:cubicBezTo>
                <a:cubicBezTo>
                  <a:pt x="336013" y="101263"/>
                  <a:pt x="332878" y="102444"/>
                  <a:pt x="329649" y="102444"/>
                </a:cubicBezTo>
                <a:cubicBezTo>
                  <a:pt x="327464" y="102444"/>
                  <a:pt x="325327" y="101837"/>
                  <a:pt x="323237" y="100621"/>
                </a:cubicBezTo>
                <a:cubicBezTo>
                  <a:pt x="321147" y="99405"/>
                  <a:pt x="319604" y="97666"/>
                  <a:pt x="318606" y="95403"/>
                </a:cubicBezTo>
                <a:cubicBezTo>
                  <a:pt x="317609" y="93139"/>
                  <a:pt x="317110" y="89648"/>
                  <a:pt x="317110" y="84930"/>
                </a:cubicBezTo>
                <a:lnTo>
                  <a:pt x="317110" y="40892"/>
                </a:lnTo>
                <a:lnTo>
                  <a:pt x="306780" y="40892"/>
                </a:lnTo>
                <a:lnTo>
                  <a:pt x="306780" y="38608"/>
                </a:lnTo>
                <a:cubicBezTo>
                  <a:pt x="309393" y="37569"/>
                  <a:pt x="312064" y="35810"/>
                  <a:pt x="314795" y="33332"/>
                </a:cubicBezTo>
                <a:cubicBezTo>
                  <a:pt x="317526" y="30853"/>
                  <a:pt x="319960" y="27899"/>
                  <a:pt x="322097" y="24469"/>
                </a:cubicBezTo>
                <a:cubicBezTo>
                  <a:pt x="323189" y="22658"/>
                  <a:pt x="324709" y="19346"/>
                  <a:pt x="326657" y="14533"/>
                </a:cubicBezTo>
                <a:lnTo>
                  <a:pt x="328865" y="14533"/>
                </a:lnTo>
                <a:close/>
                <a:moveTo>
                  <a:pt x="407536" y="36048"/>
                </a:moveTo>
                <a:lnTo>
                  <a:pt x="407536" y="75800"/>
                </a:lnTo>
                <a:cubicBezTo>
                  <a:pt x="407536" y="83258"/>
                  <a:pt x="407714" y="87820"/>
                  <a:pt x="408070" y="89485"/>
                </a:cubicBezTo>
                <a:cubicBezTo>
                  <a:pt x="408426" y="91149"/>
                  <a:pt x="408996" y="92312"/>
                  <a:pt x="409780" y="92974"/>
                </a:cubicBezTo>
                <a:cubicBezTo>
                  <a:pt x="410564" y="93636"/>
                  <a:pt x="411478" y="93967"/>
                  <a:pt x="412523" y="93967"/>
                </a:cubicBezTo>
                <a:cubicBezTo>
                  <a:pt x="413995" y="93967"/>
                  <a:pt x="415657" y="93563"/>
                  <a:pt x="417510" y="92756"/>
                </a:cubicBezTo>
                <a:lnTo>
                  <a:pt x="418507" y="95320"/>
                </a:lnTo>
                <a:lnTo>
                  <a:pt x="398987" y="103299"/>
                </a:lnTo>
                <a:lnTo>
                  <a:pt x="395781" y="103299"/>
                </a:lnTo>
                <a:lnTo>
                  <a:pt x="395781" y="89543"/>
                </a:lnTo>
                <a:cubicBezTo>
                  <a:pt x="390177" y="95594"/>
                  <a:pt x="385902" y="99400"/>
                  <a:pt x="382958" y="100959"/>
                </a:cubicBezTo>
                <a:cubicBezTo>
                  <a:pt x="380013" y="102519"/>
                  <a:pt x="376902" y="103299"/>
                  <a:pt x="373625" y="103299"/>
                </a:cubicBezTo>
                <a:cubicBezTo>
                  <a:pt x="369968" y="103299"/>
                  <a:pt x="366798" y="102242"/>
                  <a:pt x="364115" y="100129"/>
                </a:cubicBezTo>
                <a:cubicBezTo>
                  <a:pt x="361431" y="98016"/>
                  <a:pt x="359567" y="95296"/>
                  <a:pt x="358522" y="91972"/>
                </a:cubicBezTo>
                <a:cubicBezTo>
                  <a:pt x="357477" y="88647"/>
                  <a:pt x="356955" y="83945"/>
                  <a:pt x="356955" y="77866"/>
                </a:cubicBezTo>
                <a:lnTo>
                  <a:pt x="356955" y="48729"/>
                </a:lnTo>
                <a:cubicBezTo>
                  <a:pt x="356955" y="45619"/>
                  <a:pt x="356622" y="43467"/>
                  <a:pt x="355957" y="42273"/>
                </a:cubicBezTo>
                <a:cubicBezTo>
                  <a:pt x="355293" y="41076"/>
                  <a:pt x="354307" y="40155"/>
                  <a:pt x="353001" y="39510"/>
                </a:cubicBezTo>
                <a:cubicBezTo>
                  <a:pt x="351695" y="38864"/>
                  <a:pt x="349332" y="38565"/>
                  <a:pt x="345912" y="38613"/>
                </a:cubicBezTo>
                <a:lnTo>
                  <a:pt x="345912" y="36048"/>
                </a:lnTo>
                <a:lnTo>
                  <a:pt x="368781" y="36048"/>
                </a:lnTo>
                <a:lnTo>
                  <a:pt x="368781" y="79772"/>
                </a:lnTo>
                <a:cubicBezTo>
                  <a:pt x="368781" y="85859"/>
                  <a:pt x="369838" y="89853"/>
                  <a:pt x="371951" y="91756"/>
                </a:cubicBezTo>
                <a:cubicBezTo>
                  <a:pt x="374064" y="93657"/>
                  <a:pt x="376617" y="94608"/>
                  <a:pt x="379609" y="94608"/>
                </a:cubicBezTo>
                <a:cubicBezTo>
                  <a:pt x="381652" y="94608"/>
                  <a:pt x="383967" y="93966"/>
                  <a:pt x="386555" y="92682"/>
                </a:cubicBezTo>
                <a:cubicBezTo>
                  <a:pt x="389144" y="91398"/>
                  <a:pt x="392219" y="88949"/>
                  <a:pt x="395781" y="85335"/>
                </a:cubicBezTo>
                <a:lnTo>
                  <a:pt x="395781" y="48444"/>
                </a:lnTo>
                <a:cubicBezTo>
                  <a:pt x="395781" y="44658"/>
                  <a:pt x="395104" y="42097"/>
                  <a:pt x="393751" y="40761"/>
                </a:cubicBezTo>
                <a:cubicBezTo>
                  <a:pt x="392397" y="39425"/>
                  <a:pt x="389583" y="38709"/>
                  <a:pt x="385309" y="38613"/>
                </a:cubicBezTo>
                <a:lnTo>
                  <a:pt x="385309" y="36048"/>
                </a:lnTo>
                <a:lnTo>
                  <a:pt x="407536" y="36048"/>
                </a:lnTo>
                <a:close/>
                <a:moveTo>
                  <a:pt x="442301" y="47945"/>
                </a:moveTo>
                <a:cubicBezTo>
                  <a:pt x="449948" y="38779"/>
                  <a:pt x="457238" y="34196"/>
                  <a:pt x="464172" y="34196"/>
                </a:cubicBezTo>
                <a:cubicBezTo>
                  <a:pt x="467734" y="34196"/>
                  <a:pt x="470798" y="35084"/>
                  <a:pt x="473362" y="36860"/>
                </a:cubicBezTo>
                <a:cubicBezTo>
                  <a:pt x="475927" y="38636"/>
                  <a:pt x="477969" y="41560"/>
                  <a:pt x="479489" y="45634"/>
                </a:cubicBezTo>
                <a:cubicBezTo>
                  <a:pt x="480534" y="48476"/>
                  <a:pt x="481056" y="52834"/>
                  <a:pt x="481056" y="58707"/>
                </a:cubicBezTo>
                <a:lnTo>
                  <a:pt x="481056" y="86486"/>
                </a:lnTo>
                <a:cubicBezTo>
                  <a:pt x="481056" y="90642"/>
                  <a:pt x="481389" y="93461"/>
                  <a:pt x="482054" y="94942"/>
                </a:cubicBezTo>
                <a:cubicBezTo>
                  <a:pt x="482576" y="96137"/>
                  <a:pt x="483419" y="97069"/>
                  <a:pt x="484583" y="97738"/>
                </a:cubicBezTo>
                <a:cubicBezTo>
                  <a:pt x="485746" y="98406"/>
                  <a:pt x="487895" y="98740"/>
                  <a:pt x="491030" y="98740"/>
                </a:cubicBezTo>
                <a:lnTo>
                  <a:pt x="491030" y="101304"/>
                </a:lnTo>
                <a:lnTo>
                  <a:pt x="458758" y="101304"/>
                </a:lnTo>
                <a:lnTo>
                  <a:pt x="458758" y="98740"/>
                </a:lnTo>
                <a:lnTo>
                  <a:pt x="460111" y="98740"/>
                </a:lnTo>
                <a:cubicBezTo>
                  <a:pt x="463151" y="98740"/>
                  <a:pt x="465276" y="98275"/>
                  <a:pt x="466488" y="97344"/>
                </a:cubicBezTo>
                <a:cubicBezTo>
                  <a:pt x="467699" y="96412"/>
                  <a:pt x="468542" y="95038"/>
                  <a:pt x="469017" y="93223"/>
                </a:cubicBezTo>
                <a:cubicBezTo>
                  <a:pt x="469207" y="92506"/>
                  <a:pt x="469302" y="90261"/>
                  <a:pt x="469302" y="86486"/>
                </a:cubicBezTo>
                <a:lnTo>
                  <a:pt x="469302" y="59816"/>
                </a:lnTo>
                <a:cubicBezTo>
                  <a:pt x="469302" y="53888"/>
                  <a:pt x="468530" y="49584"/>
                  <a:pt x="466986" y="46905"/>
                </a:cubicBezTo>
                <a:cubicBezTo>
                  <a:pt x="465443" y="44226"/>
                  <a:pt x="462842" y="42887"/>
                  <a:pt x="459185" y="42887"/>
                </a:cubicBezTo>
                <a:cubicBezTo>
                  <a:pt x="453534" y="42887"/>
                  <a:pt x="447906" y="45974"/>
                  <a:pt x="442301" y="52148"/>
                </a:cubicBezTo>
                <a:lnTo>
                  <a:pt x="442301" y="86486"/>
                </a:lnTo>
                <a:cubicBezTo>
                  <a:pt x="442301" y="90929"/>
                  <a:pt x="442562" y="93676"/>
                  <a:pt x="443085" y="94728"/>
                </a:cubicBezTo>
                <a:cubicBezTo>
                  <a:pt x="443750" y="96113"/>
                  <a:pt x="444664" y="97128"/>
                  <a:pt x="445828" y="97774"/>
                </a:cubicBezTo>
                <a:cubicBezTo>
                  <a:pt x="446991" y="98418"/>
                  <a:pt x="449354" y="98740"/>
                  <a:pt x="452916" y="98740"/>
                </a:cubicBezTo>
                <a:lnTo>
                  <a:pt x="452916" y="101304"/>
                </a:lnTo>
                <a:lnTo>
                  <a:pt x="420644" y="101304"/>
                </a:lnTo>
                <a:lnTo>
                  <a:pt x="420644" y="98740"/>
                </a:lnTo>
                <a:lnTo>
                  <a:pt x="422069" y="98740"/>
                </a:lnTo>
                <a:cubicBezTo>
                  <a:pt x="425393" y="98740"/>
                  <a:pt x="427638" y="97892"/>
                  <a:pt x="428801" y="96197"/>
                </a:cubicBezTo>
                <a:cubicBezTo>
                  <a:pt x="429965" y="94501"/>
                  <a:pt x="430547" y="91264"/>
                  <a:pt x="430547" y="86486"/>
                </a:cubicBezTo>
                <a:lnTo>
                  <a:pt x="430547" y="62407"/>
                </a:lnTo>
                <a:cubicBezTo>
                  <a:pt x="430547" y="54570"/>
                  <a:pt x="430368" y="49797"/>
                  <a:pt x="430012" y="48088"/>
                </a:cubicBezTo>
                <a:cubicBezTo>
                  <a:pt x="429656" y="46378"/>
                  <a:pt x="429110" y="45214"/>
                  <a:pt x="428374" y="44597"/>
                </a:cubicBezTo>
                <a:cubicBezTo>
                  <a:pt x="427638" y="43979"/>
                  <a:pt x="426652" y="43671"/>
                  <a:pt x="425417" y="43671"/>
                </a:cubicBezTo>
                <a:cubicBezTo>
                  <a:pt x="424087" y="43671"/>
                  <a:pt x="422496" y="44027"/>
                  <a:pt x="420644" y="44739"/>
                </a:cubicBezTo>
                <a:lnTo>
                  <a:pt x="419575" y="42175"/>
                </a:lnTo>
                <a:lnTo>
                  <a:pt x="439238" y="34196"/>
                </a:lnTo>
                <a:lnTo>
                  <a:pt x="442301" y="34196"/>
                </a:lnTo>
                <a:lnTo>
                  <a:pt x="442301" y="47945"/>
                </a:lnTo>
                <a:close/>
                <a:moveTo>
                  <a:pt x="507202" y="60697"/>
                </a:moveTo>
                <a:cubicBezTo>
                  <a:pt x="507155" y="70341"/>
                  <a:pt x="509506" y="77906"/>
                  <a:pt x="514255" y="83390"/>
                </a:cubicBezTo>
                <a:cubicBezTo>
                  <a:pt x="519004" y="88874"/>
                  <a:pt x="524585" y="91616"/>
                  <a:pt x="530997" y="91616"/>
                </a:cubicBezTo>
                <a:cubicBezTo>
                  <a:pt x="535271" y="91616"/>
                  <a:pt x="538987" y="90435"/>
                  <a:pt x="542146" y="88074"/>
                </a:cubicBezTo>
                <a:cubicBezTo>
                  <a:pt x="545304" y="85712"/>
                  <a:pt x="547952" y="81669"/>
                  <a:pt x="550089" y="75943"/>
                </a:cubicBezTo>
                <a:lnTo>
                  <a:pt x="552298" y="77374"/>
                </a:lnTo>
                <a:cubicBezTo>
                  <a:pt x="551300" y="83915"/>
                  <a:pt x="548403" y="89871"/>
                  <a:pt x="543606" y="95242"/>
                </a:cubicBezTo>
                <a:cubicBezTo>
                  <a:pt x="538809" y="100614"/>
                  <a:pt x="532801" y="103299"/>
                  <a:pt x="525582" y="103299"/>
                </a:cubicBezTo>
                <a:cubicBezTo>
                  <a:pt x="517746" y="103299"/>
                  <a:pt x="511037" y="100254"/>
                  <a:pt x="505457" y="94165"/>
                </a:cubicBezTo>
                <a:cubicBezTo>
                  <a:pt x="499876" y="88074"/>
                  <a:pt x="497086" y="79885"/>
                  <a:pt x="497086" y="69600"/>
                </a:cubicBezTo>
                <a:cubicBezTo>
                  <a:pt x="497086" y="58463"/>
                  <a:pt x="499947" y="49778"/>
                  <a:pt x="505670" y="43546"/>
                </a:cubicBezTo>
                <a:cubicBezTo>
                  <a:pt x="511394" y="37312"/>
                  <a:pt x="518577" y="34196"/>
                  <a:pt x="527221" y="34196"/>
                </a:cubicBezTo>
                <a:cubicBezTo>
                  <a:pt x="534535" y="34196"/>
                  <a:pt x="540543" y="36600"/>
                  <a:pt x="545245" y="41409"/>
                </a:cubicBezTo>
                <a:cubicBezTo>
                  <a:pt x="549947" y="46216"/>
                  <a:pt x="552298" y="52646"/>
                  <a:pt x="552298" y="60697"/>
                </a:cubicBezTo>
                <a:lnTo>
                  <a:pt x="507202" y="60697"/>
                </a:lnTo>
                <a:moveTo>
                  <a:pt x="507202" y="56565"/>
                </a:moveTo>
                <a:lnTo>
                  <a:pt x="537408" y="56565"/>
                </a:lnTo>
                <a:cubicBezTo>
                  <a:pt x="537171" y="52420"/>
                  <a:pt x="536672" y="49500"/>
                  <a:pt x="535912" y="47805"/>
                </a:cubicBezTo>
                <a:cubicBezTo>
                  <a:pt x="534725" y="45166"/>
                  <a:pt x="532956" y="43093"/>
                  <a:pt x="530605" y="41587"/>
                </a:cubicBezTo>
                <a:cubicBezTo>
                  <a:pt x="528254" y="40079"/>
                  <a:pt x="525796" y="39325"/>
                  <a:pt x="523231" y="39325"/>
                </a:cubicBezTo>
                <a:cubicBezTo>
                  <a:pt x="519289" y="39325"/>
                  <a:pt x="515763" y="40844"/>
                  <a:pt x="512652" y="43882"/>
                </a:cubicBezTo>
                <a:cubicBezTo>
                  <a:pt x="509541" y="46920"/>
                  <a:pt x="507725" y="51148"/>
                  <a:pt x="507202" y="56565"/>
                </a:cubicBezTo>
                <a:close/>
                <a:moveTo>
                  <a:pt x="606958" y="93971"/>
                </a:moveTo>
                <a:cubicBezTo>
                  <a:pt x="603776" y="97294"/>
                  <a:pt x="600665" y="99680"/>
                  <a:pt x="597625" y="101129"/>
                </a:cubicBezTo>
                <a:cubicBezTo>
                  <a:pt x="594586" y="102576"/>
                  <a:pt x="591308" y="103299"/>
                  <a:pt x="587794" y="103299"/>
                </a:cubicBezTo>
                <a:cubicBezTo>
                  <a:pt x="580670" y="103299"/>
                  <a:pt x="574448" y="100326"/>
                  <a:pt x="569129" y="94379"/>
                </a:cubicBezTo>
                <a:cubicBezTo>
                  <a:pt x="563809" y="88430"/>
                  <a:pt x="561150" y="80786"/>
                  <a:pt x="561150" y="71448"/>
                </a:cubicBezTo>
                <a:cubicBezTo>
                  <a:pt x="561150" y="62111"/>
                  <a:pt x="564094" y="53568"/>
                  <a:pt x="569984" y="45819"/>
                </a:cubicBezTo>
                <a:cubicBezTo>
                  <a:pt x="575873" y="38070"/>
                  <a:pt x="583448" y="34196"/>
                  <a:pt x="592710" y="34196"/>
                </a:cubicBezTo>
                <a:cubicBezTo>
                  <a:pt x="598456" y="34196"/>
                  <a:pt x="603206" y="36023"/>
                  <a:pt x="606958" y="39679"/>
                </a:cubicBezTo>
                <a:lnTo>
                  <a:pt x="606958" y="27499"/>
                </a:lnTo>
                <a:cubicBezTo>
                  <a:pt x="606958" y="20074"/>
                  <a:pt x="606780" y="15510"/>
                  <a:pt x="606423" y="13807"/>
                </a:cubicBezTo>
                <a:cubicBezTo>
                  <a:pt x="606067" y="12105"/>
                  <a:pt x="605509" y="10946"/>
                  <a:pt x="604749" y="10330"/>
                </a:cubicBezTo>
                <a:cubicBezTo>
                  <a:pt x="603989" y="9713"/>
                  <a:pt x="603039" y="9404"/>
                  <a:pt x="601900" y="9404"/>
                </a:cubicBezTo>
                <a:cubicBezTo>
                  <a:pt x="600665" y="9404"/>
                  <a:pt x="599026" y="9784"/>
                  <a:pt x="596984" y="10544"/>
                </a:cubicBezTo>
                <a:lnTo>
                  <a:pt x="596058" y="7979"/>
                </a:lnTo>
                <a:lnTo>
                  <a:pt x="615507" y="0"/>
                </a:lnTo>
                <a:lnTo>
                  <a:pt x="618712" y="0"/>
                </a:lnTo>
                <a:lnTo>
                  <a:pt x="618712" y="75515"/>
                </a:lnTo>
                <a:cubicBezTo>
                  <a:pt x="618712" y="83131"/>
                  <a:pt x="618891" y="87778"/>
                  <a:pt x="619247" y="89456"/>
                </a:cubicBezTo>
                <a:cubicBezTo>
                  <a:pt x="619603" y="91135"/>
                  <a:pt x="620173" y="92307"/>
                  <a:pt x="620956" y="92972"/>
                </a:cubicBezTo>
                <a:cubicBezTo>
                  <a:pt x="621740" y="93635"/>
                  <a:pt x="622654" y="93967"/>
                  <a:pt x="623699" y="93967"/>
                </a:cubicBezTo>
                <a:cubicBezTo>
                  <a:pt x="624982" y="93967"/>
                  <a:pt x="626691" y="93563"/>
                  <a:pt x="628829" y="92756"/>
                </a:cubicBezTo>
                <a:lnTo>
                  <a:pt x="629612" y="95320"/>
                </a:lnTo>
                <a:lnTo>
                  <a:pt x="610235" y="103299"/>
                </a:lnTo>
                <a:lnTo>
                  <a:pt x="606958" y="103299"/>
                </a:lnTo>
                <a:lnTo>
                  <a:pt x="606958" y="93971"/>
                </a:lnTo>
                <a:moveTo>
                  <a:pt x="606958" y="88995"/>
                </a:moveTo>
                <a:lnTo>
                  <a:pt x="606958" y="55454"/>
                </a:lnTo>
                <a:cubicBezTo>
                  <a:pt x="606673" y="52232"/>
                  <a:pt x="605818" y="49295"/>
                  <a:pt x="604393" y="46643"/>
                </a:cubicBezTo>
                <a:cubicBezTo>
                  <a:pt x="602968" y="43989"/>
                  <a:pt x="601080" y="41988"/>
                  <a:pt x="598729" y="40638"/>
                </a:cubicBezTo>
                <a:cubicBezTo>
                  <a:pt x="596378" y="39288"/>
                  <a:pt x="594087" y="38613"/>
                  <a:pt x="591855" y="38613"/>
                </a:cubicBezTo>
                <a:cubicBezTo>
                  <a:pt x="587675" y="38613"/>
                  <a:pt x="583947" y="40484"/>
                  <a:pt x="580670" y="44227"/>
                </a:cubicBezTo>
                <a:cubicBezTo>
                  <a:pt x="576348" y="49153"/>
                  <a:pt x="574187" y="56354"/>
                  <a:pt x="574187" y="65829"/>
                </a:cubicBezTo>
                <a:cubicBezTo>
                  <a:pt x="574187" y="75399"/>
                  <a:pt x="576277" y="82731"/>
                  <a:pt x="580456" y="87824"/>
                </a:cubicBezTo>
                <a:cubicBezTo>
                  <a:pt x="584636" y="92917"/>
                  <a:pt x="589290" y="95463"/>
                  <a:pt x="594419" y="95463"/>
                </a:cubicBezTo>
                <a:cubicBezTo>
                  <a:pt x="598741" y="95463"/>
                  <a:pt x="602921" y="93307"/>
                  <a:pt x="606958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AEAF9B00-5484-415B-BA12-D0C76955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198" y="141302"/>
            <a:ext cx="629612" cy="103299"/>
          </a:xfrm>
          <a:custGeom xmlns:a="http://schemas.openxmlformats.org/drawingml/2006/main">
            <a:pathLst>
              <a:path w="629612" h="103299" fill="none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9928" y="0"/>
                </a:moveTo>
                <a:cubicBezTo>
                  <a:pt x="101923" y="0"/>
                  <a:pt x="103621" y="704"/>
                  <a:pt x="105022" y="2113"/>
                </a:cubicBezTo>
                <a:cubicBezTo>
                  <a:pt x="106423" y="3520"/>
                  <a:pt x="107124" y="5226"/>
                  <a:pt x="107124" y="7231"/>
                </a:cubicBezTo>
                <a:cubicBezTo>
                  <a:pt x="107124" y="9236"/>
                  <a:pt x="106423" y="10955"/>
                  <a:pt x="105022" y="12387"/>
                </a:cubicBezTo>
                <a:cubicBezTo>
                  <a:pt x="103621" y="13818"/>
                  <a:pt x="101923" y="14533"/>
                  <a:pt x="99928" y="14533"/>
                </a:cubicBezTo>
                <a:cubicBezTo>
                  <a:pt x="97934" y="14533"/>
                  <a:pt x="96224" y="13818"/>
                  <a:pt x="94799" y="12387"/>
                </a:cubicBezTo>
                <a:cubicBezTo>
                  <a:pt x="93374" y="10955"/>
                  <a:pt x="92662" y="9236"/>
                  <a:pt x="92662" y="7231"/>
                </a:cubicBezTo>
                <a:cubicBezTo>
                  <a:pt x="92662" y="5226"/>
                  <a:pt x="93362" y="3520"/>
                  <a:pt x="94763" y="2113"/>
                </a:cubicBezTo>
                <a:cubicBezTo>
                  <a:pt x="96164" y="704"/>
                  <a:pt x="97886" y="0"/>
                  <a:pt x="99928" y="0"/>
                </a:cubicBezTo>
                <a:moveTo>
                  <a:pt x="105841" y="34196"/>
                </a:moveTo>
                <a:lnTo>
                  <a:pt x="105841" y="86486"/>
                </a:lnTo>
                <a:cubicBezTo>
                  <a:pt x="105841" y="90595"/>
                  <a:pt x="106138" y="93330"/>
                  <a:pt x="106732" y="94692"/>
                </a:cubicBezTo>
                <a:cubicBezTo>
                  <a:pt x="107325" y="96053"/>
                  <a:pt x="108204" y="97069"/>
                  <a:pt x="109368" y="97738"/>
                </a:cubicBezTo>
                <a:cubicBezTo>
                  <a:pt x="110531" y="98406"/>
                  <a:pt x="112657" y="98740"/>
                  <a:pt x="115744" y="98740"/>
                </a:cubicBezTo>
                <a:lnTo>
                  <a:pt x="115744" y="101304"/>
                </a:lnTo>
                <a:lnTo>
                  <a:pt x="84042" y="101304"/>
                </a:lnTo>
                <a:lnTo>
                  <a:pt x="84042" y="98740"/>
                </a:lnTo>
                <a:cubicBezTo>
                  <a:pt x="87224" y="98740"/>
                  <a:pt x="89361" y="98430"/>
                  <a:pt x="90453" y="97809"/>
                </a:cubicBezTo>
                <a:cubicBezTo>
                  <a:pt x="91546" y="97187"/>
                  <a:pt x="92412" y="96160"/>
                  <a:pt x="93054" y="94728"/>
                </a:cubicBezTo>
                <a:cubicBezTo>
                  <a:pt x="93695" y="93294"/>
                  <a:pt x="94015" y="90547"/>
                  <a:pt x="94015" y="86486"/>
                </a:cubicBezTo>
                <a:lnTo>
                  <a:pt x="94015" y="61552"/>
                </a:lnTo>
                <a:cubicBezTo>
                  <a:pt x="94015" y="54446"/>
                  <a:pt x="93802" y="49843"/>
                  <a:pt x="93374" y="47745"/>
                </a:cubicBezTo>
                <a:cubicBezTo>
                  <a:pt x="93042" y="46217"/>
                  <a:pt x="92519" y="45157"/>
                  <a:pt x="91807" y="44563"/>
                </a:cubicBezTo>
                <a:cubicBezTo>
                  <a:pt x="91094" y="43968"/>
                  <a:pt x="90121" y="43671"/>
                  <a:pt x="88886" y="43671"/>
                </a:cubicBezTo>
                <a:cubicBezTo>
                  <a:pt x="87556" y="43671"/>
                  <a:pt x="85941" y="44027"/>
                  <a:pt x="84042" y="44739"/>
                </a:cubicBezTo>
                <a:lnTo>
                  <a:pt x="83044" y="42175"/>
                </a:lnTo>
                <a:lnTo>
                  <a:pt x="102707" y="34196"/>
                </a:lnTo>
                <a:lnTo>
                  <a:pt x="105841" y="34196"/>
                </a:lnTo>
                <a:close/>
                <a:moveTo>
                  <a:pt x="142765" y="47945"/>
                </a:moveTo>
                <a:cubicBezTo>
                  <a:pt x="150412" y="38779"/>
                  <a:pt x="157702" y="34196"/>
                  <a:pt x="164636" y="34196"/>
                </a:cubicBezTo>
                <a:cubicBezTo>
                  <a:pt x="168198" y="34196"/>
                  <a:pt x="171262" y="35084"/>
                  <a:pt x="173826" y="36860"/>
                </a:cubicBezTo>
                <a:cubicBezTo>
                  <a:pt x="176391" y="38636"/>
                  <a:pt x="178433" y="41560"/>
                  <a:pt x="179953" y="45634"/>
                </a:cubicBezTo>
                <a:cubicBezTo>
                  <a:pt x="180998" y="48476"/>
                  <a:pt x="181520" y="52834"/>
                  <a:pt x="181520" y="58707"/>
                </a:cubicBezTo>
                <a:lnTo>
                  <a:pt x="181520" y="86486"/>
                </a:lnTo>
                <a:cubicBezTo>
                  <a:pt x="181520" y="90642"/>
                  <a:pt x="181853" y="93461"/>
                  <a:pt x="182518" y="94942"/>
                </a:cubicBezTo>
                <a:cubicBezTo>
                  <a:pt x="183040" y="96137"/>
                  <a:pt x="183883" y="97069"/>
                  <a:pt x="185047" y="97738"/>
                </a:cubicBezTo>
                <a:cubicBezTo>
                  <a:pt x="186210" y="98406"/>
                  <a:pt x="188359" y="98740"/>
                  <a:pt x="191494" y="98740"/>
                </a:cubicBezTo>
                <a:lnTo>
                  <a:pt x="191494" y="101304"/>
                </a:lnTo>
                <a:lnTo>
                  <a:pt x="159222" y="101304"/>
                </a:lnTo>
                <a:lnTo>
                  <a:pt x="159222" y="98740"/>
                </a:lnTo>
                <a:lnTo>
                  <a:pt x="160575" y="98740"/>
                </a:lnTo>
                <a:cubicBezTo>
                  <a:pt x="163615" y="98740"/>
                  <a:pt x="165740" y="98275"/>
                  <a:pt x="166952" y="97344"/>
                </a:cubicBezTo>
                <a:cubicBezTo>
                  <a:pt x="168163" y="96412"/>
                  <a:pt x="169006" y="95038"/>
                  <a:pt x="169481" y="93223"/>
                </a:cubicBezTo>
                <a:cubicBezTo>
                  <a:pt x="169671" y="92506"/>
                  <a:pt x="169766" y="90261"/>
                  <a:pt x="169766" y="86486"/>
                </a:cubicBezTo>
                <a:lnTo>
                  <a:pt x="169766" y="59816"/>
                </a:lnTo>
                <a:cubicBezTo>
                  <a:pt x="169766" y="53888"/>
                  <a:pt x="168994" y="49584"/>
                  <a:pt x="167450" y="46905"/>
                </a:cubicBezTo>
                <a:cubicBezTo>
                  <a:pt x="165907" y="44226"/>
                  <a:pt x="163306" y="42887"/>
                  <a:pt x="159649" y="42887"/>
                </a:cubicBezTo>
                <a:cubicBezTo>
                  <a:pt x="153998" y="42887"/>
                  <a:pt x="148370" y="45974"/>
                  <a:pt x="142765" y="52148"/>
                </a:cubicBezTo>
                <a:lnTo>
                  <a:pt x="142765" y="86486"/>
                </a:lnTo>
                <a:cubicBezTo>
                  <a:pt x="142765" y="90929"/>
                  <a:pt x="143026" y="93676"/>
                  <a:pt x="143549" y="94728"/>
                </a:cubicBezTo>
                <a:cubicBezTo>
                  <a:pt x="144214" y="96113"/>
                  <a:pt x="145128" y="97128"/>
                  <a:pt x="146292" y="97774"/>
                </a:cubicBezTo>
                <a:cubicBezTo>
                  <a:pt x="147455" y="98418"/>
                  <a:pt x="149818" y="98740"/>
                  <a:pt x="153380" y="98740"/>
                </a:cubicBezTo>
                <a:lnTo>
                  <a:pt x="153380" y="101304"/>
                </a:lnTo>
                <a:lnTo>
                  <a:pt x="121108" y="101304"/>
                </a:lnTo>
                <a:lnTo>
                  <a:pt x="121108" y="98740"/>
                </a:lnTo>
                <a:lnTo>
                  <a:pt x="122533" y="98740"/>
                </a:lnTo>
                <a:cubicBezTo>
                  <a:pt x="125857" y="98740"/>
                  <a:pt x="128102" y="97892"/>
                  <a:pt x="129265" y="96197"/>
                </a:cubicBezTo>
                <a:cubicBezTo>
                  <a:pt x="130429" y="94501"/>
                  <a:pt x="131011" y="91264"/>
                  <a:pt x="131011" y="86486"/>
                </a:cubicBezTo>
                <a:lnTo>
                  <a:pt x="131011" y="62407"/>
                </a:lnTo>
                <a:cubicBezTo>
                  <a:pt x="131011" y="54570"/>
                  <a:pt x="130832" y="49797"/>
                  <a:pt x="130476" y="48088"/>
                </a:cubicBezTo>
                <a:cubicBezTo>
                  <a:pt x="130120" y="46378"/>
                  <a:pt x="129574" y="45214"/>
                  <a:pt x="128838" y="44597"/>
                </a:cubicBezTo>
                <a:cubicBezTo>
                  <a:pt x="128102" y="43979"/>
                  <a:pt x="127116" y="43671"/>
                  <a:pt x="125881" y="43671"/>
                </a:cubicBezTo>
                <a:cubicBezTo>
                  <a:pt x="124551" y="43671"/>
                  <a:pt x="122960" y="44027"/>
                  <a:pt x="121108" y="44739"/>
                </a:cubicBezTo>
                <a:lnTo>
                  <a:pt x="120039" y="42175"/>
                </a:lnTo>
                <a:lnTo>
                  <a:pt x="139702" y="34196"/>
                </a:lnTo>
                <a:lnTo>
                  <a:pt x="142765" y="34196"/>
                </a:lnTo>
                <a:lnTo>
                  <a:pt x="142765" y="47945"/>
                </a:lnTo>
                <a:close/>
                <a:moveTo>
                  <a:pt x="207666" y="60697"/>
                </a:moveTo>
                <a:cubicBezTo>
                  <a:pt x="207619" y="70341"/>
                  <a:pt x="209970" y="77906"/>
                  <a:pt x="214719" y="83390"/>
                </a:cubicBezTo>
                <a:cubicBezTo>
                  <a:pt x="219469" y="88874"/>
                  <a:pt x="225049" y="91616"/>
                  <a:pt x="231461" y="91616"/>
                </a:cubicBezTo>
                <a:cubicBezTo>
                  <a:pt x="235735" y="91616"/>
                  <a:pt x="239452" y="90435"/>
                  <a:pt x="242610" y="88074"/>
                </a:cubicBezTo>
                <a:cubicBezTo>
                  <a:pt x="245768" y="85712"/>
                  <a:pt x="248416" y="81669"/>
                  <a:pt x="250553" y="75943"/>
                </a:cubicBezTo>
                <a:lnTo>
                  <a:pt x="252762" y="77374"/>
                </a:lnTo>
                <a:cubicBezTo>
                  <a:pt x="251765" y="83915"/>
                  <a:pt x="248867" y="89871"/>
                  <a:pt x="244070" y="95242"/>
                </a:cubicBezTo>
                <a:cubicBezTo>
                  <a:pt x="239274" y="100614"/>
                  <a:pt x="233266" y="103299"/>
                  <a:pt x="226047" y="103299"/>
                </a:cubicBezTo>
                <a:cubicBezTo>
                  <a:pt x="218210" y="103299"/>
                  <a:pt x="211502" y="100254"/>
                  <a:pt x="205921" y="94165"/>
                </a:cubicBezTo>
                <a:cubicBezTo>
                  <a:pt x="200341" y="88074"/>
                  <a:pt x="197550" y="79885"/>
                  <a:pt x="197550" y="69600"/>
                </a:cubicBezTo>
                <a:cubicBezTo>
                  <a:pt x="197550" y="58463"/>
                  <a:pt x="200412" y="49778"/>
                  <a:pt x="206135" y="43546"/>
                </a:cubicBezTo>
                <a:cubicBezTo>
                  <a:pt x="211858" y="37312"/>
                  <a:pt x="219041" y="34196"/>
                  <a:pt x="227685" y="34196"/>
                </a:cubicBezTo>
                <a:cubicBezTo>
                  <a:pt x="234999" y="34196"/>
                  <a:pt x="241007" y="36600"/>
                  <a:pt x="245709" y="41409"/>
                </a:cubicBezTo>
                <a:cubicBezTo>
                  <a:pt x="250411" y="46216"/>
                  <a:pt x="252762" y="52646"/>
                  <a:pt x="252762" y="60697"/>
                </a:cubicBezTo>
                <a:lnTo>
                  <a:pt x="207666" y="60697"/>
                </a:lnTo>
                <a:moveTo>
                  <a:pt x="207666" y="56565"/>
                </a:moveTo>
                <a:lnTo>
                  <a:pt x="237873" y="56565"/>
                </a:lnTo>
                <a:cubicBezTo>
                  <a:pt x="237635" y="52420"/>
                  <a:pt x="237136" y="49500"/>
                  <a:pt x="236376" y="47805"/>
                </a:cubicBezTo>
                <a:cubicBezTo>
                  <a:pt x="235189" y="45166"/>
                  <a:pt x="233420" y="43093"/>
                  <a:pt x="231069" y="41587"/>
                </a:cubicBezTo>
                <a:cubicBezTo>
                  <a:pt x="228718" y="40079"/>
                  <a:pt x="226260" y="39325"/>
                  <a:pt x="223696" y="39325"/>
                </a:cubicBezTo>
                <a:cubicBezTo>
                  <a:pt x="219754" y="39325"/>
                  <a:pt x="216227" y="40844"/>
                  <a:pt x="213116" y="43882"/>
                </a:cubicBezTo>
                <a:cubicBezTo>
                  <a:pt x="210006" y="46920"/>
                  <a:pt x="208189" y="51148"/>
                  <a:pt x="207666" y="56565"/>
                </a:cubicBezTo>
                <a:close/>
                <a:moveTo>
                  <a:pt x="262683" y="63119"/>
                </a:moveTo>
                <a:lnTo>
                  <a:pt x="299514" y="63119"/>
                </a:lnTo>
                <a:lnTo>
                  <a:pt x="299514" y="73948"/>
                </a:lnTo>
                <a:lnTo>
                  <a:pt x="262683" y="73948"/>
                </a:lnTo>
                <a:lnTo>
                  <a:pt x="262683" y="63119"/>
                </a:lnTo>
                <a:close/>
                <a:moveTo>
                  <a:pt x="328865" y="14533"/>
                </a:moveTo>
                <a:lnTo>
                  <a:pt x="328865" y="36048"/>
                </a:lnTo>
                <a:lnTo>
                  <a:pt x="344111" y="36048"/>
                </a:lnTo>
                <a:lnTo>
                  <a:pt x="344111" y="40892"/>
                </a:lnTo>
                <a:lnTo>
                  <a:pt x="328865" y="41035"/>
                </a:lnTo>
                <a:lnTo>
                  <a:pt x="328865" y="83410"/>
                </a:lnTo>
                <a:cubicBezTo>
                  <a:pt x="328865" y="87641"/>
                  <a:pt x="329471" y="90494"/>
                  <a:pt x="330682" y="91970"/>
                </a:cubicBezTo>
                <a:cubicBezTo>
                  <a:pt x="331893" y="93443"/>
                  <a:pt x="333448" y="94180"/>
                  <a:pt x="335348" y="94180"/>
                </a:cubicBezTo>
                <a:cubicBezTo>
                  <a:pt x="336915" y="94180"/>
                  <a:pt x="338435" y="93688"/>
                  <a:pt x="339907" y="92702"/>
                </a:cubicBezTo>
                <a:cubicBezTo>
                  <a:pt x="341380" y="91717"/>
                  <a:pt x="342519" y="90262"/>
                  <a:pt x="343327" y="88339"/>
                </a:cubicBezTo>
                <a:lnTo>
                  <a:pt x="346105" y="88339"/>
                </a:lnTo>
                <a:cubicBezTo>
                  <a:pt x="344443" y="93017"/>
                  <a:pt x="342092" y="96537"/>
                  <a:pt x="339052" y="98900"/>
                </a:cubicBezTo>
                <a:cubicBezTo>
                  <a:pt x="336013" y="101263"/>
                  <a:pt x="332878" y="102444"/>
                  <a:pt x="329649" y="102444"/>
                </a:cubicBezTo>
                <a:cubicBezTo>
                  <a:pt x="327464" y="102444"/>
                  <a:pt x="325327" y="101837"/>
                  <a:pt x="323237" y="100621"/>
                </a:cubicBezTo>
                <a:cubicBezTo>
                  <a:pt x="321147" y="99405"/>
                  <a:pt x="319604" y="97666"/>
                  <a:pt x="318606" y="95403"/>
                </a:cubicBezTo>
                <a:cubicBezTo>
                  <a:pt x="317609" y="93139"/>
                  <a:pt x="317110" y="89648"/>
                  <a:pt x="317110" y="84930"/>
                </a:cubicBezTo>
                <a:lnTo>
                  <a:pt x="317110" y="40892"/>
                </a:lnTo>
                <a:lnTo>
                  <a:pt x="306780" y="40892"/>
                </a:lnTo>
                <a:lnTo>
                  <a:pt x="306780" y="38608"/>
                </a:lnTo>
                <a:cubicBezTo>
                  <a:pt x="309393" y="37569"/>
                  <a:pt x="312064" y="35810"/>
                  <a:pt x="314795" y="33332"/>
                </a:cubicBezTo>
                <a:cubicBezTo>
                  <a:pt x="317526" y="30853"/>
                  <a:pt x="319960" y="27899"/>
                  <a:pt x="322097" y="24469"/>
                </a:cubicBezTo>
                <a:cubicBezTo>
                  <a:pt x="323189" y="22658"/>
                  <a:pt x="324709" y="19346"/>
                  <a:pt x="326657" y="14533"/>
                </a:cubicBezTo>
                <a:lnTo>
                  <a:pt x="328865" y="14533"/>
                </a:lnTo>
                <a:close/>
                <a:moveTo>
                  <a:pt x="407536" y="36048"/>
                </a:moveTo>
                <a:lnTo>
                  <a:pt x="407536" y="75800"/>
                </a:lnTo>
                <a:cubicBezTo>
                  <a:pt x="407536" y="83258"/>
                  <a:pt x="407714" y="87820"/>
                  <a:pt x="408070" y="89485"/>
                </a:cubicBezTo>
                <a:cubicBezTo>
                  <a:pt x="408426" y="91149"/>
                  <a:pt x="408996" y="92312"/>
                  <a:pt x="409780" y="92974"/>
                </a:cubicBezTo>
                <a:cubicBezTo>
                  <a:pt x="410564" y="93636"/>
                  <a:pt x="411478" y="93967"/>
                  <a:pt x="412523" y="93967"/>
                </a:cubicBezTo>
                <a:cubicBezTo>
                  <a:pt x="413995" y="93967"/>
                  <a:pt x="415657" y="93563"/>
                  <a:pt x="417510" y="92756"/>
                </a:cubicBezTo>
                <a:lnTo>
                  <a:pt x="418507" y="95320"/>
                </a:lnTo>
                <a:lnTo>
                  <a:pt x="398987" y="103299"/>
                </a:lnTo>
                <a:lnTo>
                  <a:pt x="395781" y="103299"/>
                </a:lnTo>
                <a:lnTo>
                  <a:pt x="395781" y="89543"/>
                </a:lnTo>
                <a:cubicBezTo>
                  <a:pt x="390177" y="95594"/>
                  <a:pt x="385902" y="99400"/>
                  <a:pt x="382958" y="100959"/>
                </a:cubicBezTo>
                <a:cubicBezTo>
                  <a:pt x="380013" y="102519"/>
                  <a:pt x="376902" y="103299"/>
                  <a:pt x="373625" y="103299"/>
                </a:cubicBezTo>
                <a:cubicBezTo>
                  <a:pt x="369968" y="103299"/>
                  <a:pt x="366798" y="102242"/>
                  <a:pt x="364115" y="100129"/>
                </a:cubicBezTo>
                <a:cubicBezTo>
                  <a:pt x="361431" y="98016"/>
                  <a:pt x="359567" y="95296"/>
                  <a:pt x="358522" y="91972"/>
                </a:cubicBezTo>
                <a:cubicBezTo>
                  <a:pt x="357477" y="88647"/>
                  <a:pt x="356955" y="83945"/>
                  <a:pt x="356955" y="77866"/>
                </a:cubicBezTo>
                <a:lnTo>
                  <a:pt x="356955" y="48729"/>
                </a:lnTo>
                <a:cubicBezTo>
                  <a:pt x="356955" y="45619"/>
                  <a:pt x="356622" y="43467"/>
                  <a:pt x="355957" y="42273"/>
                </a:cubicBezTo>
                <a:cubicBezTo>
                  <a:pt x="355293" y="41076"/>
                  <a:pt x="354307" y="40155"/>
                  <a:pt x="353001" y="39510"/>
                </a:cubicBezTo>
                <a:cubicBezTo>
                  <a:pt x="351695" y="38864"/>
                  <a:pt x="349332" y="38565"/>
                  <a:pt x="345912" y="38613"/>
                </a:cubicBezTo>
                <a:lnTo>
                  <a:pt x="345912" y="36048"/>
                </a:lnTo>
                <a:lnTo>
                  <a:pt x="368781" y="36048"/>
                </a:lnTo>
                <a:lnTo>
                  <a:pt x="368781" y="79772"/>
                </a:lnTo>
                <a:cubicBezTo>
                  <a:pt x="368781" y="85859"/>
                  <a:pt x="369838" y="89853"/>
                  <a:pt x="371951" y="91756"/>
                </a:cubicBezTo>
                <a:cubicBezTo>
                  <a:pt x="374064" y="93657"/>
                  <a:pt x="376617" y="94608"/>
                  <a:pt x="379609" y="94608"/>
                </a:cubicBezTo>
                <a:cubicBezTo>
                  <a:pt x="381652" y="94608"/>
                  <a:pt x="383967" y="93966"/>
                  <a:pt x="386555" y="92682"/>
                </a:cubicBezTo>
                <a:cubicBezTo>
                  <a:pt x="389144" y="91398"/>
                  <a:pt x="392219" y="88949"/>
                  <a:pt x="395781" y="85335"/>
                </a:cubicBezTo>
                <a:lnTo>
                  <a:pt x="395781" y="48444"/>
                </a:lnTo>
                <a:cubicBezTo>
                  <a:pt x="395781" y="44658"/>
                  <a:pt x="395104" y="42097"/>
                  <a:pt x="393751" y="40761"/>
                </a:cubicBezTo>
                <a:cubicBezTo>
                  <a:pt x="392397" y="39425"/>
                  <a:pt x="389583" y="38709"/>
                  <a:pt x="385309" y="38613"/>
                </a:cubicBezTo>
                <a:lnTo>
                  <a:pt x="385309" y="36048"/>
                </a:lnTo>
                <a:lnTo>
                  <a:pt x="407536" y="36048"/>
                </a:lnTo>
                <a:close/>
                <a:moveTo>
                  <a:pt x="442301" y="47945"/>
                </a:moveTo>
                <a:cubicBezTo>
                  <a:pt x="449948" y="38779"/>
                  <a:pt x="457238" y="34196"/>
                  <a:pt x="464172" y="34196"/>
                </a:cubicBezTo>
                <a:cubicBezTo>
                  <a:pt x="467734" y="34196"/>
                  <a:pt x="470798" y="35084"/>
                  <a:pt x="473362" y="36860"/>
                </a:cubicBezTo>
                <a:cubicBezTo>
                  <a:pt x="475927" y="38636"/>
                  <a:pt x="477969" y="41560"/>
                  <a:pt x="479489" y="45634"/>
                </a:cubicBezTo>
                <a:cubicBezTo>
                  <a:pt x="480534" y="48476"/>
                  <a:pt x="481056" y="52834"/>
                  <a:pt x="481056" y="58707"/>
                </a:cubicBezTo>
                <a:lnTo>
                  <a:pt x="481056" y="86486"/>
                </a:lnTo>
                <a:cubicBezTo>
                  <a:pt x="481056" y="90642"/>
                  <a:pt x="481389" y="93461"/>
                  <a:pt x="482054" y="94942"/>
                </a:cubicBezTo>
                <a:cubicBezTo>
                  <a:pt x="482576" y="96137"/>
                  <a:pt x="483419" y="97069"/>
                  <a:pt x="484583" y="97738"/>
                </a:cubicBezTo>
                <a:cubicBezTo>
                  <a:pt x="485746" y="98406"/>
                  <a:pt x="487895" y="98740"/>
                  <a:pt x="491030" y="98740"/>
                </a:cubicBezTo>
                <a:lnTo>
                  <a:pt x="491030" y="101304"/>
                </a:lnTo>
                <a:lnTo>
                  <a:pt x="458758" y="101304"/>
                </a:lnTo>
                <a:lnTo>
                  <a:pt x="458758" y="98740"/>
                </a:lnTo>
                <a:lnTo>
                  <a:pt x="460111" y="98740"/>
                </a:lnTo>
                <a:cubicBezTo>
                  <a:pt x="463151" y="98740"/>
                  <a:pt x="465276" y="98275"/>
                  <a:pt x="466488" y="97344"/>
                </a:cubicBezTo>
                <a:cubicBezTo>
                  <a:pt x="467699" y="96412"/>
                  <a:pt x="468542" y="95038"/>
                  <a:pt x="469017" y="93223"/>
                </a:cubicBezTo>
                <a:cubicBezTo>
                  <a:pt x="469207" y="92506"/>
                  <a:pt x="469302" y="90261"/>
                  <a:pt x="469302" y="86486"/>
                </a:cubicBezTo>
                <a:lnTo>
                  <a:pt x="469302" y="59816"/>
                </a:lnTo>
                <a:cubicBezTo>
                  <a:pt x="469302" y="53888"/>
                  <a:pt x="468530" y="49584"/>
                  <a:pt x="466986" y="46905"/>
                </a:cubicBezTo>
                <a:cubicBezTo>
                  <a:pt x="465443" y="44226"/>
                  <a:pt x="462842" y="42887"/>
                  <a:pt x="459185" y="42887"/>
                </a:cubicBezTo>
                <a:cubicBezTo>
                  <a:pt x="453534" y="42887"/>
                  <a:pt x="447906" y="45974"/>
                  <a:pt x="442301" y="52148"/>
                </a:cubicBezTo>
                <a:lnTo>
                  <a:pt x="442301" y="86486"/>
                </a:lnTo>
                <a:cubicBezTo>
                  <a:pt x="442301" y="90929"/>
                  <a:pt x="442562" y="93676"/>
                  <a:pt x="443085" y="94728"/>
                </a:cubicBezTo>
                <a:cubicBezTo>
                  <a:pt x="443750" y="96113"/>
                  <a:pt x="444664" y="97128"/>
                  <a:pt x="445828" y="97774"/>
                </a:cubicBezTo>
                <a:cubicBezTo>
                  <a:pt x="446991" y="98418"/>
                  <a:pt x="449354" y="98740"/>
                  <a:pt x="452916" y="98740"/>
                </a:cubicBezTo>
                <a:lnTo>
                  <a:pt x="452916" y="101304"/>
                </a:lnTo>
                <a:lnTo>
                  <a:pt x="420644" y="101304"/>
                </a:lnTo>
                <a:lnTo>
                  <a:pt x="420644" y="98740"/>
                </a:lnTo>
                <a:lnTo>
                  <a:pt x="422069" y="98740"/>
                </a:lnTo>
                <a:cubicBezTo>
                  <a:pt x="425393" y="98740"/>
                  <a:pt x="427638" y="97892"/>
                  <a:pt x="428801" y="96197"/>
                </a:cubicBezTo>
                <a:cubicBezTo>
                  <a:pt x="429965" y="94501"/>
                  <a:pt x="430547" y="91264"/>
                  <a:pt x="430547" y="86486"/>
                </a:cubicBezTo>
                <a:lnTo>
                  <a:pt x="430547" y="62407"/>
                </a:lnTo>
                <a:cubicBezTo>
                  <a:pt x="430547" y="54570"/>
                  <a:pt x="430368" y="49797"/>
                  <a:pt x="430012" y="48088"/>
                </a:cubicBezTo>
                <a:cubicBezTo>
                  <a:pt x="429656" y="46378"/>
                  <a:pt x="429110" y="45214"/>
                  <a:pt x="428374" y="44597"/>
                </a:cubicBezTo>
                <a:cubicBezTo>
                  <a:pt x="427638" y="43979"/>
                  <a:pt x="426652" y="43671"/>
                  <a:pt x="425417" y="43671"/>
                </a:cubicBezTo>
                <a:cubicBezTo>
                  <a:pt x="424087" y="43671"/>
                  <a:pt x="422496" y="44027"/>
                  <a:pt x="420644" y="44739"/>
                </a:cubicBezTo>
                <a:lnTo>
                  <a:pt x="419575" y="42175"/>
                </a:lnTo>
                <a:lnTo>
                  <a:pt x="439238" y="34196"/>
                </a:lnTo>
                <a:lnTo>
                  <a:pt x="442301" y="34196"/>
                </a:lnTo>
                <a:lnTo>
                  <a:pt x="442301" y="47945"/>
                </a:lnTo>
                <a:close/>
                <a:moveTo>
                  <a:pt x="507202" y="60697"/>
                </a:moveTo>
                <a:cubicBezTo>
                  <a:pt x="507155" y="70341"/>
                  <a:pt x="509506" y="77906"/>
                  <a:pt x="514255" y="83390"/>
                </a:cubicBezTo>
                <a:cubicBezTo>
                  <a:pt x="519004" y="88874"/>
                  <a:pt x="524585" y="91616"/>
                  <a:pt x="530997" y="91616"/>
                </a:cubicBezTo>
                <a:cubicBezTo>
                  <a:pt x="535271" y="91616"/>
                  <a:pt x="538987" y="90435"/>
                  <a:pt x="542146" y="88074"/>
                </a:cubicBezTo>
                <a:cubicBezTo>
                  <a:pt x="545304" y="85712"/>
                  <a:pt x="547952" y="81669"/>
                  <a:pt x="550089" y="75943"/>
                </a:cubicBezTo>
                <a:lnTo>
                  <a:pt x="552298" y="77374"/>
                </a:lnTo>
                <a:cubicBezTo>
                  <a:pt x="551300" y="83915"/>
                  <a:pt x="548403" y="89871"/>
                  <a:pt x="543606" y="95242"/>
                </a:cubicBezTo>
                <a:cubicBezTo>
                  <a:pt x="538809" y="100614"/>
                  <a:pt x="532801" y="103299"/>
                  <a:pt x="525582" y="103299"/>
                </a:cubicBezTo>
                <a:cubicBezTo>
                  <a:pt x="517746" y="103299"/>
                  <a:pt x="511037" y="100254"/>
                  <a:pt x="505457" y="94165"/>
                </a:cubicBezTo>
                <a:cubicBezTo>
                  <a:pt x="499876" y="88074"/>
                  <a:pt x="497086" y="79885"/>
                  <a:pt x="497086" y="69600"/>
                </a:cubicBezTo>
                <a:cubicBezTo>
                  <a:pt x="497086" y="58463"/>
                  <a:pt x="499947" y="49778"/>
                  <a:pt x="505670" y="43546"/>
                </a:cubicBezTo>
                <a:cubicBezTo>
                  <a:pt x="511394" y="37312"/>
                  <a:pt x="518577" y="34196"/>
                  <a:pt x="527221" y="34196"/>
                </a:cubicBezTo>
                <a:cubicBezTo>
                  <a:pt x="534535" y="34196"/>
                  <a:pt x="540543" y="36600"/>
                  <a:pt x="545245" y="41409"/>
                </a:cubicBezTo>
                <a:cubicBezTo>
                  <a:pt x="549947" y="46216"/>
                  <a:pt x="552298" y="52646"/>
                  <a:pt x="552298" y="60697"/>
                </a:cubicBezTo>
                <a:lnTo>
                  <a:pt x="507202" y="60697"/>
                </a:lnTo>
                <a:moveTo>
                  <a:pt x="507202" y="56565"/>
                </a:moveTo>
                <a:lnTo>
                  <a:pt x="537408" y="56565"/>
                </a:lnTo>
                <a:cubicBezTo>
                  <a:pt x="537171" y="52420"/>
                  <a:pt x="536672" y="49500"/>
                  <a:pt x="535912" y="47805"/>
                </a:cubicBezTo>
                <a:cubicBezTo>
                  <a:pt x="534725" y="45166"/>
                  <a:pt x="532956" y="43093"/>
                  <a:pt x="530605" y="41587"/>
                </a:cubicBezTo>
                <a:cubicBezTo>
                  <a:pt x="528254" y="40079"/>
                  <a:pt x="525796" y="39325"/>
                  <a:pt x="523231" y="39325"/>
                </a:cubicBezTo>
                <a:cubicBezTo>
                  <a:pt x="519289" y="39325"/>
                  <a:pt x="515763" y="40844"/>
                  <a:pt x="512652" y="43882"/>
                </a:cubicBezTo>
                <a:cubicBezTo>
                  <a:pt x="509541" y="46920"/>
                  <a:pt x="507725" y="51148"/>
                  <a:pt x="507202" y="56565"/>
                </a:cubicBezTo>
                <a:close/>
                <a:moveTo>
                  <a:pt x="606958" y="93971"/>
                </a:moveTo>
                <a:cubicBezTo>
                  <a:pt x="603776" y="97294"/>
                  <a:pt x="600665" y="99680"/>
                  <a:pt x="597625" y="101129"/>
                </a:cubicBezTo>
                <a:cubicBezTo>
                  <a:pt x="594586" y="102576"/>
                  <a:pt x="591308" y="103299"/>
                  <a:pt x="587794" y="103299"/>
                </a:cubicBezTo>
                <a:cubicBezTo>
                  <a:pt x="580670" y="103299"/>
                  <a:pt x="574448" y="100326"/>
                  <a:pt x="569129" y="94379"/>
                </a:cubicBezTo>
                <a:cubicBezTo>
                  <a:pt x="563809" y="88430"/>
                  <a:pt x="561150" y="80786"/>
                  <a:pt x="561150" y="71448"/>
                </a:cubicBezTo>
                <a:cubicBezTo>
                  <a:pt x="561150" y="62111"/>
                  <a:pt x="564094" y="53568"/>
                  <a:pt x="569984" y="45819"/>
                </a:cubicBezTo>
                <a:cubicBezTo>
                  <a:pt x="575873" y="38070"/>
                  <a:pt x="583448" y="34196"/>
                  <a:pt x="592710" y="34196"/>
                </a:cubicBezTo>
                <a:cubicBezTo>
                  <a:pt x="598456" y="34196"/>
                  <a:pt x="603206" y="36023"/>
                  <a:pt x="606958" y="39679"/>
                </a:cubicBezTo>
                <a:lnTo>
                  <a:pt x="606958" y="27499"/>
                </a:lnTo>
                <a:cubicBezTo>
                  <a:pt x="606958" y="20074"/>
                  <a:pt x="606780" y="15510"/>
                  <a:pt x="606423" y="13807"/>
                </a:cubicBezTo>
                <a:cubicBezTo>
                  <a:pt x="606067" y="12105"/>
                  <a:pt x="605509" y="10946"/>
                  <a:pt x="604749" y="10330"/>
                </a:cubicBezTo>
                <a:cubicBezTo>
                  <a:pt x="603989" y="9713"/>
                  <a:pt x="603039" y="9404"/>
                  <a:pt x="601900" y="9404"/>
                </a:cubicBezTo>
                <a:cubicBezTo>
                  <a:pt x="600665" y="9404"/>
                  <a:pt x="599026" y="9784"/>
                  <a:pt x="596984" y="10544"/>
                </a:cubicBezTo>
                <a:lnTo>
                  <a:pt x="596058" y="7979"/>
                </a:lnTo>
                <a:lnTo>
                  <a:pt x="615507" y="0"/>
                </a:lnTo>
                <a:lnTo>
                  <a:pt x="618712" y="0"/>
                </a:lnTo>
                <a:lnTo>
                  <a:pt x="618712" y="75515"/>
                </a:lnTo>
                <a:cubicBezTo>
                  <a:pt x="618712" y="83131"/>
                  <a:pt x="618891" y="87778"/>
                  <a:pt x="619247" y="89456"/>
                </a:cubicBezTo>
                <a:cubicBezTo>
                  <a:pt x="619603" y="91135"/>
                  <a:pt x="620173" y="92307"/>
                  <a:pt x="620956" y="92972"/>
                </a:cubicBezTo>
                <a:cubicBezTo>
                  <a:pt x="621740" y="93635"/>
                  <a:pt x="622654" y="93967"/>
                  <a:pt x="623699" y="93967"/>
                </a:cubicBezTo>
                <a:cubicBezTo>
                  <a:pt x="624982" y="93967"/>
                  <a:pt x="626691" y="93563"/>
                  <a:pt x="628829" y="92756"/>
                </a:cubicBezTo>
                <a:lnTo>
                  <a:pt x="629612" y="95320"/>
                </a:lnTo>
                <a:lnTo>
                  <a:pt x="610235" y="103299"/>
                </a:lnTo>
                <a:lnTo>
                  <a:pt x="606958" y="103299"/>
                </a:lnTo>
                <a:lnTo>
                  <a:pt x="606958" y="93971"/>
                </a:lnTo>
                <a:moveTo>
                  <a:pt x="606958" y="88995"/>
                </a:moveTo>
                <a:lnTo>
                  <a:pt x="606958" y="55454"/>
                </a:lnTo>
                <a:cubicBezTo>
                  <a:pt x="606673" y="52232"/>
                  <a:pt x="605818" y="49295"/>
                  <a:pt x="604393" y="46643"/>
                </a:cubicBezTo>
                <a:cubicBezTo>
                  <a:pt x="602968" y="43989"/>
                  <a:pt x="601080" y="41988"/>
                  <a:pt x="598729" y="40638"/>
                </a:cubicBezTo>
                <a:cubicBezTo>
                  <a:pt x="596378" y="39288"/>
                  <a:pt x="594087" y="38613"/>
                  <a:pt x="591855" y="38613"/>
                </a:cubicBezTo>
                <a:cubicBezTo>
                  <a:pt x="587675" y="38613"/>
                  <a:pt x="583947" y="40484"/>
                  <a:pt x="580670" y="44227"/>
                </a:cubicBezTo>
                <a:cubicBezTo>
                  <a:pt x="576348" y="49153"/>
                  <a:pt x="574187" y="56354"/>
                  <a:pt x="574187" y="65829"/>
                </a:cubicBezTo>
                <a:cubicBezTo>
                  <a:pt x="574187" y="75399"/>
                  <a:pt x="576277" y="82731"/>
                  <a:pt x="580456" y="87824"/>
                </a:cubicBezTo>
                <a:cubicBezTo>
                  <a:pt x="584636" y="92917"/>
                  <a:pt x="589290" y="95463"/>
                  <a:pt x="594419" y="95463"/>
                </a:cubicBezTo>
                <a:cubicBezTo>
                  <a:pt x="598741" y="95463"/>
                  <a:pt x="602921" y="93307"/>
                  <a:pt x="606958" y="889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E41DE-44EE-497C-ABF1-4F1FD8B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841" y="266820"/>
            <a:ext cx="631605" cy="7296"/>
          </a:xfrm>
          <a:custGeom xmlns:a="http://schemas.openxmlformats.org/drawingml/2006/main">
            <a:pathLst>
              <a:path w="631605" h="7296">
                <a:moveTo>
                  <a:pt x="631605" y="7296"/>
                </a:moveTo>
                <a:lnTo>
                  <a:pt x="0" y="7296"/>
                </a:lnTo>
                <a:lnTo>
                  <a:pt x="0" y="0"/>
                </a:lnTo>
                <a:lnTo>
                  <a:pt x="631605" y="0"/>
                </a:lnTo>
                <a:lnTo>
                  <a:pt x="631605" y="7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850A38AE-B709-4477-9317-32322E93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914" y="286663"/>
            <a:ext cx="951825" cy="132793"/>
          </a:xfrm>
          <a:custGeom xmlns:a="http://schemas.openxmlformats.org/drawingml/2006/main">
            <a:pathLst>
              <a:path w="951825" h="132793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2" y="34196"/>
                </a:moveTo>
                <a:cubicBezTo>
                  <a:pt x="106001" y="34196"/>
                  <a:pt x="113932" y="37944"/>
                  <a:pt x="119917" y="45441"/>
                </a:cubicBezTo>
                <a:cubicBezTo>
                  <a:pt x="124999" y="51845"/>
                  <a:pt x="127539" y="59199"/>
                  <a:pt x="127539" y="67503"/>
                </a:cubicBezTo>
                <a:cubicBezTo>
                  <a:pt x="127539" y="73339"/>
                  <a:pt x="126138" y="79246"/>
                  <a:pt x="123336" y="85224"/>
                </a:cubicBezTo>
                <a:cubicBezTo>
                  <a:pt x="120534" y="91201"/>
                  <a:pt x="116675" y="95708"/>
                  <a:pt x="111760" y="98744"/>
                </a:cubicBezTo>
                <a:cubicBezTo>
                  <a:pt x="106844" y="101781"/>
                  <a:pt x="101370" y="103299"/>
                  <a:pt x="95339" y="103299"/>
                </a:cubicBezTo>
                <a:cubicBezTo>
                  <a:pt x="85507" y="103299"/>
                  <a:pt x="77695" y="99385"/>
                  <a:pt x="71900" y="91556"/>
                </a:cubicBezTo>
                <a:cubicBezTo>
                  <a:pt x="67008" y="84961"/>
                  <a:pt x="64563" y="77560"/>
                  <a:pt x="64563" y="69353"/>
                </a:cubicBezTo>
                <a:cubicBezTo>
                  <a:pt x="64563" y="63375"/>
                  <a:pt x="66047" y="57432"/>
                  <a:pt x="69015" y="51525"/>
                </a:cubicBezTo>
                <a:cubicBezTo>
                  <a:pt x="71983" y="45618"/>
                  <a:pt x="75890" y="41253"/>
                  <a:pt x="80734" y="38430"/>
                </a:cubicBezTo>
                <a:cubicBezTo>
                  <a:pt x="85579" y="35607"/>
                  <a:pt x="90708" y="34196"/>
                  <a:pt x="96122" y="34196"/>
                </a:cubicBezTo>
                <a:moveTo>
                  <a:pt x="93914" y="38898"/>
                </a:moveTo>
                <a:cubicBezTo>
                  <a:pt x="91397" y="38898"/>
                  <a:pt x="88868" y="39643"/>
                  <a:pt x="86327" y="41135"/>
                </a:cubicBezTo>
                <a:cubicBezTo>
                  <a:pt x="83786" y="42625"/>
                  <a:pt x="81732" y="45239"/>
                  <a:pt x="80164" y="48978"/>
                </a:cubicBezTo>
                <a:cubicBezTo>
                  <a:pt x="78597" y="52717"/>
                  <a:pt x="77813" y="57520"/>
                  <a:pt x="77813" y="63387"/>
                </a:cubicBezTo>
                <a:cubicBezTo>
                  <a:pt x="77813" y="72851"/>
                  <a:pt x="79701" y="81015"/>
                  <a:pt x="83477" y="87878"/>
                </a:cubicBezTo>
                <a:cubicBezTo>
                  <a:pt x="87253" y="94739"/>
                  <a:pt x="92228" y="98170"/>
                  <a:pt x="98402" y="98170"/>
                </a:cubicBezTo>
                <a:cubicBezTo>
                  <a:pt x="103009" y="98170"/>
                  <a:pt x="106808" y="96277"/>
                  <a:pt x="109800" y="92491"/>
                </a:cubicBezTo>
                <a:cubicBezTo>
                  <a:pt x="112793" y="88704"/>
                  <a:pt x="114289" y="82198"/>
                  <a:pt x="114289" y="72971"/>
                </a:cubicBezTo>
                <a:cubicBezTo>
                  <a:pt x="114289" y="61424"/>
                  <a:pt x="111795" y="52338"/>
                  <a:pt x="106808" y="45712"/>
                </a:cubicBezTo>
                <a:cubicBezTo>
                  <a:pt x="103436" y="41169"/>
                  <a:pt x="99138" y="38898"/>
                  <a:pt x="93914" y="38898"/>
                </a:cubicBezTo>
                <a:close/>
                <a:moveTo>
                  <a:pt x="183251" y="93971"/>
                </a:moveTo>
                <a:cubicBezTo>
                  <a:pt x="180068" y="97294"/>
                  <a:pt x="176958" y="99680"/>
                  <a:pt x="173918" y="101129"/>
                </a:cubicBezTo>
                <a:cubicBezTo>
                  <a:pt x="170878" y="102576"/>
                  <a:pt x="167601" y="103299"/>
                  <a:pt x="164087" y="103299"/>
                </a:cubicBezTo>
                <a:cubicBezTo>
                  <a:pt x="156963" y="103299"/>
                  <a:pt x="150741" y="100326"/>
                  <a:pt x="145422" y="94379"/>
                </a:cubicBezTo>
                <a:cubicBezTo>
                  <a:pt x="140102" y="88430"/>
                  <a:pt x="137443" y="80786"/>
                  <a:pt x="137443" y="71448"/>
                </a:cubicBezTo>
                <a:cubicBezTo>
                  <a:pt x="137443" y="62111"/>
                  <a:pt x="140387" y="53568"/>
                  <a:pt x="146277" y="45819"/>
                </a:cubicBezTo>
                <a:cubicBezTo>
                  <a:pt x="152166" y="38070"/>
                  <a:pt x="159741" y="34196"/>
                  <a:pt x="169002" y="34196"/>
                </a:cubicBezTo>
                <a:cubicBezTo>
                  <a:pt x="174749" y="34196"/>
                  <a:pt x="179499" y="36023"/>
                  <a:pt x="183251" y="39679"/>
                </a:cubicBezTo>
                <a:lnTo>
                  <a:pt x="183251" y="27499"/>
                </a:lnTo>
                <a:cubicBezTo>
                  <a:pt x="183251" y="20074"/>
                  <a:pt x="183072" y="15510"/>
                  <a:pt x="182716" y="13807"/>
                </a:cubicBezTo>
                <a:cubicBezTo>
                  <a:pt x="182360" y="12105"/>
                  <a:pt x="181802" y="10946"/>
                  <a:pt x="181042" y="10330"/>
                </a:cubicBezTo>
                <a:cubicBezTo>
                  <a:pt x="180282" y="9713"/>
                  <a:pt x="179332" y="9404"/>
                  <a:pt x="178192" y="9404"/>
                </a:cubicBezTo>
                <a:cubicBezTo>
                  <a:pt x="176958" y="9404"/>
                  <a:pt x="175319" y="9784"/>
                  <a:pt x="173277" y="10544"/>
                </a:cubicBezTo>
                <a:lnTo>
                  <a:pt x="172351" y="7979"/>
                </a:lnTo>
                <a:lnTo>
                  <a:pt x="191799" y="0"/>
                </a:lnTo>
                <a:lnTo>
                  <a:pt x="195005" y="0"/>
                </a:lnTo>
                <a:lnTo>
                  <a:pt x="195005" y="75515"/>
                </a:lnTo>
                <a:cubicBezTo>
                  <a:pt x="195005" y="83131"/>
                  <a:pt x="195183" y="87778"/>
                  <a:pt x="195540" y="89456"/>
                </a:cubicBezTo>
                <a:cubicBezTo>
                  <a:pt x="195896" y="91135"/>
                  <a:pt x="196466" y="92307"/>
                  <a:pt x="197249" y="92972"/>
                </a:cubicBezTo>
                <a:cubicBezTo>
                  <a:pt x="198033" y="93635"/>
                  <a:pt x="198947" y="93967"/>
                  <a:pt x="199992" y="93967"/>
                </a:cubicBezTo>
                <a:cubicBezTo>
                  <a:pt x="201274" y="93967"/>
                  <a:pt x="202984" y="93563"/>
                  <a:pt x="205121" y="92756"/>
                </a:cubicBezTo>
                <a:lnTo>
                  <a:pt x="205905" y="95320"/>
                </a:lnTo>
                <a:lnTo>
                  <a:pt x="186528" y="103299"/>
                </a:lnTo>
                <a:lnTo>
                  <a:pt x="183251" y="103299"/>
                </a:lnTo>
                <a:lnTo>
                  <a:pt x="183251" y="93971"/>
                </a:lnTo>
                <a:moveTo>
                  <a:pt x="183251" y="88995"/>
                </a:moveTo>
                <a:lnTo>
                  <a:pt x="183251" y="55454"/>
                </a:lnTo>
                <a:cubicBezTo>
                  <a:pt x="182966" y="52232"/>
                  <a:pt x="182111" y="49295"/>
                  <a:pt x="180686" y="46643"/>
                </a:cubicBezTo>
                <a:cubicBezTo>
                  <a:pt x="179261" y="43989"/>
                  <a:pt x="177373" y="41988"/>
                  <a:pt x="175022" y="40638"/>
                </a:cubicBezTo>
                <a:cubicBezTo>
                  <a:pt x="172671" y="39288"/>
                  <a:pt x="170380" y="38613"/>
                  <a:pt x="168148" y="38613"/>
                </a:cubicBezTo>
                <a:cubicBezTo>
                  <a:pt x="163968" y="38613"/>
                  <a:pt x="160240" y="40484"/>
                  <a:pt x="156963" y="44227"/>
                </a:cubicBezTo>
                <a:cubicBezTo>
                  <a:pt x="152641" y="49153"/>
                  <a:pt x="150480" y="56354"/>
                  <a:pt x="150480" y="65829"/>
                </a:cubicBezTo>
                <a:cubicBezTo>
                  <a:pt x="150480" y="75399"/>
                  <a:pt x="152570" y="82731"/>
                  <a:pt x="156749" y="87824"/>
                </a:cubicBezTo>
                <a:cubicBezTo>
                  <a:pt x="160928" y="92917"/>
                  <a:pt x="165583" y="95463"/>
                  <a:pt x="170712" y="95463"/>
                </a:cubicBezTo>
                <a:cubicBezTo>
                  <a:pt x="175034" y="95463"/>
                  <a:pt x="179214" y="93307"/>
                  <a:pt x="183251" y="88995"/>
                </a:cubicBezTo>
                <a:close/>
                <a:moveTo>
                  <a:pt x="221079" y="60697"/>
                </a:moveTo>
                <a:cubicBezTo>
                  <a:pt x="221031" y="70341"/>
                  <a:pt x="223382" y="77906"/>
                  <a:pt x="228132" y="83390"/>
                </a:cubicBezTo>
                <a:cubicBezTo>
                  <a:pt x="232881" y="88874"/>
                  <a:pt x="238462" y="91616"/>
                  <a:pt x="244873" y="91616"/>
                </a:cubicBezTo>
                <a:cubicBezTo>
                  <a:pt x="249148" y="91616"/>
                  <a:pt x="252864" y="90435"/>
                  <a:pt x="256022" y="88074"/>
                </a:cubicBezTo>
                <a:cubicBezTo>
                  <a:pt x="259181" y="85712"/>
                  <a:pt x="261829" y="81669"/>
                  <a:pt x="263966" y="75943"/>
                </a:cubicBezTo>
                <a:lnTo>
                  <a:pt x="266174" y="77374"/>
                </a:lnTo>
                <a:cubicBezTo>
                  <a:pt x="265177" y="83915"/>
                  <a:pt x="262280" y="89871"/>
                  <a:pt x="257483" y="95242"/>
                </a:cubicBezTo>
                <a:cubicBezTo>
                  <a:pt x="252686" y="100614"/>
                  <a:pt x="246678" y="103299"/>
                  <a:pt x="239459" y="103299"/>
                </a:cubicBezTo>
                <a:cubicBezTo>
                  <a:pt x="231622" y="103299"/>
                  <a:pt x="224914" y="100254"/>
                  <a:pt x="219333" y="94165"/>
                </a:cubicBezTo>
                <a:cubicBezTo>
                  <a:pt x="213753" y="88074"/>
                  <a:pt x="210963" y="79885"/>
                  <a:pt x="210963" y="69600"/>
                </a:cubicBezTo>
                <a:cubicBezTo>
                  <a:pt x="210963" y="58463"/>
                  <a:pt x="213824" y="49778"/>
                  <a:pt x="219547" y="43546"/>
                </a:cubicBezTo>
                <a:cubicBezTo>
                  <a:pt x="225270" y="37312"/>
                  <a:pt x="232454" y="34196"/>
                  <a:pt x="241097" y="34196"/>
                </a:cubicBezTo>
                <a:cubicBezTo>
                  <a:pt x="248412" y="34196"/>
                  <a:pt x="254420" y="36600"/>
                  <a:pt x="259121" y="41409"/>
                </a:cubicBezTo>
                <a:cubicBezTo>
                  <a:pt x="263823" y="46216"/>
                  <a:pt x="266174" y="52646"/>
                  <a:pt x="266174" y="60697"/>
                </a:cubicBezTo>
                <a:lnTo>
                  <a:pt x="221079" y="60697"/>
                </a:lnTo>
                <a:moveTo>
                  <a:pt x="221079" y="56565"/>
                </a:moveTo>
                <a:lnTo>
                  <a:pt x="251285" y="56565"/>
                </a:lnTo>
                <a:cubicBezTo>
                  <a:pt x="251047" y="52420"/>
                  <a:pt x="250549" y="49500"/>
                  <a:pt x="249789" y="47805"/>
                </a:cubicBezTo>
                <a:cubicBezTo>
                  <a:pt x="248602" y="45166"/>
                  <a:pt x="246832" y="43093"/>
                  <a:pt x="244481" y="41587"/>
                </a:cubicBezTo>
                <a:cubicBezTo>
                  <a:pt x="242130" y="40079"/>
                  <a:pt x="239673" y="39325"/>
                  <a:pt x="237108" y="39325"/>
                </a:cubicBezTo>
                <a:cubicBezTo>
                  <a:pt x="233166" y="39325"/>
                  <a:pt x="229640" y="40844"/>
                  <a:pt x="226529" y="43882"/>
                </a:cubicBezTo>
                <a:cubicBezTo>
                  <a:pt x="223418" y="46920"/>
                  <a:pt x="221601" y="51148"/>
                  <a:pt x="221079" y="56565"/>
                </a:cubicBezTo>
                <a:close/>
                <a:moveTo>
                  <a:pt x="322189" y="60697"/>
                </a:moveTo>
                <a:cubicBezTo>
                  <a:pt x="322141" y="70341"/>
                  <a:pt x="324492" y="77906"/>
                  <a:pt x="329241" y="83390"/>
                </a:cubicBezTo>
                <a:cubicBezTo>
                  <a:pt x="333991" y="88874"/>
                  <a:pt x="339571" y="91616"/>
                  <a:pt x="345983" y="91616"/>
                </a:cubicBezTo>
                <a:cubicBezTo>
                  <a:pt x="350257" y="91616"/>
                  <a:pt x="353974" y="90435"/>
                  <a:pt x="357132" y="88074"/>
                </a:cubicBezTo>
                <a:cubicBezTo>
                  <a:pt x="360291" y="85712"/>
                  <a:pt x="362938" y="81669"/>
                  <a:pt x="365076" y="75943"/>
                </a:cubicBezTo>
                <a:lnTo>
                  <a:pt x="367284" y="77374"/>
                </a:lnTo>
                <a:cubicBezTo>
                  <a:pt x="366287" y="83915"/>
                  <a:pt x="363390" y="89871"/>
                  <a:pt x="358593" y="95242"/>
                </a:cubicBezTo>
                <a:cubicBezTo>
                  <a:pt x="353796" y="100614"/>
                  <a:pt x="347788" y="103299"/>
                  <a:pt x="340569" y="103299"/>
                </a:cubicBezTo>
                <a:cubicBezTo>
                  <a:pt x="332732" y="103299"/>
                  <a:pt x="326024" y="100254"/>
                  <a:pt x="320443" y="94165"/>
                </a:cubicBezTo>
                <a:cubicBezTo>
                  <a:pt x="314863" y="88074"/>
                  <a:pt x="312072" y="79885"/>
                  <a:pt x="312072" y="69600"/>
                </a:cubicBezTo>
                <a:cubicBezTo>
                  <a:pt x="312072" y="58463"/>
                  <a:pt x="314934" y="49778"/>
                  <a:pt x="320657" y="43546"/>
                </a:cubicBezTo>
                <a:cubicBezTo>
                  <a:pt x="326380" y="37312"/>
                  <a:pt x="333563" y="34196"/>
                  <a:pt x="342207" y="34196"/>
                </a:cubicBezTo>
                <a:cubicBezTo>
                  <a:pt x="349521" y="34196"/>
                  <a:pt x="355529" y="36600"/>
                  <a:pt x="360231" y="41409"/>
                </a:cubicBezTo>
                <a:cubicBezTo>
                  <a:pt x="364933" y="46216"/>
                  <a:pt x="367284" y="52646"/>
                  <a:pt x="367284" y="60697"/>
                </a:cubicBezTo>
                <a:lnTo>
                  <a:pt x="322189" y="60697"/>
                </a:lnTo>
                <a:moveTo>
                  <a:pt x="322189" y="56565"/>
                </a:moveTo>
                <a:lnTo>
                  <a:pt x="352395" y="56565"/>
                </a:lnTo>
                <a:cubicBezTo>
                  <a:pt x="352157" y="52420"/>
                  <a:pt x="351659" y="49500"/>
                  <a:pt x="350899" y="47805"/>
                </a:cubicBezTo>
                <a:cubicBezTo>
                  <a:pt x="349711" y="45166"/>
                  <a:pt x="347942" y="43093"/>
                  <a:pt x="345591" y="41587"/>
                </a:cubicBezTo>
                <a:cubicBezTo>
                  <a:pt x="343240" y="40079"/>
                  <a:pt x="340782" y="39325"/>
                  <a:pt x="338218" y="39325"/>
                </a:cubicBezTo>
                <a:cubicBezTo>
                  <a:pt x="334276" y="39325"/>
                  <a:pt x="330749" y="40844"/>
                  <a:pt x="327639" y="43882"/>
                </a:cubicBezTo>
                <a:cubicBezTo>
                  <a:pt x="324528" y="46920"/>
                  <a:pt x="322711" y="51148"/>
                  <a:pt x="322189" y="56565"/>
                </a:cubicBezTo>
                <a:close/>
                <a:moveTo>
                  <a:pt x="395230" y="48210"/>
                </a:moveTo>
                <a:cubicBezTo>
                  <a:pt x="399979" y="43419"/>
                  <a:pt x="402781" y="40664"/>
                  <a:pt x="403636" y="39946"/>
                </a:cubicBezTo>
                <a:cubicBezTo>
                  <a:pt x="405774" y="38125"/>
                  <a:pt x="408077" y="36711"/>
                  <a:pt x="410547" y="35705"/>
                </a:cubicBezTo>
                <a:cubicBezTo>
                  <a:pt x="413016" y="34699"/>
                  <a:pt x="415462" y="34196"/>
                  <a:pt x="417885" y="34196"/>
                </a:cubicBezTo>
                <a:cubicBezTo>
                  <a:pt x="421969" y="34196"/>
                  <a:pt x="425484" y="35393"/>
                  <a:pt x="428428" y="37789"/>
                </a:cubicBezTo>
                <a:cubicBezTo>
                  <a:pt x="431373" y="40184"/>
                  <a:pt x="433344" y="43658"/>
                  <a:pt x="434341" y="48210"/>
                </a:cubicBezTo>
                <a:cubicBezTo>
                  <a:pt x="439233" y="42460"/>
                  <a:pt x="443365" y="38688"/>
                  <a:pt x="446737" y="36892"/>
                </a:cubicBezTo>
                <a:cubicBezTo>
                  <a:pt x="450109" y="35094"/>
                  <a:pt x="453576" y="34196"/>
                  <a:pt x="457138" y="34196"/>
                </a:cubicBezTo>
                <a:cubicBezTo>
                  <a:pt x="460605" y="34196"/>
                  <a:pt x="463681" y="35084"/>
                  <a:pt x="466364" y="36860"/>
                </a:cubicBezTo>
                <a:cubicBezTo>
                  <a:pt x="469047" y="38636"/>
                  <a:pt x="471173" y="41536"/>
                  <a:pt x="472740" y="45563"/>
                </a:cubicBezTo>
                <a:cubicBezTo>
                  <a:pt x="473785" y="48310"/>
                  <a:pt x="474307" y="52620"/>
                  <a:pt x="474307" y="58493"/>
                </a:cubicBezTo>
                <a:lnTo>
                  <a:pt x="474307" y="86486"/>
                </a:lnTo>
                <a:cubicBezTo>
                  <a:pt x="474307" y="90595"/>
                  <a:pt x="474616" y="93413"/>
                  <a:pt x="475233" y="94942"/>
                </a:cubicBezTo>
                <a:cubicBezTo>
                  <a:pt x="475708" y="95993"/>
                  <a:pt x="476587" y="96888"/>
                  <a:pt x="477869" y="97629"/>
                </a:cubicBezTo>
                <a:cubicBezTo>
                  <a:pt x="479152" y="98370"/>
                  <a:pt x="481241" y="98740"/>
                  <a:pt x="484138" y="98740"/>
                </a:cubicBezTo>
                <a:lnTo>
                  <a:pt x="484138" y="101304"/>
                </a:lnTo>
                <a:lnTo>
                  <a:pt x="451938" y="101304"/>
                </a:lnTo>
                <a:lnTo>
                  <a:pt x="451938" y="98740"/>
                </a:lnTo>
                <a:lnTo>
                  <a:pt x="453291" y="98740"/>
                </a:lnTo>
                <a:cubicBezTo>
                  <a:pt x="456093" y="98740"/>
                  <a:pt x="458278" y="98191"/>
                  <a:pt x="459845" y="97092"/>
                </a:cubicBezTo>
                <a:cubicBezTo>
                  <a:pt x="460938" y="96328"/>
                  <a:pt x="461721" y="95110"/>
                  <a:pt x="462196" y="93437"/>
                </a:cubicBezTo>
                <a:cubicBezTo>
                  <a:pt x="462386" y="92625"/>
                  <a:pt x="462481" y="90308"/>
                  <a:pt x="462481" y="86486"/>
                </a:cubicBezTo>
                <a:lnTo>
                  <a:pt x="462481" y="58600"/>
                </a:lnTo>
                <a:cubicBezTo>
                  <a:pt x="462481" y="53315"/>
                  <a:pt x="461840" y="49587"/>
                  <a:pt x="460558" y="47417"/>
                </a:cubicBezTo>
                <a:cubicBezTo>
                  <a:pt x="458706" y="44397"/>
                  <a:pt x="455737" y="42887"/>
                  <a:pt x="451653" y="42887"/>
                </a:cubicBezTo>
                <a:cubicBezTo>
                  <a:pt x="449136" y="42887"/>
                  <a:pt x="446606" y="43514"/>
                  <a:pt x="444066" y="44768"/>
                </a:cubicBezTo>
                <a:cubicBezTo>
                  <a:pt x="441525" y="46022"/>
                  <a:pt x="438449" y="48353"/>
                  <a:pt x="434840" y="51759"/>
                </a:cubicBezTo>
                <a:lnTo>
                  <a:pt x="434697" y="52540"/>
                </a:lnTo>
                <a:lnTo>
                  <a:pt x="434840" y="55581"/>
                </a:lnTo>
                <a:lnTo>
                  <a:pt x="434840" y="86486"/>
                </a:lnTo>
                <a:cubicBezTo>
                  <a:pt x="434840" y="90978"/>
                  <a:pt x="435089" y="93772"/>
                  <a:pt x="435588" y="94871"/>
                </a:cubicBezTo>
                <a:cubicBezTo>
                  <a:pt x="436087" y="95969"/>
                  <a:pt x="437025" y="96888"/>
                  <a:pt x="438402" y="97629"/>
                </a:cubicBezTo>
                <a:cubicBezTo>
                  <a:pt x="439779" y="98370"/>
                  <a:pt x="442130" y="98740"/>
                  <a:pt x="445455" y="98740"/>
                </a:cubicBezTo>
                <a:lnTo>
                  <a:pt x="445455" y="101304"/>
                </a:lnTo>
                <a:lnTo>
                  <a:pt x="412470" y="101304"/>
                </a:lnTo>
                <a:lnTo>
                  <a:pt x="412470" y="98740"/>
                </a:lnTo>
                <a:cubicBezTo>
                  <a:pt x="416080" y="98740"/>
                  <a:pt x="418561" y="98310"/>
                  <a:pt x="419915" y="97451"/>
                </a:cubicBezTo>
                <a:cubicBezTo>
                  <a:pt x="421268" y="96590"/>
                  <a:pt x="422206" y="95300"/>
                  <a:pt x="422729" y="93582"/>
                </a:cubicBezTo>
                <a:cubicBezTo>
                  <a:pt x="422966" y="92768"/>
                  <a:pt x="423085" y="90403"/>
                  <a:pt x="423085" y="86486"/>
                </a:cubicBezTo>
                <a:lnTo>
                  <a:pt x="423085" y="58618"/>
                </a:lnTo>
                <a:cubicBezTo>
                  <a:pt x="423085" y="53336"/>
                  <a:pt x="422301" y="49525"/>
                  <a:pt x="420734" y="47186"/>
                </a:cubicBezTo>
                <a:cubicBezTo>
                  <a:pt x="418644" y="44130"/>
                  <a:pt x="415724" y="42602"/>
                  <a:pt x="411972" y="42602"/>
                </a:cubicBezTo>
                <a:cubicBezTo>
                  <a:pt x="409407" y="42602"/>
                  <a:pt x="406866" y="43294"/>
                  <a:pt x="404349" y="44677"/>
                </a:cubicBezTo>
                <a:cubicBezTo>
                  <a:pt x="400407" y="46776"/>
                  <a:pt x="397367" y="49136"/>
                  <a:pt x="395230" y="51759"/>
                </a:cubicBezTo>
                <a:lnTo>
                  <a:pt x="395230" y="86486"/>
                </a:lnTo>
                <a:cubicBezTo>
                  <a:pt x="395230" y="90786"/>
                  <a:pt x="395527" y="93581"/>
                  <a:pt x="396120" y="94871"/>
                </a:cubicBezTo>
                <a:cubicBezTo>
                  <a:pt x="396714" y="96160"/>
                  <a:pt x="397593" y="97128"/>
                  <a:pt x="398756" y="97774"/>
                </a:cubicBezTo>
                <a:cubicBezTo>
                  <a:pt x="399920" y="98418"/>
                  <a:pt x="402283" y="98740"/>
                  <a:pt x="405845" y="98740"/>
                </a:cubicBezTo>
                <a:lnTo>
                  <a:pt x="405845" y="101304"/>
                </a:lnTo>
                <a:lnTo>
                  <a:pt x="373573" y="101304"/>
                </a:lnTo>
                <a:lnTo>
                  <a:pt x="373573" y="98740"/>
                </a:lnTo>
                <a:cubicBezTo>
                  <a:pt x="376565" y="98740"/>
                  <a:pt x="378655" y="98418"/>
                  <a:pt x="379842" y="97774"/>
                </a:cubicBezTo>
                <a:cubicBezTo>
                  <a:pt x="381029" y="97128"/>
                  <a:pt x="381932" y="96101"/>
                  <a:pt x="382549" y="94692"/>
                </a:cubicBezTo>
                <a:cubicBezTo>
                  <a:pt x="383166" y="93282"/>
                  <a:pt x="383475" y="90547"/>
                  <a:pt x="383475" y="86486"/>
                </a:cubicBezTo>
                <a:lnTo>
                  <a:pt x="383475" y="61695"/>
                </a:lnTo>
                <a:cubicBezTo>
                  <a:pt x="383475" y="54523"/>
                  <a:pt x="383261" y="49892"/>
                  <a:pt x="382834" y="47803"/>
                </a:cubicBezTo>
                <a:cubicBezTo>
                  <a:pt x="382502" y="46235"/>
                  <a:pt x="381979" y="45155"/>
                  <a:pt x="381267" y="44561"/>
                </a:cubicBezTo>
                <a:cubicBezTo>
                  <a:pt x="380554" y="43967"/>
                  <a:pt x="379581" y="43671"/>
                  <a:pt x="378346" y="43671"/>
                </a:cubicBezTo>
                <a:cubicBezTo>
                  <a:pt x="377016" y="43671"/>
                  <a:pt x="375425" y="44027"/>
                  <a:pt x="373573" y="44739"/>
                </a:cubicBezTo>
                <a:lnTo>
                  <a:pt x="372504" y="42175"/>
                </a:lnTo>
                <a:lnTo>
                  <a:pt x="392167" y="34196"/>
                </a:lnTo>
                <a:lnTo>
                  <a:pt x="395230" y="34196"/>
                </a:lnTo>
                <a:lnTo>
                  <a:pt x="395230" y="48210"/>
                </a:lnTo>
                <a:close/>
                <a:moveTo>
                  <a:pt x="507099" y="47502"/>
                </a:moveTo>
                <a:cubicBezTo>
                  <a:pt x="513416" y="38631"/>
                  <a:pt x="520231" y="34196"/>
                  <a:pt x="527545" y="34196"/>
                </a:cubicBezTo>
                <a:cubicBezTo>
                  <a:pt x="534242" y="34196"/>
                  <a:pt x="540084" y="37054"/>
                  <a:pt x="545071" y="42771"/>
                </a:cubicBezTo>
                <a:cubicBezTo>
                  <a:pt x="550057" y="48488"/>
                  <a:pt x="552551" y="56305"/>
                  <a:pt x="552551" y="66221"/>
                </a:cubicBezTo>
                <a:cubicBezTo>
                  <a:pt x="552551" y="77797"/>
                  <a:pt x="548704" y="87120"/>
                  <a:pt x="541010" y="94189"/>
                </a:cubicBezTo>
                <a:cubicBezTo>
                  <a:pt x="534408" y="100263"/>
                  <a:pt x="527047" y="103299"/>
                  <a:pt x="518925" y="103299"/>
                </a:cubicBezTo>
                <a:cubicBezTo>
                  <a:pt x="515126" y="103299"/>
                  <a:pt x="511267" y="102606"/>
                  <a:pt x="507349" y="101220"/>
                </a:cubicBezTo>
                <a:cubicBezTo>
                  <a:pt x="503430" y="99834"/>
                  <a:pt x="499429" y="97754"/>
                  <a:pt x="495344" y="94980"/>
                </a:cubicBezTo>
                <a:lnTo>
                  <a:pt x="495344" y="27499"/>
                </a:lnTo>
                <a:cubicBezTo>
                  <a:pt x="495344" y="20090"/>
                  <a:pt x="495166" y="15531"/>
                  <a:pt x="494810" y="13821"/>
                </a:cubicBezTo>
                <a:cubicBezTo>
                  <a:pt x="494454" y="12111"/>
                  <a:pt x="493896" y="10947"/>
                  <a:pt x="493136" y="10330"/>
                </a:cubicBezTo>
                <a:cubicBezTo>
                  <a:pt x="492376" y="9713"/>
                  <a:pt x="491426" y="9404"/>
                  <a:pt x="490286" y="9404"/>
                </a:cubicBezTo>
                <a:cubicBezTo>
                  <a:pt x="488957" y="9404"/>
                  <a:pt x="487294" y="9784"/>
                  <a:pt x="485300" y="10544"/>
                </a:cubicBezTo>
                <a:lnTo>
                  <a:pt x="484302" y="7979"/>
                </a:lnTo>
                <a:lnTo>
                  <a:pt x="503893" y="0"/>
                </a:lnTo>
                <a:lnTo>
                  <a:pt x="507099" y="0"/>
                </a:lnTo>
                <a:lnTo>
                  <a:pt x="507099" y="47502"/>
                </a:lnTo>
                <a:moveTo>
                  <a:pt x="507099" y="52037"/>
                </a:moveTo>
                <a:lnTo>
                  <a:pt x="507099" y="90870"/>
                </a:lnTo>
                <a:cubicBezTo>
                  <a:pt x="509521" y="93233"/>
                  <a:pt x="512027" y="95017"/>
                  <a:pt x="514615" y="96222"/>
                </a:cubicBezTo>
                <a:cubicBezTo>
                  <a:pt x="517204" y="97426"/>
                  <a:pt x="519851" y="98027"/>
                  <a:pt x="522558" y="98027"/>
                </a:cubicBezTo>
                <a:cubicBezTo>
                  <a:pt x="526880" y="98027"/>
                  <a:pt x="530906" y="95665"/>
                  <a:pt x="534634" y="90941"/>
                </a:cubicBezTo>
                <a:cubicBezTo>
                  <a:pt x="538362" y="86217"/>
                  <a:pt x="540226" y="79343"/>
                  <a:pt x="540226" y="70319"/>
                </a:cubicBezTo>
                <a:cubicBezTo>
                  <a:pt x="540226" y="62005"/>
                  <a:pt x="538362" y="55615"/>
                  <a:pt x="534634" y="51151"/>
                </a:cubicBezTo>
                <a:cubicBezTo>
                  <a:pt x="530906" y="46687"/>
                  <a:pt x="526667" y="44454"/>
                  <a:pt x="521917" y="44454"/>
                </a:cubicBezTo>
                <a:cubicBezTo>
                  <a:pt x="519400" y="44454"/>
                  <a:pt x="516883" y="45092"/>
                  <a:pt x="514366" y="46367"/>
                </a:cubicBezTo>
                <a:cubicBezTo>
                  <a:pt x="512466" y="47312"/>
                  <a:pt x="510044" y="49202"/>
                  <a:pt x="507099" y="52037"/>
                </a:cubicBezTo>
                <a:close/>
                <a:moveTo>
                  <a:pt x="573139" y="60697"/>
                </a:moveTo>
                <a:cubicBezTo>
                  <a:pt x="573092" y="70341"/>
                  <a:pt x="575443" y="77906"/>
                  <a:pt x="580192" y="83390"/>
                </a:cubicBezTo>
                <a:cubicBezTo>
                  <a:pt x="584942" y="88874"/>
                  <a:pt x="590522" y="91616"/>
                  <a:pt x="596934" y="91616"/>
                </a:cubicBezTo>
                <a:cubicBezTo>
                  <a:pt x="601208" y="91616"/>
                  <a:pt x="604925" y="90435"/>
                  <a:pt x="608083" y="88074"/>
                </a:cubicBezTo>
                <a:cubicBezTo>
                  <a:pt x="611241" y="85712"/>
                  <a:pt x="613889" y="81669"/>
                  <a:pt x="616026" y="75943"/>
                </a:cubicBezTo>
                <a:lnTo>
                  <a:pt x="618235" y="77374"/>
                </a:lnTo>
                <a:cubicBezTo>
                  <a:pt x="617237" y="83915"/>
                  <a:pt x="614340" y="89871"/>
                  <a:pt x="609543" y="95242"/>
                </a:cubicBezTo>
                <a:cubicBezTo>
                  <a:pt x="604747" y="100614"/>
                  <a:pt x="598739" y="103299"/>
                  <a:pt x="591520" y="103299"/>
                </a:cubicBezTo>
                <a:cubicBezTo>
                  <a:pt x="583683" y="103299"/>
                  <a:pt x="576975" y="100254"/>
                  <a:pt x="571394" y="94165"/>
                </a:cubicBezTo>
                <a:cubicBezTo>
                  <a:pt x="565813" y="88074"/>
                  <a:pt x="563023" y="79885"/>
                  <a:pt x="563023" y="69600"/>
                </a:cubicBezTo>
                <a:cubicBezTo>
                  <a:pt x="563023" y="58463"/>
                  <a:pt x="565885" y="49778"/>
                  <a:pt x="571608" y="43546"/>
                </a:cubicBezTo>
                <a:cubicBezTo>
                  <a:pt x="577331" y="37312"/>
                  <a:pt x="584514" y="34196"/>
                  <a:pt x="593158" y="34196"/>
                </a:cubicBezTo>
                <a:cubicBezTo>
                  <a:pt x="600472" y="34196"/>
                  <a:pt x="606480" y="36600"/>
                  <a:pt x="611182" y="41409"/>
                </a:cubicBezTo>
                <a:cubicBezTo>
                  <a:pt x="615884" y="46216"/>
                  <a:pt x="618235" y="52646"/>
                  <a:pt x="618235" y="60697"/>
                </a:cubicBezTo>
                <a:lnTo>
                  <a:pt x="573139" y="60697"/>
                </a:lnTo>
                <a:moveTo>
                  <a:pt x="573139" y="56565"/>
                </a:moveTo>
                <a:lnTo>
                  <a:pt x="603346" y="56565"/>
                </a:lnTo>
                <a:cubicBezTo>
                  <a:pt x="603108" y="52420"/>
                  <a:pt x="602609" y="49500"/>
                  <a:pt x="601849" y="47805"/>
                </a:cubicBezTo>
                <a:cubicBezTo>
                  <a:pt x="600662" y="45166"/>
                  <a:pt x="598893" y="43093"/>
                  <a:pt x="596542" y="41587"/>
                </a:cubicBezTo>
                <a:cubicBezTo>
                  <a:pt x="594191" y="40079"/>
                  <a:pt x="591733" y="39325"/>
                  <a:pt x="589169" y="39325"/>
                </a:cubicBezTo>
                <a:cubicBezTo>
                  <a:pt x="585227" y="39325"/>
                  <a:pt x="581700" y="40844"/>
                  <a:pt x="578589" y="43882"/>
                </a:cubicBezTo>
                <a:cubicBezTo>
                  <a:pt x="575478" y="46920"/>
                  <a:pt x="573662" y="51148"/>
                  <a:pt x="573139" y="56565"/>
                </a:cubicBezTo>
                <a:close/>
                <a:moveTo>
                  <a:pt x="672895" y="93971"/>
                </a:moveTo>
                <a:cubicBezTo>
                  <a:pt x="669713" y="97294"/>
                  <a:pt x="666602" y="99680"/>
                  <a:pt x="663562" y="101129"/>
                </a:cubicBezTo>
                <a:cubicBezTo>
                  <a:pt x="660523" y="102576"/>
                  <a:pt x="657246" y="103299"/>
                  <a:pt x="653731" y="103299"/>
                </a:cubicBezTo>
                <a:cubicBezTo>
                  <a:pt x="646607" y="103299"/>
                  <a:pt x="640385" y="100326"/>
                  <a:pt x="635066" y="94379"/>
                </a:cubicBezTo>
                <a:cubicBezTo>
                  <a:pt x="629747" y="88430"/>
                  <a:pt x="627087" y="80786"/>
                  <a:pt x="627087" y="71448"/>
                </a:cubicBezTo>
                <a:cubicBezTo>
                  <a:pt x="627087" y="62111"/>
                  <a:pt x="630032" y="53568"/>
                  <a:pt x="635921" y="45819"/>
                </a:cubicBezTo>
                <a:cubicBezTo>
                  <a:pt x="641810" y="38070"/>
                  <a:pt x="649385" y="34196"/>
                  <a:pt x="658647" y="34196"/>
                </a:cubicBezTo>
                <a:cubicBezTo>
                  <a:pt x="664394" y="34196"/>
                  <a:pt x="669143" y="36023"/>
                  <a:pt x="672895" y="39679"/>
                </a:cubicBezTo>
                <a:lnTo>
                  <a:pt x="672895" y="27499"/>
                </a:lnTo>
                <a:cubicBezTo>
                  <a:pt x="672895" y="20074"/>
                  <a:pt x="672717" y="15510"/>
                  <a:pt x="672361" y="13807"/>
                </a:cubicBezTo>
                <a:cubicBezTo>
                  <a:pt x="672004" y="12105"/>
                  <a:pt x="671446" y="10946"/>
                  <a:pt x="670686" y="10330"/>
                </a:cubicBezTo>
                <a:cubicBezTo>
                  <a:pt x="669927" y="9713"/>
                  <a:pt x="668977" y="9404"/>
                  <a:pt x="667837" y="9404"/>
                </a:cubicBezTo>
                <a:cubicBezTo>
                  <a:pt x="666602" y="9404"/>
                  <a:pt x="664963" y="9784"/>
                  <a:pt x="662921" y="10544"/>
                </a:cubicBezTo>
                <a:lnTo>
                  <a:pt x="661995" y="7979"/>
                </a:lnTo>
                <a:lnTo>
                  <a:pt x="681444" y="0"/>
                </a:lnTo>
                <a:lnTo>
                  <a:pt x="684650" y="0"/>
                </a:lnTo>
                <a:lnTo>
                  <a:pt x="684650" y="75515"/>
                </a:lnTo>
                <a:cubicBezTo>
                  <a:pt x="684650" y="83131"/>
                  <a:pt x="684828" y="87778"/>
                  <a:pt x="685184" y="89456"/>
                </a:cubicBezTo>
                <a:cubicBezTo>
                  <a:pt x="685540" y="91135"/>
                  <a:pt x="686110" y="92307"/>
                  <a:pt x="686894" y="92972"/>
                </a:cubicBezTo>
                <a:cubicBezTo>
                  <a:pt x="687677" y="93635"/>
                  <a:pt x="688592" y="93967"/>
                  <a:pt x="689636" y="93967"/>
                </a:cubicBezTo>
                <a:cubicBezTo>
                  <a:pt x="690919" y="93967"/>
                  <a:pt x="692629" y="93563"/>
                  <a:pt x="694766" y="92756"/>
                </a:cubicBezTo>
                <a:lnTo>
                  <a:pt x="695549" y="95320"/>
                </a:lnTo>
                <a:lnTo>
                  <a:pt x="676172" y="103299"/>
                </a:lnTo>
                <a:lnTo>
                  <a:pt x="672895" y="103299"/>
                </a:lnTo>
                <a:lnTo>
                  <a:pt x="672895" y="93971"/>
                </a:lnTo>
                <a:moveTo>
                  <a:pt x="672895" y="88995"/>
                </a:moveTo>
                <a:lnTo>
                  <a:pt x="672895" y="55454"/>
                </a:lnTo>
                <a:cubicBezTo>
                  <a:pt x="672610" y="52232"/>
                  <a:pt x="671755" y="49295"/>
                  <a:pt x="670330" y="46643"/>
                </a:cubicBezTo>
                <a:cubicBezTo>
                  <a:pt x="668905" y="43989"/>
                  <a:pt x="667018" y="41988"/>
                  <a:pt x="664667" y="40638"/>
                </a:cubicBezTo>
                <a:cubicBezTo>
                  <a:pt x="662316" y="39288"/>
                  <a:pt x="660024" y="38613"/>
                  <a:pt x="657792" y="38613"/>
                </a:cubicBezTo>
                <a:cubicBezTo>
                  <a:pt x="653612" y="38613"/>
                  <a:pt x="649884" y="40484"/>
                  <a:pt x="646607" y="44227"/>
                </a:cubicBezTo>
                <a:cubicBezTo>
                  <a:pt x="642285" y="49153"/>
                  <a:pt x="640124" y="56354"/>
                  <a:pt x="640124" y="65829"/>
                </a:cubicBezTo>
                <a:cubicBezTo>
                  <a:pt x="640124" y="75399"/>
                  <a:pt x="642214" y="82731"/>
                  <a:pt x="646393" y="87824"/>
                </a:cubicBezTo>
                <a:cubicBezTo>
                  <a:pt x="650573" y="92917"/>
                  <a:pt x="655227" y="95463"/>
                  <a:pt x="660357" y="95463"/>
                </a:cubicBezTo>
                <a:cubicBezTo>
                  <a:pt x="664678" y="95463"/>
                  <a:pt x="668858" y="93307"/>
                  <a:pt x="672895" y="88995"/>
                </a:cubicBezTo>
                <a:close/>
                <a:moveTo>
                  <a:pt x="745846" y="93971"/>
                </a:moveTo>
                <a:cubicBezTo>
                  <a:pt x="742664" y="97294"/>
                  <a:pt x="739553" y="99680"/>
                  <a:pt x="736514" y="101129"/>
                </a:cubicBezTo>
                <a:cubicBezTo>
                  <a:pt x="733474" y="102576"/>
                  <a:pt x="730197" y="103299"/>
                  <a:pt x="726683" y="103299"/>
                </a:cubicBezTo>
                <a:cubicBezTo>
                  <a:pt x="719558" y="103299"/>
                  <a:pt x="713337" y="100326"/>
                  <a:pt x="708017" y="94379"/>
                </a:cubicBezTo>
                <a:cubicBezTo>
                  <a:pt x="702698" y="88430"/>
                  <a:pt x="700038" y="80786"/>
                  <a:pt x="700038" y="71448"/>
                </a:cubicBezTo>
                <a:cubicBezTo>
                  <a:pt x="700038" y="62111"/>
                  <a:pt x="702983" y="53568"/>
                  <a:pt x="708872" y="45819"/>
                </a:cubicBezTo>
                <a:cubicBezTo>
                  <a:pt x="714762" y="38070"/>
                  <a:pt x="722337" y="34196"/>
                  <a:pt x="731598" y="34196"/>
                </a:cubicBezTo>
                <a:cubicBezTo>
                  <a:pt x="737345" y="34196"/>
                  <a:pt x="742094" y="36023"/>
                  <a:pt x="745846" y="39679"/>
                </a:cubicBezTo>
                <a:lnTo>
                  <a:pt x="745846" y="27499"/>
                </a:lnTo>
                <a:cubicBezTo>
                  <a:pt x="745846" y="20074"/>
                  <a:pt x="745668" y="15510"/>
                  <a:pt x="745312" y="13807"/>
                </a:cubicBezTo>
                <a:cubicBezTo>
                  <a:pt x="744956" y="12105"/>
                  <a:pt x="744398" y="10946"/>
                  <a:pt x="743638" y="10330"/>
                </a:cubicBezTo>
                <a:cubicBezTo>
                  <a:pt x="742878" y="9713"/>
                  <a:pt x="741928" y="9404"/>
                  <a:pt x="740788" y="9404"/>
                </a:cubicBezTo>
                <a:cubicBezTo>
                  <a:pt x="739553" y="9404"/>
                  <a:pt x="737915" y="9784"/>
                  <a:pt x="735873" y="10544"/>
                </a:cubicBezTo>
                <a:lnTo>
                  <a:pt x="734946" y="7979"/>
                </a:lnTo>
                <a:lnTo>
                  <a:pt x="754395" y="0"/>
                </a:lnTo>
                <a:lnTo>
                  <a:pt x="757601" y="0"/>
                </a:lnTo>
                <a:lnTo>
                  <a:pt x="757601" y="75515"/>
                </a:lnTo>
                <a:cubicBezTo>
                  <a:pt x="757601" y="83131"/>
                  <a:pt x="757779" y="87778"/>
                  <a:pt x="758135" y="89456"/>
                </a:cubicBezTo>
                <a:cubicBezTo>
                  <a:pt x="758492" y="91135"/>
                  <a:pt x="759061" y="92307"/>
                  <a:pt x="759845" y="92972"/>
                </a:cubicBezTo>
                <a:cubicBezTo>
                  <a:pt x="760629" y="93635"/>
                  <a:pt x="761543" y="93967"/>
                  <a:pt x="762588" y="93967"/>
                </a:cubicBezTo>
                <a:cubicBezTo>
                  <a:pt x="763870" y="93967"/>
                  <a:pt x="765580" y="93563"/>
                  <a:pt x="767717" y="92756"/>
                </a:cubicBezTo>
                <a:lnTo>
                  <a:pt x="768501" y="95320"/>
                </a:lnTo>
                <a:lnTo>
                  <a:pt x="749123" y="103299"/>
                </a:lnTo>
                <a:lnTo>
                  <a:pt x="745846" y="103299"/>
                </a:lnTo>
                <a:lnTo>
                  <a:pt x="745846" y="93971"/>
                </a:lnTo>
                <a:moveTo>
                  <a:pt x="745846" y="88995"/>
                </a:moveTo>
                <a:lnTo>
                  <a:pt x="745846" y="55454"/>
                </a:lnTo>
                <a:cubicBezTo>
                  <a:pt x="745561" y="52232"/>
                  <a:pt x="744706" y="49295"/>
                  <a:pt x="743282" y="46643"/>
                </a:cubicBezTo>
                <a:cubicBezTo>
                  <a:pt x="741857" y="43989"/>
                  <a:pt x="739969" y="41988"/>
                  <a:pt x="737618" y="40638"/>
                </a:cubicBezTo>
                <a:cubicBezTo>
                  <a:pt x="735267" y="39288"/>
                  <a:pt x="732975" y="38613"/>
                  <a:pt x="730743" y="38613"/>
                </a:cubicBezTo>
                <a:cubicBezTo>
                  <a:pt x="726564" y="38613"/>
                  <a:pt x="722836" y="40484"/>
                  <a:pt x="719558" y="44227"/>
                </a:cubicBezTo>
                <a:cubicBezTo>
                  <a:pt x="715237" y="49153"/>
                  <a:pt x="713076" y="56354"/>
                  <a:pt x="713076" y="65829"/>
                </a:cubicBezTo>
                <a:cubicBezTo>
                  <a:pt x="713076" y="75399"/>
                  <a:pt x="715165" y="82731"/>
                  <a:pt x="719345" y="87824"/>
                </a:cubicBezTo>
                <a:cubicBezTo>
                  <a:pt x="723524" y="92917"/>
                  <a:pt x="728179" y="95463"/>
                  <a:pt x="733308" y="95463"/>
                </a:cubicBezTo>
                <a:cubicBezTo>
                  <a:pt x="737630" y="95463"/>
                  <a:pt x="741809" y="93307"/>
                  <a:pt x="745846" y="88995"/>
                </a:cubicBezTo>
                <a:close/>
                <a:moveTo>
                  <a:pt x="789304" y="0"/>
                </a:moveTo>
                <a:cubicBezTo>
                  <a:pt x="791299" y="0"/>
                  <a:pt x="792997" y="704"/>
                  <a:pt x="794398" y="2113"/>
                </a:cubicBezTo>
                <a:cubicBezTo>
                  <a:pt x="795799" y="3520"/>
                  <a:pt x="796499" y="5226"/>
                  <a:pt x="796499" y="7231"/>
                </a:cubicBezTo>
                <a:cubicBezTo>
                  <a:pt x="796499" y="9236"/>
                  <a:pt x="795799" y="10955"/>
                  <a:pt x="794398" y="12387"/>
                </a:cubicBezTo>
                <a:cubicBezTo>
                  <a:pt x="792997" y="13818"/>
                  <a:pt x="791299" y="14533"/>
                  <a:pt x="789304" y="14533"/>
                </a:cubicBezTo>
                <a:cubicBezTo>
                  <a:pt x="787309" y="14533"/>
                  <a:pt x="785600" y="13818"/>
                  <a:pt x="784175" y="12387"/>
                </a:cubicBezTo>
                <a:cubicBezTo>
                  <a:pt x="782750" y="10955"/>
                  <a:pt x="782037" y="9236"/>
                  <a:pt x="782037" y="7231"/>
                </a:cubicBezTo>
                <a:cubicBezTo>
                  <a:pt x="782037" y="5226"/>
                  <a:pt x="782738" y="3520"/>
                  <a:pt x="784139" y="2113"/>
                </a:cubicBezTo>
                <a:cubicBezTo>
                  <a:pt x="785540" y="704"/>
                  <a:pt x="787262" y="0"/>
                  <a:pt x="789304" y="0"/>
                </a:cubicBezTo>
                <a:moveTo>
                  <a:pt x="795217" y="34196"/>
                </a:moveTo>
                <a:lnTo>
                  <a:pt x="795217" y="86486"/>
                </a:lnTo>
                <a:cubicBezTo>
                  <a:pt x="795217" y="90595"/>
                  <a:pt x="795514" y="93330"/>
                  <a:pt x="796108" y="94692"/>
                </a:cubicBezTo>
                <a:cubicBezTo>
                  <a:pt x="796701" y="96053"/>
                  <a:pt x="797580" y="97069"/>
                  <a:pt x="798743" y="97738"/>
                </a:cubicBezTo>
                <a:cubicBezTo>
                  <a:pt x="799907" y="98406"/>
                  <a:pt x="802032" y="98740"/>
                  <a:pt x="805119" y="98740"/>
                </a:cubicBezTo>
                <a:lnTo>
                  <a:pt x="805119" y="101304"/>
                </a:lnTo>
                <a:lnTo>
                  <a:pt x="773417" y="101304"/>
                </a:lnTo>
                <a:lnTo>
                  <a:pt x="773417" y="98740"/>
                </a:lnTo>
                <a:cubicBezTo>
                  <a:pt x="776599" y="98740"/>
                  <a:pt x="778737" y="98430"/>
                  <a:pt x="779829" y="97809"/>
                </a:cubicBezTo>
                <a:cubicBezTo>
                  <a:pt x="780921" y="97187"/>
                  <a:pt x="781788" y="96160"/>
                  <a:pt x="782429" y="94728"/>
                </a:cubicBezTo>
                <a:cubicBezTo>
                  <a:pt x="783070" y="93294"/>
                  <a:pt x="783391" y="90547"/>
                  <a:pt x="783391" y="86486"/>
                </a:cubicBezTo>
                <a:lnTo>
                  <a:pt x="783391" y="61552"/>
                </a:lnTo>
                <a:cubicBezTo>
                  <a:pt x="783391" y="54446"/>
                  <a:pt x="783177" y="49843"/>
                  <a:pt x="782750" y="47745"/>
                </a:cubicBezTo>
                <a:cubicBezTo>
                  <a:pt x="782417" y="46217"/>
                  <a:pt x="781895" y="45157"/>
                  <a:pt x="781183" y="44563"/>
                </a:cubicBezTo>
                <a:cubicBezTo>
                  <a:pt x="780470" y="43968"/>
                  <a:pt x="779497" y="43671"/>
                  <a:pt x="778262" y="43671"/>
                </a:cubicBezTo>
                <a:cubicBezTo>
                  <a:pt x="776932" y="43671"/>
                  <a:pt x="775317" y="44027"/>
                  <a:pt x="773417" y="44739"/>
                </a:cubicBezTo>
                <a:lnTo>
                  <a:pt x="772420" y="42175"/>
                </a:lnTo>
                <a:lnTo>
                  <a:pt x="792082" y="34196"/>
                </a:lnTo>
                <a:lnTo>
                  <a:pt x="795217" y="34196"/>
                </a:lnTo>
                <a:close/>
                <a:moveTo>
                  <a:pt x="832141" y="47945"/>
                </a:moveTo>
                <a:cubicBezTo>
                  <a:pt x="839787" y="38779"/>
                  <a:pt x="847078" y="34196"/>
                  <a:pt x="854012" y="34196"/>
                </a:cubicBezTo>
                <a:cubicBezTo>
                  <a:pt x="857574" y="34196"/>
                  <a:pt x="860637" y="35084"/>
                  <a:pt x="863202" y="36860"/>
                </a:cubicBezTo>
                <a:cubicBezTo>
                  <a:pt x="865766" y="38636"/>
                  <a:pt x="867809" y="41560"/>
                  <a:pt x="869328" y="45634"/>
                </a:cubicBezTo>
                <a:cubicBezTo>
                  <a:pt x="870373" y="48476"/>
                  <a:pt x="870896" y="52834"/>
                  <a:pt x="870896" y="58707"/>
                </a:cubicBezTo>
                <a:lnTo>
                  <a:pt x="870896" y="86486"/>
                </a:lnTo>
                <a:cubicBezTo>
                  <a:pt x="870896" y="90642"/>
                  <a:pt x="871228" y="93461"/>
                  <a:pt x="871893" y="94942"/>
                </a:cubicBezTo>
                <a:cubicBezTo>
                  <a:pt x="872415" y="96137"/>
                  <a:pt x="873259" y="97069"/>
                  <a:pt x="874422" y="97738"/>
                </a:cubicBezTo>
                <a:cubicBezTo>
                  <a:pt x="875586" y="98406"/>
                  <a:pt x="877735" y="98740"/>
                  <a:pt x="880869" y="98740"/>
                </a:cubicBezTo>
                <a:lnTo>
                  <a:pt x="880869" y="101304"/>
                </a:lnTo>
                <a:lnTo>
                  <a:pt x="848597" y="101304"/>
                </a:lnTo>
                <a:lnTo>
                  <a:pt x="848597" y="98740"/>
                </a:lnTo>
                <a:lnTo>
                  <a:pt x="849951" y="98740"/>
                </a:lnTo>
                <a:cubicBezTo>
                  <a:pt x="852990" y="98740"/>
                  <a:pt x="855116" y="98275"/>
                  <a:pt x="856327" y="97344"/>
                </a:cubicBezTo>
                <a:cubicBezTo>
                  <a:pt x="857538" y="96412"/>
                  <a:pt x="858381" y="95038"/>
                  <a:pt x="858856" y="93223"/>
                </a:cubicBezTo>
                <a:cubicBezTo>
                  <a:pt x="859046" y="92506"/>
                  <a:pt x="859141" y="90261"/>
                  <a:pt x="859141" y="86486"/>
                </a:cubicBezTo>
                <a:lnTo>
                  <a:pt x="859141" y="59816"/>
                </a:lnTo>
                <a:cubicBezTo>
                  <a:pt x="859141" y="53888"/>
                  <a:pt x="858369" y="49584"/>
                  <a:pt x="856826" y="46905"/>
                </a:cubicBezTo>
                <a:cubicBezTo>
                  <a:pt x="855282" y="44226"/>
                  <a:pt x="852682" y="42887"/>
                  <a:pt x="849025" y="42887"/>
                </a:cubicBezTo>
                <a:cubicBezTo>
                  <a:pt x="843373" y="42887"/>
                  <a:pt x="837745" y="45974"/>
                  <a:pt x="832141" y="52148"/>
                </a:cubicBezTo>
                <a:lnTo>
                  <a:pt x="832141" y="86486"/>
                </a:lnTo>
                <a:cubicBezTo>
                  <a:pt x="832141" y="90929"/>
                  <a:pt x="832402" y="93676"/>
                  <a:pt x="832924" y="94728"/>
                </a:cubicBezTo>
                <a:cubicBezTo>
                  <a:pt x="833589" y="96113"/>
                  <a:pt x="834503" y="97128"/>
                  <a:pt x="835667" y="97774"/>
                </a:cubicBezTo>
                <a:cubicBezTo>
                  <a:pt x="836831" y="98418"/>
                  <a:pt x="839194" y="98740"/>
                  <a:pt x="842756" y="98740"/>
                </a:cubicBezTo>
                <a:lnTo>
                  <a:pt x="842756" y="101304"/>
                </a:lnTo>
                <a:lnTo>
                  <a:pt x="810483" y="101304"/>
                </a:lnTo>
                <a:lnTo>
                  <a:pt x="810483" y="98740"/>
                </a:lnTo>
                <a:lnTo>
                  <a:pt x="811908" y="98740"/>
                </a:lnTo>
                <a:cubicBezTo>
                  <a:pt x="815233" y="98740"/>
                  <a:pt x="817477" y="97892"/>
                  <a:pt x="818641" y="96197"/>
                </a:cubicBezTo>
                <a:cubicBezTo>
                  <a:pt x="819804" y="94501"/>
                  <a:pt x="820386" y="91264"/>
                  <a:pt x="820386" y="86486"/>
                </a:cubicBezTo>
                <a:lnTo>
                  <a:pt x="820386" y="62407"/>
                </a:lnTo>
                <a:cubicBezTo>
                  <a:pt x="820386" y="54570"/>
                  <a:pt x="820208" y="49797"/>
                  <a:pt x="819852" y="48088"/>
                </a:cubicBezTo>
                <a:cubicBezTo>
                  <a:pt x="819495" y="46378"/>
                  <a:pt x="818949" y="45214"/>
                  <a:pt x="818213" y="44597"/>
                </a:cubicBezTo>
                <a:cubicBezTo>
                  <a:pt x="817477" y="43979"/>
                  <a:pt x="816491" y="43671"/>
                  <a:pt x="815257" y="43671"/>
                </a:cubicBezTo>
                <a:cubicBezTo>
                  <a:pt x="813927" y="43671"/>
                  <a:pt x="812336" y="44027"/>
                  <a:pt x="810483" y="44739"/>
                </a:cubicBezTo>
                <a:lnTo>
                  <a:pt x="809415" y="42175"/>
                </a:lnTo>
                <a:lnTo>
                  <a:pt x="829077" y="34196"/>
                </a:lnTo>
                <a:lnTo>
                  <a:pt x="832141" y="34196"/>
                </a:lnTo>
                <a:lnTo>
                  <a:pt x="832141" y="47945"/>
                </a:lnTo>
                <a:close/>
                <a:moveTo>
                  <a:pt x="903523" y="77526"/>
                </a:moveTo>
                <a:cubicBezTo>
                  <a:pt x="899534" y="75581"/>
                  <a:pt x="896471" y="72866"/>
                  <a:pt x="894333" y="69380"/>
                </a:cubicBezTo>
                <a:cubicBezTo>
                  <a:pt x="892196" y="65893"/>
                  <a:pt x="891127" y="62039"/>
                  <a:pt x="891127" y="57816"/>
                </a:cubicBezTo>
                <a:cubicBezTo>
                  <a:pt x="891127" y="51366"/>
                  <a:pt x="893562" y="45817"/>
                  <a:pt x="898430" y="41168"/>
                </a:cubicBezTo>
                <a:cubicBezTo>
                  <a:pt x="903298" y="36520"/>
                  <a:pt x="909531" y="34196"/>
                  <a:pt x="917130" y="34196"/>
                </a:cubicBezTo>
                <a:cubicBezTo>
                  <a:pt x="923352" y="34196"/>
                  <a:pt x="928743" y="35715"/>
                  <a:pt x="933302" y="38755"/>
                </a:cubicBezTo>
                <a:lnTo>
                  <a:pt x="947123" y="38755"/>
                </a:lnTo>
                <a:cubicBezTo>
                  <a:pt x="949165" y="38755"/>
                  <a:pt x="950352" y="38814"/>
                  <a:pt x="950685" y="38933"/>
                </a:cubicBezTo>
                <a:cubicBezTo>
                  <a:pt x="951017" y="39052"/>
                  <a:pt x="951255" y="39254"/>
                  <a:pt x="951397" y="39539"/>
                </a:cubicBezTo>
                <a:cubicBezTo>
                  <a:pt x="951682" y="39966"/>
                  <a:pt x="951825" y="40726"/>
                  <a:pt x="951825" y="41818"/>
                </a:cubicBezTo>
                <a:cubicBezTo>
                  <a:pt x="951825" y="43053"/>
                  <a:pt x="951706" y="43908"/>
                  <a:pt x="951468" y="44383"/>
                </a:cubicBezTo>
                <a:cubicBezTo>
                  <a:pt x="951326" y="44621"/>
                  <a:pt x="951077" y="44811"/>
                  <a:pt x="950720" y="44953"/>
                </a:cubicBezTo>
                <a:cubicBezTo>
                  <a:pt x="950364" y="45095"/>
                  <a:pt x="949165" y="45167"/>
                  <a:pt x="947123" y="45167"/>
                </a:cubicBezTo>
                <a:lnTo>
                  <a:pt x="938645" y="45167"/>
                </a:lnTo>
                <a:cubicBezTo>
                  <a:pt x="941305" y="48586"/>
                  <a:pt x="942635" y="52956"/>
                  <a:pt x="942635" y="58275"/>
                </a:cubicBezTo>
                <a:cubicBezTo>
                  <a:pt x="942635" y="64354"/>
                  <a:pt x="940307" y="69555"/>
                  <a:pt x="935653" y="73877"/>
                </a:cubicBezTo>
                <a:cubicBezTo>
                  <a:pt x="930999" y="78199"/>
                  <a:pt x="924753" y="80360"/>
                  <a:pt x="916917" y="80360"/>
                </a:cubicBezTo>
                <a:cubicBezTo>
                  <a:pt x="913687" y="80360"/>
                  <a:pt x="910386" y="79875"/>
                  <a:pt x="907014" y="78906"/>
                </a:cubicBezTo>
                <a:cubicBezTo>
                  <a:pt x="904924" y="80684"/>
                  <a:pt x="903511" y="82239"/>
                  <a:pt x="902775" y="83572"/>
                </a:cubicBezTo>
                <a:cubicBezTo>
                  <a:pt x="902039" y="84905"/>
                  <a:pt x="901671" y="86039"/>
                  <a:pt x="901671" y="86974"/>
                </a:cubicBezTo>
                <a:cubicBezTo>
                  <a:pt x="901671" y="87769"/>
                  <a:pt x="902063" y="88541"/>
                  <a:pt x="902847" y="89289"/>
                </a:cubicBezTo>
                <a:cubicBezTo>
                  <a:pt x="903630" y="90037"/>
                  <a:pt x="905162" y="90575"/>
                  <a:pt x="907442" y="90903"/>
                </a:cubicBezTo>
                <a:cubicBezTo>
                  <a:pt x="908771" y="91120"/>
                  <a:pt x="912096" y="91310"/>
                  <a:pt x="917415" y="91473"/>
                </a:cubicBezTo>
                <a:cubicBezTo>
                  <a:pt x="927199" y="91745"/>
                  <a:pt x="933539" y="92125"/>
                  <a:pt x="936437" y="92613"/>
                </a:cubicBezTo>
                <a:cubicBezTo>
                  <a:pt x="940854" y="93229"/>
                  <a:pt x="944380" y="94865"/>
                  <a:pt x="947016" y="97520"/>
                </a:cubicBezTo>
                <a:cubicBezTo>
                  <a:pt x="949652" y="100175"/>
                  <a:pt x="950970" y="103446"/>
                  <a:pt x="950970" y="107333"/>
                </a:cubicBezTo>
                <a:cubicBezTo>
                  <a:pt x="950970" y="112691"/>
                  <a:pt x="948453" y="117717"/>
                  <a:pt x="943418" y="122410"/>
                </a:cubicBezTo>
                <a:cubicBezTo>
                  <a:pt x="936009" y="129332"/>
                  <a:pt x="926344" y="132793"/>
                  <a:pt x="914423" y="132793"/>
                </a:cubicBezTo>
                <a:cubicBezTo>
                  <a:pt x="905257" y="132793"/>
                  <a:pt x="897515" y="130726"/>
                  <a:pt x="891199" y="126593"/>
                </a:cubicBezTo>
                <a:cubicBezTo>
                  <a:pt x="887637" y="124218"/>
                  <a:pt x="885856" y="121748"/>
                  <a:pt x="885856" y="119181"/>
                </a:cubicBezTo>
                <a:cubicBezTo>
                  <a:pt x="885856" y="118042"/>
                  <a:pt x="886117" y="116902"/>
                  <a:pt x="886639" y="115762"/>
                </a:cubicBezTo>
                <a:cubicBezTo>
                  <a:pt x="887447" y="114005"/>
                  <a:pt x="889109" y="111558"/>
                  <a:pt x="891626" y="108422"/>
                </a:cubicBezTo>
                <a:cubicBezTo>
                  <a:pt x="891959" y="107994"/>
                  <a:pt x="894381" y="105429"/>
                  <a:pt x="898893" y="100726"/>
                </a:cubicBezTo>
                <a:cubicBezTo>
                  <a:pt x="896423" y="99255"/>
                  <a:pt x="894678" y="97938"/>
                  <a:pt x="893656" y="96776"/>
                </a:cubicBezTo>
                <a:cubicBezTo>
                  <a:pt x="892635" y="95614"/>
                  <a:pt x="892125" y="94298"/>
                  <a:pt x="892125" y="92827"/>
                </a:cubicBezTo>
                <a:cubicBezTo>
                  <a:pt x="892125" y="91166"/>
                  <a:pt x="892802" y="89221"/>
                  <a:pt x="894155" y="86992"/>
                </a:cubicBezTo>
                <a:cubicBezTo>
                  <a:pt x="895509" y="84761"/>
                  <a:pt x="898631" y="81606"/>
                  <a:pt x="903523" y="77526"/>
                </a:cubicBezTo>
                <a:moveTo>
                  <a:pt x="915919" y="37758"/>
                </a:moveTo>
                <a:cubicBezTo>
                  <a:pt x="912405" y="37758"/>
                  <a:pt x="909460" y="39151"/>
                  <a:pt x="907085" y="41939"/>
                </a:cubicBezTo>
                <a:cubicBezTo>
                  <a:pt x="904711" y="44724"/>
                  <a:pt x="903523" y="48999"/>
                  <a:pt x="903523" y="54762"/>
                </a:cubicBezTo>
                <a:cubicBezTo>
                  <a:pt x="903523" y="62226"/>
                  <a:pt x="905138" y="68012"/>
                  <a:pt x="908368" y="72120"/>
                </a:cubicBezTo>
                <a:cubicBezTo>
                  <a:pt x="910837" y="75238"/>
                  <a:pt x="913972" y="76798"/>
                  <a:pt x="917772" y="76798"/>
                </a:cubicBezTo>
                <a:cubicBezTo>
                  <a:pt x="921381" y="76798"/>
                  <a:pt x="924349" y="75451"/>
                  <a:pt x="926677" y="72759"/>
                </a:cubicBezTo>
                <a:cubicBezTo>
                  <a:pt x="929004" y="70067"/>
                  <a:pt x="930167" y="65839"/>
                  <a:pt x="930167" y="60076"/>
                </a:cubicBezTo>
                <a:cubicBezTo>
                  <a:pt x="930167" y="52566"/>
                  <a:pt x="928529" y="46685"/>
                  <a:pt x="925252" y="42433"/>
                </a:cubicBezTo>
                <a:cubicBezTo>
                  <a:pt x="922830" y="39316"/>
                  <a:pt x="919719" y="37758"/>
                  <a:pt x="915919" y="37758"/>
                </a:cubicBezTo>
                <a:moveTo>
                  <a:pt x="902811" y="101304"/>
                </a:moveTo>
                <a:cubicBezTo>
                  <a:pt x="900579" y="103712"/>
                  <a:pt x="898893" y="105954"/>
                  <a:pt x="897753" y="108030"/>
                </a:cubicBezTo>
                <a:cubicBezTo>
                  <a:pt x="896613" y="110106"/>
                  <a:pt x="896043" y="112018"/>
                  <a:pt x="896043" y="113765"/>
                </a:cubicBezTo>
                <a:cubicBezTo>
                  <a:pt x="896043" y="116030"/>
                  <a:pt x="897420" y="118012"/>
                  <a:pt x="900175" y="119711"/>
                </a:cubicBezTo>
                <a:cubicBezTo>
                  <a:pt x="904924" y="122638"/>
                  <a:pt x="911787" y="124102"/>
                  <a:pt x="920764" y="124102"/>
                </a:cubicBezTo>
                <a:cubicBezTo>
                  <a:pt x="929313" y="124102"/>
                  <a:pt x="935617" y="122608"/>
                  <a:pt x="939678" y="119622"/>
                </a:cubicBezTo>
                <a:cubicBezTo>
                  <a:pt x="943739" y="116638"/>
                  <a:pt x="945769" y="113453"/>
                  <a:pt x="945769" y="110067"/>
                </a:cubicBezTo>
                <a:cubicBezTo>
                  <a:pt x="945769" y="107623"/>
                  <a:pt x="944558" y="105883"/>
                  <a:pt x="942136" y="104849"/>
                </a:cubicBezTo>
                <a:cubicBezTo>
                  <a:pt x="939666" y="103814"/>
                  <a:pt x="934774" y="103203"/>
                  <a:pt x="927460" y="103014"/>
                </a:cubicBezTo>
                <a:cubicBezTo>
                  <a:pt x="916774" y="102717"/>
                  <a:pt x="908558" y="102147"/>
                  <a:pt x="902811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5AE84177-8207-423B-B68C-8EBFBD25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914" y="286663"/>
            <a:ext cx="951825" cy="132793"/>
          </a:xfrm>
          <a:custGeom xmlns:a="http://schemas.openxmlformats.org/drawingml/2006/main">
            <a:pathLst>
              <a:path w="951825" h="132793" fill="none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2" y="34196"/>
                </a:moveTo>
                <a:cubicBezTo>
                  <a:pt x="106001" y="34196"/>
                  <a:pt x="113932" y="37944"/>
                  <a:pt x="119917" y="45441"/>
                </a:cubicBezTo>
                <a:cubicBezTo>
                  <a:pt x="124999" y="51845"/>
                  <a:pt x="127539" y="59199"/>
                  <a:pt x="127539" y="67503"/>
                </a:cubicBezTo>
                <a:cubicBezTo>
                  <a:pt x="127539" y="73339"/>
                  <a:pt x="126138" y="79246"/>
                  <a:pt x="123336" y="85224"/>
                </a:cubicBezTo>
                <a:cubicBezTo>
                  <a:pt x="120534" y="91201"/>
                  <a:pt x="116675" y="95708"/>
                  <a:pt x="111760" y="98744"/>
                </a:cubicBezTo>
                <a:cubicBezTo>
                  <a:pt x="106844" y="101781"/>
                  <a:pt x="101370" y="103299"/>
                  <a:pt x="95339" y="103299"/>
                </a:cubicBezTo>
                <a:cubicBezTo>
                  <a:pt x="85507" y="103299"/>
                  <a:pt x="77695" y="99385"/>
                  <a:pt x="71900" y="91556"/>
                </a:cubicBezTo>
                <a:cubicBezTo>
                  <a:pt x="67008" y="84961"/>
                  <a:pt x="64563" y="77560"/>
                  <a:pt x="64563" y="69353"/>
                </a:cubicBezTo>
                <a:cubicBezTo>
                  <a:pt x="64563" y="63375"/>
                  <a:pt x="66047" y="57432"/>
                  <a:pt x="69015" y="51525"/>
                </a:cubicBezTo>
                <a:cubicBezTo>
                  <a:pt x="71983" y="45618"/>
                  <a:pt x="75890" y="41253"/>
                  <a:pt x="80734" y="38430"/>
                </a:cubicBezTo>
                <a:cubicBezTo>
                  <a:pt x="85579" y="35607"/>
                  <a:pt x="90708" y="34196"/>
                  <a:pt x="96122" y="34196"/>
                </a:cubicBezTo>
                <a:moveTo>
                  <a:pt x="93914" y="38898"/>
                </a:moveTo>
                <a:cubicBezTo>
                  <a:pt x="91397" y="38898"/>
                  <a:pt x="88868" y="39643"/>
                  <a:pt x="86327" y="41135"/>
                </a:cubicBezTo>
                <a:cubicBezTo>
                  <a:pt x="83786" y="42625"/>
                  <a:pt x="81732" y="45239"/>
                  <a:pt x="80164" y="48978"/>
                </a:cubicBezTo>
                <a:cubicBezTo>
                  <a:pt x="78597" y="52717"/>
                  <a:pt x="77813" y="57520"/>
                  <a:pt x="77813" y="63387"/>
                </a:cubicBezTo>
                <a:cubicBezTo>
                  <a:pt x="77813" y="72851"/>
                  <a:pt x="79701" y="81015"/>
                  <a:pt x="83477" y="87878"/>
                </a:cubicBezTo>
                <a:cubicBezTo>
                  <a:pt x="87253" y="94739"/>
                  <a:pt x="92228" y="98170"/>
                  <a:pt x="98402" y="98170"/>
                </a:cubicBezTo>
                <a:cubicBezTo>
                  <a:pt x="103009" y="98170"/>
                  <a:pt x="106808" y="96277"/>
                  <a:pt x="109800" y="92491"/>
                </a:cubicBezTo>
                <a:cubicBezTo>
                  <a:pt x="112793" y="88704"/>
                  <a:pt x="114289" y="82198"/>
                  <a:pt x="114289" y="72971"/>
                </a:cubicBezTo>
                <a:cubicBezTo>
                  <a:pt x="114289" y="61424"/>
                  <a:pt x="111795" y="52338"/>
                  <a:pt x="106808" y="45712"/>
                </a:cubicBezTo>
                <a:cubicBezTo>
                  <a:pt x="103436" y="41169"/>
                  <a:pt x="99138" y="38898"/>
                  <a:pt x="93914" y="38898"/>
                </a:cubicBezTo>
                <a:close/>
                <a:moveTo>
                  <a:pt x="183251" y="93971"/>
                </a:moveTo>
                <a:cubicBezTo>
                  <a:pt x="180068" y="97294"/>
                  <a:pt x="176958" y="99680"/>
                  <a:pt x="173918" y="101129"/>
                </a:cubicBezTo>
                <a:cubicBezTo>
                  <a:pt x="170878" y="102576"/>
                  <a:pt x="167601" y="103299"/>
                  <a:pt x="164087" y="103299"/>
                </a:cubicBezTo>
                <a:cubicBezTo>
                  <a:pt x="156963" y="103299"/>
                  <a:pt x="150741" y="100326"/>
                  <a:pt x="145422" y="94379"/>
                </a:cubicBezTo>
                <a:cubicBezTo>
                  <a:pt x="140102" y="88430"/>
                  <a:pt x="137443" y="80786"/>
                  <a:pt x="137443" y="71448"/>
                </a:cubicBezTo>
                <a:cubicBezTo>
                  <a:pt x="137443" y="62111"/>
                  <a:pt x="140387" y="53568"/>
                  <a:pt x="146277" y="45819"/>
                </a:cubicBezTo>
                <a:cubicBezTo>
                  <a:pt x="152166" y="38070"/>
                  <a:pt x="159741" y="34196"/>
                  <a:pt x="169002" y="34196"/>
                </a:cubicBezTo>
                <a:cubicBezTo>
                  <a:pt x="174749" y="34196"/>
                  <a:pt x="179499" y="36023"/>
                  <a:pt x="183251" y="39679"/>
                </a:cubicBezTo>
                <a:lnTo>
                  <a:pt x="183251" y="27499"/>
                </a:lnTo>
                <a:cubicBezTo>
                  <a:pt x="183251" y="20074"/>
                  <a:pt x="183072" y="15510"/>
                  <a:pt x="182716" y="13807"/>
                </a:cubicBezTo>
                <a:cubicBezTo>
                  <a:pt x="182360" y="12105"/>
                  <a:pt x="181802" y="10946"/>
                  <a:pt x="181042" y="10330"/>
                </a:cubicBezTo>
                <a:cubicBezTo>
                  <a:pt x="180282" y="9713"/>
                  <a:pt x="179332" y="9404"/>
                  <a:pt x="178192" y="9404"/>
                </a:cubicBezTo>
                <a:cubicBezTo>
                  <a:pt x="176958" y="9404"/>
                  <a:pt x="175319" y="9784"/>
                  <a:pt x="173277" y="10544"/>
                </a:cubicBezTo>
                <a:lnTo>
                  <a:pt x="172351" y="7979"/>
                </a:lnTo>
                <a:lnTo>
                  <a:pt x="191799" y="0"/>
                </a:lnTo>
                <a:lnTo>
                  <a:pt x="195005" y="0"/>
                </a:lnTo>
                <a:lnTo>
                  <a:pt x="195005" y="75515"/>
                </a:lnTo>
                <a:cubicBezTo>
                  <a:pt x="195005" y="83131"/>
                  <a:pt x="195183" y="87778"/>
                  <a:pt x="195540" y="89456"/>
                </a:cubicBezTo>
                <a:cubicBezTo>
                  <a:pt x="195896" y="91135"/>
                  <a:pt x="196466" y="92307"/>
                  <a:pt x="197249" y="92972"/>
                </a:cubicBezTo>
                <a:cubicBezTo>
                  <a:pt x="198033" y="93635"/>
                  <a:pt x="198947" y="93967"/>
                  <a:pt x="199992" y="93967"/>
                </a:cubicBezTo>
                <a:cubicBezTo>
                  <a:pt x="201274" y="93967"/>
                  <a:pt x="202984" y="93563"/>
                  <a:pt x="205121" y="92756"/>
                </a:cubicBezTo>
                <a:lnTo>
                  <a:pt x="205905" y="95320"/>
                </a:lnTo>
                <a:lnTo>
                  <a:pt x="186528" y="103299"/>
                </a:lnTo>
                <a:lnTo>
                  <a:pt x="183251" y="103299"/>
                </a:lnTo>
                <a:lnTo>
                  <a:pt x="183251" y="93971"/>
                </a:lnTo>
                <a:moveTo>
                  <a:pt x="183251" y="88995"/>
                </a:moveTo>
                <a:lnTo>
                  <a:pt x="183251" y="55454"/>
                </a:lnTo>
                <a:cubicBezTo>
                  <a:pt x="182966" y="52232"/>
                  <a:pt x="182111" y="49295"/>
                  <a:pt x="180686" y="46643"/>
                </a:cubicBezTo>
                <a:cubicBezTo>
                  <a:pt x="179261" y="43989"/>
                  <a:pt x="177373" y="41988"/>
                  <a:pt x="175022" y="40638"/>
                </a:cubicBezTo>
                <a:cubicBezTo>
                  <a:pt x="172671" y="39288"/>
                  <a:pt x="170380" y="38613"/>
                  <a:pt x="168148" y="38613"/>
                </a:cubicBezTo>
                <a:cubicBezTo>
                  <a:pt x="163968" y="38613"/>
                  <a:pt x="160240" y="40484"/>
                  <a:pt x="156963" y="44227"/>
                </a:cubicBezTo>
                <a:cubicBezTo>
                  <a:pt x="152641" y="49153"/>
                  <a:pt x="150480" y="56354"/>
                  <a:pt x="150480" y="65829"/>
                </a:cubicBezTo>
                <a:cubicBezTo>
                  <a:pt x="150480" y="75399"/>
                  <a:pt x="152570" y="82731"/>
                  <a:pt x="156749" y="87824"/>
                </a:cubicBezTo>
                <a:cubicBezTo>
                  <a:pt x="160928" y="92917"/>
                  <a:pt x="165583" y="95463"/>
                  <a:pt x="170712" y="95463"/>
                </a:cubicBezTo>
                <a:cubicBezTo>
                  <a:pt x="175034" y="95463"/>
                  <a:pt x="179214" y="93307"/>
                  <a:pt x="183251" y="88995"/>
                </a:cubicBezTo>
                <a:close/>
                <a:moveTo>
                  <a:pt x="221079" y="60697"/>
                </a:moveTo>
                <a:cubicBezTo>
                  <a:pt x="221031" y="70341"/>
                  <a:pt x="223382" y="77906"/>
                  <a:pt x="228132" y="83390"/>
                </a:cubicBezTo>
                <a:cubicBezTo>
                  <a:pt x="232881" y="88874"/>
                  <a:pt x="238462" y="91616"/>
                  <a:pt x="244873" y="91616"/>
                </a:cubicBezTo>
                <a:cubicBezTo>
                  <a:pt x="249148" y="91616"/>
                  <a:pt x="252864" y="90435"/>
                  <a:pt x="256022" y="88074"/>
                </a:cubicBezTo>
                <a:cubicBezTo>
                  <a:pt x="259181" y="85712"/>
                  <a:pt x="261829" y="81669"/>
                  <a:pt x="263966" y="75943"/>
                </a:cubicBezTo>
                <a:lnTo>
                  <a:pt x="266174" y="77374"/>
                </a:lnTo>
                <a:cubicBezTo>
                  <a:pt x="265177" y="83915"/>
                  <a:pt x="262280" y="89871"/>
                  <a:pt x="257483" y="95242"/>
                </a:cubicBezTo>
                <a:cubicBezTo>
                  <a:pt x="252686" y="100614"/>
                  <a:pt x="246678" y="103299"/>
                  <a:pt x="239459" y="103299"/>
                </a:cubicBezTo>
                <a:cubicBezTo>
                  <a:pt x="231622" y="103299"/>
                  <a:pt x="224914" y="100254"/>
                  <a:pt x="219333" y="94165"/>
                </a:cubicBezTo>
                <a:cubicBezTo>
                  <a:pt x="213753" y="88074"/>
                  <a:pt x="210963" y="79885"/>
                  <a:pt x="210963" y="69600"/>
                </a:cubicBezTo>
                <a:cubicBezTo>
                  <a:pt x="210963" y="58463"/>
                  <a:pt x="213824" y="49778"/>
                  <a:pt x="219547" y="43546"/>
                </a:cubicBezTo>
                <a:cubicBezTo>
                  <a:pt x="225270" y="37312"/>
                  <a:pt x="232454" y="34196"/>
                  <a:pt x="241097" y="34196"/>
                </a:cubicBezTo>
                <a:cubicBezTo>
                  <a:pt x="248412" y="34196"/>
                  <a:pt x="254420" y="36600"/>
                  <a:pt x="259121" y="41409"/>
                </a:cubicBezTo>
                <a:cubicBezTo>
                  <a:pt x="263823" y="46216"/>
                  <a:pt x="266174" y="52646"/>
                  <a:pt x="266174" y="60697"/>
                </a:cubicBezTo>
                <a:lnTo>
                  <a:pt x="221079" y="60697"/>
                </a:lnTo>
                <a:moveTo>
                  <a:pt x="221079" y="56565"/>
                </a:moveTo>
                <a:lnTo>
                  <a:pt x="251285" y="56565"/>
                </a:lnTo>
                <a:cubicBezTo>
                  <a:pt x="251047" y="52420"/>
                  <a:pt x="250549" y="49500"/>
                  <a:pt x="249789" y="47805"/>
                </a:cubicBezTo>
                <a:cubicBezTo>
                  <a:pt x="248602" y="45166"/>
                  <a:pt x="246832" y="43093"/>
                  <a:pt x="244481" y="41587"/>
                </a:cubicBezTo>
                <a:cubicBezTo>
                  <a:pt x="242130" y="40079"/>
                  <a:pt x="239673" y="39325"/>
                  <a:pt x="237108" y="39325"/>
                </a:cubicBezTo>
                <a:cubicBezTo>
                  <a:pt x="233166" y="39325"/>
                  <a:pt x="229640" y="40844"/>
                  <a:pt x="226529" y="43882"/>
                </a:cubicBezTo>
                <a:cubicBezTo>
                  <a:pt x="223418" y="46920"/>
                  <a:pt x="221601" y="51148"/>
                  <a:pt x="221079" y="56565"/>
                </a:cubicBezTo>
                <a:close/>
                <a:moveTo>
                  <a:pt x="322189" y="60697"/>
                </a:moveTo>
                <a:cubicBezTo>
                  <a:pt x="322141" y="70341"/>
                  <a:pt x="324492" y="77906"/>
                  <a:pt x="329241" y="83390"/>
                </a:cubicBezTo>
                <a:cubicBezTo>
                  <a:pt x="333991" y="88874"/>
                  <a:pt x="339571" y="91616"/>
                  <a:pt x="345983" y="91616"/>
                </a:cubicBezTo>
                <a:cubicBezTo>
                  <a:pt x="350257" y="91616"/>
                  <a:pt x="353974" y="90435"/>
                  <a:pt x="357132" y="88074"/>
                </a:cubicBezTo>
                <a:cubicBezTo>
                  <a:pt x="360291" y="85712"/>
                  <a:pt x="362938" y="81669"/>
                  <a:pt x="365076" y="75943"/>
                </a:cubicBezTo>
                <a:lnTo>
                  <a:pt x="367284" y="77374"/>
                </a:lnTo>
                <a:cubicBezTo>
                  <a:pt x="366287" y="83915"/>
                  <a:pt x="363390" y="89871"/>
                  <a:pt x="358593" y="95242"/>
                </a:cubicBezTo>
                <a:cubicBezTo>
                  <a:pt x="353796" y="100614"/>
                  <a:pt x="347788" y="103299"/>
                  <a:pt x="340569" y="103299"/>
                </a:cubicBezTo>
                <a:cubicBezTo>
                  <a:pt x="332732" y="103299"/>
                  <a:pt x="326024" y="100254"/>
                  <a:pt x="320443" y="94165"/>
                </a:cubicBezTo>
                <a:cubicBezTo>
                  <a:pt x="314863" y="88074"/>
                  <a:pt x="312072" y="79885"/>
                  <a:pt x="312072" y="69600"/>
                </a:cubicBezTo>
                <a:cubicBezTo>
                  <a:pt x="312072" y="58463"/>
                  <a:pt x="314934" y="49778"/>
                  <a:pt x="320657" y="43546"/>
                </a:cubicBezTo>
                <a:cubicBezTo>
                  <a:pt x="326380" y="37312"/>
                  <a:pt x="333563" y="34196"/>
                  <a:pt x="342207" y="34196"/>
                </a:cubicBezTo>
                <a:cubicBezTo>
                  <a:pt x="349521" y="34196"/>
                  <a:pt x="355529" y="36600"/>
                  <a:pt x="360231" y="41409"/>
                </a:cubicBezTo>
                <a:cubicBezTo>
                  <a:pt x="364933" y="46216"/>
                  <a:pt x="367284" y="52646"/>
                  <a:pt x="367284" y="60697"/>
                </a:cubicBezTo>
                <a:lnTo>
                  <a:pt x="322189" y="60697"/>
                </a:lnTo>
                <a:moveTo>
                  <a:pt x="322189" y="56565"/>
                </a:moveTo>
                <a:lnTo>
                  <a:pt x="352395" y="56565"/>
                </a:lnTo>
                <a:cubicBezTo>
                  <a:pt x="352157" y="52420"/>
                  <a:pt x="351659" y="49500"/>
                  <a:pt x="350899" y="47805"/>
                </a:cubicBezTo>
                <a:cubicBezTo>
                  <a:pt x="349711" y="45166"/>
                  <a:pt x="347942" y="43093"/>
                  <a:pt x="345591" y="41587"/>
                </a:cubicBezTo>
                <a:cubicBezTo>
                  <a:pt x="343240" y="40079"/>
                  <a:pt x="340782" y="39325"/>
                  <a:pt x="338218" y="39325"/>
                </a:cubicBezTo>
                <a:cubicBezTo>
                  <a:pt x="334276" y="39325"/>
                  <a:pt x="330749" y="40844"/>
                  <a:pt x="327639" y="43882"/>
                </a:cubicBezTo>
                <a:cubicBezTo>
                  <a:pt x="324528" y="46920"/>
                  <a:pt x="322711" y="51148"/>
                  <a:pt x="322189" y="56565"/>
                </a:cubicBezTo>
                <a:close/>
                <a:moveTo>
                  <a:pt x="395230" y="48210"/>
                </a:moveTo>
                <a:cubicBezTo>
                  <a:pt x="399979" y="43419"/>
                  <a:pt x="402781" y="40664"/>
                  <a:pt x="403636" y="39946"/>
                </a:cubicBezTo>
                <a:cubicBezTo>
                  <a:pt x="405774" y="38125"/>
                  <a:pt x="408077" y="36711"/>
                  <a:pt x="410547" y="35705"/>
                </a:cubicBezTo>
                <a:cubicBezTo>
                  <a:pt x="413016" y="34699"/>
                  <a:pt x="415462" y="34196"/>
                  <a:pt x="417885" y="34196"/>
                </a:cubicBezTo>
                <a:cubicBezTo>
                  <a:pt x="421969" y="34196"/>
                  <a:pt x="425484" y="35393"/>
                  <a:pt x="428428" y="37789"/>
                </a:cubicBezTo>
                <a:cubicBezTo>
                  <a:pt x="431373" y="40184"/>
                  <a:pt x="433344" y="43658"/>
                  <a:pt x="434341" y="48210"/>
                </a:cubicBezTo>
                <a:cubicBezTo>
                  <a:pt x="439233" y="42460"/>
                  <a:pt x="443365" y="38688"/>
                  <a:pt x="446737" y="36892"/>
                </a:cubicBezTo>
                <a:cubicBezTo>
                  <a:pt x="450109" y="35094"/>
                  <a:pt x="453576" y="34196"/>
                  <a:pt x="457138" y="34196"/>
                </a:cubicBezTo>
                <a:cubicBezTo>
                  <a:pt x="460605" y="34196"/>
                  <a:pt x="463681" y="35084"/>
                  <a:pt x="466364" y="36860"/>
                </a:cubicBezTo>
                <a:cubicBezTo>
                  <a:pt x="469047" y="38636"/>
                  <a:pt x="471173" y="41536"/>
                  <a:pt x="472740" y="45563"/>
                </a:cubicBezTo>
                <a:cubicBezTo>
                  <a:pt x="473785" y="48310"/>
                  <a:pt x="474307" y="52620"/>
                  <a:pt x="474307" y="58493"/>
                </a:cubicBezTo>
                <a:lnTo>
                  <a:pt x="474307" y="86486"/>
                </a:lnTo>
                <a:cubicBezTo>
                  <a:pt x="474307" y="90595"/>
                  <a:pt x="474616" y="93413"/>
                  <a:pt x="475233" y="94942"/>
                </a:cubicBezTo>
                <a:cubicBezTo>
                  <a:pt x="475708" y="95993"/>
                  <a:pt x="476587" y="96888"/>
                  <a:pt x="477869" y="97629"/>
                </a:cubicBezTo>
                <a:cubicBezTo>
                  <a:pt x="479152" y="98370"/>
                  <a:pt x="481241" y="98740"/>
                  <a:pt x="484138" y="98740"/>
                </a:cubicBezTo>
                <a:lnTo>
                  <a:pt x="484138" y="101304"/>
                </a:lnTo>
                <a:lnTo>
                  <a:pt x="451938" y="101304"/>
                </a:lnTo>
                <a:lnTo>
                  <a:pt x="451938" y="98740"/>
                </a:lnTo>
                <a:lnTo>
                  <a:pt x="453291" y="98740"/>
                </a:lnTo>
                <a:cubicBezTo>
                  <a:pt x="456093" y="98740"/>
                  <a:pt x="458278" y="98191"/>
                  <a:pt x="459845" y="97092"/>
                </a:cubicBezTo>
                <a:cubicBezTo>
                  <a:pt x="460938" y="96328"/>
                  <a:pt x="461721" y="95110"/>
                  <a:pt x="462196" y="93437"/>
                </a:cubicBezTo>
                <a:cubicBezTo>
                  <a:pt x="462386" y="92625"/>
                  <a:pt x="462481" y="90308"/>
                  <a:pt x="462481" y="86486"/>
                </a:cubicBezTo>
                <a:lnTo>
                  <a:pt x="462481" y="58600"/>
                </a:lnTo>
                <a:cubicBezTo>
                  <a:pt x="462481" y="53315"/>
                  <a:pt x="461840" y="49587"/>
                  <a:pt x="460558" y="47417"/>
                </a:cubicBezTo>
                <a:cubicBezTo>
                  <a:pt x="458706" y="44397"/>
                  <a:pt x="455737" y="42887"/>
                  <a:pt x="451653" y="42887"/>
                </a:cubicBezTo>
                <a:cubicBezTo>
                  <a:pt x="449136" y="42887"/>
                  <a:pt x="446606" y="43514"/>
                  <a:pt x="444066" y="44768"/>
                </a:cubicBezTo>
                <a:cubicBezTo>
                  <a:pt x="441525" y="46022"/>
                  <a:pt x="438449" y="48353"/>
                  <a:pt x="434840" y="51759"/>
                </a:cubicBezTo>
                <a:lnTo>
                  <a:pt x="434697" y="52540"/>
                </a:lnTo>
                <a:lnTo>
                  <a:pt x="434840" y="55581"/>
                </a:lnTo>
                <a:lnTo>
                  <a:pt x="434840" y="86486"/>
                </a:lnTo>
                <a:cubicBezTo>
                  <a:pt x="434840" y="90978"/>
                  <a:pt x="435089" y="93772"/>
                  <a:pt x="435588" y="94871"/>
                </a:cubicBezTo>
                <a:cubicBezTo>
                  <a:pt x="436087" y="95969"/>
                  <a:pt x="437025" y="96888"/>
                  <a:pt x="438402" y="97629"/>
                </a:cubicBezTo>
                <a:cubicBezTo>
                  <a:pt x="439779" y="98370"/>
                  <a:pt x="442130" y="98740"/>
                  <a:pt x="445455" y="98740"/>
                </a:cubicBezTo>
                <a:lnTo>
                  <a:pt x="445455" y="101304"/>
                </a:lnTo>
                <a:lnTo>
                  <a:pt x="412470" y="101304"/>
                </a:lnTo>
                <a:lnTo>
                  <a:pt x="412470" y="98740"/>
                </a:lnTo>
                <a:cubicBezTo>
                  <a:pt x="416080" y="98740"/>
                  <a:pt x="418561" y="98310"/>
                  <a:pt x="419915" y="97451"/>
                </a:cubicBezTo>
                <a:cubicBezTo>
                  <a:pt x="421268" y="96590"/>
                  <a:pt x="422206" y="95300"/>
                  <a:pt x="422729" y="93582"/>
                </a:cubicBezTo>
                <a:cubicBezTo>
                  <a:pt x="422966" y="92768"/>
                  <a:pt x="423085" y="90403"/>
                  <a:pt x="423085" y="86486"/>
                </a:cubicBezTo>
                <a:lnTo>
                  <a:pt x="423085" y="58618"/>
                </a:lnTo>
                <a:cubicBezTo>
                  <a:pt x="423085" y="53336"/>
                  <a:pt x="422301" y="49525"/>
                  <a:pt x="420734" y="47186"/>
                </a:cubicBezTo>
                <a:cubicBezTo>
                  <a:pt x="418644" y="44130"/>
                  <a:pt x="415724" y="42602"/>
                  <a:pt x="411972" y="42602"/>
                </a:cubicBezTo>
                <a:cubicBezTo>
                  <a:pt x="409407" y="42602"/>
                  <a:pt x="406866" y="43294"/>
                  <a:pt x="404349" y="44677"/>
                </a:cubicBezTo>
                <a:cubicBezTo>
                  <a:pt x="400407" y="46776"/>
                  <a:pt x="397367" y="49136"/>
                  <a:pt x="395230" y="51759"/>
                </a:cubicBezTo>
                <a:lnTo>
                  <a:pt x="395230" y="86486"/>
                </a:lnTo>
                <a:cubicBezTo>
                  <a:pt x="395230" y="90786"/>
                  <a:pt x="395527" y="93581"/>
                  <a:pt x="396120" y="94871"/>
                </a:cubicBezTo>
                <a:cubicBezTo>
                  <a:pt x="396714" y="96160"/>
                  <a:pt x="397593" y="97128"/>
                  <a:pt x="398756" y="97774"/>
                </a:cubicBezTo>
                <a:cubicBezTo>
                  <a:pt x="399920" y="98418"/>
                  <a:pt x="402283" y="98740"/>
                  <a:pt x="405845" y="98740"/>
                </a:cubicBezTo>
                <a:lnTo>
                  <a:pt x="405845" y="101304"/>
                </a:lnTo>
                <a:lnTo>
                  <a:pt x="373573" y="101304"/>
                </a:lnTo>
                <a:lnTo>
                  <a:pt x="373573" y="98740"/>
                </a:lnTo>
                <a:cubicBezTo>
                  <a:pt x="376565" y="98740"/>
                  <a:pt x="378655" y="98418"/>
                  <a:pt x="379842" y="97774"/>
                </a:cubicBezTo>
                <a:cubicBezTo>
                  <a:pt x="381029" y="97128"/>
                  <a:pt x="381932" y="96101"/>
                  <a:pt x="382549" y="94692"/>
                </a:cubicBezTo>
                <a:cubicBezTo>
                  <a:pt x="383166" y="93282"/>
                  <a:pt x="383475" y="90547"/>
                  <a:pt x="383475" y="86486"/>
                </a:cubicBezTo>
                <a:lnTo>
                  <a:pt x="383475" y="61695"/>
                </a:lnTo>
                <a:cubicBezTo>
                  <a:pt x="383475" y="54523"/>
                  <a:pt x="383261" y="49892"/>
                  <a:pt x="382834" y="47803"/>
                </a:cubicBezTo>
                <a:cubicBezTo>
                  <a:pt x="382502" y="46235"/>
                  <a:pt x="381979" y="45155"/>
                  <a:pt x="381267" y="44561"/>
                </a:cubicBezTo>
                <a:cubicBezTo>
                  <a:pt x="380554" y="43967"/>
                  <a:pt x="379581" y="43671"/>
                  <a:pt x="378346" y="43671"/>
                </a:cubicBezTo>
                <a:cubicBezTo>
                  <a:pt x="377016" y="43671"/>
                  <a:pt x="375425" y="44027"/>
                  <a:pt x="373573" y="44739"/>
                </a:cubicBezTo>
                <a:lnTo>
                  <a:pt x="372504" y="42175"/>
                </a:lnTo>
                <a:lnTo>
                  <a:pt x="392167" y="34196"/>
                </a:lnTo>
                <a:lnTo>
                  <a:pt x="395230" y="34196"/>
                </a:lnTo>
                <a:lnTo>
                  <a:pt x="395230" y="48210"/>
                </a:lnTo>
                <a:close/>
                <a:moveTo>
                  <a:pt x="507099" y="47502"/>
                </a:moveTo>
                <a:cubicBezTo>
                  <a:pt x="513416" y="38631"/>
                  <a:pt x="520231" y="34196"/>
                  <a:pt x="527545" y="34196"/>
                </a:cubicBezTo>
                <a:cubicBezTo>
                  <a:pt x="534242" y="34196"/>
                  <a:pt x="540084" y="37054"/>
                  <a:pt x="545071" y="42771"/>
                </a:cubicBezTo>
                <a:cubicBezTo>
                  <a:pt x="550057" y="48488"/>
                  <a:pt x="552551" y="56305"/>
                  <a:pt x="552551" y="66221"/>
                </a:cubicBezTo>
                <a:cubicBezTo>
                  <a:pt x="552551" y="77797"/>
                  <a:pt x="548704" y="87120"/>
                  <a:pt x="541010" y="94189"/>
                </a:cubicBezTo>
                <a:cubicBezTo>
                  <a:pt x="534408" y="100263"/>
                  <a:pt x="527047" y="103299"/>
                  <a:pt x="518925" y="103299"/>
                </a:cubicBezTo>
                <a:cubicBezTo>
                  <a:pt x="515126" y="103299"/>
                  <a:pt x="511267" y="102606"/>
                  <a:pt x="507349" y="101220"/>
                </a:cubicBezTo>
                <a:cubicBezTo>
                  <a:pt x="503430" y="99834"/>
                  <a:pt x="499429" y="97754"/>
                  <a:pt x="495344" y="94980"/>
                </a:cubicBezTo>
                <a:lnTo>
                  <a:pt x="495344" y="27499"/>
                </a:lnTo>
                <a:cubicBezTo>
                  <a:pt x="495344" y="20090"/>
                  <a:pt x="495166" y="15531"/>
                  <a:pt x="494810" y="13821"/>
                </a:cubicBezTo>
                <a:cubicBezTo>
                  <a:pt x="494454" y="12111"/>
                  <a:pt x="493896" y="10947"/>
                  <a:pt x="493136" y="10330"/>
                </a:cubicBezTo>
                <a:cubicBezTo>
                  <a:pt x="492376" y="9713"/>
                  <a:pt x="491426" y="9404"/>
                  <a:pt x="490286" y="9404"/>
                </a:cubicBezTo>
                <a:cubicBezTo>
                  <a:pt x="488957" y="9404"/>
                  <a:pt x="487294" y="9784"/>
                  <a:pt x="485300" y="10544"/>
                </a:cubicBezTo>
                <a:lnTo>
                  <a:pt x="484302" y="7979"/>
                </a:lnTo>
                <a:lnTo>
                  <a:pt x="503893" y="0"/>
                </a:lnTo>
                <a:lnTo>
                  <a:pt x="507099" y="0"/>
                </a:lnTo>
                <a:lnTo>
                  <a:pt x="507099" y="47502"/>
                </a:lnTo>
                <a:moveTo>
                  <a:pt x="507099" y="52037"/>
                </a:moveTo>
                <a:lnTo>
                  <a:pt x="507099" y="90870"/>
                </a:lnTo>
                <a:cubicBezTo>
                  <a:pt x="509521" y="93233"/>
                  <a:pt x="512027" y="95017"/>
                  <a:pt x="514615" y="96222"/>
                </a:cubicBezTo>
                <a:cubicBezTo>
                  <a:pt x="517204" y="97426"/>
                  <a:pt x="519851" y="98027"/>
                  <a:pt x="522558" y="98027"/>
                </a:cubicBezTo>
                <a:cubicBezTo>
                  <a:pt x="526880" y="98027"/>
                  <a:pt x="530906" y="95665"/>
                  <a:pt x="534634" y="90941"/>
                </a:cubicBezTo>
                <a:cubicBezTo>
                  <a:pt x="538362" y="86217"/>
                  <a:pt x="540226" y="79343"/>
                  <a:pt x="540226" y="70319"/>
                </a:cubicBezTo>
                <a:cubicBezTo>
                  <a:pt x="540226" y="62005"/>
                  <a:pt x="538362" y="55615"/>
                  <a:pt x="534634" y="51151"/>
                </a:cubicBezTo>
                <a:cubicBezTo>
                  <a:pt x="530906" y="46687"/>
                  <a:pt x="526667" y="44454"/>
                  <a:pt x="521917" y="44454"/>
                </a:cubicBezTo>
                <a:cubicBezTo>
                  <a:pt x="519400" y="44454"/>
                  <a:pt x="516883" y="45092"/>
                  <a:pt x="514366" y="46367"/>
                </a:cubicBezTo>
                <a:cubicBezTo>
                  <a:pt x="512466" y="47312"/>
                  <a:pt x="510044" y="49202"/>
                  <a:pt x="507099" y="52037"/>
                </a:cubicBezTo>
                <a:close/>
                <a:moveTo>
                  <a:pt x="573139" y="60697"/>
                </a:moveTo>
                <a:cubicBezTo>
                  <a:pt x="573092" y="70341"/>
                  <a:pt x="575443" y="77906"/>
                  <a:pt x="580192" y="83390"/>
                </a:cubicBezTo>
                <a:cubicBezTo>
                  <a:pt x="584942" y="88874"/>
                  <a:pt x="590522" y="91616"/>
                  <a:pt x="596934" y="91616"/>
                </a:cubicBezTo>
                <a:cubicBezTo>
                  <a:pt x="601208" y="91616"/>
                  <a:pt x="604925" y="90435"/>
                  <a:pt x="608083" y="88074"/>
                </a:cubicBezTo>
                <a:cubicBezTo>
                  <a:pt x="611241" y="85712"/>
                  <a:pt x="613889" y="81669"/>
                  <a:pt x="616026" y="75943"/>
                </a:cubicBezTo>
                <a:lnTo>
                  <a:pt x="618235" y="77374"/>
                </a:lnTo>
                <a:cubicBezTo>
                  <a:pt x="617237" y="83915"/>
                  <a:pt x="614340" y="89871"/>
                  <a:pt x="609543" y="95242"/>
                </a:cubicBezTo>
                <a:cubicBezTo>
                  <a:pt x="604747" y="100614"/>
                  <a:pt x="598739" y="103299"/>
                  <a:pt x="591520" y="103299"/>
                </a:cubicBezTo>
                <a:cubicBezTo>
                  <a:pt x="583683" y="103299"/>
                  <a:pt x="576975" y="100254"/>
                  <a:pt x="571394" y="94165"/>
                </a:cubicBezTo>
                <a:cubicBezTo>
                  <a:pt x="565813" y="88074"/>
                  <a:pt x="563023" y="79885"/>
                  <a:pt x="563023" y="69600"/>
                </a:cubicBezTo>
                <a:cubicBezTo>
                  <a:pt x="563023" y="58463"/>
                  <a:pt x="565885" y="49778"/>
                  <a:pt x="571608" y="43546"/>
                </a:cubicBezTo>
                <a:cubicBezTo>
                  <a:pt x="577331" y="37312"/>
                  <a:pt x="584514" y="34196"/>
                  <a:pt x="593158" y="34196"/>
                </a:cubicBezTo>
                <a:cubicBezTo>
                  <a:pt x="600472" y="34196"/>
                  <a:pt x="606480" y="36600"/>
                  <a:pt x="611182" y="41409"/>
                </a:cubicBezTo>
                <a:cubicBezTo>
                  <a:pt x="615884" y="46216"/>
                  <a:pt x="618235" y="52646"/>
                  <a:pt x="618235" y="60697"/>
                </a:cubicBezTo>
                <a:lnTo>
                  <a:pt x="573139" y="60697"/>
                </a:lnTo>
                <a:moveTo>
                  <a:pt x="573139" y="56565"/>
                </a:moveTo>
                <a:lnTo>
                  <a:pt x="603346" y="56565"/>
                </a:lnTo>
                <a:cubicBezTo>
                  <a:pt x="603108" y="52420"/>
                  <a:pt x="602609" y="49500"/>
                  <a:pt x="601849" y="47805"/>
                </a:cubicBezTo>
                <a:cubicBezTo>
                  <a:pt x="600662" y="45166"/>
                  <a:pt x="598893" y="43093"/>
                  <a:pt x="596542" y="41587"/>
                </a:cubicBezTo>
                <a:cubicBezTo>
                  <a:pt x="594191" y="40079"/>
                  <a:pt x="591733" y="39325"/>
                  <a:pt x="589169" y="39325"/>
                </a:cubicBezTo>
                <a:cubicBezTo>
                  <a:pt x="585227" y="39325"/>
                  <a:pt x="581700" y="40844"/>
                  <a:pt x="578589" y="43882"/>
                </a:cubicBezTo>
                <a:cubicBezTo>
                  <a:pt x="575478" y="46920"/>
                  <a:pt x="573662" y="51148"/>
                  <a:pt x="573139" y="56565"/>
                </a:cubicBezTo>
                <a:close/>
                <a:moveTo>
                  <a:pt x="672895" y="93971"/>
                </a:moveTo>
                <a:cubicBezTo>
                  <a:pt x="669713" y="97294"/>
                  <a:pt x="666602" y="99680"/>
                  <a:pt x="663562" y="101129"/>
                </a:cubicBezTo>
                <a:cubicBezTo>
                  <a:pt x="660523" y="102576"/>
                  <a:pt x="657246" y="103299"/>
                  <a:pt x="653731" y="103299"/>
                </a:cubicBezTo>
                <a:cubicBezTo>
                  <a:pt x="646607" y="103299"/>
                  <a:pt x="640385" y="100326"/>
                  <a:pt x="635066" y="94379"/>
                </a:cubicBezTo>
                <a:cubicBezTo>
                  <a:pt x="629747" y="88430"/>
                  <a:pt x="627087" y="80786"/>
                  <a:pt x="627087" y="71448"/>
                </a:cubicBezTo>
                <a:cubicBezTo>
                  <a:pt x="627087" y="62111"/>
                  <a:pt x="630032" y="53568"/>
                  <a:pt x="635921" y="45819"/>
                </a:cubicBezTo>
                <a:cubicBezTo>
                  <a:pt x="641810" y="38070"/>
                  <a:pt x="649385" y="34196"/>
                  <a:pt x="658647" y="34196"/>
                </a:cubicBezTo>
                <a:cubicBezTo>
                  <a:pt x="664394" y="34196"/>
                  <a:pt x="669143" y="36023"/>
                  <a:pt x="672895" y="39679"/>
                </a:cubicBezTo>
                <a:lnTo>
                  <a:pt x="672895" y="27499"/>
                </a:lnTo>
                <a:cubicBezTo>
                  <a:pt x="672895" y="20074"/>
                  <a:pt x="672717" y="15510"/>
                  <a:pt x="672361" y="13807"/>
                </a:cubicBezTo>
                <a:cubicBezTo>
                  <a:pt x="672004" y="12105"/>
                  <a:pt x="671446" y="10946"/>
                  <a:pt x="670686" y="10330"/>
                </a:cubicBezTo>
                <a:cubicBezTo>
                  <a:pt x="669927" y="9713"/>
                  <a:pt x="668977" y="9404"/>
                  <a:pt x="667837" y="9404"/>
                </a:cubicBezTo>
                <a:cubicBezTo>
                  <a:pt x="666602" y="9404"/>
                  <a:pt x="664963" y="9784"/>
                  <a:pt x="662921" y="10544"/>
                </a:cubicBezTo>
                <a:lnTo>
                  <a:pt x="661995" y="7979"/>
                </a:lnTo>
                <a:lnTo>
                  <a:pt x="681444" y="0"/>
                </a:lnTo>
                <a:lnTo>
                  <a:pt x="684650" y="0"/>
                </a:lnTo>
                <a:lnTo>
                  <a:pt x="684650" y="75515"/>
                </a:lnTo>
                <a:cubicBezTo>
                  <a:pt x="684650" y="83131"/>
                  <a:pt x="684828" y="87778"/>
                  <a:pt x="685184" y="89456"/>
                </a:cubicBezTo>
                <a:cubicBezTo>
                  <a:pt x="685540" y="91135"/>
                  <a:pt x="686110" y="92307"/>
                  <a:pt x="686894" y="92972"/>
                </a:cubicBezTo>
                <a:cubicBezTo>
                  <a:pt x="687677" y="93635"/>
                  <a:pt x="688592" y="93967"/>
                  <a:pt x="689636" y="93967"/>
                </a:cubicBezTo>
                <a:cubicBezTo>
                  <a:pt x="690919" y="93967"/>
                  <a:pt x="692629" y="93563"/>
                  <a:pt x="694766" y="92756"/>
                </a:cubicBezTo>
                <a:lnTo>
                  <a:pt x="695549" y="95320"/>
                </a:lnTo>
                <a:lnTo>
                  <a:pt x="676172" y="103299"/>
                </a:lnTo>
                <a:lnTo>
                  <a:pt x="672895" y="103299"/>
                </a:lnTo>
                <a:lnTo>
                  <a:pt x="672895" y="93971"/>
                </a:lnTo>
                <a:moveTo>
                  <a:pt x="672895" y="88995"/>
                </a:moveTo>
                <a:lnTo>
                  <a:pt x="672895" y="55454"/>
                </a:lnTo>
                <a:cubicBezTo>
                  <a:pt x="672610" y="52232"/>
                  <a:pt x="671755" y="49295"/>
                  <a:pt x="670330" y="46643"/>
                </a:cubicBezTo>
                <a:cubicBezTo>
                  <a:pt x="668905" y="43989"/>
                  <a:pt x="667018" y="41988"/>
                  <a:pt x="664667" y="40638"/>
                </a:cubicBezTo>
                <a:cubicBezTo>
                  <a:pt x="662316" y="39288"/>
                  <a:pt x="660024" y="38613"/>
                  <a:pt x="657792" y="38613"/>
                </a:cubicBezTo>
                <a:cubicBezTo>
                  <a:pt x="653612" y="38613"/>
                  <a:pt x="649884" y="40484"/>
                  <a:pt x="646607" y="44227"/>
                </a:cubicBezTo>
                <a:cubicBezTo>
                  <a:pt x="642285" y="49153"/>
                  <a:pt x="640124" y="56354"/>
                  <a:pt x="640124" y="65829"/>
                </a:cubicBezTo>
                <a:cubicBezTo>
                  <a:pt x="640124" y="75399"/>
                  <a:pt x="642214" y="82731"/>
                  <a:pt x="646393" y="87824"/>
                </a:cubicBezTo>
                <a:cubicBezTo>
                  <a:pt x="650573" y="92917"/>
                  <a:pt x="655227" y="95463"/>
                  <a:pt x="660357" y="95463"/>
                </a:cubicBezTo>
                <a:cubicBezTo>
                  <a:pt x="664678" y="95463"/>
                  <a:pt x="668858" y="93307"/>
                  <a:pt x="672895" y="88995"/>
                </a:cubicBezTo>
                <a:close/>
                <a:moveTo>
                  <a:pt x="745846" y="93971"/>
                </a:moveTo>
                <a:cubicBezTo>
                  <a:pt x="742664" y="97294"/>
                  <a:pt x="739553" y="99680"/>
                  <a:pt x="736514" y="101129"/>
                </a:cubicBezTo>
                <a:cubicBezTo>
                  <a:pt x="733474" y="102576"/>
                  <a:pt x="730197" y="103299"/>
                  <a:pt x="726683" y="103299"/>
                </a:cubicBezTo>
                <a:cubicBezTo>
                  <a:pt x="719558" y="103299"/>
                  <a:pt x="713337" y="100326"/>
                  <a:pt x="708017" y="94379"/>
                </a:cubicBezTo>
                <a:cubicBezTo>
                  <a:pt x="702698" y="88430"/>
                  <a:pt x="700038" y="80786"/>
                  <a:pt x="700038" y="71448"/>
                </a:cubicBezTo>
                <a:cubicBezTo>
                  <a:pt x="700038" y="62111"/>
                  <a:pt x="702983" y="53568"/>
                  <a:pt x="708872" y="45819"/>
                </a:cubicBezTo>
                <a:cubicBezTo>
                  <a:pt x="714762" y="38070"/>
                  <a:pt x="722337" y="34196"/>
                  <a:pt x="731598" y="34196"/>
                </a:cubicBezTo>
                <a:cubicBezTo>
                  <a:pt x="737345" y="34196"/>
                  <a:pt x="742094" y="36023"/>
                  <a:pt x="745846" y="39679"/>
                </a:cubicBezTo>
                <a:lnTo>
                  <a:pt x="745846" y="27499"/>
                </a:lnTo>
                <a:cubicBezTo>
                  <a:pt x="745846" y="20074"/>
                  <a:pt x="745668" y="15510"/>
                  <a:pt x="745312" y="13807"/>
                </a:cubicBezTo>
                <a:cubicBezTo>
                  <a:pt x="744956" y="12105"/>
                  <a:pt x="744398" y="10946"/>
                  <a:pt x="743638" y="10330"/>
                </a:cubicBezTo>
                <a:cubicBezTo>
                  <a:pt x="742878" y="9713"/>
                  <a:pt x="741928" y="9404"/>
                  <a:pt x="740788" y="9404"/>
                </a:cubicBezTo>
                <a:cubicBezTo>
                  <a:pt x="739553" y="9404"/>
                  <a:pt x="737915" y="9784"/>
                  <a:pt x="735873" y="10544"/>
                </a:cubicBezTo>
                <a:lnTo>
                  <a:pt x="734946" y="7979"/>
                </a:lnTo>
                <a:lnTo>
                  <a:pt x="754395" y="0"/>
                </a:lnTo>
                <a:lnTo>
                  <a:pt x="757601" y="0"/>
                </a:lnTo>
                <a:lnTo>
                  <a:pt x="757601" y="75515"/>
                </a:lnTo>
                <a:cubicBezTo>
                  <a:pt x="757601" y="83131"/>
                  <a:pt x="757779" y="87778"/>
                  <a:pt x="758135" y="89456"/>
                </a:cubicBezTo>
                <a:cubicBezTo>
                  <a:pt x="758492" y="91135"/>
                  <a:pt x="759061" y="92307"/>
                  <a:pt x="759845" y="92972"/>
                </a:cubicBezTo>
                <a:cubicBezTo>
                  <a:pt x="760629" y="93635"/>
                  <a:pt x="761543" y="93967"/>
                  <a:pt x="762588" y="93967"/>
                </a:cubicBezTo>
                <a:cubicBezTo>
                  <a:pt x="763870" y="93967"/>
                  <a:pt x="765580" y="93563"/>
                  <a:pt x="767717" y="92756"/>
                </a:cubicBezTo>
                <a:lnTo>
                  <a:pt x="768501" y="95320"/>
                </a:lnTo>
                <a:lnTo>
                  <a:pt x="749123" y="103299"/>
                </a:lnTo>
                <a:lnTo>
                  <a:pt x="745846" y="103299"/>
                </a:lnTo>
                <a:lnTo>
                  <a:pt x="745846" y="93971"/>
                </a:lnTo>
                <a:moveTo>
                  <a:pt x="745846" y="88995"/>
                </a:moveTo>
                <a:lnTo>
                  <a:pt x="745846" y="55454"/>
                </a:lnTo>
                <a:cubicBezTo>
                  <a:pt x="745561" y="52232"/>
                  <a:pt x="744706" y="49295"/>
                  <a:pt x="743282" y="46643"/>
                </a:cubicBezTo>
                <a:cubicBezTo>
                  <a:pt x="741857" y="43989"/>
                  <a:pt x="739969" y="41988"/>
                  <a:pt x="737618" y="40638"/>
                </a:cubicBezTo>
                <a:cubicBezTo>
                  <a:pt x="735267" y="39288"/>
                  <a:pt x="732975" y="38613"/>
                  <a:pt x="730743" y="38613"/>
                </a:cubicBezTo>
                <a:cubicBezTo>
                  <a:pt x="726564" y="38613"/>
                  <a:pt x="722836" y="40484"/>
                  <a:pt x="719558" y="44227"/>
                </a:cubicBezTo>
                <a:cubicBezTo>
                  <a:pt x="715237" y="49153"/>
                  <a:pt x="713076" y="56354"/>
                  <a:pt x="713076" y="65829"/>
                </a:cubicBezTo>
                <a:cubicBezTo>
                  <a:pt x="713076" y="75399"/>
                  <a:pt x="715165" y="82731"/>
                  <a:pt x="719345" y="87824"/>
                </a:cubicBezTo>
                <a:cubicBezTo>
                  <a:pt x="723524" y="92917"/>
                  <a:pt x="728179" y="95463"/>
                  <a:pt x="733308" y="95463"/>
                </a:cubicBezTo>
                <a:cubicBezTo>
                  <a:pt x="737630" y="95463"/>
                  <a:pt x="741809" y="93307"/>
                  <a:pt x="745846" y="88995"/>
                </a:cubicBezTo>
                <a:close/>
                <a:moveTo>
                  <a:pt x="789304" y="0"/>
                </a:moveTo>
                <a:cubicBezTo>
                  <a:pt x="791299" y="0"/>
                  <a:pt x="792997" y="704"/>
                  <a:pt x="794398" y="2113"/>
                </a:cubicBezTo>
                <a:cubicBezTo>
                  <a:pt x="795799" y="3520"/>
                  <a:pt x="796499" y="5226"/>
                  <a:pt x="796499" y="7231"/>
                </a:cubicBezTo>
                <a:cubicBezTo>
                  <a:pt x="796499" y="9236"/>
                  <a:pt x="795799" y="10955"/>
                  <a:pt x="794398" y="12387"/>
                </a:cubicBezTo>
                <a:cubicBezTo>
                  <a:pt x="792997" y="13818"/>
                  <a:pt x="791299" y="14533"/>
                  <a:pt x="789304" y="14533"/>
                </a:cubicBezTo>
                <a:cubicBezTo>
                  <a:pt x="787309" y="14533"/>
                  <a:pt x="785600" y="13818"/>
                  <a:pt x="784175" y="12387"/>
                </a:cubicBezTo>
                <a:cubicBezTo>
                  <a:pt x="782750" y="10955"/>
                  <a:pt x="782037" y="9236"/>
                  <a:pt x="782037" y="7231"/>
                </a:cubicBezTo>
                <a:cubicBezTo>
                  <a:pt x="782037" y="5226"/>
                  <a:pt x="782738" y="3520"/>
                  <a:pt x="784139" y="2113"/>
                </a:cubicBezTo>
                <a:cubicBezTo>
                  <a:pt x="785540" y="704"/>
                  <a:pt x="787262" y="0"/>
                  <a:pt x="789304" y="0"/>
                </a:cubicBezTo>
                <a:moveTo>
                  <a:pt x="795217" y="34196"/>
                </a:moveTo>
                <a:lnTo>
                  <a:pt x="795217" y="86486"/>
                </a:lnTo>
                <a:cubicBezTo>
                  <a:pt x="795217" y="90595"/>
                  <a:pt x="795514" y="93330"/>
                  <a:pt x="796108" y="94692"/>
                </a:cubicBezTo>
                <a:cubicBezTo>
                  <a:pt x="796701" y="96053"/>
                  <a:pt x="797580" y="97069"/>
                  <a:pt x="798743" y="97738"/>
                </a:cubicBezTo>
                <a:cubicBezTo>
                  <a:pt x="799907" y="98406"/>
                  <a:pt x="802032" y="98740"/>
                  <a:pt x="805119" y="98740"/>
                </a:cubicBezTo>
                <a:lnTo>
                  <a:pt x="805119" y="101304"/>
                </a:lnTo>
                <a:lnTo>
                  <a:pt x="773417" y="101304"/>
                </a:lnTo>
                <a:lnTo>
                  <a:pt x="773417" y="98740"/>
                </a:lnTo>
                <a:cubicBezTo>
                  <a:pt x="776599" y="98740"/>
                  <a:pt x="778737" y="98430"/>
                  <a:pt x="779829" y="97809"/>
                </a:cubicBezTo>
                <a:cubicBezTo>
                  <a:pt x="780921" y="97187"/>
                  <a:pt x="781788" y="96160"/>
                  <a:pt x="782429" y="94728"/>
                </a:cubicBezTo>
                <a:cubicBezTo>
                  <a:pt x="783070" y="93294"/>
                  <a:pt x="783391" y="90547"/>
                  <a:pt x="783391" y="86486"/>
                </a:cubicBezTo>
                <a:lnTo>
                  <a:pt x="783391" y="61552"/>
                </a:lnTo>
                <a:cubicBezTo>
                  <a:pt x="783391" y="54446"/>
                  <a:pt x="783177" y="49843"/>
                  <a:pt x="782750" y="47745"/>
                </a:cubicBezTo>
                <a:cubicBezTo>
                  <a:pt x="782417" y="46217"/>
                  <a:pt x="781895" y="45157"/>
                  <a:pt x="781183" y="44563"/>
                </a:cubicBezTo>
                <a:cubicBezTo>
                  <a:pt x="780470" y="43968"/>
                  <a:pt x="779497" y="43671"/>
                  <a:pt x="778262" y="43671"/>
                </a:cubicBezTo>
                <a:cubicBezTo>
                  <a:pt x="776932" y="43671"/>
                  <a:pt x="775317" y="44027"/>
                  <a:pt x="773417" y="44739"/>
                </a:cubicBezTo>
                <a:lnTo>
                  <a:pt x="772420" y="42175"/>
                </a:lnTo>
                <a:lnTo>
                  <a:pt x="792082" y="34196"/>
                </a:lnTo>
                <a:lnTo>
                  <a:pt x="795217" y="34196"/>
                </a:lnTo>
                <a:close/>
                <a:moveTo>
                  <a:pt x="832141" y="47945"/>
                </a:moveTo>
                <a:cubicBezTo>
                  <a:pt x="839787" y="38779"/>
                  <a:pt x="847078" y="34196"/>
                  <a:pt x="854012" y="34196"/>
                </a:cubicBezTo>
                <a:cubicBezTo>
                  <a:pt x="857574" y="34196"/>
                  <a:pt x="860637" y="35084"/>
                  <a:pt x="863202" y="36860"/>
                </a:cubicBezTo>
                <a:cubicBezTo>
                  <a:pt x="865766" y="38636"/>
                  <a:pt x="867809" y="41560"/>
                  <a:pt x="869328" y="45634"/>
                </a:cubicBezTo>
                <a:cubicBezTo>
                  <a:pt x="870373" y="48476"/>
                  <a:pt x="870896" y="52834"/>
                  <a:pt x="870896" y="58707"/>
                </a:cubicBezTo>
                <a:lnTo>
                  <a:pt x="870896" y="86486"/>
                </a:lnTo>
                <a:cubicBezTo>
                  <a:pt x="870896" y="90642"/>
                  <a:pt x="871228" y="93461"/>
                  <a:pt x="871893" y="94942"/>
                </a:cubicBezTo>
                <a:cubicBezTo>
                  <a:pt x="872415" y="96137"/>
                  <a:pt x="873259" y="97069"/>
                  <a:pt x="874422" y="97738"/>
                </a:cubicBezTo>
                <a:cubicBezTo>
                  <a:pt x="875586" y="98406"/>
                  <a:pt x="877735" y="98740"/>
                  <a:pt x="880869" y="98740"/>
                </a:cubicBezTo>
                <a:lnTo>
                  <a:pt x="880869" y="101304"/>
                </a:lnTo>
                <a:lnTo>
                  <a:pt x="848597" y="101304"/>
                </a:lnTo>
                <a:lnTo>
                  <a:pt x="848597" y="98740"/>
                </a:lnTo>
                <a:lnTo>
                  <a:pt x="849951" y="98740"/>
                </a:lnTo>
                <a:cubicBezTo>
                  <a:pt x="852990" y="98740"/>
                  <a:pt x="855116" y="98275"/>
                  <a:pt x="856327" y="97344"/>
                </a:cubicBezTo>
                <a:cubicBezTo>
                  <a:pt x="857538" y="96412"/>
                  <a:pt x="858381" y="95038"/>
                  <a:pt x="858856" y="93223"/>
                </a:cubicBezTo>
                <a:cubicBezTo>
                  <a:pt x="859046" y="92506"/>
                  <a:pt x="859141" y="90261"/>
                  <a:pt x="859141" y="86486"/>
                </a:cubicBezTo>
                <a:lnTo>
                  <a:pt x="859141" y="59816"/>
                </a:lnTo>
                <a:cubicBezTo>
                  <a:pt x="859141" y="53888"/>
                  <a:pt x="858369" y="49584"/>
                  <a:pt x="856826" y="46905"/>
                </a:cubicBezTo>
                <a:cubicBezTo>
                  <a:pt x="855282" y="44226"/>
                  <a:pt x="852682" y="42887"/>
                  <a:pt x="849025" y="42887"/>
                </a:cubicBezTo>
                <a:cubicBezTo>
                  <a:pt x="843373" y="42887"/>
                  <a:pt x="837745" y="45974"/>
                  <a:pt x="832141" y="52148"/>
                </a:cubicBezTo>
                <a:lnTo>
                  <a:pt x="832141" y="86486"/>
                </a:lnTo>
                <a:cubicBezTo>
                  <a:pt x="832141" y="90929"/>
                  <a:pt x="832402" y="93676"/>
                  <a:pt x="832924" y="94728"/>
                </a:cubicBezTo>
                <a:cubicBezTo>
                  <a:pt x="833589" y="96113"/>
                  <a:pt x="834503" y="97128"/>
                  <a:pt x="835667" y="97774"/>
                </a:cubicBezTo>
                <a:cubicBezTo>
                  <a:pt x="836831" y="98418"/>
                  <a:pt x="839194" y="98740"/>
                  <a:pt x="842756" y="98740"/>
                </a:cubicBezTo>
                <a:lnTo>
                  <a:pt x="842756" y="101304"/>
                </a:lnTo>
                <a:lnTo>
                  <a:pt x="810483" y="101304"/>
                </a:lnTo>
                <a:lnTo>
                  <a:pt x="810483" y="98740"/>
                </a:lnTo>
                <a:lnTo>
                  <a:pt x="811908" y="98740"/>
                </a:lnTo>
                <a:cubicBezTo>
                  <a:pt x="815233" y="98740"/>
                  <a:pt x="817477" y="97892"/>
                  <a:pt x="818641" y="96197"/>
                </a:cubicBezTo>
                <a:cubicBezTo>
                  <a:pt x="819804" y="94501"/>
                  <a:pt x="820386" y="91264"/>
                  <a:pt x="820386" y="86486"/>
                </a:cubicBezTo>
                <a:lnTo>
                  <a:pt x="820386" y="62407"/>
                </a:lnTo>
                <a:cubicBezTo>
                  <a:pt x="820386" y="54570"/>
                  <a:pt x="820208" y="49797"/>
                  <a:pt x="819852" y="48088"/>
                </a:cubicBezTo>
                <a:cubicBezTo>
                  <a:pt x="819495" y="46378"/>
                  <a:pt x="818949" y="45214"/>
                  <a:pt x="818213" y="44597"/>
                </a:cubicBezTo>
                <a:cubicBezTo>
                  <a:pt x="817477" y="43979"/>
                  <a:pt x="816491" y="43671"/>
                  <a:pt x="815257" y="43671"/>
                </a:cubicBezTo>
                <a:cubicBezTo>
                  <a:pt x="813927" y="43671"/>
                  <a:pt x="812336" y="44027"/>
                  <a:pt x="810483" y="44739"/>
                </a:cubicBezTo>
                <a:lnTo>
                  <a:pt x="809415" y="42175"/>
                </a:lnTo>
                <a:lnTo>
                  <a:pt x="829077" y="34196"/>
                </a:lnTo>
                <a:lnTo>
                  <a:pt x="832141" y="34196"/>
                </a:lnTo>
                <a:lnTo>
                  <a:pt x="832141" y="47945"/>
                </a:lnTo>
                <a:close/>
                <a:moveTo>
                  <a:pt x="903523" y="77526"/>
                </a:moveTo>
                <a:cubicBezTo>
                  <a:pt x="899534" y="75581"/>
                  <a:pt x="896471" y="72866"/>
                  <a:pt x="894333" y="69380"/>
                </a:cubicBezTo>
                <a:cubicBezTo>
                  <a:pt x="892196" y="65893"/>
                  <a:pt x="891127" y="62039"/>
                  <a:pt x="891127" y="57816"/>
                </a:cubicBezTo>
                <a:cubicBezTo>
                  <a:pt x="891127" y="51366"/>
                  <a:pt x="893562" y="45817"/>
                  <a:pt x="898430" y="41168"/>
                </a:cubicBezTo>
                <a:cubicBezTo>
                  <a:pt x="903298" y="36520"/>
                  <a:pt x="909531" y="34196"/>
                  <a:pt x="917130" y="34196"/>
                </a:cubicBezTo>
                <a:cubicBezTo>
                  <a:pt x="923352" y="34196"/>
                  <a:pt x="928743" y="35715"/>
                  <a:pt x="933302" y="38755"/>
                </a:cubicBezTo>
                <a:lnTo>
                  <a:pt x="947123" y="38755"/>
                </a:lnTo>
                <a:cubicBezTo>
                  <a:pt x="949165" y="38755"/>
                  <a:pt x="950352" y="38814"/>
                  <a:pt x="950685" y="38933"/>
                </a:cubicBezTo>
                <a:cubicBezTo>
                  <a:pt x="951017" y="39052"/>
                  <a:pt x="951255" y="39254"/>
                  <a:pt x="951397" y="39539"/>
                </a:cubicBezTo>
                <a:cubicBezTo>
                  <a:pt x="951682" y="39966"/>
                  <a:pt x="951825" y="40726"/>
                  <a:pt x="951825" y="41818"/>
                </a:cubicBezTo>
                <a:cubicBezTo>
                  <a:pt x="951825" y="43053"/>
                  <a:pt x="951706" y="43908"/>
                  <a:pt x="951468" y="44383"/>
                </a:cubicBezTo>
                <a:cubicBezTo>
                  <a:pt x="951326" y="44621"/>
                  <a:pt x="951077" y="44811"/>
                  <a:pt x="950720" y="44953"/>
                </a:cubicBezTo>
                <a:cubicBezTo>
                  <a:pt x="950364" y="45095"/>
                  <a:pt x="949165" y="45167"/>
                  <a:pt x="947123" y="45167"/>
                </a:cubicBezTo>
                <a:lnTo>
                  <a:pt x="938645" y="45167"/>
                </a:lnTo>
                <a:cubicBezTo>
                  <a:pt x="941305" y="48586"/>
                  <a:pt x="942635" y="52956"/>
                  <a:pt x="942635" y="58275"/>
                </a:cubicBezTo>
                <a:cubicBezTo>
                  <a:pt x="942635" y="64354"/>
                  <a:pt x="940307" y="69555"/>
                  <a:pt x="935653" y="73877"/>
                </a:cubicBezTo>
                <a:cubicBezTo>
                  <a:pt x="930999" y="78199"/>
                  <a:pt x="924753" y="80360"/>
                  <a:pt x="916917" y="80360"/>
                </a:cubicBezTo>
                <a:cubicBezTo>
                  <a:pt x="913687" y="80360"/>
                  <a:pt x="910386" y="79875"/>
                  <a:pt x="907014" y="78906"/>
                </a:cubicBezTo>
                <a:cubicBezTo>
                  <a:pt x="904924" y="80684"/>
                  <a:pt x="903511" y="82239"/>
                  <a:pt x="902775" y="83572"/>
                </a:cubicBezTo>
                <a:cubicBezTo>
                  <a:pt x="902039" y="84905"/>
                  <a:pt x="901671" y="86039"/>
                  <a:pt x="901671" y="86974"/>
                </a:cubicBezTo>
                <a:cubicBezTo>
                  <a:pt x="901671" y="87769"/>
                  <a:pt x="902063" y="88541"/>
                  <a:pt x="902847" y="89289"/>
                </a:cubicBezTo>
                <a:cubicBezTo>
                  <a:pt x="903630" y="90037"/>
                  <a:pt x="905162" y="90575"/>
                  <a:pt x="907442" y="90903"/>
                </a:cubicBezTo>
                <a:cubicBezTo>
                  <a:pt x="908771" y="91120"/>
                  <a:pt x="912096" y="91310"/>
                  <a:pt x="917415" y="91473"/>
                </a:cubicBezTo>
                <a:cubicBezTo>
                  <a:pt x="927199" y="91745"/>
                  <a:pt x="933539" y="92125"/>
                  <a:pt x="936437" y="92613"/>
                </a:cubicBezTo>
                <a:cubicBezTo>
                  <a:pt x="940854" y="93229"/>
                  <a:pt x="944380" y="94865"/>
                  <a:pt x="947016" y="97520"/>
                </a:cubicBezTo>
                <a:cubicBezTo>
                  <a:pt x="949652" y="100175"/>
                  <a:pt x="950970" y="103446"/>
                  <a:pt x="950970" y="107333"/>
                </a:cubicBezTo>
                <a:cubicBezTo>
                  <a:pt x="950970" y="112691"/>
                  <a:pt x="948453" y="117717"/>
                  <a:pt x="943418" y="122410"/>
                </a:cubicBezTo>
                <a:cubicBezTo>
                  <a:pt x="936009" y="129332"/>
                  <a:pt x="926344" y="132793"/>
                  <a:pt x="914423" y="132793"/>
                </a:cubicBezTo>
                <a:cubicBezTo>
                  <a:pt x="905257" y="132793"/>
                  <a:pt x="897515" y="130726"/>
                  <a:pt x="891199" y="126593"/>
                </a:cubicBezTo>
                <a:cubicBezTo>
                  <a:pt x="887637" y="124218"/>
                  <a:pt x="885856" y="121748"/>
                  <a:pt x="885856" y="119181"/>
                </a:cubicBezTo>
                <a:cubicBezTo>
                  <a:pt x="885856" y="118042"/>
                  <a:pt x="886117" y="116902"/>
                  <a:pt x="886639" y="115762"/>
                </a:cubicBezTo>
                <a:cubicBezTo>
                  <a:pt x="887447" y="114005"/>
                  <a:pt x="889109" y="111558"/>
                  <a:pt x="891626" y="108422"/>
                </a:cubicBezTo>
                <a:cubicBezTo>
                  <a:pt x="891959" y="107994"/>
                  <a:pt x="894381" y="105429"/>
                  <a:pt x="898893" y="100726"/>
                </a:cubicBezTo>
                <a:cubicBezTo>
                  <a:pt x="896423" y="99255"/>
                  <a:pt x="894678" y="97938"/>
                  <a:pt x="893656" y="96776"/>
                </a:cubicBezTo>
                <a:cubicBezTo>
                  <a:pt x="892635" y="95614"/>
                  <a:pt x="892125" y="94298"/>
                  <a:pt x="892125" y="92827"/>
                </a:cubicBezTo>
                <a:cubicBezTo>
                  <a:pt x="892125" y="91166"/>
                  <a:pt x="892802" y="89221"/>
                  <a:pt x="894155" y="86992"/>
                </a:cubicBezTo>
                <a:cubicBezTo>
                  <a:pt x="895509" y="84761"/>
                  <a:pt x="898631" y="81606"/>
                  <a:pt x="903523" y="77526"/>
                </a:cubicBezTo>
                <a:moveTo>
                  <a:pt x="915919" y="37758"/>
                </a:moveTo>
                <a:cubicBezTo>
                  <a:pt x="912405" y="37758"/>
                  <a:pt x="909460" y="39151"/>
                  <a:pt x="907085" y="41939"/>
                </a:cubicBezTo>
                <a:cubicBezTo>
                  <a:pt x="904711" y="44724"/>
                  <a:pt x="903523" y="48999"/>
                  <a:pt x="903523" y="54762"/>
                </a:cubicBezTo>
                <a:cubicBezTo>
                  <a:pt x="903523" y="62226"/>
                  <a:pt x="905138" y="68012"/>
                  <a:pt x="908368" y="72120"/>
                </a:cubicBezTo>
                <a:cubicBezTo>
                  <a:pt x="910837" y="75238"/>
                  <a:pt x="913972" y="76798"/>
                  <a:pt x="917772" y="76798"/>
                </a:cubicBezTo>
                <a:cubicBezTo>
                  <a:pt x="921381" y="76798"/>
                  <a:pt x="924349" y="75451"/>
                  <a:pt x="926677" y="72759"/>
                </a:cubicBezTo>
                <a:cubicBezTo>
                  <a:pt x="929004" y="70067"/>
                  <a:pt x="930167" y="65839"/>
                  <a:pt x="930167" y="60076"/>
                </a:cubicBezTo>
                <a:cubicBezTo>
                  <a:pt x="930167" y="52566"/>
                  <a:pt x="928529" y="46685"/>
                  <a:pt x="925252" y="42433"/>
                </a:cubicBezTo>
                <a:cubicBezTo>
                  <a:pt x="922830" y="39316"/>
                  <a:pt x="919719" y="37758"/>
                  <a:pt x="915919" y="37758"/>
                </a:cubicBezTo>
                <a:moveTo>
                  <a:pt x="902811" y="101304"/>
                </a:moveTo>
                <a:cubicBezTo>
                  <a:pt x="900579" y="103712"/>
                  <a:pt x="898893" y="105954"/>
                  <a:pt x="897753" y="108030"/>
                </a:cubicBezTo>
                <a:cubicBezTo>
                  <a:pt x="896613" y="110106"/>
                  <a:pt x="896043" y="112018"/>
                  <a:pt x="896043" y="113765"/>
                </a:cubicBezTo>
                <a:cubicBezTo>
                  <a:pt x="896043" y="116030"/>
                  <a:pt x="897420" y="118012"/>
                  <a:pt x="900175" y="119711"/>
                </a:cubicBezTo>
                <a:cubicBezTo>
                  <a:pt x="904924" y="122638"/>
                  <a:pt x="911787" y="124102"/>
                  <a:pt x="920764" y="124102"/>
                </a:cubicBezTo>
                <a:cubicBezTo>
                  <a:pt x="929313" y="124102"/>
                  <a:pt x="935617" y="122608"/>
                  <a:pt x="939678" y="119622"/>
                </a:cubicBezTo>
                <a:cubicBezTo>
                  <a:pt x="943739" y="116638"/>
                  <a:pt x="945769" y="113453"/>
                  <a:pt x="945769" y="110067"/>
                </a:cubicBezTo>
                <a:cubicBezTo>
                  <a:pt x="945769" y="107623"/>
                  <a:pt x="944558" y="105883"/>
                  <a:pt x="942136" y="104849"/>
                </a:cubicBezTo>
                <a:cubicBezTo>
                  <a:pt x="939666" y="103814"/>
                  <a:pt x="934774" y="103203"/>
                  <a:pt x="927460" y="103014"/>
                </a:cubicBezTo>
                <a:cubicBezTo>
                  <a:pt x="916774" y="102717"/>
                  <a:pt x="908558" y="102147"/>
                  <a:pt x="902811" y="10130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88D10-79CF-441A-A25F-C438CE9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923" y="412185"/>
            <a:ext cx="959445" cy="7297"/>
          </a:xfrm>
          <a:custGeom xmlns:a="http://schemas.openxmlformats.org/drawingml/2006/main">
            <a:pathLst>
              <a:path w="959445" h="7297">
                <a:moveTo>
                  <a:pt x="959445" y="7297"/>
                </a:moveTo>
                <a:lnTo>
                  <a:pt x="0" y="7297"/>
                </a:lnTo>
                <a:lnTo>
                  <a:pt x="0" y="0"/>
                </a:lnTo>
                <a:lnTo>
                  <a:pt x="959445" y="0"/>
                </a:lnTo>
                <a:lnTo>
                  <a:pt x="959445" y="72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prompting">
            <a:extLst xmlns:a="http://schemas.openxmlformats.org/drawingml/2006/main">
              <a:ext uri="{FF2B5EF4-FFF2-40B4-BE49-F238E27FC236}">
                <a16:creationId xmlns:a16="http://schemas.microsoft.com/office/drawing/2014/main" id="{139D3E4E-2FA9-43B5-8F30-F6CB9C62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226" y="1032798"/>
            <a:ext cx="605397" cy="132793"/>
          </a:xfrm>
          <a:custGeom xmlns:a="http://schemas.openxmlformats.org/drawingml/2006/main">
            <a:pathLst>
              <a:path w="605397" h="132793">
                <a:moveTo>
                  <a:pt x="356" y="42317"/>
                </a:moveTo>
                <a:lnTo>
                  <a:pt x="20446" y="34338"/>
                </a:lnTo>
                <a:lnTo>
                  <a:pt x="23153" y="34338"/>
                </a:lnTo>
                <a:lnTo>
                  <a:pt x="23153" y="49655"/>
                </a:lnTo>
                <a:cubicBezTo>
                  <a:pt x="26525" y="43935"/>
                  <a:pt x="29909" y="39928"/>
                  <a:pt x="33305" y="37635"/>
                </a:cubicBezTo>
                <a:cubicBezTo>
                  <a:pt x="36701" y="35342"/>
                  <a:pt x="40275" y="34196"/>
                  <a:pt x="44027" y="34196"/>
                </a:cubicBezTo>
                <a:cubicBezTo>
                  <a:pt x="50581" y="34196"/>
                  <a:pt x="56043" y="36757"/>
                  <a:pt x="60412" y="41881"/>
                </a:cubicBezTo>
                <a:cubicBezTo>
                  <a:pt x="65779" y="48144"/>
                  <a:pt x="68462" y="56305"/>
                  <a:pt x="68462" y="66363"/>
                </a:cubicBezTo>
                <a:cubicBezTo>
                  <a:pt x="68462" y="77607"/>
                  <a:pt x="65233" y="86906"/>
                  <a:pt x="58774" y="94261"/>
                </a:cubicBezTo>
                <a:cubicBezTo>
                  <a:pt x="53454" y="100286"/>
                  <a:pt x="46758" y="103299"/>
                  <a:pt x="38684" y="103299"/>
                </a:cubicBezTo>
                <a:cubicBezTo>
                  <a:pt x="35169" y="103299"/>
                  <a:pt x="32130" y="102801"/>
                  <a:pt x="29565" y="101803"/>
                </a:cubicBezTo>
                <a:cubicBezTo>
                  <a:pt x="27665" y="101091"/>
                  <a:pt x="25528" y="99666"/>
                  <a:pt x="23153" y="97529"/>
                </a:cubicBezTo>
                <a:lnTo>
                  <a:pt x="23153" y="117405"/>
                </a:lnTo>
                <a:cubicBezTo>
                  <a:pt x="23153" y="121895"/>
                  <a:pt x="23426" y="124749"/>
                  <a:pt x="23973" y="125967"/>
                </a:cubicBezTo>
                <a:cubicBezTo>
                  <a:pt x="24519" y="127186"/>
                  <a:pt x="25469" y="128153"/>
                  <a:pt x="26822" y="128868"/>
                </a:cubicBezTo>
                <a:cubicBezTo>
                  <a:pt x="28176" y="129585"/>
                  <a:pt x="30634" y="129943"/>
                  <a:pt x="34196" y="129943"/>
                </a:cubicBezTo>
                <a:lnTo>
                  <a:pt x="34196" y="132508"/>
                </a:lnTo>
                <a:lnTo>
                  <a:pt x="0" y="132508"/>
                </a:lnTo>
                <a:lnTo>
                  <a:pt x="0" y="129943"/>
                </a:lnTo>
                <a:lnTo>
                  <a:pt x="1781" y="129943"/>
                </a:lnTo>
                <a:cubicBezTo>
                  <a:pt x="4393" y="129991"/>
                  <a:pt x="6625" y="129489"/>
                  <a:pt x="8478" y="128438"/>
                </a:cubicBezTo>
                <a:cubicBezTo>
                  <a:pt x="9380" y="127913"/>
                  <a:pt x="10081" y="127065"/>
                  <a:pt x="10579" y="125896"/>
                </a:cubicBezTo>
                <a:cubicBezTo>
                  <a:pt x="11078" y="124726"/>
                  <a:pt x="11327" y="121754"/>
                  <a:pt x="11327" y="116977"/>
                </a:cubicBezTo>
                <a:lnTo>
                  <a:pt x="11327" y="55140"/>
                </a:lnTo>
                <a:cubicBezTo>
                  <a:pt x="11327" y="50885"/>
                  <a:pt x="11137" y="48184"/>
                  <a:pt x="10757" y="47037"/>
                </a:cubicBezTo>
                <a:cubicBezTo>
                  <a:pt x="10377" y="45888"/>
                  <a:pt x="9772" y="45028"/>
                  <a:pt x="8941" y="44457"/>
                </a:cubicBezTo>
                <a:cubicBezTo>
                  <a:pt x="8110" y="43885"/>
                  <a:pt x="6982" y="43599"/>
                  <a:pt x="5557" y="43599"/>
                </a:cubicBezTo>
                <a:cubicBezTo>
                  <a:pt x="4417" y="43599"/>
                  <a:pt x="2968" y="43932"/>
                  <a:pt x="1211" y="44597"/>
                </a:cubicBezTo>
                <a:lnTo>
                  <a:pt x="356" y="42317"/>
                </a:lnTo>
                <a:moveTo>
                  <a:pt x="23153" y="53858"/>
                </a:moveTo>
                <a:lnTo>
                  <a:pt x="23153" y="78222"/>
                </a:lnTo>
                <a:cubicBezTo>
                  <a:pt x="23153" y="83494"/>
                  <a:pt x="23367" y="86961"/>
                  <a:pt x="23794" y="88624"/>
                </a:cubicBezTo>
                <a:cubicBezTo>
                  <a:pt x="24459" y="91378"/>
                  <a:pt x="26086" y="93800"/>
                  <a:pt x="28674" y="95890"/>
                </a:cubicBezTo>
                <a:cubicBezTo>
                  <a:pt x="31263" y="97980"/>
                  <a:pt x="34528" y="99025"/>
                  <a:pt x="38470" y="99025"/>
                </a:cubicBezTo>
                <a:cubicBezTo>
                  <a:pt x="43219" y="99025"/>
                  <a:pt x="47066" y="97173"/>
                  <a:pt x="50011" y="93468"/>
                </a:cubicBezTo>
                <a:cubicBezTo>
                  <a:pt x="53858" y="88624"/>
                  <a:pt x="55782" y="81808"/>
                  <a:pt x="55782" y="73022"/>
                </a:cubicBezTo>
                <a:cubicBezTo>
                  <a:pt x="55782" y="63048"/>
                  <a:pt x="53597" y="55378"/>
                  <a:pt x="49227" y="50011"/>
                </a:cubicBezTo>
                <a:cubicBezTo>
                  <a:pt x="46188" y="46307"/>
                  <a:pt x="42578" y="44454"/>
                  <a:pt x="38399" y="44454"/>
                </a:cubicBezTo>
                <a:cubicBezTo>
                  <a:pt x="36119" y="44454"/>
                  <a:pt x="33863" y="45024"/>
                  <a:pt x="31631" y="46164"/>
                </a:cubicBezTo>
                <a:cubicBezTo>
                  <a:pt x="29921" y="47019"/>
                  <a:pt x="27095" y="49584"/>
                  <a:pt x="23153" y="53858"/>
                </a:cubicBezTo>
                <a:close/>
                <a:moveTo>
                  <a:pt x="97103" y="34196"/>
                </a:moveTo>
                <a:lnTo>
                  <a:pt x="97103" y="48871"/>
                </a:lnTo>
                <a:cubicBezTo>
                  <a:pt x="102564" y="39087"/>
                  <a:pt x="108169" y="34196"/>
                  <a:pt x="113915" y="34196"/>
                </a:cubicBezTo>
                <a:cubicBezTo>
                  <a:pt x="116528" y="34196"/>
                  <a:pt x="118689" y="34991"/>
                  <a:pt x="120398" y="36582"/>
                </a:cubicBezTo>
                <a:cubicBezTo>
                  <a:pt x="122108" y="38173"/>
                  <a:pt x="122963" y="40014"/>
                  <a:pt x="122963" y="42103"/>
                </a:cubicBezTo>
                <a:cubicBezTo>
                  <a:pt x="122963" y="43956"/>
                  <a:pt x="122346" y="45523"/>
                  <a:pt x="121111" y="46805"/>
                </a:cubicBezTo>
                <a:cubicBezTo>
                  <a:pt x="119876" y="48088"/>
                  <a:pt x="118404" y="48729"/>
                  <a:pt x="116694" y="48729"/>
                </a:cubicBezTo>
                <a:cubicBezTo>
                  <a:pt x="115032" y="48729"/>
                  <a:pt x="113167" y="47921"/>
                  <a:pt x="111101" y="46307"/>
                </a:cubicBezTo>
                <a:cubicBezTo>
                  <a:pt x="109035" y="44692"/>
                  <a:pt x="107504" y="43884"/>
                  <a:pt x="106506" y="43884"/>
                </a:cubicBezTo>
                <a:cubicBezTo>
                  <a:pt x="105652" y="43884"/>
                  <a:pt x="104725" y="44356"/>
                  <a:pt x="103728" y="45298"/>
                </a:cubicBezTo>
                <a:cubicBezTo>
                  <a:pt x="101591" y="47232"/>
                  <a:pt x="99382" y="50415"/>
                  <a:pt x="97103" y="54847"/>
                </a:cubicBezTo>
                <a:lnTo>
                  <a:pt x="97103" y="86059"/>
                </a:lnTo>
                <a:cubicBezTo>
                  <a:pt x="97103" y="89671"/>
                  <a:pt x="97554" y="92404"/>
                  <a:pt x="98456" y="94256"/>
                </a:cubicBezTo>
                <a:cubicBezTo>
                  <a:pt x="99074" y="95540"/>
                  <a:pt x="100166" y="96609"/>
                  <a:pt x="101733" y="97462"/>
                </a:cubicBezTo>
                <a:cubicBezTo>
                  <a:pt x="103301" y="98314"/>
                  <a:pt x="105557" y="98740"/>
                  <a:pt x="108501" y="98740"/>
                </a:cubicBezTo>
                <a:lnTo>
                  <a:pt x="108501" y="101304"/>
                </a:lnTo>
                <a:lnTo>
                  <a:pt x="75089" y="101304"/>
                </a:lnTo>
                <a:lnTo>
                  <a:pt x="75089" y="98740"/>
                </a:lnTo>
                <a:cubicBezTo>
                  <a:pt x="78414" y="98740"/>
                  <a:pt x="80883" y="98211"/>
                  <a:pt x="82498" y="97155"/>
                </a:cubicBezTo>
                <a:cubicBezTo>
                  <a:pt x="83686" y="96386"/>
                  <a:pt x="84517" y="95161"/>
                  <a:pt x="84992" y="93479"/>
                </a:cubicBezTo>
                <a:cubicBezTo>
                  <a:pt x="85229" y="92661"/>
                  <a:pt x="85348" y="90330"/>
                  <a:pt x="85348" y="86486"/>
                </a:cubicBezTo>
                <a:lnTo>
                  <a:pt x="85348" y="61410"/>
                </a:lnTo>
                <a:cubicBezTo>
                  <a:pt x="85348" y="53811"/>
                  <a:pt x="85194" y="49287"/>
                  <a:pt x="84885" y="47838"/>
                </a:cubicBezTo>
                <a:cubicBezTo>
                  <a:pt x="84576" y="46390"/>
                  <a:pt x="84006" y="45333"/>
                  <a:pt x="83175" y="44668"/>
                </a:cubicBezTo>
                <a:cubicBezTo>
                  <a:pt x="82344" y="44003"/>
                  <a:pt x="81311" y="43671"/>
                  <a:pt x="80076" y="43671"/>
                </a:cubicBezTo>
                <a:cubicBezTo>
                  <a:pt x="78604" y="43671"/>
                  <a:pt x="76941" y="44027"/>
                  <a:pt x="75089" y="44739"/>
                </a:cubicBezTo>
                <a:lnTo>
                  <a:pt x="74377" y="42175"/>
                </a:lnTo>
                <a:lnTo>
                  <a:pt x="94111" y="34196"/>
                </a:lnTo>
                <a:lnTo>
                  <a:pt x="97103" y="34196"/>
                </a:lnTo>
                <a:close/>
                <a:moveTo>
                  <a:pt x="158511" y="34196"/>
                </a:moveTo>
                <a:cubicBezTo>
                  <a:pt x="168390" y="34196"/>
                  <a:pt x="176321" y="37944"/>
                  <a:pt x="182305" y="45441"/>
                </a:cubicBezTo>
                <a:cubicBezTo>
                  <a:pt x="187387" y="51845"/>
                  <a:pt x="189928" y="59199"/>
                  <a:pt x="189928" y="67503"/>
                </a:cubicBezTo>
                <a:cubicBezTo>
                  <a:pt x="189928" y="73339"/>
                  <a:pt x="188527" y="79246"/>
                  <a:pt x="185725" y="85224"/>
                </a:cubicBezTo>
                <a:cubicBezTo>
                  <a:pt x="182923" y="91201"/>
                  <a:pt x="179064" y="95708"/>
                  <a:pt x="174148" y="98744"/>
                </a:cubicBezTo>
                <a:cubicBezTo>
                  <a:pt x="169233" y="101781"/>
                  <a:pt x="163759" y="103299"/>
                  <a:pt x="157727" y="103299"/>
                </a:cubicBezTo>
                <a:cubicBezTo>
                  <a:pt x="147896" y="103299"/>
                  <a:pt x="140083" y="99385"/>
                  <a:pt x="134289" y="91556"/>
                </a:cubicBezTo>
                <a:cubicBezTo>
                  <a:pt x="129397" y="84961"/>
                  <a:pt x="126951" y="77560"/>
                  <a:pt x="126951" y="69353"/>
                </a:cubicBezTo>
                <a:cubicBezTo>
                  <a:pt x="126951" y="63375"/>
                  <a:pt x="128435" y="57432"/>
                  <a:pt x="131404" y="51525"/>
                </a:cubicBezTo>
                <a:cubicBezTo>
                  <a:pt x="134372" y="45618"/>
                  <a:pt x="138279" y="41253"/>
                  <a:pt x="143123" y="38430"/>
                </a:cubicBezTo>
                <a:cubicBezTo>
                  <a:pt x="147967" y="35607"/>
                  <a:pt x="153097" y="34196"/>
                  <a:pt x="158511" y="34196"/>
                </a:cubicBezTo>
                <a:moveTo>
                  <a:pt x="156302" y="38898"/>
                </a:moveTo>
                <a:cubicBezTo>
                  <a:pt x="153785" y="38898"/>
                  <a:pt x="151256" y="39643"/>
                  <a:pt x="148715" y="41135"/>
                </a:cubicBezTo>
                <a:cubicBezTo>
                  <a:pt x="146174" y="42625"/>
                  <a:pt x="144120" y="45239"/>
                  <a:pt x="142553" y="48978"/>
                </a:cubicBezTo>
                <a:cubicBezTo>
                  <a:pt x="140986" y="52717"/>
                  <a:pt x="140202" y="57520"/>
                  <a:pt x="140202" y="63387"/>
                </a:cubicBezTo>
                <a:cubicBezTo>
                  <a:pt x="140202" y="72851"/>
                  <a:pt x="142090" y="81015"/>
                  <a:pt x="145866" y="87878"/>
                </a:cubicBezTo>
                <a:cubicBezTo>
                  <a:pt x="149641" y="94739"/>
                  <a:pt x="154616" y="98170"/>
                  <a:pt x="160791" y="98170"/>
                </a:cubicBezTo>
                <a:cubicBezTo>
                  <a:pt x="165398" y="98170"/>
                  <a:pt x="169197" y="96277"/>
                  <a:pt x="172189" y="92491"/>
                </a:cubicBezTo>
                <a:cubicBezTo>
                  <a:pt x="175181" y="88704"/>
                  <a:pt x="176677" y="82198"/>
                  <a:pt x="176677" y="72971"/>
                </a:cubicBezTo>
                <a:cubicBezTo>
                  <a:pt x="176677" y="61424"/>
                  <a:pt x="174184" y="52338"/>
                  <a:pt x="169197" y="45712"/>
                </a:cubicBezTo>
                <a:cubicBezTo>
                  <a:pt x="165825" y="41169"/>
                  <a:pt x="161527" y="38898"/>
                  <a:pt x="156302" y="38898"/>
                </a:cubicBezTo>
                <a:close/>
                <a:moveTo>
                  <a:pt x="218924" y="48210"/>
                </a:moveTo>
                <a:cubicBezTo>
                  <a:pt x="223673" y="43419"/>
                  <a:pt x="226475" y="40664"/>
                  <a:pt x="227330" y="39946"/>
                </a:cubicBezTo>
                <a:cubicBezTo>
                  <a:pt x="229468" y="38125"/>
                  <a:pt x="231771" y="36711"/>
                  <a:pt x="234241" y="35705"/>
                </a:cubicBezTo>
                <a:cubicBezTo>
                  <a:pt x="236710" y="34699"/>
                  <a:pt x="239156" y="34196"/>
                  <a:pt x="241579" y="34196"/>
                </a:cubicBezTo>
                <a:cubicBezTo>
                  <a:pt x="245663" y="34196"/>
                  <a:pt x="249178" y="35393"/>
                  <a:pt x="252122" y="37789"/>
                </a:cubicBezTo>
                <a:cubicBezTo>
                  <a:pt x="255067" y="40184"/>
                  <a:pt x="257038" y="43658"/>
                  <a:pt x="258035" y="48210"/>
                </a:cubicBezTo>
                <a:cubicBezTo>
                  <a:pt x="262927" y="42460"/>
                  <a:pt x="267059" y="38688"/>
                  <a:pt x="270431" y="36892"/>
                </a:cubicBezTo>
                <a:cubicBezTo>
                  <a:pt x="273803" y="35094"/>
                  <a:pt x="277270" y="34196"/>
                  <a:pt x="280832" y="34196"/>
                </a:cubicBezTo>
                <a:cubicBezTo>
                  <a:pt x="284299" y="34196"/>
                  <a:pt x="287374" y="35084"/>
                  <a:pt x="290058" y="36860"/>
                </a:cubicBezTo>
                <a:cubicBezTo>
                  <a:pt x="292741" y="38636"/>
                  <a:pt x="294867" y="41536"/>
                  <a:pt x="296434" y="45563"/>
                </a:cubicBezTo>
                <a:cubicBezTo>
                  <a:pt x="297479" y="48310"/>
                  <a:pt x="298001" y="52620"/>
                  <a:pt x="298001" y="58493"/>
                </a:cubicBezTo>
                <a:lnTo>
                  <a:pt x="298001" y="86486"/>
                </a:lnTo>
                <a:cubicBezTo>
                  <a:pt x="298001" y="90595"/>
                  <a:pt x="298310" y="93413"/>
                  <a:pt x="298927" y="94942"/>
                </a:cubicBezTo>
                <a:cubicBezTo>
                  <a:pt x="299402" y="95993"/>
                  <a:pt x="300281" y="96888"/>
                  <a:pt x="301563" y="97629"/>
                </a:cubicBezTo>
                <a:cubicBezTo>
                  <a:pt x="302846" y="98370"/>
                  <a:pt x="304935" y="98740"/>
                  <a:pt x="307832" y="98740"/>
                </a:cubicBezTo>
                <a:lnTo>
                  <a:pt x="307832" y="101304"/>
                </a:lnTo>
                <a:lnTo>
                  <a:pt x="275632" y="101304"/>
                </a:lnTo>
                <a:lnTo>
                  <a:pt x="275632" y="98740"/>
                </a:lnTo>
                <a:lnTo>
                  <a:pt x="276985" y="98740"/>
                </a:lnTo>
                <a:cubicBezTo>
                  <a:pt x="279787" y="98740"/>
                  <a:pt x="281972" y="98191"/>
                  <a:pt x="283539" y="97092"/>
                </a:cubicBezTo>
                <a:cubicBezTo>
                  <a:pt x="284632" y="96328"/>
                  <a:pt x="285415" y="95110"/>
                  <a:pt x="285890" y="93437"/>
                </a:cubicBezTo>
                <a:cubicBezTo>
                  <a:pt x="286080" y="92625"/>
                  <a:pt x="286175" y="90308"/>
                  <a:pt x="286175" y="86486"/>
                </a:cubicBezTo>
                <a:lnTo>
                  <a:pt x="286175" y="58600"/>
                </a:lnTo>
                <a:cubicBezTo>
                  <a:pt x="286175" y="53315"/>
                  <a:pt x="285534" y="49587"/>
                  <a:pt x="284252" y="47417"/>
                </a:cubicBezTo>
                <a:cubicBezTo>
                  <a:pt x="282400" y="44397"/>
                  <a:pt x="279431" y="42887"/>
                  <a:pt x="275347" y="42887"/>
                </a:cubicBezTo>
                <a:cubicBezTo>
                  <a:pt x="272829" y="42887"/>
                  <a:pt x="270300" y="43514"/>
                  <a:pt x="267760" y="44768"/>
                </a:cubicBezTo>
                <a:cubicBezTo>
                  <a:pt x="265219" y="46022"/>
                  <a:pt x="262143" y="48353"/>
                  <a:pt x="258534" y="51759"/>
                </a:cubicBezTo>
                <a:lnTo>
                  <a:pt x="258391" y="52540"/>
                </a:lnTo>
                <a:lnTo>
                  <a:pt x="258534" y="55581"/>
                </a:lnTo>
                <a:lnTo>
                  <a:pt x="258534" y="86486"/>
                </a:lnTo>
                <a:cubicBezTo>
                  <a:pt x="258534" y="90978"/>
                  <a:pt x="258783" y="93772"/>
                  <a:pt x="259282" y="94871"/>
                </a:cubicBezTo>
                <a:cubicBezTo>
                  <a:pt x="259781" y="95969"/>
                  <a:pt x="260719" y="96888"/>
                  <a:pt x="262096" y="97629"/>
                </a:cubicBezTo>
                <a:cubicBezTo>
                  <a:pt x="263473" y="98370"/>
                  <a:pt x="265824" y="98740"/>
                  <a:pt x="269149" y="98740"/>
                </a:cubicBezTo>
                <a:lnTo>
                  <a:pt x="269149" y="101304"/>
                </a:lnTo>
                <a:lnTo>
                  <a:pt x="236164" y="101304"/>
                </a:lnTo>
                <a:lnTo>
                  <a:pt x="236164" y="98740"/>
                </a:lnTo>
                <a:cubicBezTo>
                  <a:pt x="239774" y="98740"/>
                  <a:pt x="242255" y="98310"/>
                  <a:pt x="243609" y="97451"/>
                </a:cubicBezTo>
                <a:cubicBezTo>
                  <a:pt x="244962" y="96590"/>
                  <a:pt x="245900" y="95300"/>
                  <a:pt x="246423" y="93582"/>
                </a:cubicBezTo>
                <a:cubicBezTo>
                  <a:pt x="246660" y="92768"/>
                  <a:pt x="246779" y="90403"/>
                  <a:pt x="246779" y="86486"/>
                </a:cubicBezTo>
                <a:lnTo>
                  <a:pt x="246779" y="58618"/>
                </a:lnTo>
                <a:cubicBezTo>
                  <a:pt x="246779" y="53336"/>
                  <a:pt x="245995" y="49525"/>
                  <a:pt x="244428" y="47186"/>
                </a:cubicBezTo>
                <a:cubicBezTo>
                  <a:pt x="242338" y="44130"/>
                  <a:pt x="239418" y="42602"/>
                  <a:pt x="235666" y="42602"/>
                </a:cubicBezTo>
                <a:cubicBezTo>
                  <a:pt x="233101" y="42602"/>
                  <a:pt x="230560" y="43294"/>
                  <a:pt x="228043" y="44677"/>
                </a:cubicBezTo>
                <a:cubicBezTo>
                  <a:pt x="224101" y="46776"/>
                  <a:pt x="221061" y="49136"/>
                  <a:pt x="218924" y="51759"/>
                </a:cubicBezTo>
                <a:lnTo>
                  <a:pt x="218924" y="86486"/>
                </a:lnTo>
                <a:cubicBezTo>
                  <a:pt x="218924" y="90786"/>
                  <a:pt x="219221" y="93581"/>
                  <a:pt x="219814" y="94871"/>
                </a:cubicBezTo>
                <a:cubicBezTo>
                  <a:pt x="220408" y="96160"/>
                  <a:pt x="221287" y="97128"/>
                  <a:pt x="222450" y="97774"/>
                </a:cubicBezTo>
                <a:cubicBezTo>
                  <a:pt x="223614" y="98418"/>
                  <a:pt x="225977" y="98740"/>
                  <a:pt x="229539" y="98740"/>
                </a:cubicBezTo>
                <a:lnTo>
                  <a:pt x="229539" y="101304"/>
                </a:lnTo>
                <a:lnTo>
                  <a:pt x="197267" y="101304"/>
                </a:lnTo>
                <a:lnTo>
                  <a:pt x="197267" y="98740"/>
                </a:lnTo>
                <a:cubicBezTo>
                  <a:pt x="200259" y="98740"/>
                  <a:pt x="202349" y="98418"/>
                  <a:pt x="203536" y="97774"/>
                </a:cubicBezTo>
                <a:cubicBezTo>
                  <a:pt x="204723" y="97128"/>
                  <a:pt x="205626" y="96101"/>
                  <a:pt x="206243" y="94692"/>
                </a:cubicBezTo>
                <a:cubicBezTo>
                  <a:pt x="206860" y="93282"/>
                  <a:pt x="207169" y="90547"/>
                  <a:pt x="207169" y="86486"/>
                </a:cubicBezTo>
                <a:lnTo>
                  <a:pt x="207169" y="61695"/>
                </a:lnTo>
                <a:cubicBezTo>
                  <a:pt x="207169" y="54523"/>
                  <a:pt x="206955" y="49892"/>
                  <a:pt x="206528" y="47803"/>
                </a:cubicBezTo>
                <a:cubicBezTo>
                  <a:pt x="206196" y="46235"/>
                  <a:pt x="205673" y="45155"/>
                  <a:pt x="204961" y="44561"/>
                </a:cubicBezTo>
                <a:cubicBezTo>
                  <a:pt x="204248" y="43967"/>
                  <a:pt x="203275" y="43671"/>
                  <a:pt x="202040" y="43671"/>
                </a:cubicBezTo>
                <a:cubicBezTo>
                  <a:pt x="200710" y="43671"/>
                  <a:pt x="199119" y="44027"/>
                  <a:pt x="197267" y="44739"/>
                </a:cubicBezTo>
                <a:lnTo>
                  <a:pt x="196198" y="42175"/>
                </a:lnTo>
                <a:lnTo>
                  <a:pt x="215861" y="34196"/>
                </a:lnTo>
                <a:lnTo>
                  <a:pt x="218924" y="34196"/>
                </a:lnTo>
                <a:lnTo>
                  <a:pt x="218924" y="48210"/>
                </a:lnTo>
                <a:close/>
                <a:moveTo>
                  <a:pt x="308209" y="42317"/>
                </a:moveTo>
                <a:lnTo>
                  <a:pt x="328299" y="34338"/>
                </a:lnTo>
                <a:lnTo>
                  <a:pt x="331006" y="34338"/>
                </a:lnTo>
                <a:lnTo>
                  <a:pt x="331006" y="49655"/>
                </a:lnTo>
                <a:cubicBezTo>
                  <a:pt x="334378" y="43935"/>
                  <a:pt x="337762" y="39928"/>
                  <a:pt x="341158" y="37635"/>
                </a:cubicBezTo>
                <a:cubicBezTo>
                  <a:pt x="344554" y="35342"/>
                  <a:pt x="348128" y="34196"/>
                  <a:pt x="351880" y="34196"/>
                </a:cubicBezTo>
                <a:cubicBezTo>
                  <a:pt x="358434" y="34196"/>
                  <a:pt x="363896" y="36757"/>
                  <a:pt x="368265" y="41881"/>
                </a:cubicBezTo>
                <a:cubicBezTo>
                  <a:pt x="373632" y="48144"/>
                  <a:pt x="376315" y="56305"/>
                  <a:pt x="376315" y="66363"/>
                </a:cubicBezTo>
                <a:cubicBezTo>
                  <a:pt x="376315" y="77607"/>
                  <a:pt x="373086" y="86906"/>
                  <a:pt x="366626" y="94261"/>
                </a:cubicBezTo>
                <a:cubicBezTo>
                  <a:pt x="361307" y="100286"/>
                  <a:pt x="354610" y="103299"/>
                  <a:pt x="346537" y="103299"/>
                </a:cubicBezTo>
                <a:cubicBezTo>
                  <a:pt x="343022" y="103299"/>
                  <a:pt x="339982" y="102801"/>
                  <a:pt x="337418" y="101803"/>
                </a:cubicBezTo>
                <a:cubicBezTo>
                  <a:pt x="335518" y="101091"/>
                  <a:pt x="333381" y="99666"/>
                  <a:pt x="331006" y="97529"/>
                </a:cubicBezTo>
                <a:lnTo>
                  <a:pt x="331006" y="117405"/>
                </a:lnTo>
                <a:cubicBezTo>
                  <a:pt x="331006" y="121895"/>
                  <a:pt x="331279" y="124749"/>
                  <a:pt x="331825" y="125967"/>
                </a:cubicBezTo>
                <a:cubicBezTo>
                  <a:pt x="332371" y="127186"/>
                  <a:pt x="333321" y="128153"/>
                  <a:pt x="334675" y="128868"/>
                </a:cubicBezTo>
                <a:cubicBezTo>
                  <a:pt x="336029" y="129585"/>
                  <a:pt x="338486" y="129943"/>
                  <a:pt x="342048" y="129943"/>
                </a:cubicBezTo>
                <a:lnTo>
                  <a:pt x="342048" y="132508"/>
                </a:lnTo>
                <a:lnTo>
                  <a:pt x="307853" y="132508"/>
                </a:lnTo>
                <a:lnTo>
                  <a:pt x="307853" y="129943"/>
                </a:lnTo>
                <a:lnTo>
                  <a:pt x="309634" y="129943"/>
                </a:lnTo>
                <a:cubicBezTo>
                  <a:pt x="312246" y="129991"/>
                  <a:pt x="314478" y="129489"/>
                  <a:pt x="316330" y="128438"/>
                </a:cubicBezTo>
                <a:cubicBezTo>
                  <a:pt x="317233" y="127913"/>
                  <a:pt x="317933" y="127065"/>
                  <a:pt x="318432" y="125896"/>
                </a:cubicBezTo>
                <a:cubicBezTo>
                  <a:pt x="318931" y="124726"/>
                  <a:pt x="319180" y="121754"/>
                  <a:pt x="319180" y="116977"/>
                </a:cubicBezTo>
                <a:lnTo>
                  <a:pt x="319180" y="55140"/>
                </a:lnTo>
                <a:cubicBezTo>
                  <a:pt x="319180" y="50885"/>
                  <a:pt x="318990" y="48184"/>
                  <a:pt x="318610" y="47037"/>
                </a:cubicBezTo>
                <a:cubicBezTo>
                  <a:pt x="318230" y="45888"/>
                  <a:pt x="317625" y="45028"/>
                  <a:pt x="316794" y="44457"/>
                </a:cubicBezTo>
                <a:cubicBezTo>
                  <a:pt x="315962" y="43885"/>
                  <a:pt x="314834" y="43599"/>
                  <a:pt x="313410" y="43599"/>
                </a:cubicBezTo>
                <a:cubicBezTo>
                  <a:pt x="312270" y="43599"/>
                  <a:pt x="310821" y="43932"/>
                  <a:pt x="309064" y="44597"/>
                </a:cubicBezTo>
                <a:lnTo>
                  <a:pt x="308209" y="42317"/>
                </a:lnTo>
                <a:moveTo>
                  <a:pt x="331006" y="53858"/>
                </a:moveTo>
                <a:lnTo>
                  <a:pt x="331006" y="78222"/>
                </a:lnTo>
                <a:cubicBezTo>
                  <a:pt x="331006" y="83494"/>
                  <a:pt x="331220" y="86961"/>
                  <a:pt x="331647" y="88624"/>
                </a:cubicBezTo>
                <a:cubicBezTo>
                  <a:pt x="332312" y="91378"/>
                  <a:pt x="333939" y="93800"/>
                  <a:pt x="336527" y="95890"/>
                </a:cubicBezTo>
                <a:cubicBezTo>
                  <a:pt x="339116" y="97980"/>
                  <a:pt x="342381" y="99025"/>
                  <a:pt x="346323" y="99025"/>
                </a:cubicBezTo>
                <a:cubicBezTo>
                  <a:pt x="351072" y="99025"/>
                  <a:pt x="354919" y="97173"/>
                  <a:pt x="357864" y="93468"/>
                </a:cubicBezTo>
                <a:cubicBezTo>
                  <a:pt x="361711" y="88624"/>
                  <a:pt x="363634" y="81808"/>
                  <a:pt x="363634" y="73022"/>
                </a:cubicBezTo>
                <a:cubicBezTo>
                  <a:pt x="363634" y="63048"/>
                  <a:pt x="361450" y="55378"/>
                  <a:pt x="357080" y="50011"/>
                </a:cubicBezTo>
                <a:cubicBezTo>
                  <a:pt x="354041" y="46307"/>
                  <a:pt x="350431" y="44454"/>
                  <a:pt x="346252" y="44454"/>
                </a:cubicBezTo>
                <a:cubicBezTo>
                  <a:pt x="343972" y="44454"/>
                  <a:pt x="341716" y="45024"/>
                  <a:pt x="339484" y="46164"/>
                </a:cubicBezTo>
                <a:cubicBezTo>
                  <a:pt x="337774" y="47019"/>
                  <a:pt x="334948" y="49584"/>
                  <a:pt x="331006" y="53858"/>
                </a:cubicBezTo>
                <a:close/>
                <a:moveTo>
                  <a:pt x="404812" y="14533"/>
                </a:moveTo>
                <a:lnTo>
                  <a:pt x="404812" y="36048"/>
                </a:lnTo>
                <a:lnTo>
                  <a:pt x="420058" y="36048"/>
                </a:lnTo>
                <a:lnTo>
                  <a:pt x="420058" y="40892"/>
                </a:lnTo>
                <a:lnTo>
                  <a:pt x="404812" y="41035"/>
                </a:lnTo>
                <a:lnTo>
                  <a:pt x="404812" y="83410"/>
                </a:lnTo>
                <a:cubicBezTo>
                  <a:pt x="404812" y="87641"/>
                  <a:pt x="405418" y="90494"/>
                  <a:pt x="406629" y="91970"/>
                </a:cubicBezTo>
                <a:cubicBezTo>
                  <a:pt x="407840" y="93443"/>
                  <a:pt x="409395" y="94180"/>
                  <a:pt x="411295" y="94180"/>
                </a:cubicBezTo>
                <a:cubicBezTo>
                  <a:pt x="412862" y="94180"/>
                  <a:pt x="414382" y="93688"/>
                  <a:pt x="415854" y="92702"/>
                </a:cubicBezTo>
                <a:cubicBezTo>
                  <a:pt x="417327" y="91717"/>
                  <a:pt x="418467" y="90262"/>
                  <a:pt x="419274" y="88339"/>
                </a:cubicBezTo>
                <a:lnTo>
                  <a:pt x="422052" y="88339"/>
                </a:lnTo>
                <a:cubicBezTo>
                  <a:pt x="420390" y="93017"/>
                  <a:pt x="418039" y="96537"/>
                  <a:pt x="414999" y="98900"/>
                </a:cubicBezTo>
                <a:cubicBezTo>
                  <a:pt x="411960" y="101263"/>
                  <a:pt x="408825" y="102444"/>
                  <a:pt x="405596" y="102444"/>
                </a:cubicBezTo>
                <a:cubicBezTo>
                  <a:pt x="403411" y="102444"/>
                  <a:pt x="401274" y="101837"/>
                  <a:pt x="399184" y="100621"/>
                </a:cubicBezTo>
                <a:cubicBezTo>
                  <a:pt x="397094" y="99405"/>
                  <a:pt x="395551" y="97666"/>
                  <a:pt x="394553" y="95403"/>
                </a:cubicBezTo>
                <a:cubicBezTo>
                  <a:pt x="393556" y="93139"/>
                  <a:pt x="393057" y="89648"/>
                  <a:pt x="393057" y="84930"/>
                </a:cubicBezTo>
                <a:lnTo>
                  <a:pt x="393057" y="40892"/>
                </a:lnTo>
                <a:lnTo>
                  <a:pt x="382727" y="40892"/>
                </a:lnTo>
                <a:lnTo>
                  <a:pt x="382727" y="38608"/>
                </a:lnTo>
                <a:cubicBezTo>
                  <a:pt x="385340" y="37569"/>
                  <a:pt x="388011" y="35810"/>
                  <a:pt x="390742" y="33332"/>
                </a:cubicBezTo>
                <a:cubicBezTo>
                  <a:pt x="393473" y="30853"/>
                  <a:pt x="395907" y="27899"/>
                  <a:pt x="398044" y="24469"/>
                </a:cubicBezTo>
                <a:cubicBezTo>
                  <a:pt x="399137" y="22658"/>
                  <a:pt x="400656" y="19346"/>
                  <a:pt x="402604" y="14533"/>
                </a:cubicBezTo>
                <a:lnTo>
                  <a:pt x="404812" y="14533"/>
                </a:lnTo>
                <a:close/>
                <a:moveTo>
                  <a:pt x="442876" y="0"/>
                </a:moveTo>
                <a:cubicBezTo>
                  <a:pt x="444870" y="0"/>
                  <a:pt x="446568" y="704"/>
                  <a:pt x="447969" y="2113"/>
                </a:cubicBezTo>
                <a:cubicBezTo>
                  <a:pt x="449370" y="3520"/>
                  <a:pt x="450071" y="5226"/>
                  <a:pt x="450071" y="7231"/>
                </a:cubicBezTo>
                <a:cubicBezTo>
                  <a:pt x="450071" y="9236"/>
                  <a:pt x="449370" y="10955"/>
                  <a:pt x="447969" y="12387"/>
                </a:cubicBezTo>
                <a:cubicBezTo>
                  <a:pt x="446568" y="13818"/>
                  <a:pt x="444870" y="14533"/>
                  <a:pt x="442876" y="14533"/>
                </a:cubicBezTo>
                <a:cubicBezTo>
                  <a:pt x="440881" y="14533"/>
                  <a:pt x="439171" y="13818"/>
                  <a:pt x="437746" y="12387"/>
                </a:cubicBezTo>
                <a:cubicBezTo>
                  <a:pt x="436321" y="10955"/>
                  <a:pt x="435609" y="9236"/>
                  <a:pt x="435609" y="7231"/>
                </a:cubicBezTo>
                <a:cubicBezTo>
                  <a:pt x="435609" y="5226"/>
                  <a:pt x="436310" y="3520"/>
                  <a:pt x="437711" y="2113"/>
                </a:cubicBezTo>
                <a:cubicBezTo>
                  <a:pt x="439112" y="704"/>
                  <a:pt x="440833" y="0"/>
                  <a:pt x="442876" y="0"/>
                </a:cubicBezTo>
                <a:moveTo>
                  <a:pt x="448789" y="34196"/>
                </a:moveTo>
                <a:lnTo>
                  <a:pt x="448789" y="86486"/>
                </a:lnTo>
                <a:cubicBezTo>
                  <a:pt x="448789" y="90595"/>
                  <a:pt x="449085" y="93330"/>
                  <a:pt x="449679" y="94692"/>
                </a:cubicBezTo>
                <a:cubicBezTo>
                  <a:pt x="450273" y="96053"/>
                  <a:pt x="451151" y="97069"/>
                  <a:pt x="452315" y="97738"/>
                </a:cubicBezTo>
                <a:cubicBezTo>
                  <a:pt x="453479" y="98406"/>
                  <a:pt x="455604" y="98740"/>
                  <a:pt x="458691" y="98740"/>
                </a:cubicBezTo>
                <a:lnTo>
                  <a:pt x="458691" y="101304"/>
                </a:lnTo>
                <a:lnTo>
                  <a:pt x="426989" y="101304"/>
                </a:lnTo>
                <a:lnTo>
                  <a:pt x="426989" y="98740"/>
                </a:lnTo>
                <a:cubicBezTo>
                  <a:pt x="430171" y="98740"/>
                  <a:pt x="432308" y="98430"/>
                  <a:pt x="433401" y="97809"/>
                </a:cubicBezTo>
                <a:cubicBezTo>
                  <a:pt x="434493" y="97187"/>
                  <a:pt x="435360" y="96160"/>
                  <a:pt x="436001" y="94728"/>
                </a:cubicBezTo>
                <a:cubicBezTo>
                  <a:pt x="436642" y="93294"/>
                  <a:pt x="436963" y="90547"/>
                  <a:pt x="436963" y="86486"/>
                </a:cubicBezTo>
                <a:lnTo>
                  <a:pt x="436963" y="61552"/>
                </a:lnTo>
                <a:cubicBezTo>
                  <a:pt x="436963" y="54446"/>
                  <a:pt x="436749" y="49843"/>
                  <a:pt x="436321" y="47745"/>
                </a:cubicBezTo>
                <a:cubicBezTo>
                  <a:pt x="435989" y="46217"/>
                  <a:pt x="435467" y="45157"/>
                  <a:pt x="434754" y="44563"/>
                </a:cubicBezTo>
                <a:cubicBezTo>
                  <a:pt x="434042" y="43968"/>
                  <a:pt x="433068" y="43671"/>
                  <a:pt x="431833" y="43671"/>
                </a:cubicBezTo>
                <a:cubicBezTo>
                  <a:pt x="430503" y="43671"/>
                  <a:pt x="428889" y="44027"/>
                  <a:pt x="426989" y="44739"/>
                </a:cubicBezTo>
                <a:lnTo>
                  <a:pt x="425992" y="42175"/>
                </a:lnTo>
                <a:lnTo>
                  <a:pt x="445654" y="34196"/>
                </a:lnTo>
                <a:lnTo>
                  <a:pt x="448789" y="34196"/>
                </a:lnTo>
                <a:close/>
                <a:moveTo>
                  <a:pt x="485713" y="47945"/>
                </a:moveTo>
                <a:cubicBezTo>
                  <a:pt x="493360" y="38779"/>
                  <a:pt x="500650" y="34196"/>
                  <a:pt x="507584" y="34196"/>
                </a:cubicBezTo>
                <a:cubicBezTo>
                  <a:pt x="511146" y="34196"/>
                  <a:pt x="514210" y="35084"/>
                  <a:pt x="516774" y="36860"/>
                </a:cubicBezTo>
                <a:cubicBezTo>
                  <a:pt x="519339" y="38636"/>
                  <a:pt x="521381" y="41560"/>
                  <a:pt x="522901" y="45634"/>
                </a:cubicBezTo>
                <a:cubicBezTo>
                  <a:pt x="523946" y="48476"/>
                  <a:pt x="524468" y="52834"/>
                  <a:pt x="524468" y="58707"/>
                </a:cubicBezTo>
                <a:lnTo>
                  <a:pt x="524468" y="86486"/>
                </a:lnTo>
                <a:cubicBezTo>
                  <a:pt x="524468" y="90642"/>
                  <a:pt x="524801" y="93461"/>
                  <a:pt x="525466" y="94942"/>
                </a:cubicBezTo>
                <a:cubicBezTo>
                  <a:pt x="525988" y="96137"/>
                  <a:pt x="526831" y="97069"/>
                  <a:pt x="527995" y="97738"/>
                </a:cubicBezTo>
                <a:cubicBezTo>
                  <a:pt x="529158" y="98406"/>
                  <a:pt x="531308" y="98740"/>
                  <a:pt x="534442" y="98740"/>
                </a:cubicBezTo>
                <a:lnTo>
                  <a:pt x="534442" y="101304"/>
                </a:lnTo>
                <a:lnTo>
                  <a:pt x="502170" y="101304"/>
                </a:lnTo>
                <a:lnTo>
                  <a:pt x="502170" y="98740"/>
                </a:lnTo>
                <a:lnTo>
                  <a:pt x="503524" y="98740"/>
                </a:lnTo>
                <a:cubicBezTo>
                  <a:pt x="506563" y="98740"/>
                  <a:pt x="508689" y="98275"/>
                  <a:pt x="509900" y="97344"/>
                </a:cubicBezTo>
                <a:cubicBezTo>
                  <a:pt x="511111" y="96412"/>
                  <a:pt x="511954" y="95038"/>
                  <a:pt x="512429" y="93223"/>
                </a:cubicBezTo>
                <a:cubicBezTo>
                  <a:pt x="512619" y="92506"/>
                  <a:pt x="512714" y="90261"/>
                  <a:pt x="512714" y="86486"/>
                </a:cubicBezTo>
                <a:lnTo>
                  <a:pt x="512714" y="59816"/>
                </a:lnTo>
                <a:cubicBezTo>
                  <a:pt x="512714" y="53888"/>
                  <a:pt x="511942" y="49584"/>
                  <a:pt x="510398" y="46905"/>
                </a:cubicBezTo>
                <a:cubicBezTo>
                  <a:pt x="508855" y="44226"/>
                  <a:pt x="506255" y="42887"/>
                  <a:pt x="502597" y="42887"/>
                </a:cubicBezTo>
                <a:cubicBezTo>
                  <a:pt x="496946" y="42887"/>
                  <a:pt x="491318" y="45974"/>
                  <a:pt x="485713" y="52148"/>
                </a:cubicBezTo>
                <a:lnTo>
                  <a:pt x="485713" y="86486"/>
                </a:lnTo>
                <a:cubicBezTo>
                  <a:pt x="485713" y="90929"/>
                  <a:pt x="485975" y="93676"/>
                  <a:pt x="486497" y="94728"/>
                </a:cubicBezTo>
                <a:cubicBezTo>
                  <a:pt x="487162" y="96113"/>
                  <a:pt x="488076" y="97128"/>
                  <a:pt x="489240" y="97774"/>
                </a:cubicBezTo>
                <a:cubicBezTo>
                  <a:pt x="490403" y="98418"/>
                  <a:pt x="492766" y="98740"/>
                  <a:pt x="496328" y="98740"/>
                </a:cubicBezTo>
                <a:lnTo>
                  <a:pt x="496328" y="101304"/>
                </a:lnTo>
                <a:lnTo>
                  <a:pt x="464056" y="101304"/>
                </a:lnTo>
                <a:lnTo>
                  <a:pt x="464056" y="98740"/>
                </a:lnTo>
                <a:lnTo>
                  <a:pt x="465481" y="98740"/>
                </a:lnTo>
                <a:cubicBezTo>
                  <a:pt x="468806" y="98740"/>
                  <a:pt x="471050" y="97892"/>
                  <a:pt x="472213" y="96197"/>
                </a:cubicBezTo>
                <a:cubicBezTo>
                  <a:pt x="473377" y="94501"/>
                  <a:pt x="473959" y="91264"/>
                  <a:pt x="473959" y="86486"/>
                </a:cubicBezTo>
                <a:lnTo>
                  <a:pt x="473959" y="62407"/>
                </a:lnTo>
                <a:cubicBezTo>
                  <a:pt x="473959" y="54570"/>
                  <a:pt x="473781" y="49797"/>
                  <a:pt x="473424" y="48088"/>
                </a:cubicBezTo>
                <a:cubicBezTo>
                  <a:pt x="473068" y="46378"/>
                  <a:pt x="472522" y="45214"/>
                  <a:pt x="471786" y="44597"/>
                </a:cubicBezTo>
                <a:cubicBezTo>
                  <a:pt x="471050" y="43979"/>
                  <a:pt x="470064" y="43671"/>
                  <a:pt x="468829" y="43671"/>
                </a:cubicBezTo>
                <a:cubicBezTo>
                  <a:pt x="467500" y="43671"/>
                  <a:pt x="465908" y="44027"/>
                  <a:pt x="464056" y="44739"/>
                </a:cubicBezTo>
                <a:lnTo>
                  <a:pt x="462988" y="42175"/>
                </a:lnTo>
                <a:lnTo>
                  <a:pt x="482650" y="34196"/>
                </a:lnTo>
                <a:lnTo>
                  <a:pt x="485713" y="34196"/>
                </a:lnTo>
                <a:lnTo>
                  <a:pt x="485713" y="47945"/>
                </a:lnTo>
                <a:close/>
                <a:moveTo>
                  <a:pt x="557096" y="77526"/>
                </a:moveTo>
                <a:cubicBezTo>
                  <a:pt x="553107" y="75581"/>
                  <a:pt x="550043" y="72866"/>
                  <a:pt x="547906" y="69380"/>
                </a:cubicBezTo>
                <a:cubicBezTo>
                  <a:pt x="545769" y="65893"/>
                  <a:pt x="544700" y="62039"/>
                  <a:pt x="544700" y="57816"/>
                </a:cubicBezTo>
                <a:cubicBezTo>
                  <a:pt x="544700" y="51366"/>
                  <a:pt x="547134" y="45817"/>
                  <a:pt x="552002" y="41168"/>
                </a:cubicBezTo>
                <a:cubicBezTo>
                  <a:pt x="556870" y="36520"/>
                  <a:pt x="563104" y="34196"/>
                  <a:pt x="570703" y="34196"/>
                </a:cubicBezTo>
                <a:cubicBezTo>
                  <a:pt x="576925" y="34196"/>
                  <a:pt x="582315" y="35715"/>
                  <a:pt x="586875" y="38755"/>
                </a:cubicBezTo>
                <a:lnTo>
                  <a:pt x="600695" y="38755"/>
                </a:lnTo>
                <a:cubicBezTo>
                  <a:pt x="602738" y="38755"/>
                  <a:pt x="603925" y="38814"/>
                  <a:pt x="604258" y="38933"/>
                </a:cubicBezTo>
                <a:cubicBezTo>
                  <a:pt x="604590" y="39052"/>
                  <a:pt x="604827" y="39254"/>
                  <a:pt x="604970" y="39539"/>
                </a:cubicBezTo>
                <a:cubicBezTo>
                  <a:pt x="605255" y="39966"/>
                  <a:pt x="605397" y="40726"/>
                  <a:pt x="605397" y="41818"/>
                </a:cubicBezTo>
                <a:cubicBezTo>
                  <a:pt x="605397" y="43053"/>
                  <a:pt x="605279" y="43908"/>
                  <a:pt x="605041" y="44383"/>
                </a:cubicBezTo>
                <a:cubicBezTo>
                  <a:pt x="604899" y="44621"/>
                  <a:pt x="604649" y="44811"/>
                  <a:pt x="604293" y="44953"/>
                </a:cubicBezTo>
                <a:cubicBezTo>
                  <a:pt x="603937" y="45095"/>
                  <a:pt x="602738" y="45167"/>
                  <a:pt x="600695" y="45167"/>
                </a:cubicBezTo>
                <a:lnTo>
                  <a:pt x="592218" y="45167"/>
                </a:lnTo>
                <a:cubicBezTo>
                  <a:pt x="594877" y="48586"/>
                  <a:pt x="596207" y="52956"/>
                  <a:pt x="596207" y="58275"/>
                </a:cubicBezTo>
                <a:cubicBezTo>
                  <a:pt x="596207" y="64354"/>
                  <a:pt x="593880" y="69555"/>
                  <a:pt x="589226" y="73877"/>
                </a:cubicBezTo>
                <a:cubicBezTo>
                  <a:pt x="584571" y="78199"/>
                  <a:pt x="578326" y="80360"/>
                  <a:pt x="570489" y="80360"/>
                </a:cubicBezTo>
                <a:cubicBezTo>
                  <a:pt x="567260" y="80360"/>
                  <a:pt x="563959" y="79875"/>
                  <a:pt x="560587" y="78906"/>
                </a:cubicBezTo>
                <a:cubicBezTo>
                  <a:pt x="558497" y="80684"/>
                  <a:pt x="557084" y="82239"/>
                  <a:pt x="556348" y="83572"/>
                </a:cubicBezTo>
                <a:cubicBezTo>
                  <a:pt x="555612" y="84905"/>
                  <a:pt x="555244" y="86039"/>
                  <a:pt x="555244" y="86974"/>
                </a:cubicBezTo>
                <a:cubicBezTo>
                  <a:pt x="555244" y="87769"/>
                  <a:pt x="555636" y="88541"/>
                  <a:pt x="556419" y="89289"/>
                </a:cubicBezTo>
                <a:cubicBezTo>
                  <a:pt x="557203" y="90037"/>
                  <a:pt x="558735" y="90575"/>
                  <a:pt x="561014" y="90903"/>
                </a:cubicBezTo>
                <a:cubicBezTo>
                  <a:pt x="562344" y="91120"/>
                  <a:pt x="565669" y="91310"/>
                  <a:pt x="570988" y="91473"/>
                </a:cubicBezTo>
                <a:cubicBezTo>
                  <a:pt x="580772" y="91745"/>
                  <a:pt x="587112" y="92125"/>
                  <a:pt x="590009" y="92613"/>
                </a:cubicBezTo>
                <a:cubicBezTo>
                  <a:pt x="594426" y="93229"/>
                  <a:pt x="597953" y="94865"/>
                  <a:pt x="600589" y="97520"/>
                </a:cubicBezTo>
                <a:cubicBezTo>
                  <a:pt x="603224" y="100175"/>
                  <a:pt x="604542" y="103446"/>
                  <a:pt x="604542" y="107333"/>
                </a:cubicBezTo>
                <a:cubicBezTo>
                  <a:pt x="604542" y="112691"/>
                  <a:pt x="602025" y="117717"/>
                  <a:pt x="596991" y="122410"/>
                </a:cubicBezTo>
                <a:cubicBezTo>
                  <a:pt x="589582" y="129332"/>
                  <a:pt x="579917" y="132793"/>
                  <a:pt x="567996" y="132793"/>
                </a:cubicBezTo>
                <a:cubicBezTo>
                  <a:pt x="558830" y="132793"/>
                  <a:pt x="551088" y="130726"/>
                  <a:pt x="544771" y="126593"/>
                </a:cubicBezTo>
                <a:cubicBezTo>
                  <a:pt x="541209" y="124218"/>
                  <a:pt x="539428" y="121748"/>
                  <a:pt x="539428" y="119181"/>
                </a:cubicBezTo>
                <a:cubicBezTo>
                  <a:pt x="539428" y="118042"/>
                  <a:pt x="539690" y="116902"/>
                  <a:pt x="540212" y="115762"/>
                </a:cubicBezTo>
                <a:cubicBezTo>
                  <a:pt x="541019" y="114005"/>
                  <a:pt x="542682" y="111558"/>
                  <a:pt x="545199" y="108422"/>
                </a:cubicBezTo>
                <a:cubicBezTo>
                  <a:pt x="545531" y="107994"/>
                  <a:pt x="547953" y="105429"/>
                  <a:pt x="552465" y="100726"/>
                </a:cubicBezTo>
                <a:cubicBezTo>
                  <a:pt x="549996" y="99255"/>
                  <a:pt x="548250" y="97938"/>
                  <a:pt x="547229" y="96776"/>
                </a:cubicBezTo>
                <a:cubicBezTo>
                  <a:pt x="546208" y="95614"/>
                  <a:pt x="545698" y="94298"/>
                  <a:pt x="545698" y="92827"/>
                </a:cubicBezTo>
                <a:cubicBezTo>
                  <a:pt x="545698" y="91166"/>
                  <a:pt x="546374" y="89221"/>
                  <a:pt x="547728" y="86992"/>
                </a:cubicBezTo>
                <a:cubicBezTo>
                  <a:pt x="549081" y="84761"/>
                  <a:pt x="552204" y="81606"/>
                  <a:pt x="557096" y="77526"/>
                </a:cubicBezTo>
                <a:moveTo>
                  <a:pt x="569492" y="37758"/>
                </a:moveTo>
                <a:cubicBezTo>
                  <a:pt x="565977" y="37758"/>
                  <a:pt x="563033" y="39151"/>
                  <a:pt x="560658" y="41939"/>
                </a:cubicBezTo>
                <a:cubicBezTo>
                  <a:pt x="558283" y="44724"/>
                  <a:pt x="557096" y="48999"/>
                  <a:pt x="557096" y="54762"/>
                </a:cubicBezTo>
                <a:cubicBezTo>
                  <a:pt x="557096" y="62226"/>
                  <a:pt x="558711" y="68012"/>
                  <a:pt x="561940" y="72120"/>
                </a:cubicBezTo>
                <a:cubicBezTo>
                  <a:pt x="564410" y="75238"/>
                  <a:pt x="567545" y="76798"/>
                  <a:pt x="571344" y="76798"/>
                </a:cubicBezTo>
                <a:cubicBezTo>
                  <a:pt x="574954" y="76798"/>
                  <a:pt x="577922" y="75451"/>
                  <a:pt x="580249" y="72759"/>
                </a:cubicBezTo>
                <a:cubicBezTo>
                  <a:pt x="582577" y="70067"/>
                  <a:pt x="583740" y="65839"/>
                  <a:pt x="583740" y="60076"/>
                </a:cubicBezTo>
                <a:cubicBezTo>
                  <a:pt x="583740" y="52566"/>
                  <a:pt x="582102" y="46685"/>
                  <a:pt x="578825" y="42433"/>
                </a:cubicBezTo>
                <a:cubicBezTo>
                  <a:pt x="576402" y="39316"/>
                  <a:pt x="573291" y="37758"/>
                  <a:pt x="569492" y="37758"/>
                </a:cubicBezTo>
                <a:moveTo>
                  <a:pt x="556384" y="101304"/>
                </a:moveTo>
                <a:cubicBezTo>
                  <a:pt x="554151" y="103712"/>
                  <a:pt x="552465" y="105954"/>
                  <a:pt x="551326" y="108030"/>
                </a:cubicBezTo>
                <a:cubicBezTo>
                  <a:pt x="550186" y="110106"/>
                  <a:pt x="549616" y="112018"/>
                  <a:pt x="549616" y="113765"/>
                </a:cubicBezTo>
                <a:cubicBezTo>
                  <a:pt x="549616" y="116030"/>
                  <a:pt x="550993" y="118012"/>
                  <a:pt x="553748" y="119711"/>
                </a:cubicBezTo>
                <a:cubicBezTo>
                  <a:pt x="558497" y="122638"/>
                  <a:pt x="565360" y="124102"/>
                  <a:pt x="574336" y="124102"/>
                </a:cubicBezTo>
                <a:cubicBezTo>
                  <a:pt x="582885" y="124102"/>
                  <a:pt x="589190" y="122608"/>
                  <a:pt x="593251" y="119622"/>
                </a:cubicBezTo>
                <a:cubicBezTo>
                  <a:pt x="597312" y="116638"/>
                  <a:pt x="599342" y="113453"/>
                  <a:pt x="599342" y="110067"/>
                </a:cubicBezTo>
                <a:cubicBezTo>
                  <a:pt x="599342" y="107623"/>
                  <a:pt x="598131" y="105883"/>
                  <a:pt x="595709" y="104849"/>
                </a:cubicBezTo>
                <a:cubicBezTo>
                  <a:pt x="593239" y="103814"/>
                  <a:pt x="588347" y="103203"/>
                  <a:pt x="581033" y="103014"/>
                </a:cubicBezTo>
                <a:cubicBezTo>
                  <a:pt x="570347" y="102717"/>
                  <a:pt x="562130" y="102147"/>
                  <a:pt x="556384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Few-shot">
            <a:extLst xmlns:a="http://schemas.openxmlformats.org/drawingml/2006/main">
              <a:ext uri="{FF2B5EF4-FFF2-40B4-BE49-F238E27FC236}">
                <a16:creationId xmlns:a16="http://schemas.microsoft.com/office/drawing/2014/main" id="{789BA44E-056E-4C35-8E8F-8007231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39" y="2647208"/>
            <a:ext cx="540737" cy="103299"/>
          </a:xfrm>
          <a:custGeom xmlns:a="http://schemas.openxmlformats.org/drawingml/2006/main">
            <a:pathLst>
              <a:path w="540737" h="103299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4301" y="60697"/>
                </a:moveTo>
                <a:cubicBezTo>
                  <a:pt x="94254" y="70341"/>
                  <a:pt x="96605" y="77906"/>
                  <a:pt x="101354" y="83390"/>
                </a:cubicBezTo>
                <a:cubicBezTo>
                  <a:pt x="106103" y="88874"/>
                  <a:pt x="111684" y="91616"/>
                  <a:pt x="118096" y="91616"/>
                </a:cubicBezTo>
                <a:cubicBezTo>
                  <a:pt x="122370" y="91616"/>
                  <a:pt x="126086" y="90435"/>
                  <a:pt x="129245" y="88074"/>
                </a:cubicBezTo>
                <a:cubicBezTo>
                  <a:pt x="132403" y="85712"/>
                  <a:pt x="135051" y="81669"/>
                  <a:pt x="137188" y="75943"/>
                </a:cubicBezTo>
                <a:lnTo>
                  <a:pt x="139397" y="77374"/>
                </a:lnTo>
                <a:cubicBezTo>
                  <a:pt x="138399" y="83915"/>
                  <a:pt x="135502" y="89871"/>
                  <a:pt x="130705" y="95242"/>
                </a:cubicBezTo>
                <a:cubicBezTo>
                  <a:pt x="125908" y="100614"/>
                  <a:pt x="119900" y="103299"/>
                  <a:pt x="112681" y="103299"/>
                </a:cubicBezTo>
                <a:cubicBezTo>
                  <a:pt x="104845" y="103299"/>
                  <a:pt x="98136" y="100254"/>
                  <a:pt x="92556" y="94165"/>
                </a:cubicBezTo>
                <a:cubicBezTo>
                  <a:pt x="86975" y="88074"/>
                  <a:pt x="84185" y="79885"/>
                  <a:pt x="84185" y="69600"/>
                </a:cubicBezTo>
                <a:cubicBezTo>
                  <a:pt x="84185" y="58463"/>
                  <a:pt x="87046" y="49778"/>
                  <a:pt x="92769" y="43546"/>
                </a:cubicBezTo>
                <a:cubicBezTo>
                  <a:pt x="98492" y="37312"/>
                  <a:pt x="105676" y="34196"/>
                  <a:pt x="114320" y="34196"/>
                </a:cubicBezTo>
                <a:cubicBezTo>
                  <a:pt x="121634" y="34196"/>
                  <a:pt x="127642" y="36600"/>
                  <a:pt x="132344" y="41409"/>
                </a:cubicBezTo>
                <a:cubicBezTo>
                  <a:pt x="137046" y="46216"/>
                  <a:pt x="139397" y="52646"/>
                  <a:pt x="139397" y="60697"/>
                </a:cubicBezTo>
                <a:lnTo>
                  <a:pt x="94301" y="60697"/>
                </a:lnTo>
                <a:moveTo>
                  <a:pt x="94301" y="56565"/>
                </a:moveTo>
                <a:lnTo>
                  <a:pt x="124507" y="56565"/>
                </a:lnTo>
                <a:cubicBezTo>
                  <a:pt x="124270" y="52420"/>
                  <a:pt x="123771" y="49500"/>
                  <a:pt x="123011" y="47805"/>
                </a:cubicBezTo>
                <a:cubicBezTo>
                  <a:pt x="121824" y="45166"/>
                  <a:pt x="120055" y="43093"/>
                  <a:pt x="117704" y="41587"/>
                </a:cubicBezTo>
                <a:cubicBezTo>
                  <a:pt x="115353" y="40079"/>
                  <a:pt x="112895" y="39325"/>
                  <a:pt x="110330" y="39325"/>
                </a:cubicBezTo>
                <a:cubicBezTo>
                  <a:pt x="106388" y="39325"/>
                  <a:pt x="102862" y="40844"/>
                  <a:pt x="99751" y="43882"/>
                </a:cubicBezTo>
                <a:cubicBezTo>
                  <a:pt x="96640" y="46920"/>
                  <a:pt x="94824" y="51148"/>
                  <a:pt x="94301" y="56565"/>
                </a:cubicBezTo>
                <a:close/>
                <a:moveTo>
                  <a:pt x="144331" y="36048"/>
                </a:moveTo>
                <a:lnTo>
                  <a:pt x="171687" y="36048"/>
                </a:lnTo>
                <a:lnTo>
                  <a:pt x="171687" y="38613"/>
                </a:lnTo>
                <a:cubicBezTo>
                  <a:pt x="169170" y="38804"/>
                  <a:pt x="167519" y="39259"/>
                  <a:pt x="166736" y="39977"/>
                </a:cubicBezTo>
                <a:cubicBezTo>
                  <a:pt x="165952" y="40694"/>
                  <a:pt x="165560" y="41722"/>
                  <a:pt x="165560" y="43061"/>
                </a:cubicBezTo>
                <a:cubicBezTo>
                  <a:pt x="165560" y="44545"/>
                  <a:pt x="165964" y="46339"/>
                  <a:pt x="166771" y="48444"/>
                </a:cubicBezTo>
                <a:lnTo>
                  <a:pt x="180735" y="85908"/>
                </a:lnTo>
                <a:lnTo>
                  <a:pt x="194769" y="55350"/>
                </a:lnTo>
                <a:lnTo>
                  <a:pt x="191065" y="45808"/>
                </a:lnTo>
                <a:cubicBezTo>
                  <a:pt x="189925" y="42930"/>
                  <a:pt x="188429" y="40939"/>
                  <a:pt x="186576" y="39835"/>
                </a:cubicBezTo>
                <a:cubicBezTo>
                  <a:pt x="185532" y="39164"/>
                  <a:pt x="183584" y="38757"/>
                  <a:pt x="180735" y="38613"/>
                </a:cubicBezTo>
                <a:lnTo>
                  <a:pt x="180735" y="36048"/>
                </a:lnTo>
                <a:lnTo>
                  <a:pt x="211796" y="36048"/>
                </a:lnTo>
                <a:lnTo>
                  <a:pt x="211796" y="38613"/>
                </a:lnTo>
                <a:cubicBezTo>
                  <a:pt x="208376" y="38757"/>
                  <a:pt x="205954" y="39381"/>
                  <a:pt x="204529" y="40487"/>
                </a:cubicBezTo>
                <a:cubicBezTo>
                  <a:pt x="203579" y="41257"/>
                  <a:pt x="203104" y="42484"/>
                  <a:pt x="203104" y="44167"/>
                </a:cubicBezTo>
                <a:cubicBezTo>
                  <a:pt x="203104" y="45117"/>
                  <a:pt x="203294" y="46091"/>
                  <a:pt x="203674" y="47090"/>
                </a:cubicBezTo>
                <a:lnTo>
                  <a:pt x="218492" y="84603"/>
                </a:lnTo>
                <a:lnTo>
                  <a:pt x="232242" y="48444"/>
                </a:lnTo>
                <a:cubicBezTo>
                  <a:pt x="233192" y="45860"/>
                  <a:pt x="233667" y="43803"/>
                  <a:pt x="233667" y="42273"/>
                </a:cubicBezTo>
                <a:cubicBezTo>
                  <a:pt x="233667" y="41363"/>
                  <a:pt x="233203" y="40549"/>
                  <a:pt x="232277" y="39833"/>
                </a:cubicBezTo>
                <a:cubicBezTo>
                  <a:pt x="231351" y="39114"/>
                  <a:pt x="229535" y="38708"/>
                  <a:pt x="226827" y="38613"/>
                </a:cubicBezTo>
                <a:lnTo>
                  <a:pt x="226827" y="36048"/>
                </a:lnTo>
                <a:lnTo>
                  <a:pt x="247416" y="36048"/>
                </a:lnTo>
                <a:lnTo>
                  <a:pt x="247416" y="38613"/>
                </a:lnTo>
                <a:cubicBezTo>
                  <a:pt x="243284" y="39233"/>
                  <a:pt x="240244" y="42048"/>
                  <a:pt x="238297" y="47057"/>
                </a:cubicBezTo>
                <a:lnTo>
                  <a:pt x="216497" y="103299"/>
                </a:lnTo>
                <a:lnTo>
                  <a:pt x="213577" y="103299"/>
                </a:lnTo>
                <a:lnTo>
                  <a:pt x="197262" y="61699"/>
                </a:lnTo>
                <a:lnTo>
                  <a:pt x="178241" y="103299"/>
                </a:lnTo>
                <a:lnTo>
                  <a:pt x="175605" y="103299"/>
                </a:lnTo>
                <a:lnTo>
                  <a:pt x="154660" y="48444"/>
                </a:lnTo>
                <a:cubicBezTo>
                  <a:pt x="153283" y="44951"/>
                  <a:pt x="151930" y="42595"/>
                  <a:pt x="150600" y="41375"/>
                </a:cubicBezTo>
                <a:cubicBezTo>
                  <a:pt x="149270" y="40155"/>
                  <a:pt x="147180" y="39234"/>
                  <a:pt x="144331" y="38613"/>
                </a:cubicBezTo>
                <a:lnTo>
                  <a:pt x="144331" y="36048"/>
                </a:lnTo>
                <a:close/>
                <a:moveTo>
                  <a:pt x="254658" y="63119"/>
                </a:moveTo>
                <a:lnTo>
                  <a:pt x="291490" y="63119"/>
                </a:lnTo>
                <a:lnTo>
                  <a:pt x="291490" y="73948"/>
                </a:lnTo>
                <a:lnTo>
                  <a:pt x="254658" y="73948"/>
                </a:lnTo>
                <a:lnTo>
                  <a:pt x="254658" y="63119"/>
                </a:lnTo>
                <a:close/>
                <a:moveTo>
                  <a:pt x="344064" y="34196"/>
                </a:moveTo>
                <a:lnTo>
                  <a:pt x="344064" y="56423"/>
                </a:lnTo>
                <a:lnTo>
                  <a:pt x="341713" y="56423"/>
                </a:lnTo>
                <a:cubicBezTo>
                  <a:pt x="339908" y="49469"/>
                  <a:pt x="337593" y="44739"/>
                  <a:pt x="334767" y="42232"/>
                </a:cubicBezTo>
                <a:cubicBezTo>
                  <a:pt x="331941" y="39724"/>
                  <a:pt x="328343" y="38470"/>
                  <a:pt x="323974" y="38470"/>
                </a:cubicBezTo>
                <a:cubicBezTo>
                  <a:pt x="320649" y="38470"/>
                  <a:pt x="317966" y="39346"/>
                  <a:pt x="315924" y="41097"/>
                </a:cubicBezTo>
                <a:cubicBezTo>
                  <a:pt x="313882" y="42848"/>
                  <a:pt x="312860" y="44789"/>
                  <a:pt x="312860" y="46919"/>
                </a:cubicBezTo>
                <a:cubicBezTo>
                  <a:pt x="312860" y="49568"/>
                  <a:pt x="313620" y="51840"/>
                  <a:pt x="315140" y="53733"/>
                </a:cubicBezTo>
                <a:cubicBezTo>
                  <a:pt x="316612" y="55673"/>
                  <a:pt x="319605" y="57732"/>
                  <a:pt x="324116" y="59909"/>
                </a:cubicBezTo>
                <a:lnTo>
                  <a:pt x="334518" y="64949"/>
                </a:lnTo>
                <a:cubicBezTo>
                  <a:pt x="344159" y="69645"/>
                  <a:pt x="348980" y="75835"/>
                  <a:pt x="348980" y="83519"/>
                </a:cubicBezTo>
                <a:cubicBezTo>
                  <a:pt x="348980" y="89448"/>
                  <a:pt x="346735" y="94227"/>
                  <a:pt x="342247" y="97856"/>
                </a:cubicBezTo>
                <a:cubicBezTo>
                  <a:pt x="337759" y="101485"/>
                  <a:pt x="332737" y="103299"/>
                  <a:pt x="327180" y="103299"/>
                </a:cubicBezTo>
                <a:cubicBezTo>
                  <a:pt x="323190" y="103299"/>
                  <a:pt x="318631" y="102622"/>
                  <a:pt x="313502" y="101269"/>
                </a:cubicBezTo>
                <a:cubicBezTo>
                  <a:pt x="311934" y="100818"/>
                  <a:pt x="310652" y="100592"/>
                  <a:pt x="309655" y="100592"/>
                </a:cubicBezTo>
                <a:cubicBezTo>
                  <a:pt x="308562" y="100592"/>
                  <a:pt x="307707" y="101162"/>
                  <a:pt x="307090" y="102302"/>
                </a:cubicBezTo>
                <a:lnTo>
                  <a:pt x="304739" y="102302"/>
                </a:lnTo>
                <a:lnTo>
                  <a:pt x="304739" y="78935"/>
                </a:lnTo>
                <a:lnTo>
                  <a:pt x="307090" y="78935"/>
                </a:lnTo>
                <a:cubicBezTo>
                  <a:pt x="308420" y="85584"/>
                  <a:pt x="310961" y="90595"/>
                  <a:pt x="314713" y="93967"/>
                </a:cubicBezTo>
                <a:cubicBezTo>
                  <a:pt x="318465" y="97339"/>
                  <a:pt x="322668" y="99025"/>
                  <a:pt x="327322" y="99025"/>
                </a:cubicBezTo>
                <a:cubicBezTo>
                  <a:pt x="330599" y="99025"/>
                  <a:pt x="333271" y="98068"/>
                  <a:pt x="335337" y="96155"/>
                </a:cubicBezTo>
                <a:cubicBezTo>
                  <a:pt x="337403" y="94241"/>
                  <a:pt x="338436" y="91936"/>
                  <a:pt x="338436" y="89243"/>
                </a:cubicBezTo>
                <a:cubicBezTo>
                  <a:pt x="338436" y="85982"/>
                  <a:pt x="337284" y="83241"/>
                  <a:pt x="334981" y="81021"/>
                </a:cubicBezTo>
                <a:cubicBezTo>
                  <a:pt x="332677" y="78799"/>
                  <a:pt x="328082" y="75993"/>
                  <a:pt x="321196" y="72603"/>
                </a:cubicBezTo>
                <a:cubicBezTo>
                  <a:pt x="314309" y="69212"/>
                  <a:pt x="309797" y="66137"/>
                  <a:pt x="307660" y="63378"/>
                </a:cubicBezTo>
                <a:cubicBezTo>
                  <a:pt x="305523" y="60666"/>
                  <a:pt x="304454" y="57241"/>
                  <a:pt x="304454" y="53103"/>
                </a:cubicBezTo>
                <a:cubicBezTo>
                  <a:pt x="304454" y="47728"/>
                  <a:pt x="306294" y="43233"/>
                  <a:pt x="309975" y="39619"/>
                </a:cubicBezTo>
                <a:cubicBezTo>
                  <a:pt x="313656" y="36003"/>
                  <a:pt x="318417" y="34196"/>
                  <a:pt x="324259" y="34196"/>
                </a:cubicBezTo>
                <a:cubicBezTo>
                  <a:pt x="326824" y="34196"/>
                  <a:pt x="329935" y="34742"/>
                  <a:pt x="333592" y="35834"/>
                </a:cubicBezTo>
                <a:cubicBezTo>
                  <a:pt x="336014" y="36547"/>
                  <a:pt x="337629" y="36903"/>
                  <a:pt x="338436" y="36903"/>
                </a:cubicBezTo>
                <a:cubicBezTo>
                  <a:pt x="339196" y="36903"/>
                  <a:pt x="339789" y="36737"/>
                  <a:pt x="340217" y="36404"/>
                </a:cubicBezTo>
                <a:cubicBezTo>
                  <a:pt x="340644" y="36072"/>
                  <a:pt x="341143" y="35335"/>
                  <a:pt x="341713" y="34196"/>
                </a:cubicBezTo>
                <a:lnTo>
                  <a:pt x="344064" y="34196"/>
                </a:lnTo>
                <a:close/>
                <a:moveTo>
                  <a:pt x="377809" y="0"/>
                </a:moveTo>
                <a:lnTo>
                  <a:pt x="377809" y="47863"/>
                </a:lnTo>
                <a:cubicBezTo>
                  <a:pt x="383081" y="42043"/>
                  <a:pt x="387260" y="38311"/>
                  <a:pt x="390347" y="36665"/>
                </a:cubicBezTo>
                <a:cubicBezTo>
                  <a:pt x="393435" y="35019"/>
                  <a:pt x="396522" y="34196"/>
                  <a:pt x="399609" y="34196"/>
                </a:cubicBezTo>
                <a:cubicBezTo>
                  <a:pt x="403313" y="34196"/>
                  <a:pt x="406495" y="35215"/>
                  <a:pt x="409155" y="37252"/>
                </a:cubicBezTo>
                <a:cubicBezTo>
                  <a:pt x="411815" y="39289"/>
                  <a:pt x="413786" y="42486"/>
                  <a:pt x="415068" y="46843"/>
                </a:cubicBezTo>
                <a:cubicBezTo>
                  <a:pt x="415970" y="49874"/>
                  <a:pt x="416422" y="55415"/>
                  <a:pt x="416422" y="63467"/>
                </a:cubicBezTo>
                <a:lnTo>
                  <a:pt x="416422" y="86486"/>
                </a:lnTo>
                <a:cubicBezTo>
                  <a:pt x="416422" y="90642"/>
                  <a:pt x="416754" y="93484"/>
                  <a:pt x="417419" y="95013"/>
                </a:cubicBezTo>
                <a:cubicBezTo>
                  <a:pt x="417894" y="96160"/>
                  <a:pt x="418701" y="97069"/>
                  <a:pt x="419841" y="97738"/>
                </a:cubicBezTo>
                <a:cubicBezTo>
                  <a:pt x="420981" y="98406"/>
                  <a:pt x="423071" y="98740"/>
                  <a:pt x="426110" y="98740"/>
                </a:cubicBezTo>
                <a:lnTo>
                  <a:pt x="426110" y="101304"/>
                </a:lnTo>
                <a:lnTo>
                  <a:pt x="394052" y="101304"/>
                </a:lnTo>
                <a:lnTo>
                  <a:pt x="394052" y="98740"/>
                </a:lnTo>
                <a:lnTo>
                  <a:pt x="395548" y="98740"/>
                </a:lnTo>
                <a:cubicBezTo>
                  <a:pt x="398588" y="98740"/>
                  <a:pt x="400701" y="98275"/>
                  <a:pt x="401888" y="97344"/>
                </a:cubicBezTo>
                <a:cubicBezTo>
                  <a:pt x="403076" y="96412"/>
                  <a:pt x="403907" y="95038"/>
                  <a:pt x="404382" y="93223"/>
                </a:cubicBezTo>
                <a:cubicBezTo>
                  <a:pt x="404524" y="92459"/>
                  <a:pt x="404596" y="90213"/>
                  <a:pt x="404596" y="86486"/>
                </a:cubicBezTo>
                <a:lnTo>
                  <a:pt x="404596" y="63518"/>
                </a:lnTo>
                <a:cubicBezTo>
                  <a:pt x="404596" y="56428"/>
                  <a:pt x="404228" y="51773"/>
                  <a:pt x="403491" y="49552"/>
                </a:cubicBezTo>
                <a:cubicBezTo>
                  <a:pt x="402755" y="47331"/>
                  <a:pt x="401580" y="45665"/>
                  <a:pt x="399965" y="44554"/>
                </a:cubicBezTo>
                <a:cubicBezTo>
                  <a:pt x="398350" y="43443"/>
                  <a:pt x="396403" y="42887"/>
                  <a:pt x="394123" y="42887"/>
                </a:cubicBezTo>
                <a:cubicBezTo>
                  <a:pt x="391796" y="42887"/>
                  <a:pt x="389374" y="43503"/>
                  <a:pt x="386857" y="44735"/>
                </a:cubicBezTo>
                <a:cubicBezTo>
                  <a:pt x="384340" y="45967"/>
                  <a:pt x="381324" y="48454"/>
                  <a:pt x="377809" y="52197"/>
                </a:cubicBezTo>
                <a:lnTo>
                  <a:pt x="377809" y="86486"/>
                </a:lnTo>
                <a:cubicBezTo>
                  <a:pt x="377809" y="90978"/>
                  <a:pt x="378058" y="93772"/>
                  <a:pt x="378557" y="94871"/>
                </a:cubicBezTo>
                <a:cubicBezTo>
                  <a:pt x="379056" y="95969"/>
                  <a:pt x="379982" y="96888"/>
                  <a:pt x="381336" y="97629"/>
                </a:cubicBezTo>
                <a:cubicBezTo>
                  <a:pt x="382689" y="98369"/>
                  <a:pt x="385028" y="98740"/>
                  <a:pt x="388353" y="98740"/>
                </a:cubicBezTo>
                <a:lnTo>
                  <a:pt x="388353" y="101304"/>
                </a:lnTo>
                <a:lnTo>
                  <a:pt x="356009" y="101304"/>
                </a:lnTo>
                <a:lnTo>
                  <a:pt x="356009" y="98740"/>
                </a:lnTo>
                <a:cubicBezTo>
                  <a:pt x="358907" y="98740"/>
                  <a:pt x="361186" y="98286"/>
                  <a:pt x="362849" y="97377"/>
                </a:cubicBezTo>
                <a:cubicBezTo>
                  <a:pt x="363798" y="96901"/>
                  <a:pt x="364558" y="95994"/>
                  <a:pt x="365128" y="94657"/>
                </a:cubicBezTo>
                <a:cubicBezTo>
                  <a:pt x="365698" y="93318"/>
                  <a:pt x="365983" y="90595"/>
                  <a:pt x="365983" y="86486"/>
                </a:cubicBezTo>
                <a:lnTo>
                  <a:pt x="365983" y="27499"/>
                </a:lnTo>
                <a:cubicBezTo>
                  <a:pt x="365983" y="20074"/>
                  <a:pt x="365805" y="15510"/>
                  <a:pt x="365449" y="13807"/>
                </a:cubicBezTo>
                <a:cubicBezTo>
                  <a:pt x="365093" y="12105"/>
                  <a:pt x="364546" y="10946"/>
                  <a:pt x="363810" y="10330"/>
                </a:cubicBezTo>
                <a:cubicBezTo>
                  <a:pt x="363074" y="9713"/>
                  <a:pt x="362089" y="9404"/>
                  <a:pt x="360854" y="9404"/>
                </a:cubicBezTo>
                <a:cubicBezTo>
                  <a:pt x="359856" y="9404"/>
                  <a:pt x="358242" y="9784"/>
                  <a:pt x="356009" y="10544"/>
                </a:cubicBezTo>
                <a:lnTo>
                  <a:pt x="355012" y="7979"/>
                </a:lnTo>
                <a:lnTo>
                  <a:pt x="374532" y="0"/>
                </a:lnTo>
                <a:lnTo>
                  <a:pt x="377809" y="0"/>
                </a:lnTo>
                <a:close/>
                <a:moveTo>
                  <a:pt x="463513" y="34196"/>
                </a:moveTo>
                <a:cubicBezTo>
                  <a:pt x="473391" y="34196"/>
                  <a:pt x="481323" y="37944"/>
                  <a:pt x="487307" y="45441"/>
                </a:cubicBezTo>
                <a:cubicBezTo>
                  <a:pt x="492389" y="51845"/>
                  <a:pt x="494930" y="59199"/>
                  <a:pt x="494930" y="67503"/>
                </a:cubicBezTo>
                <a:cubicBezTo>
                  <a:pt x="494930" y="73339"/>
                  <a:pt x="493529" y="79246"/>
                  <a:pt x="490727" y="85224"/>
                </a:cubicBezTo>
                <a:cubicBezTo>
                  <a:pt x="487924" y="91201"/>
                  <a:pt x="484066" y="95708"/>
                  <a:pt x="479150" y="98744"/>
                </a:cubicBezTo>
                <a:cubicBezTo>
                  <a:pt x="474234" y="101781"/>
                  <a:pt x="468761" y="103299"/>
                  <a:pt x="462729" y="103299"/>
                </a:cubicBezTo>
                <a:cubicBezTo>
                  <a:pt x="452898" y="103299"/>
                  <a:pt x="445085" y="99385"/>
                  <a:pt x="439291" y="91556"/>
                </a:cubicBezTo>
                <a:cubicBezTo>
                  <a:pt x="434399" y="84961"/>
                  <a:pt x="431953" y="77560"/>
                  <a:pt x="431953" y="69353"/>
                </a:cubicBezTo>
                <a:cubicBezTo>
                  <a:pt x="431953" y="63375"/>
                  <a:pt x="433437" y="57432"/>
                  <a:pt x="436405" y="51525"/>
                </a:cubicBezTo>
                <a:cubicBezTo>
                  <a:pt x="439374" y="45618"/>
                  <a:pt x="443280" y="41253"/>
                  <a:pt x="448125" y="38430"/>
                </a:cubicBezTo>
                <a:cubicBezTo>
                  <a:pt x="452969" y="35607"/>
                  <a:pt x="458098" y="34196"/>
                  <a:pt x="463513" y="34196"/>
                </a:cubicBezTo>
                <a:moveTo>
                  <a:pt x="461304" y="38898"/>
                </a:moveTo>
                <a:cubicBezTo>
                  <a:pt x="458787" y="38898"/>
                  <a:pt x="456258" y="39643"/>
                  <a:pt x="453717" y="41135"/>
                </a:cubicBezTo>
                <a:cubicBezTo>
                  <a:pt x="451176" y="42625"/>
                  <a:pt x="449122" y="45239"/>
                  <a:pt x="447555" y="48978"/>
                </a:cubicBezTo>
                <a:cubicBezTo>
                  <a:pt x="445987" y="52717"/>
                  <a:pt x="445204" y="57520"/>
                  <a:pt x="445204" y="63387"/>
                </a:cubicBezTo>
                <a:cubicBezTo>
                  <a:pt x="445204" y="72851"/>
                  <a:pt x="447092" y="81015"/>
                  <a:pt x="450867" y="87878"/>
                </a:cubicBezTo>
                <a:cubicBezTo>
                  <a:pt x="454643" y="94739"/>
                  <a:pt x="459618" y="98170"/>
                  <a:pt x="465792" y="98170"/>
                </a:cubicBezTo>
                <a:cubicBezTo>
                  <a:pt x="470399" y="98170"/>
                  <a:pt x="474199" y="96277"/>
                  <a:pt x="477191" y="92491"/>
                </a:cubicBezTo>
                <a:cubicBezTo>
                  <a:pt x="480183" y="88704"/>
                  <a:pt x="481679" y="82198"/>
                  <a:pt x="481679" y="72971"/>
                </a:cubicBezTo>
                <a:cubicBezTo>
                  <a:pt x="481679" y="61424"/>
                  <a:pt x="479186" y="52338"/>
                  <a:pt x="474199" y="45712"/>
                </a:cubicBezTo>
                <a:cubicBezTo>
                  <a:pt x="470827" y="41169"/>
                  <a:pt x="466528" y="38898"/>
                  <a:pt x="461304" y="38898"/>
                </a:cubicBezTo>
                <a:close/>
                <a:moveTo>
                  <a:pt x="523497" y="14533"/>
                </a:moveTo>
                <a:lnTo>
                  <a:pt x="523497" y="36048"/>
                </a:lnTo>
                <a:lnTo>
                  <a:pt x="538743" y="36048"/>
                </a:lnTo>
                <a:lnTo>
                  <a:pt x="538743" y="40892"/>
                </a:lnTo>
                <a:lnTo>
                  <a:pt x="523497" y="41035"/>
                </a:lnTo>
                <a:lnTo>
                  <a:pt x="523497" y="83410"/>
                </a:lnTo>
                <a:cubicBezTo>
                  <a:pt x="523497" y="87641"/>
                  <a:pt x="524103" y="90494"/>
                  <a:pt x="525314" y="91970"/>
                </a:cubicBezTo>
                <a:cubicBezTo>
                  <a:pt x="526525" y="93443"/>
                  <a:pt x="528080" y="94180"/>
                  <a:pt x="529980" y="94180"/>
                </a:cubicBezTo>
                <a:cubicBezTo>
                  <a:pt x="531547" y="94180"/>
                  <a:pt x="533067" y="93688"/>
                  <a:pt x="534539" y="92702"/>
                </a:cubicBezTo>
                <a:cubicBezTo>
                  <a:pt x="536012" y="91717"/>
                  <a:pt x="537152" y="90262"/>
                  <a:pt x="537959" y="88339"/>
                </a:cubicBezTo>
                <a:lnTo>
                  <a:pt x="540737" y="88339"/>
                </a:lnTo>
                <a:cubicBezTo>
                  <a:pt x="539075" y="93017"/>
                  <a:pt x="536724" y="96537"/>
                  <a:pt x="533684" y="98900"/>
                </a:cubicBezTo>
                <a:cubicBezTo>
                  <a:pt x="530645" y="101263"/>
                  <a:pt x="527510" y="102444"/>
                  <a:pt x="524281" y="102444"/>
                </a:cubicBezTo>
                <a:cubicBezTo>
                  <a:pt x="522096" y="102444"/>
                  <a:pt x="519959" y="101837"/>
                  <a:pt x="517869" y="100621"/>
                </a:cubicBezTo>
                <a:cubicBezTo>
                  <a:pt x="515779" y="99405"/>
                  <a:pt x="514236" y="97666"/>
                  <a:pt x="513238" y="95403"/>
                </a:cubicBezTo>
                <a:cubicBezTo>
                  <a:pt x="512241" y="93139"/>
                  <a:pt x="511742" y="89648"/>
                  <a:pt x="511742" y="84930"/>
                </a:cubicBezTo>
                <a:lnTo>
                  <a:pt x="511742" y="40892"/>
                </a:lnTo>
                <a:lnTo>
                  <a:pt x="501412" y="40892"/>
                </a:lnTo>
                <a:lnTo>
                  <a:pt x="501412" y="38608"/>
                </a:lnTo>
                <a:cubicBezTo>
                  <a:pt x="504025" y="37569"/>
                  <a:pt x="506696" y="35810"/>
                  <a:pt x="509427" y="33332"/>
                </a:cubicBezTo>
                <a:cubicBezTo>
                  <a:pt x="512158" y="30853"/>
                  <a:pt x="514592" y="27899"/>
                  <a:pt x="516729" y="24469"/>
                </a:cubicBezTo>
                <a:cubicBezTo>
                  <a:pt x="517822" y="22658"/>
                  <a:pt x="519341" y="19346"/>
                  <a:pt x="521289" y="14533"/>
                </a:cubicBezTo>
                <a:lnTo>
                  <a:pt x="523497" y="14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prompting">
            <a:extLst xmlns:a="http://schemas.openxmlformats.org/drawingml/2006/main">
              <a:ext uri="{FF2B5EF4-FFF2-40B4-BE49-F238E27FC236}">
                <a16:creationId xmlns:a16="http://schemas.microsoft.com/office/drawing/2014/main" id="{A4E6B714-F977-4A38-8FB8-0707C401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219" y="2854549"/>
            <a:ext cx="605397" cy="132793"/>
          </a:xfrm>
          <a:custGeom xmlns:a="http://schemas.openxmlformats.org/drawingml/2006/main">
            <a:pathLst>
              <a:path w="605397" h="132793">
                <a:moveTo>
                  <a:pt x="356" y="42317"/>
                </a:moveTo>
                <a:lnTo>
                  <a:pt x="20446" y="34338"/>
                </a:lnTo>
                <a:lnTo>
                  <a:pt x="23153" y="34338"/>
                </a:lnTo>
                <a:lnTo>
                  <a:pt x="23153" y="49655"/>
                </a:lnTo>
                <a:cubicBezTo>
                  <a:pt x="26525" y="43935"/>
                  <a:pt x="29909" y="39928"/>
                  <a:pt x="33305" y="37635"/>
                </a:cubicBezTo>
                <a:cubicBezTo>
                  <a:pt x="36701" y="35342"/>
                  <a:pt x="40275" y="34196"/>
                  <a:pt x="44027" y="34196"/>
                </a:cubicBezTo>
                <a:cubicBezTo>
                  <a:pt x="50581" y="34196"/>
                  <a:pt x="56043" y="36757"/>
                  <a:pt x="60412" y="41881"/>
                </a:cubicBezTo>
                <a:cubicBezTo>
                  <a:pt x="65779" y="48144"/>
                  <a:pt x="68462" y="56305"/>
                  <a:pt x="68462" y="66363"/>
                </a:cubicBezTo>
                <a:cubicBezTo>
                  <a:pt x="68462" y="77607"/>
                  <a:pt x="65233" y="86906"/>
                  <a:pt x="58774" y="94261"/>
                </a:cubicBezTo>
                <a:cubicBezTo>
                  <a:pt x="53454" y="100286"/>
                  <a:pt x="46758" y="103299"/>
                  <a:pt x="38684" y="103299"/>
                </a:cubicBezTo>
                <a:cubicBezTo>
                  <a:pt x="35169" y="103299"/>
                  <a:pt x="32130" y="102801"/>
                  <a:pt x="29565" y="101803"/>
                </a:cubicBezTo>
                <a:cubicBezTo>
                  <a:pt x="27665" y="101091"/>
                  <a:pt x="25528" y="99666"/>
                  <a:pt x="23153" y="97529"/>
                </a:cubicBezTo>
                <a:lnTo>
                  <a:pt x="23153" y="117405"/>
                </a:lnTo>
                <a:cubicBezTo>
                  <a:pt x="23153" y="121895"/>
                  <a:pt x="23426" y="124749"/>
                  <a:pt x="23973" y="125967"/>
                </a:cubicBezTo>
                <a:cubicBezTo>
                  <a:pt x="24519" y="127186"/>
                  <a:pt x="25469" y="128153"/>
                  <a:pt x="26822" y="128868"/>
                </a:cubicBezTo>
                <a:cubicBezTo>
                  <a:pt x="28176" y="129585"/>
                  <a:pt x="30634" y="129943"/>
                  <a:pt x="34196" y="129943"/>
                </a:cubicBezTo>
                <a:lnTo>
                  <a:pt x="34196" y="132508"/>
                </a:lnTo>
                <a:lnTo>
                  <a:pt x="0" y="132508"/>
                </a:lnTo>
                <a:lnTo>
                  <a:pt x="0" y="129943"/>
                </a:lnTo>
                <a:lnTo>
                  <a:pt x="1781" y="129943"/>
                </a:lnTo>
                <a:cubicBezTo>
                  <a:pt x="4393" y="129991"/>
                  <a:pt x="6625" y="129489"/>
                  <a:pt x="8478" y="128438"/>
                </a:cubicBezTo>
                <a:cubicBezTo>
                  <a:pt x="9380" y="127913"/>
                  <a:pt x="10081" y="127065"/>
                  <a:pt x="10579" y="125896"/>
                </a:cubicBezTo>
                <a:cubicBezTo>
                  <a:pt x="11078" y="124726"/>
                  <a:pt x="11327" y="121754"/>
                  <a:pt x="11327" y="116977"/>
                </a:cubicBezTo>
                <a:lnTo>
                  <a:pt x="11327" y="55140"/>
                </a:lnTo>
                <a:cubicBezTo>
                  <a:pt x="11327" y="50885"/>
                  <a:pt x="11137" y="48184"/>
                  <a:pt x="10757" y="47037"/>
                </a:cubicBezTo>
                <a:cubicBezTo>
                  <a:pt x="10377" y="45888"/>
                  <a:pt x="9772" y="45028"/>
                  <a:pt x="8941" y="44457"/>
                </a:cubicBezTo>
                <a:cubicBezTo>
                  <a:pt x="8110" y="43885"/>
                  <a:pt x="6982" y="43599"/>
                  <a:pt x="5557" y="43599"/>
                </a:cubicBezTo>
                <a:cubicBezTo>
                  <a:pt x="4417" y="43599"/>
                  <a:pt x="2968" y="43932"/>
                  <a:pt x="1211" y="44597"/>
                </a:cubicBezTo>
                <a:lnTo>
                  <a:pt x="356" y="42317"/>
                </a:lnTo>
                <a:moveTo>
                  <a:pt x="23153" y="53858"/>
                </a:moveTo>
                <a:lnTo>
                  <a:pt x="23153" y="78222"/>
                </a:lnTo>
                <a:cubicBezTo>
                  <a:pt x="23153" y="83494"/>
                  <a:pt x="23367" y="86961"/>
                  <a:pt x="23794" y="88624"/>
                </a:cubicBezTo>
                <a:cubicBezTo>
                  <a:pt x="24459" y="91378"/>
                  <a:pt x="26086" y="93800"/>
                  <a:pt x="28674" y="95890"/>
                </a:cubicBezTo>
                <a:cubicBezTo>
                  <a:pt x="31263" y="97980"/>
                  <a:pt x="34528" y="99025"/>
                  <a:pt x="38470" y="99025"/>
                </a:cubicBezTo>
                <a:cubicBezTo>
                  <a:pt x="43219" y="99025"/>
                  <a:pt x="47066" y="97173"/>
                  <a:pt x="50011" y="93468"/>
                </a:cubicBezTo>
                <a:cubicBezTo>
                  <a:pt x="53858" y="88624"/>
                  <a:pt x="55782" y="81808"/>
                  <a:pt x="55782" y="73022"/>
                </a:cubicBezTo>
                <a:cubicBezTo>
                  <a:pt x="55782" y="63048"/>
                  <a:pt x="53597" y="55378"/>
                  <a:pt x="49227" y="50011"/>
                </a:cubicBezTo>
                <a:cubicBezTo>
                  <a:pt x="46188" y="46307"/>
                  <a:pt x="42578" y="44454"/>
                  <a:pt x="38399" y="44454"/>
                </a:cubicBezTo>
                <a:cubicBezTo>
                  <a:pt x="36119" y="44454"/>
                  <a:pt x="33863" y="45024"/>
                  <a:pt x="31631" y="46164"/>
                </a:cubicBezTo>
                <a:cubicBezTo>
                  <a:pt x="29921" y="47019"/>
                  <a:pt x="27095" y="49584"/>
                  <a:pt x="23153" y="53858"/>
                </a:cubicBezTo>
                <a:close/>
                <a:moveTo>
                  <a:pt x="97102" y="34196"/>
                </a:moveTo>
                <a:lnTo>
                  <a:pt x="97102" y="48871"/>
                </a:lnTo>
                <a:cubicBezTo>
                  <a:pt x="102564" y="39087"/>
                  <a:pt x="108168" y="34196"/>
                  <a:pt x="113915" y="34196"/>
                </a:cubicBezTo>
                <a:cubicBezTo>
                  <a:pt x="116527" y="34196"/>
                  <a:pt x="118688" y="34991"/>
                  <a:pt x="120398" y="36582"/>
                </a:cubicBezTo>
                <a:cubicBezTo>
                  <a:pt x="122107" y="38173"/>
                  <a:pt x="122962" y="40014"/>
                  <a:pt x="122962" y="42103"/>
                </a:cubicBezTo>
                <a:cubicBezTo>
                  <a:pt x="122962" y="43956"/>
                  <a:pt x="122345" y="45523"/>
                  <a:pt x="121110" y="46805"/>
                </a:cubicBezTo>
                <a:cubicBezTo>
                  <a:pt x="119875" y="48088"/>
                  <a:pt x="118403" y="48729"/>
                  <a:pt x="116693" y="48729"/>
                </a:cubicBezTo>
                <a:cubicBezTo>
                  <a:pt x="115031" y="48729"/>
                  <a:pt x="113167" y="47921"/>
                  <a:pt x="111101" y="46307"/>
                </a:cubicBezTo>
                <a:cubicBezTo>
                  <a:pt x="109035" y="44692"/>
                  <a:pt x="107503" y="43884"/>
                  <a:pt x="106506" y="43884"/>
                </a:cubicBezTo>
                <a:cubicBezTo>
                  <a:pt x="105651" y="43884"/>
                  <a:pt x="104725" y="44356"/>
                  <a:pt x="103727" y="45298"/>
                </a:cubicBezTo>
                <a:cubicBezTo>
                  <a:pt x="101590" y="47232"/>
                  <a:pt x="99381" y="50415"/>
                  <a:pt x="97102" y="54847"/>
                </a:cubicBezTo>
                <a:lnTo>
                  <a:pt x="97102" y="86059"/>
                </a:lnTo>
                <a:cubicBezTo>
                  <a:pt x="97102" y="89671"/>
                  <a:pt x="97553" y="92404"/>
                  <a:pt x="98455" y="94256"/>
                </a:cubicBezTo>
                <a:cubicBezTo>
                  <a:pt x="99073" y="95540"/>
                  <a:pt x="100165" y="96609"/>
                  <a:pt x="101732" y="97462"/>
                </a:cubicBezTo>
                <a:cubicBezTo>
                  <a:pt x="103300" y="98314"/>
                  <a:pt x="105556" y="98740"/>
                  <a:pt x="108500" y="98740"/>
                </a:cubicBezTo>
                <a:lnTo>
                  <a:pt x="108500" y="101304"/>
                </a:lnTo>
                <a:lnTo>
                  <a:pt x="75088" y="101304"/>
                </a:lnTo>
                <a:lnTo>
                  <a:pt x="75088" y="98740"/>
                </a:lnTo>
                <a:cubicBezTo>
                  <a:pt x="78413" y="98740"/>
                  <a:pt x="80883" y="98211"/>
                  <a:pt x="82497" y="97155"/>
                </a:cubicBezTo>
                <a:cubicBezTo>
                  <a:pt x="83685" y="96386"/>
                  <a:pt x="84516" y="95161"/>
                  <a:pt x="84991" y="93479"/>
                </a:cubicBezTo>
                <a:cubicBezTo>
                  <a:pt x="85228" y="92661"/>
                  <a:pt x="85347" y="90330"/>
                  <a:pt x="85347" y="86486"/>
                </a:cubicBezTo>
                <a:lnTo>
                  <a:pt x="85347" y="61410"/>
                </a:lnTo>
                <a:cubicBezTo>
                  <a:pt x="85347" y="53811"/>
                  <a:pt x="85193" y="49287"/>
                  <a:pt x="84884" y="47838"/>
                </a:cubicBezTo>
                <a:cubicBezTo>
                  <a:pt x="84575" y="46390"/>
                  <a:pt x="84005" y="45333"/>
                  <a:pt x="83174" y="44668"/>
                </a:cubicBezTo>
                <a:cubicBezTo>
                  <a:pt x="82343" y="44003"/>
                  <a:pt x="81310" y="43671"/>
                  <a:pt x="80075" y="43671"/>
                </a:cubicBezTo>
                <a:cubicBezTo>
                  <a:pt x="78603" y="43671"/>
                  <a:pt x="76941" y="44027"/>
                  <a:pt x="75088" y="44739"/>
                </a:cubicBezTo>
                <a:lnTo>
                  <a:pt x="74376" y="42175"/>
                </a:lnTo>
                <a:lnTo>
                  <a:pt x="94110" y="34196"/>
                </a:lnTo>
                <a:lnTo>
                  <a:pt x="97102" y="34196"/>
                </a:lnTo>
                <a:close/>
                <a:moveTo>
                  <a:pt x="158510" y="34196"/>
                </a:moveTo>
                <a:cubicBezTo>
                  <a:pt x="168389" y="34196"/>
                  <a:pt x="176321" y="37944"/>
                  <a:pt x="182305" y="45441"/>
                </a:cubicBezTo>
                <a:cubicBezTo>
                  <a:pt x="187387" y="51845"/>
                  <a:pt x="189928" y="59199"/>
                  <a:pt x="189928" y="67503"/>
                </a:cubicBezTo>
                <a:cubicBezTo>
                  <a:pt x="189928" y="73339"/>
                  <a:pt x="188526" y="79246"/>
                  <a:pt x="185724" y="85224"/>
                </a:cubicBezTo>
                <a:cubicBezTo>
                  <a:pt x="182922" y="91201"/>
                  <a:pt x="179063" y="95708"/>
                  <a:pt x="174148" y="98744"/>
                </a:cubicBezTo>
                <a:cubicBezTo>
                  <a:pt x="169232" y="101781"/>
                  <a:pt x="163758" y="103299"/>
                  <a:pt x="157727" y="103299"/>
                </a:cubicBezTo>
                <a:cubicBezTo>
                  <a:pt x="147895" y="103299"/>
                  <a:pt x="140083" y="99385"/>
                  <a:pt x="134288" y="91556"/>
                </a:cubicBezTo>
                <a:cubicBezTo>
                  <a:pt x="129397" y="84961"/>
                  <a:pt x="126951" y="77560"/>
                  <a:pt x="126951" y="69353"/>
                </a:cubicBezTo>
                <a:cubicBezTo>
                  <a:pt x="126951" y="63375"/>
                  <a:pt x="128435" y="57432"/>
                  <a:pt x="131403" y="51525"/>
                </a:cubicBezTo>
                <a:cubicBezTo>
                  <a:pt x="134372" y="45618"/>
                  <a:pt x="138278" y="41253"/>
                  <a:pt x="143122" y="38430"/>
                </a:cubicBezTo>
                <a:cubicBezTo>
                  <a:pt x="147967" y="35607"/>
                  <a:pt x="153096" y="34196"/>
                  <a:pt x="158510" y="34196"/>
                </a:cubicBezTo>
                <a:moveTo>
                  <a:pt x="156302" y="38898"/>
                </a:moveTo>
                <a:cubicBezTo>
                  <a:pt x="153785" y="38898"/>
                  <a:pt x="151256" y="39643"/>
                  <a:pt x="148715" y="41135"/>
                </a:cubicBezTo>
                <a:cubicBezTo>
                  <a:pt x="146174" y="42625"/>
                  <a:pt x="144120" y="45239"/>
                  <a:pt x="142552" y="48978"/>
                </a:cubicBezTo>
                <a:cubicBezTo>
                  <a:pt x="140985" y="52717"/>
                  <a:pt x="140201" y="57520"/>
                  <a:pt x="140201" y="63387"/>
                </a:cubicBezTo>
                <a:cubicBezTo>
                  <a:pt x="140201" y="72851"/>
                  <a:pt x="142089" y="81015"/>
                  <a:pt x="145865" y="87878"/>
                </a:cubicBezTo>
                <a:cubicBezTo>
                  <a:pt x="149641" y="94739"/>
                  <a:pt x="154616" y="98170"/>
                  <a:pt x="160790" y="98170"/>
                </a:cubicBezTo>
                <a:cubicBezTo>
                  <a:pt x="165397" y="98170"/>
                  <a:pt x="169196" y="96277"/>
                  <a:pt x="172189" y="92491"/>
                </a:cubicBezTo>
                <a:cubicBezTo>
                  <a:pt x="175181" y="88704"/>
                  <a:pt x="176677" y="82198"/>
                  <a:pt x="176677" y="72971"/>
                </a:cubicBezTo>
                <a:cubicBezTo>
                  <a:pt x="176677" y="61424"/>
                  <a:pt x="174183" y="52338"/>
                  <a:pt x="169196" y="45712"/>
                </a:cubicBezTo>
                <a:cubicBezTo>
                  <a:pt x="165824" y="41169"/>
                  <a:pt x="161526" y="38898"/>
                  <a:pt x="156302" y="38898"/>
                </a:cubicBezTo>
                <a:close/>
                <a:moveTo>
                  <a:pt x="218922" y="48210"/>
                </a:moveTo>
                <a:cubicBezTo>
                  <a:pt x="223671" y="43419"/>
                  <a:pt x="226473" y="40664"/>
                  <a:pt x="227328" y="39946"/>
                </a:cubicBezTo>
                <a:cubicBezTo>
                  <a:pt x="229466" y="38125"/>
                  <a:pt x="231769" y="36711"/>
                  <a:pt x="234239" y="35705"/>
                </a:cubicBezTo>
                <a:cubicBezTo>
                  <a:pt x="236708" y="34699"/>
                  <a:pt x="239154" y="34196"/>
                  <a:pt x="241577" y="34196"/>
                </a:cubicBezTo>
                <a:cubicBezTo>
                  <a:pt x="245661" y="34196"/>
                  <a:pt x="249176" y="35393"/>
                  <a:pt x="252120" y="37789"/>
                </a:cubicBezTo>
                <a:cubicBezTo>
                  <a:pt x="255065" y="40184"/>
                  <a:pt x="257036" y="43658"/>
                  <a:pt x="258033" y="48210"/>
                </a:cubicBezTo>
                <a:cubicBezTo>
                  <a:pt x="262925" y="42460"/>
                  <a:pt x="267057" y="38688"/>
                  <a:pt x="270429" y="36892"/>
                </a:cubicBezTo>
                <a:cubicBezTo>
                  <a:pt x="273801" y="35094"/>
                  <a:pt x="277268" y="34196"/>
                  <a:pt x="280830" y="34196"/>
                </a:cubicBezTo>
                <a:cubicBezTo>
                  <a:pt x="284297" y="34196"/>
                  <a:pt x="287372" y="35084"/>
                  <a:pt x="290056" y="36860"/>
                </a:cubicBezTo>
                <a:cubicBezTo>
                  <a:pt x="292739" y="38636"/>
                  <a:pt x="294865" y="41536"/>
                  <a:pt x="296432" y="45563"/>
                </a:cubicBezTo>
                <a:cubicBezTo>
                  <a:pt x="297477" y="48310"/>
                  <a:pt x="297999" y="52620"/>
                  <a:pt x="297999" y="58493"/>
                </a:cubicBezTo>
                <a:lnTo>
                  <a:pt x="297999" y="86486"/>
                </a:lnTo>
                <a:cubicBezTo>
                  <a:pt x="297999" y="90595"/>
                  <a:pt x="298308" y="93413"/>
                  <a:pt x="298925" y="94942"/>
                </a:cubicBezTo>
                <a:cubicBezTo>
                  <a:pt x="299400" y="95993"/>
                  <a:pt x="300279" y="96888"/>
                  <a:pt x="301561" y="97629"/>
                </a:cubicBezTo>
                <a:cubicBezTo>
                  <a:pt x="302844" y="98370"/>
                  <a:pt x="304933" y="98740"/>
                  <a:pt x="307830" y="98740"/>
                </a:cubicBezTo>
                <a:lnTo>
                  <a:pt x="307830" y="101304"/>
                </a:lnTo>
                <a:lnTo>
                  <a:pt x="275630" y="101304"/>
                </a:lnTo>
                <a:lnTo>
                  <a:pt x="275630" y="98740"/>
                </a:lnTo>
                <a:lnTo>
                  <a:pt x="276983" y="98740"/>
                </a:lnTo>
                <a:cubicBezTo>
                  <a:pt x="279785" y="98740"/>
                  <a:pt x="281970" y="98191"/>
                  <a:pt x="283537" y="97092"/>
                </a:cubicBezTo>
                <a:cubicBezTo>
                  <a:pt x="284630" y="96328"/>
                  <a:pt x="285413" y="95110"/>
                  <a:pt x="285888" y="93437"/>
                </a:cubicBezTo>
                <a:cubicBezTo>
                  <a:pt x="286078" y="92625"/>
                  <a:pt x="286173" y="90308"/>
                  <a:pt x="286173" y="86486"/>
                </a:cubicBezTo>
                <a:lnTo>
                  <a:pt x="286173" y="58600"/>
                </a:lnTo>
                <a:cubicBezTo>
                  <a:pt x="286173" y="53315"/>
                  <a:pt x="285532" y="49587"/>
                  <a:pt x="284250" y="47417"/>
                </a:cubicBezTo>
                <a:cubicBezTo>
                  <a:pt x="282398" y="44397"/>
                  <a:pt x="279429" y="42887"/>
                  <a:pt x="275345" y="42887"/>
                </a:cubicBezTo>
                <a:cubicBezTo>
                  <a:pt x="272827" y="42887"/>
                  <a:pt x="270298" y="43514"/>
                  <a:pt x="267758" y="44768"/>
                </a:cubicBezTo>
                <a:cubicBezTo>
                  <a:pt x="265217" y="46022"/>
                  <a:pt x="262141" y="48353"/>
                  <a:pt x="258532" y="51759"/>
                </a:cubicBezTo>
                <a:lnTo>
                  <a:pt x="258389" y="52540"/>
                </a:lnTo>
                <a:lnTo>
                  <a:pt x="258532" y="55581"/>
                </a:lnTo>
                <a:lnTo>
                  <a:pt x="258532" y="86486"/>
                </a:lnTo>
                <a:cubicBezTo>
                  <a:pt x="258532" y="90978"/>
                  <a:pt x="258781" y="93772"/>
                  <a:pt x="259280" y="94871"/>
                </a:cubicBezTo>
                <a:cubicBezTo>
                  <a:pt x="259779" y="95969"/>
                  <a:pt x="260717" y="96888"/>
                  <a:pt x="262094" y="97629"/>
                </a:cubicBezTo>
                <a:cubicBezTo>
                  <a:pt x="263471" y="98370"/>
                  <a:pt x="265822" y="98740"/>
                  <a:pt x="269147" y="98740"/>
                </a:cubicBezTo>
                <a:lnTo>
                  <a:pt x="269147" y="101304"/>
                </a:lnTo>
                <a:lnTo>
                  <a:pt x="236162" y="101304"/>
                </a:lnTo>
                <a:lnTo>
                  <a:pt x="236162" y="98740"/>
                </a:lnTo>
                <a:cubicBezTo>
                  <a:pt x="239772" y="98740"/>
                  <a:pt x="242253" y="98310"/>
                  <a:pt x="243607" y="97451"/>
                </a:cubicBezTo>
                <a:cubicBezTo>
                  <a:pt x="244960" y="96590"/>
                  <a:pt x="245898" y="95300"/>
                  <a:pt x="246421" y="93582"/>
                </a:cubicBezTo>
                <a:cubicBezTo>
                  <a:pt x="246658" y="92768"/>
                  <a:pt x="246777" y="90403"/>
                  <a:pt x="246777" y="86486"/>
                </a:cubicBezTo>
                <a:lnTo>
                  <a:pt x="246777" y="58618"/>
                </a:lnTo>
                <a:cubicBezTo>
                  <a:pt x="246777" y="53336"/>
                  <a:pt x="245993" y="49525"/>
                  <a:pt x="244426" y="47186"/>
                </a:cubicBezTo>
                <a:cubicBezTo>
                  <a:pt x="242336" y="44130"/>
                  <a:pt x="239416" y="42602"/>
                  <a:pt x="235664" y="42602"/>
                </a:cubicBezTo>
                <a:cubicBezTo>
                  <a:pt x="233099" y="42602"/>
                  <a:pt x="230558" y="43294"/>
                  <a:pt x="228041" y="44677"/>
                </a:cubicBezTo>
                <a:cubicBezTo>
                  <a:pt x="224099" y="46776"/>
                  <a:pt x="221059" y="49136"/>
                  <a:pt x="218922" y="51759"/>
                </a:cubicBezTo>
                <a:lnTo>
                  <a:pt x="218922" y="86486"/>
                </a:lnTo>
                <a:cubicBezTo>
                  <a:pt x="218922" y="90786"/>
                  <a:pt x="219219" y="93581"/>
                  <a:pt x="219812" y="94871"/>
                </a:cubicBezTo>
                <a:cubicBezTo>
                  <a:pt x="220406" y="96160"/>
                  <a:pt x="221285" y="97128"/>
                  <a:pt x="222448" y="97774"/>
                </a:cubicBezTo>
                <a:cubicBezTo>
                  <a:pt x="223612" y="98418"/>
                  <a:pt x="225975" y="98740"/>
                  <a:pt x="229537" y="98740"/>
                </a:cubicBezTo>
                <a:lnTo>
                  <a:pt x="229537" y="101304"/>
                </a:lnTo>
                <a:lnTo>
                  <a:pt x="197265" y="101304"/>
                </a:lnTo>
                <a:lnTo>
                  <a:pt x="197265" y="98740"/>
                </a:lnTo>
                <a:cubicBezTo>
                  <a:pt x="200257" y="98740"/>
                  <a:pt x="202347" y="98418"/>
                  <a:pt x="203534" y="97774"/>
                </a:cubicBezTo>
                <a:cubicBezTo>
                  <a:pt x="204721" y="97128"/>
                  <a:pt x="205624" y="96101"/>
                  <a:pt x="206241" y="94692"/>
                </a:cubicBezTo>
                <a:cubicBezTo>
                  <a:pt x="206858" y="93282"/>
                  <a:pt x="207167" y="90547"/>
                  <a:pt x="207167" y="86486"/>
                </a:cubicBezTo>
                <a:lnTo>
                  <a:pt x="207167" y="61695"/>
                </a:lnTo>
                <a:cubicBezTo>
                  <a:pt x="207167" y="54523"/>
                  <a:pt x="206953" y="49892"/>
                  <a:pt x="206526" y="47803"/>
                </a:cubicBezTo>
                <a:cubicBezTo>
                  <a:pt x="206194" y="46235"/>
                  <a:pt x="205671" y="45155"/>
                  <a:pt x="204959" y="44561"/>
                </a:cubicBezTo>
                <a:cubicBezTo>
                  <a:pt x="204246" y="43967"/>
                  <a:pt x="203273" y="43671"/>
                  <a:pt x="202038" y="43671"/>
                </a:cubicBezTo>
                <a:cubicBezTo>
                  <a:pt x="200708" y="43671"/>
                  <a:pt x="199117" y="44027"/>
                  <a:pt x="197265" y="44739"/>
                </a:cubicBezTo>
                <a:lnTo>
                  <a:pt x="196196" y="42175"/>
                </a:lnTo>
                <a:lnTo>
                  <a:pt x="215859" y="34196"/>
                </a:lnTo>
                <a:lnTo>
                  <a:pt x="218922" y="34196"/>
                </a:lnTo>
                <a:lnTo>
                  <a:pt x="218922" y="48210"/>
                </a:lnTo>
                <a:close/>
                <a:moveTo>
                  <a:pt x="308208" y="42317"/>
                </a:moveTo>
                <a:lnTo>
                  <a:pt x="328298" y="34338"/>
                </a:lnTo>
                <a:lnTo>
                  <a:pt x="331005" y="34338"/>
                </a:lnTo>
                <a:lnTo>
                  <a:pt x="331005" y="49655"/>
                </a:lnTo>
                <a:cubicBezTo>
                  <a:pt x="334377" y="43935"/>
                  <a:pt x="337761" y="39928"/>
                  <a:pt x="341157" y="37635"/>
                </a:cubicBezTo>
                <a:cubicBezTo>
                  <a:pt x="344553" y="35342"/>
                  <a:pt x="348127" y="34196"/>
                  <a:pt x="351879" y="34196"/>
                </a:cubicBezTo>
                <a:cubicBezTo>
                  <a:pt x="358433" y="34196"/>
                  <a:pt x="363895" y="36757"/>
                  <a:pt x="368264" y="41881"/>
                </a:cubicBezTo>
                <a:cubicBezTo>
                  <a:pt x="373631" y="48144"/>
                  <a:pt x="376314" y="56305"/>
                  <a:pt x="376314" y="66363"/>
                </a:cubicBezTo>
                <a:cubicBezTo>
                  <a:pt x="376314" y="77607"/>
                  <a:pt x="373085" y="86906"/>
                  <a:pt x="366626" y="94261"/>
                </a:cubicBezTo>
                <a:cubicBezTo>
                  <a:pt x="361306" y="100286"/>
                  <a:pt x="354610" y="103299"/>
                  <a:pt x="346536" y="103299"/>
                </a:cubicBezTo>
                <a:cubicBezTo>
                  <a:pt x="343021" y="103299"/>
                  <a:pt x="339982" y="102801"/>
                  <a:pt x="337417" y="101803"/>
                </a:cubicBezTo>
                <a:cubicBezTo>
                  <a:pt x="335517" y="101091"/>
                  <a:pt x="333380" y="99666"/>
                  <a:pt x="331005" y="97529"/>
                </a:cubicBezTo>
                <a:lnTo>
                  <a:pt x="331005" y="117405"/>
                </a:lnTo>
                <a:cubicBezTo>
                  <a:pt x="331005" y="121895"/>
                  <a:pt x="331278" y="124749"/>
                  <a:pt x="331824" y="125967"/>
                </a:cubicBezTo>
                <a:cubicBezTo>
                  <a:pt x="332371" y="127186"/>
                  <a:pt x="333321" y="128153"/>
                  <a:pt x="334674" y="128868"/>
                </a:cubicBezTo>
                <a:cubicBezTo>
                  <a:pt x="336028" y="129585"/>
                  <a:pt x="338485" y="129943"/>
                  <a:pt x="342047" y="129943"/>
                </a:cubicBezTo>
                <a:lnTo>
                  <a:pt x="342047" y="132508"/>
                </a:lnTo>
                <a:lnTo>
                  <a:pt x="307852" y="132508"/>
                </a:lnTo>
                <a:lnTo>
                  <a:pt x="307852" y="129943"/>
                </a:lnTo>
                <a:lnTo>
                  <a:pt x="309633" y="129943"/>
                </a:lnTo>
                <a:cubicBezTo>
                  <a:pt x="312245" y="129991"/>
                  <a:pt x="314477" y="129489"/>
                  <a:pt x="316330" y="128438"/>
                </a:cubicBezTo>
                <a:cubicBezTo>
                  <a:pt x="317232" y="127913"/>
                  <a:pt x="317932" y="127065"/>
                  <a:pt x="318431" y="125896"/>
                </a:cubicBezTo>
                <a:cubicBezTo>
                  <a:pt x="318930" y="124726"/>
                  <a:pt x="319179" y="121754"/>
                  <a:pt x="319179" y="116977"/>
                </a:cubicBezTo>
                <a:lnTo>
                  <a:pt x="319179" y="55140"/>
                </a:lnTo>
                <a:cubicBezTo>
                  <a:pt x="319179" y="50885"/>
                  <a:pt x="318989" y="48184"/>
                  <a:pt x="318609" y="47037"/>
                </a:cubicBezTo>
                <a:cubicBezTo>
                  <a:pt x="318229" y="45888"/>
                  <a:pt x="317624" y="45028"/>
                  <a:pt x="316793" y="44457"/>
                </a:cubicBezTo>
                <a:cubicBezTo>
                  <a:pt x="315962" y="43885"/>
                  <a:pt x="314834" y="43599"/>
                  <a:pt x="313409" y="43599"/>
                </a:cubicBezTo>
                <a:cubicBezTo>
                  <a:pt x="312269" y="43599"/>
                  <a:pt x="310820" y="43932"/>
                  <a:pt x="309063" y="44597"/>
                </a:cubicBezTo>
                <a:lnTo>
                  <a:pt x="308208" y="42317"/>
                </a:lnTo>
                <a:moveTo>
                  <a:pt x="331005" y="53858"/>
                </a:moveTo>
                <a:lnTo>
                  <a:pt x="331005" y="78222"/>
                </a:lnTo>
                <a:cubicBezTo>
                  <a:pt x="331005" y="83494"/>
                  <a:pt x="331219" y="86961"/>
                  <a:pt x="331646" y="88624"/>
                </a:cubicBezTo>
                <a:cubicBezTo>
                  <a:pt x="332311" y="91378"/>
                  <a:pt x="333938" y="93800"/>
                  <a:pt x="336526" y="95890"/>
                </a:cubicBezTo>
                <a:cubicBezTo>
                  <a:pt x="339115" y="97980"/>
                  <a:pt x="342380" y="99025"/>
                  <a:pt x="346322" y="99025"/>
                </a:cubicBezTo>
                <a:cubicBezTo>
                  <a:pt x="351071" y="99025"/>
                  <a:pt x="354918" y="97173"/>
                  <a:pt x="357863" y="93468"/>
                </a:cubicBezTo>
                <a:cubicBezTo>
                  <a:pt x="361710" y="88624"/>
                  <a:pt x="363633" y="81808"/>
                  <a:pt x="363633" y="73022"/>
                </a:cubicBezTo>
                <a:cubicBezTo>
                  <a:pt x="363633" y="63048"/>
                  <a:pt x="361449" y="55378"/>
                  <a:pt x="357079" y="50011"/>
                </a:cubicBezTo>
                <a:cubicBezTo>
                  <a:pt x="354040" y="46307"/>
                  <a:pt x="350430" y="44454"/>
                  <a:pt x="346251" y="44454"/>
                </a:cubicBezTo>
                <a:cubicBezTo>
                  <a:pt x="343971" y="44454"/>
                  <a:pt x="341715" y="45024"/>
                  <a:pt x="339483" y="46164"/>
                </a:cubicBezTo>
                <a:cubicBezTo>
                  <a:pt x="337773" y="47019"/>
                  <a:pt x="334947" y="49584"/>
                  <a:pt x="331005" y="53858"/>
                </a:cubicBezTo>
                <a:close/>
                <a:moveTo>
                  <a:pt x="404811" y="14533"/>
                </a:moveTo>
                <a:lnTo>
                  <a:pt x="404811" y="36048"/>
                </a:lnTo>
                <a:lnTo>
                  <a:pt x="420057" y="36048"/>
                </a:lnTo>
                <a:lnTo>
                  <a:pt x="420057" y="40892"/>
                </a:lnTo>
                <a:lnTo>
                  <a:pt x="404811" y="41035"/>
                </a:lnTo>
                <a:lnTo>
                  <a:pt x="404811" y="83410"/>
                </a:lnTo>
                <a:cubicBezTo>
                  <a:pt x="404811" y="87641"/>
                  <a:pt x="405417" y="90494"/>
                  <a:pt x="406628" y="91970"/>
                </a:cubicBezTo>
                <a:cubicBezTo>
                  <a:pt x="407839" y="93443"/>
                  <a:pt x="409395" y="94180"/>
                  <a:pt x="411294" y="94180"/>
                </a:cubicBezTo>
                <a:cubicBezTo>
                  <a:pt x="412862" y="94180"/>
                  <a:pt x="414381" y="93688"/>
                  <a:pt x="415854" y="92702"/>
                </a:cubicBezTo>
                <a:cubicBezTo>
                  <a:pt x="417326" y="91717"/>
                  <a:pt x="418466" y="90262"/>
                  <a:pt x="419273" y="88339"/>
                </a:cubicBezTo>
                <a:lnTo>
                  <a:pt x="422052" y="88339"/>
                </a:lnTo>
                <a:cubicBezTo>
                  <a:pt x="420389" y="93017"/>
                  <a:pt x="418039" y="96537"/>
                  <a:pt x="414999" y="98900"/>
                </a:cubicBezTo>
                <a:cubicBezTo>
                  <a:pt x="411959" y="101263"/>
                  <a:pt x="408825" y="102444"/>
                  <a:pt x="405595" y="102444"/>
                </a:cubicBezTo>
                <a:cubicBezTo>
                  <a:pt x="403410" y="102444"/>
                  <a:pt x="401273" y="101837"/>
                  <a:pt x="399183" y="100621"/>
                </a:cubicBezTo>
                <a:cubicBezTo>
                  <a:pt x="397094" y="99405"/>
                  <a:pt x="395550" y="97666"/>
                  <a:pt x="394553" y="95403"/>
                </a:cubicBezTo>
                <a:cubicBezTo>
                  <a:pt x="393555" y="93139"/>
                  <a:pt x="393057" y="89648"/>
                  <a:pt x="393057" y="84930"/>
                </a:cubicBezTo>
                <a:lnTo>
                  <a:pt x="393057" y="40892"/>
                </a:lnTo>
                <a:lnTo>
                  <a:pt x="382727" y="40892"/>
                </a:lnTo>
                <a:lnTo>
                  <a:pt x="382727" y="38608"/>
                </a:lnTo>
                <a:cubicBezTo>
                  <a:pt x="385339" y="37569"/>
                  <a:pt x="388011" y="35810"/>
                  <a:pt x="390741" y="33332"/>
                </a:cubicBezTo>
                <a:cubicBezTo>
                  <a:pt x="393472" y="30853"/>
                  <a:pt x="395906" y="27899"/>
                  <a:pt x="398044" y="24469"/>
                </a:cubicBezTo>
                <a:cubicBezTo>
                  <a:pt x="399136" y="22658"/>
                  <a:pt x="400656" y="19346"/>
                  <a:pt x="402603" y="14533"/>
                </a:cubicBezTo>
                <a:lnTo>
                  <a:pt x="404811" y="14533"/>
                </a:lnTo>
                <a:close/>
                <a:moveTo>
                  <a:pt x="442875" y="0"/>
                </a:moveTo>
                <a:cubicBezTo>
                  <a:pt x="444869" y="0"/>
                  <a:pt x="446567" y="704"/>
                  <a:pt x="447968" y="2113"/>
                </a:cubicBezTo>
                <a:cubicBezTo>
                  <a:pt x="449370" y="3520"/>
                  <a:pt x="450070" y="5226"/>
                  <a:pt x="450070" y="7231"/>
                </a:cubicBezTo>
                <a:cubicBezTo>
                  <a:pt x="450070" y="9236"/>
                  <a:pt x="449370" y="10955"/>
                  <a:pt x="447968" y="12387"/>
                </a:cubicBezTo>
                <a:cubicBezTo>
                  <a:pt x="446567" y="13818"/>
                  <a:pt x="444869" y="14533"/>
                  <a:pt x="442875" y="14533"/>
                </a:cubicBezTo>
                <a:cubicBezTo>
                  <a:pt x="440880" y="14533"/>
                  <a:pt x="439170" y="13818"/>
                  <a:pt x="437745" y="12387"/>
                </a:cubicBezTo>
                <a:cubicBezTo>
                  <a:pt x="436321" y="10955"/>
                  <a:pt x="435608" y="9236"/>
                  <a:pt x="435608" y="7231"/>
                </a:cubicBezTo>
                <a:cubicBezTo>
                  <a:pt x="435608" y="5226"/>
                  <a:pt x="436309" y="3520"/>
                  <a:pt x="437710" y="2113"/>
                </a:cubicBezTo>
                <a:cubicBezTo>
                  <a:pt x="439111" y="704"/>
                  <a:pt x="440833" y="0"/>
                  <a:pt x="442875" y="0"/>
                </a:cubicBezTo>
                <a:moveTo>
                  <a:pt x="448788" y="34196"/>
                </a:moveTo>
                <a:lnTo>
                  <a:pt x="448788" y="86486"/>
                </a:lnTo>
                <a:cubicBezTo>
                  <a:pt x="448788" y="90595"/>
                  <a:pt x="449085" y="93330"/>
                  <a:pt x="449678" y="94692"/>
                </a:cubicBezTo>
                <a:cubicBezTo>
                  <a:pt x="450272" y="96053"/>
                  <a:pt x="451151" y="97069"/>
                  <a:pt x="452314" y="97738"/>
                </a:cubicBezTo>
                <a:cubicBezTo>
                  <a:pt x="453478" y="98406"/>
                  <a:pt x="455603" y="98740"/>
                  <a:pt x="458690" y="98740"/>
                </a:cubicBezTo>
                <a:lnTo>
                  <a:pt x="458690" y="101304"/>
                </a:lnTo>
                <a:lnTo>
                  <a:pt x="426988" y="101304"/>
                </a:lnTo>
                <a:lnTo>
                  <a:pt x="426988" y="98740"/>
                </a:lnTo>
                <a:cubicBezTo>
                  <a:pt x="430170" y="98740"/>
                  <a:pt x="432307" y="98430"/>
                  <a:pt x="433400" y="97809"/>
                </a:cubicBezTo>
                <a:cubicBezTo>
                  <a:pt x="434492" y="97187"/>
                  <a:pt x="435359" y="96160"/>
                  <a:pt x="436000" y="94728"/>
                </a:cubicBezTo>
                <a:cubicBezTo>
                  <a:pt x="436641" y="93294"/>
                  <a:pt x="436962" y="90547"/>
                  <a:pt x="436962" y="86486"/>
                </a:cubicBezTo>
                <a:lnTo>
                  <a:pt x="436962" y="61552"/>
                </a:lnTo>
                <a:cubicBezTo>
                  <a:pt x="436962" y="54446"/>
                  <a:pt x="436748" y="49843"/>
                  <a:pt x="436321" y="47745"/>
                </a:cubicBezTo>
                <a:cubicBezTo>
                  <a:pt x="435988" y="46217"/>
                  <a:pt x="435466" y="45157"/>
                  <a:pt x="434753" y="44563"/>
                </a:cubicBezTo>
                <a:cubicBezTo>
                  <a:pt x="434041" y="43968"/>
                  <a:pt x="433067" y="43671"/>
                  <a:pt x="431832" y="43671"/>
                </a:cubicBezTo>
                <a:cubicBezTo>
                  <a:pt x="430503" y="43671"/>
                  <a:pt x="428888" y="44027"/>
                  <a:pt x="426988" y="44739"/>
                </a:cubicBezTo>
                <a:lnTo>
                  <a:pt x="425991" y="42175"/>
                </a:lnTo>
                <a:lnTo>
                  <a:pt x="445653" y="34196"/>
                </a:lnTo>
                <a:lnTo>
                  <a:pt x="448788" y="34196"/>
                </a:lnTo>
                <a:close/>
                <a:moveTo>
                  <a:pt x="485712" y="47945"/>
                </a:moveTo>
                <a:cubicBezTo>
                  <a:pt x="493359" y="38779"/>
                  <a:pt x="500649" y="34196"/>
                  <a:pt x="507583" y="34196"/>
                </a:cubicBezTo>
                <a:cubicBezTo>
                  <a:pt x="511145" y="34196"/>
                  <a:pt x="514209" y="35084"/>
                  <a:pt x="516773" y="36860"/>
                </a:cubicBezTo>
                <a:cubicBezTo>
                  <a:pt x="519338" y="38636"/>
                  <a:pt x="521380" y="41560"/>
                  <a:pt x="522900" y="45634"/>
                </a:cubicBezTo>
                <a:cubicBezTo>
                  <a:pt x="523945" y="48476"/>
                  <a:pt x="524467" y="52834"/>
                  <a:pt x="524467" y="58707"/>
                </a:cubicBezTo>
                <a:lnTo>
                  <a:pt x="524467" y="86486"/>
                </a:lnTo>
                <a:cubicBezTo>
                  <a:pt x="524467" y="90642"/>
                  <a:pt x="524800" y="93461"/>
                  <a:pt x="525465" y="94942"/>
                </a:cubicBezTo>
                <a:cubicBezTo>
                  <a:pt x="525987" y="96137"/>
                  <a:pt x="526830" y="97069"/>
                  <a:pt x="527994" y="97738"/>
                </a:cubicBezTo>
                <a:cubicBezTo>
                  <a:pt x="529157" y="98406"/>
                  <a:pt x="531306" y="98740"/>
                  <a:pt x="534441" y="98740"/>
                </a:cubicBezTo>
                <a:lnTo>
                  <a:pt x="534441" y="101304"/>
                </a:lnTo>
                <a:lnTo>
                  <a:pt x="502169" y="101304"/>
                </a:lnTo>
                <a:lnTo>
                  <a:pt x="502169" y="98740"/>
                </a:lnTo>
                <a:lnTo>
                  <a:pt x="503522" y="98740"/>
                </a:lnTo>
                <a:cubicBezTo>
                  <a:pt x="506562" y="98740"/>
                  <a:pt x="508687" y="98275"/>
                  <a:pt x="509899" y="97344"/>
                </a:cubicBezTo>
                <a:cubicBezTo>
                  <a:pt x="511110" y="96412"/>
                  <a:pt x="511953" y="95038"/>
                  <a:pt x="512428" y="93223"/>
                </a:cubicBezTo>
                <a:cubicBezTo>
                  <a:pt x="512618" y="92506"/>
                  <a:pt x="512713" y="90261"/>
                  <a:pt x="512713" y="86486"/>
                </a:cubicBezTo>
                <a:lnTo>
                  <a:pt x="512713" y="59816"/>
                </a:lnTo>
                <a:cubicBezTo>
                  <a:pt x="512713" y="53888"/>
                  <a:pt x="511941" y="49584"/>
                  <a:pt x="510397" y="46905"/>
                </a:cubicBezTo>
                <a:cubicBezTo>
                  <a:pt x="508854" y="44226"/>
                  <a:pt x="506253" y="42887"/>
                  <a:pt x="502596" y="42887"/>
                </a:cubicBezTo>
                <a:cubicBezTo>
                  <a:pt x="496945" y="42887"/>
                  <a:pt x="491317" y="45974"/>
                  <a:pt x="485712" y="52148"/>
                </a:cubicBezTo>
                <a:lnTo>
                  <a:pt x="485712" y="86486"/>
                </a:lnTo>
                <a:cubicBezTo>
                  <a:pt x="485712" y="90929"/>
                  <a:pt x="485973" y="93676"/>
                  <a:pt x="486496" y="94728"/>
                </a:cubicBezTo>
                <a:cubicBezTo>
                  <a:pt x="487161" y="96113"/>
                  <a:pt x="488075" y="97128"/>
                  <a:pt x="489239" y="97774"/>
                </a:cubicBezTo>
                <a:cubicBezTo>
                  <a:pt x="490402" y="98418"/>
                  <a:pt x="492765" y="98740"/>
                  <a:pt x="496327" y="98740"/>
                </a:cubicBezTo>
                <a:lnTo>
                  <a:pt x="496327" y="101304"/>
                </a:lnTo>
                <a:lnTo>
                  <a:pt x="464055" y="101304"/>
                </a:lnTo>
                <a:lnTo>
                  <a:pt x="464055" y="98740"/>
                </a:lnTo>
                <a:lnTo>
                  <a:pt x="465480" y="98740"/>
                </a:lnTo>
                <a:cubicBezTo>
                  <a:pt x="468804" y="98740"/>
                  <a:pt x="471049" y="97892"/>
                  <a:pt x="472212" y="96197"/>
                </a:cubicBezTo>
                <a:cubicBezTo>
                  <a:pt x="473376" y="94501"/>
                  <a:pt x="473958" y="91264"/>
                  <a:pt x="473958" y="86486"/>
                </a:cubicBezTo>
                <a:lnTo>
                  <a:pt x="473958" y="62407"/>
                </a:lnTo>
                <a:cubicBezTo>
                  <a:pt x="473958" y="54570"/>
                  <a:pt x="473779" y="49797"/>
                  <a:pt x="473423" y="48088"/>
                </a:cubicBezTo>
                <a:cubicBezTo>
                  <a:pt x="473067" y="46378"/>
                  <a:pt x="472521" y="45214"/>
                  <a:pt x="471785" y="44597"/>
                </a:cubicBezTo>
                <a:cubicBezTo>
                  <a:pt x="471049" y="43979"/>
                  <a:pt x="470063" y="43671"/>
                  <a:pt x="468828" y="43671"/>
                </a:cubicBezTo>
                <a:cubicBezTo>
                  <a:pt x="467498" y="43671"/>
                  <a:pt x="465907" y="44027"/>
                  <a:pt x="464055" y="44739"/>
                </a:cubicBezTo>
                <a:lnTo>
                  <a:pt x="462986" y="42175"/>
                </a:lnTo>
                <a:lnTo>
                  <a:pt x="482649" y="34196"/>
                </a:lnTo>
                <a:lnTo>
                  <a:pt x="485712" y="34196"/>
                </a:lnTo>
                <a:lnTo>
                  <a:pt x="485712" y="47945"/>
                </a:lnTo>
                <a:close/>
                <a:moveTo>
                  <a:pt x="557096" y="77526"/>
                </a:moveTo>
                <a:cubicBezTo>
                  <a:pt x="553107" y="75581"/>
                  <a:pt x="550043" y="72866"/>
                  <a:pt x="547906" y="69380"/>
                </a:cubicBezTo>
                <a:cubicBezTo>
                  <a:pt x="545769" y="65893"/>
                  <a:pt x="544700" y="62039"/>
                  <a:pt x="544700" y="57816"/>
                </a:cubicBezTo>
                <a:cubicBezTo>
                  <a:pt x="544700" y="51366"/>
                  <a:pt x="547134" y="45817"/>
                  <a:pt x="552002" y="41168"/>
                </a:cubicBezTo>
                <a:cubicBezTo>
                  <a:pt x="556870" y="36520"/>
                  <a:pt x="563104" y="34196"/>
                  <a:pt x="570703" y="34196"/>
                </a:cubicBezTo>
                <a:cubicBezTo>
                  <a:pt x="576925" y="34196"/>
                  <a:pt x="582315" y="35715"/>
                  <a:pt x="586875" y="38755"/>
                </a:cubicBezTo>
                <a:lnTo>
                  <a:pt x="600695" y="38755"/>
                </a:lnTo>
                <a:cubicBezTo>
                  <a:pt x="602738" y="38755"/>
                  <a:pt x="603925" y="38814"/>
                  <a:pt x="604258" y="38933"/>
                </a:cubicBezTo>
                <a:cubicBezTo>
                  <a:pt x="604590" y="39052"/>
                  <a:pt x="604827" y="39254"/>
                  <a:pt x="604970" y="39539"/>
                </a:cubicBezTo>
                <a:cubicBezTo>
                  <a:pt x="605255" y="39966"/>
                  <a:pt x="605397" y="40726"/>
                  <a:pt x="605397" y="41818"/>
                </a:cubicBezTo>
                <a:cubicBezTo>
                  <a:pt x="605397" y="43053"/>
                  <a:pt x="605279" y="43908"/>
                  <a:pt x="605041" y="44383"/>
                </a:cubicBezTo>
                <a:cubicBezTo>
                  <a:pt x="604899" y="44621"/>
                  <a:pt x="604649" y="44811"/>
                  <a:pt x="604293" y="44953"/>
                </a:cubicBezTo>
                <a:cubicBezTo>
                  <a:pt x="603937" y="45095"/>
                  <a:pt x="602738" y="45167"/>
                  <a:pt x="600695" y="45167"/>
                </a:cubicBezTo>
                <a:lnTo>
                  <a:pt x="592218" y="45167"/>
                </a:lnTo>
                <a:cubicBezTo>
                  <a:pt x="594877" y="48586"/>
                  <a:pt x="596207" y="52956"/>
                  <a:pt x="596207" y="58275"/>
                </a:cubicBezTo>
                <a:cubicBezTo>
                  <a:pt x="596207" y="64354"/>
                  <a:pt x="593880" y="69555"/>
                  <a:pt x="589226" y="73877"/>
                </a:cubicBezTo>
                <a:cubicBezTo>
                  <a:pt x="584571" y="78199"/>
                  <a:pt x="578326" y="80360"/>
                  <a:pt x="570489" y="80360"/>
                </a:cubicBezTo>
                <a:cubicBezTo>
                  <a:pt x="567260" y="80360"/>
                  <a:pt x="563959" y="79875"/>
                  <a:pt x="560587" y="78906"/>
                </a:cubicBezTo>
                <a:cubicBezTo>
                  <a:pt x="558497" y="80684"/>
                  <a:pt x="557084" y="82239"/>
                  <a:pt x="556348" y="83572"/>
                </a:cubicBezTo>
                <a:cubicBezTo>
                  <a:pt x="555612" y="84905"/>
                  <a:pt x="555244" y="86039"/>
                  <a:pt x="555244" y="86974"/>
                </a:cubicBezTo>
                <a:cubicBezTo>
                  <a:pt x="555244" y="87769"/>
                  <a:pt x="555636" y="88541"/>
                  <a:pt x="556419" y="89289"/>
                </a:cubicBezTo>
                <a:cubicBezTo>
                  <a:pt x="557203" y="90037"/>
                  <a:pt x="558735" y="90575"/>
                  <a:pt x="561014" y="90903"/>
                </a:cubicBezTo>
                <a:cubicBezTo>
                  <a:pt x="562344" y="91120"/>
                  <a:pt x="565669" y="91310"/>
                  <a:pt x="570988" y="91473"/>
                </a:cubicBezTo>
                <a:cubicBezTo>
                  <a:pt x="580772" y="91745"/>
                  <a:pt x="587112" y="92125"/>
                  <a:pt x="590009" y="92613"/>
                </a:cubicBezTo>
                <a:cubicBezTo>
                  <a:pt x="594426" y="93229"/>
                  <a:pt x="597953" y="94865"/>
                  <a:pt x="600589" y="97520"/>
                </a:cubicBezTo>
                <a:cubicBezTo>
                  <a:pt x="603224" y="100175"/>
                  <a:pt x="604542" y="103446"/>
                  <a:pt x="604542" y="107333"/>
                </a:cubicBezTo>
                <a:cubicBezTo>
                  <a:pt x="604542" y="112691"/>
                  <a:pt x="602025" y="117717"/>
                  <a:pt x="596991" y="122410"/>
                </a:cubicBezTo>
                <a:cubicBezTo>
                  <a:pt x="589582" y="129332"/>
                  <a:pt x="579917" y="132793"/>
                  <a:pt x="567996" y="132793"/>
                </a:cubicBezTo>
                <a:cubicBezTo>
                  <a:pt x="558830" y="132793"/>
                  <a:pt x="551088" y="130726"/>
                  <a:pt x="544771" y="126593"/>
                </a:cubicBezTo>
                <a:cubicBezTo>
                  <a:pt x="541209" y="124218"/>
                  <a:pt x="539428" y="121748"/>
                  <a:pt x="539428" y="119181"/>
                </a:cubicBezTo>
                <a:cubicBezTo>
                  <a:pt x="539428" y="118042"/>
                  <a:pt x="539690" y="116902"/>
                  <a:pt x="540212" y="115762"/>
                </a:cubicBezTo>
                <a:cubicBezTo>
                  <a:pt x="541019" y="114005"/>
                  <a:pt x="542682" y="111558"/>
                  <a:pt x="545199" y="108422"/>
                </a:cubicBezTo>
                <a:cubicBezTo>
                  <a:pt x="545531" y="107994"/>
                  <a:pt x="547953" y="105429"/>
                  <a:pt x="552465" y="100726"/>
                </a:cubicBezTo>
                <a:cubicBezTo>
                  <a:pt x="549996" y="99255"/>
                  <a:pt x="548250" y="97938"/>
                  <a:pt x="547229" y="96776"/>
                </a:cubicBezTo>
                <a:cubicBezTo>
                  <a:pt x="546208" y="95614"/>
                  <a:pt x="545698" y="94298"/>
                  <a:pt x="545698" y="92827"/>
                </a:cubicBezTo>
                <a:cubicBezTo>
                  <a:pt x="545698" y="91166"/>
                  <a:pt x="546374" y="89221"/>
                  <a:pt x="547728" y="86992"/>
                </a:cubicBezTo>
                <a:cubicBezTo>
                  <a:pt x="549081" y="84761"/>
                  <a:pt x="552204" y="81606"/>
                  <a:pt x="557096" y="77526"/>
                </a:cubicBezTo>
                <a:moveTo>
                  <a:pt x="569492" y="37758"/>
                </a:moveTo>
                <a:cubicBezTo>
                  <a:pt x="565977" y="37758"/>
                  <a:pt x="563033" y="39151"/>
                  <a:pt x="560658" y="41939"/>
                </a:cubicBezTo>
                <a:cubicBezTo>
                  <a:pt x="558283" y="44724"/>
                  <a:pt x="557096" y="48999"/>
                  <a:pt x="557096" y="54762"/>
                </a:cubicBezTo>
                <a:cubicBezTo>
                  <a:pt x="557096" y="62226"/>
                  <a:pt x="558711" y="68012"/>
                  <a:pt x="561940" y="72120"/>
                </a:cubicBezTo>
                <a:cubicBezTo>
                  <a:pt x="564410" y="75238"/>
                  <a:pt x="567545" y="76798"/>
                  <a:pt x="571344" y="76798"/>
                </a:cubicBezTo>
                <a:cubicBezTo>
                  <a:pt x="574954" y="76798"/>
                  <a:pt x="577922" y="75451"/>
                  <a:pt x="580249" y="72759"/>
                </a:cubicBezTo>
                <a:cubicBezTo>
                  <a:pt x="582577" y="70067"/>
                  <a:pt x="583740" y="65839"/>
                  <a:pt x="583740" y="60076"/>
                </a:cubicBezTo>
                <a:cubicBezTo>
                  <a:pt x="583740" y="52566"/>
                  <a:pt x="582102" y="46685"/>
                  <a:pt x="578825" y="42433"/>
                </a:cubicBezTo>
                <a:cubicBezTo>
                  <a:pt x="576402" y="39316"/>
                  <a:pt x="573291" y="37758"/>
                  <a:pt x="569492" y="37758"/>
                </a:cubicBezTo>
                <a:moveTo>
                  <a:pt x="556384" y="101304"/>
                </a:moveTo>
                <a:cubicBezTo>
                  <a:pt x="554151" y="103712"/>
                  <a:pt x="552465" y="105954"/>
                  <a:pt x="551326" y="108030"/>
                </a:cubicBezTo>
                <a:cubicBezTo>
                  <a:pt x="550186" y="110106"/>
                  <a:pt x="549616" y="112018"/>
                  <a:pt x="549616" y="113765"/>
                </a:cubicBezTo>
                <a:cubicBezTo>
                  <a:pt x="549616" y="116030"/>
                  <a:pt x="550993" y="118012"/>
                  <a:pt x="553748" y="119711"/>
                </a:cubicBezTo>
                <a:cubicBezTo>
                  <a:pt x="558497" y="122638"/>
                  <a:pt x="565360" y="124102"/>
                  <a:pt x="574336" y="124102"/>
                </a:cubicBezTo>
                <a:cubicBezTo>
                  <a:pt x="582885" y="124102"/>
                  <a:pt x="589190" y="122608"/>
                  <a:pt x="593251" y="119622"/>
                </a:cubicBezTo>
                <a:cubicBezTo>
                  <a:pt x="597312" y="116638"/>
                  <a:pt x="599342" y="113453"/>
                  <a:pt x="599342" y="110067"/>
                </a:cubicBezTo>
                <a:cubicBezTo>
                  <a:pt x="599342" y="107623"/>
                  <a:pt x="598131" y="105883"/>
                  <a:pt x="595709" y="104849"/>
                </a:cubicBezTo>
                <a:cubicBezTo>
                  <a:pt x="593239" y="103814"/>
                  <a:pt x="588347" y="103203"/>
                  <a:pt x="581033" y="103014"/>
                </a:cubicBezTo>
                <a:cubicBezTo>
                  <a:pt x="570347" y="102717"/>
                  <a:pt x="562130" y="102147"/>
                  <a:pt x="556384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Fine-tuning">
            <a:extLst xmlns:a="http://schemas.openxmlformats.org/drawingml/2006/main">
              <a:ext uri="{FF2B5EF4-FFF2-40B4-BE49-F238E27FC236}">
                <a16:creationId xmlns:a16="http://schemas.microsoft.com/office/drawing/2014/main" id="{9958102C-109C-4A42-B21D-7F576DE7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274" y="2930453"/>
            <a:ext cx="675352" cy="132793"/>
          </a:xfrm>
          <a:custGeom xmlns:a="http://schemas.openxmlformats.org/drawingml/2006/main">
            <a:pathLst>
              <a:path w="675352" h="132793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9928" y="0"/>
                </a:moveTo>
                <a:cubicBezTo>
                  <a:pt x="101923" y="0"/>
                  <a:pt x="103621" y="704"/>
                  <a:pt x="105022" y="2113"/>
                </a:cubicBezTo>
                <a:cubicBezTo>
                  <a:pt x="106423" y="3520"/>
                  <a:pt x="107123" y="5226"/>
                  <a:pt x="107123" y="7231"/>
                </a:cubicBezTo>
                <a:cubicBezTo>
                  <a:pt x="107123" y="9236"/>
                  <a:pt x="106423" y="10955"/>
                  <a:pt x="105022" y="12387"/>
                </a:cubicBezTo>
                <a:cubicBezTo>
                  <a:pt x="103621" y="13818"/>
                  <a:pt x="101923" y="14533"/>
                  <a:pt x="99928" y="14533"/>
                </a:cubicBezTo>
                <a:cubicBezTo>
                  <a:pt x="97933" y="14533"/>
                  <a:pt x="96224" y="13818"/>
                  <a:pt x="94799" y="12387"/>
                </a:cubicBezTo>
                <a:cubicBezTo>
                  <a:pt x="93374" y="10955"/>
                  <a:pt x="92661" y="9236"/>
                  <a:pt x="92661" y="7231"/>
                </a:cubicBezTo>
                <a:cubicBezTo>
                  <a:pt x="92661" y="5226"/>
                  <a:pt x="93362" y="3520"/>
                  <a:pt x="94763" y="2113"/>
                </a:cubicBezTo>
                <a:cubicBezTo>
                  <a:pt x="96164" y="704"/>
                  <a:pt x="97886" y="0"/>
                  <a:pt x="99928" y="0"/>
                </a:cubicBezTo>
                <a:moveTo>
                  <a:pt x="105841" y="34196"/>
                </a:moveTo>
                <a:lnTo>
                  <a:pt x="105841" y="86486"/>
                </a:lnTo>
                <a:cubicBezTo>
                  <a:pt x="105841" y="90595"/>
                  <a:pt x="106138" y="93330"/>
                  <a:pt x="106732" y="94692"/>
                </a:cubicBezTo>
                <a:cubicBezTo>
                  <a:pt x="107325" y="96053"/>
                  <a:pt x="108204" y="97069"/>
                  <a:pt x="109367" y="97738"/>
                </a:cubicBezTo>
                <a:cubicBezTo>
                  <a:pt x="110531" y="98406"/>
                  <a:pt x="112656" y="98740"/>
                  <a:pt x="115743" y="98740"/>
                </a:cubicBezTo>
                <a:lnTo>
                  <a:pt x="115743" y="101304"/>
                </a:lnTo>
                <a:lnTo>
                  <a:pt x="84041" y="101304"/>
                </a:lnTo>
                <a:lnTo>
                  <a:pt x="84041" y="98740"/>
                </a:lnTo>
                <a:cubicBezTo>
                  <a:pt x="87223" y="98740"/>
                  <a:pt x="89361" y="98430"/>
                  <a:pt x="90453" y="97809"/>
                </a:cubicBezTo>
                <a:cubicBezTo>
                  <a:pt x="91545" y="97187"/>
                  <a:pt x="92412" y="96160"/>
                  <a:pt x="93053" y="94728"/>
                </a:cubicBezTo>
                <a:cubicBezTo>
                  <a:pt x="93694" y="93294"/>
                  <a:pt x="94015" y="90547"/>
                  <a:pt x="94015" y="86486"/>
                </a:cubicBezTo>
                <a:lnTo>
                  <a:pt x="94015" y="61552"/>
                </a:lnTo>
                <a:cubicBezTo>
                  <a:pt x="94015" y="54446"/>
                  <a:pt x="93801" y="49843"/>
                  <a:pt x="93374" y="47745"/>
                </a:cubicBezTo>
                <a:cubicBezTo>
                  <a:pt x="93041" y="46217"/>
                  <a:pt x="92519" y="45157"/>
                  <a:pt x="91807" y="44563"/>
                </a:cubicBezTo>
                <a:cubicBezTo>
                  <a:pt x="91094" y="43968"/>
                  <a:pt x="90121" y="43671"/>
                  <a:pt x="88886" y="43671"/>
                </a:cubicBezTo>
                <a:cubicBezTo>
                  <a:pt x="87556" y="43671"/>
                  <a:pt x="85941" y="44027"/>
                  <a:pt x="84041" y="44739"/>
                </a:cubicBezTo>
                <a:lnTo>
                  <a:pt x="83044" y="42175"/>
                </a:lnTo>
                <a:lnTo>
                  <a:pt x="102706" y="34196"/>
                </a:lnTo>
                <a:lnTo>
                  <a:pt x="105841" y="34196"/>
                </a:lnTo>
                <a:close/>
                <a:moveTo>
                  <a:pt x="142765" y="47945"/>
                </a:moveTo>
                <a:cubicBezTo>
                  <a:pt x="150411" y="38779"/>
                  <a:pt x="157702" y="34196"/>
                  <a:pt x="164636" y="34196"/>
                </a:cubicBezTo>
                <a:cubicBezTo>
                  <a:pt x="168198" y="34196"/>
                  <a:pt x="171261" y="35084"/>
                  <a:pt x="173826" y="36860"/>
                </a:cubicBezTo>
                <a:cubicBezTo>
                  <a:pt x="176391" y="38636"/>
                  <a:pt x="178433" y="41560"/>
                  <a:pt x="179953" y="45634"/>
                </a:cubicBezTo>
                <a:cubicBezTo>
                  <a:pt x="180998" y="48476"/>
                  <a:pt x="181520" y="52834"/>
                  <a:pt x="181520" y="58707"/>
                </a:cubicBezTo>
                <a:lnTo>
                  <a:pt x="181520" y="86486"/>
                </a:lnTo>
                <a:cubicBezTo>
                  <a:pt x="181520" y="90642"/>
                  <a:pt x="181852" y="93461"/>
                  <a:pt x="182517" y="94942"/>
                </a:cubicBezTo>
                <a:cubicBezTo>
                  <a:pt x="183040" y="96137"/>
                  <a:pt x="183883" y="97069"/>
                  <a:pt x="185046" y="97738"/>
                </a:cubicBezTo>
                <a:cubicBezTo>
                  <a:pt x="186210" y="98406"/>
                  <a:pt x="188359" y="98740"/>
                  <a:pt x="191494" y="98740"/>
                </a:cubicBezTo>
                <a:lnTo>
                  <a:pt x="191494" y="101304"/>
                </a:lnTo>
                <a:lnTo>
                  <a:pt x="159222" y="101304"/>
                </a:lnTo>
                <a:lnTo>
                  <a:pt x="159222" y="98740"/>
                </a:lnTo>
                <a:lnTo>
                  <a:pt x="160575" y="98740"/>
                </a:lnTo>
                <a:cubicBezTo>
                  <a:pt x="163615" y="98740"/>
                  <a:pt x="165740" y="98275"/>
                  <a:pt x="166951" y="97344"/>
                </a:cubicBezTo>
                <a:cubicBezTo>
                  <a:pt x="168162" y="96412"/>
                  <a:pt x="169005" y="95038"/>
                  <a:pt x="169480" y="93223"/>
                </a:cubicBezTo>
                <a:cubicBezTo>
                  <a:pt x="169670" y="92506"/>
                  <a:pt x="169765" y="90261"/>
                  <a:pt x="169765" y="86486"/>
                </a:cubicBezTo>
                <a:lnTo>
                  <a:pt x="169765" y="59816"/>
                </a:lnTo>
                <a:cubicBezTo>
                  <a:pt x="169765" y="53888"/>
                  <a:pt x="168993" y="49584"/>
                  <a:pt x="167450" y="46905"/>
                </a:cubicBezTo>
                <a:cubicBezTo>
                  <a:pt x="165906" y="44226"/>
                  <a:pt x="163306" y="42887"/>
                  <a:pt x="159649" y="42887"/>
                </a:cubicBezTo>
                <a:cubicBezTo>
                  <a:pt x="153997" y="42887"/>
                  <a:pt x="148369" y="45974"/>
                  <a:pt x="142765" y="52148"/>
                </a:cubicBezTo>
                <a:lnTo>
                  <a:pt x="142765" y="86486"/>
                </a:lnTo>
                <a:cubicBezTo>
                  <a:pt x="142765" y="90929"/>
                  <a:pt x="143026" y="93676"/>
                  <a:pt x="143549" y="94728"/>
                </a:cubicBezTo>
                <a:cubicBezTo>
                  <a:pt x="144214" y="96113"/>
                  <a:pt x="145128" y="97128"/>
                  <a:pt x="146291" y="97774"/>
                </a:cubicBezTo>
                <a:cubicBezTo>
                  <a:pt x="147455" y="98418"/>
                  <a:pt x="149818" y="98740"/>
                  <a:pt x="153380" y="98740"/>
                </a:cubicBezTo>
                <a:lnTo>
                  <a:pt x="153380" y="101304"/>
                </a:lnTo>
                <a:lnTo>
                  <a:pt x="121108" y="101304"/>
                </a:lnTo>
                <a:lnTo>
                  <a:pt x="121108" y="98740"/>
                </a:lnTo>
                <a:lnTo>
                  <a:pt x="122533" y="98740"/>
                </a:lnTo>
                <a:cubicBezTo>
                  <a:pt x="125857" y="98740"/>
                  <a:pt x="128101" y="97892"/>
                  <a:pt x="129265" y="96197"/>
                </a:cubicBezTo>
                <a:cubicBezTo>
                  <a:pt x="130428" y="94501"/>
                  <a:pt x="131010" y="91264"/>
                  <a:pt x="131010" y="86486"/>
                </a:cubicBezTo>
                <a:lnTo>
                  <a:pt x="131010" y="62407"/>
                </a:lnTo>
                <a:cubicBezTo>
                  <a:pt x="131010" y="54570"/>
                  <a:pt x="130832" y="49797"/>
                  <a:pt x="130476" y="48088"/>
                </a:cubicBezTo>
                <a:cubicBezTo>
                  <a:pt x="130120" y="46378"/>
                  <a:pt x="129574" y="45214"/>
                  <a:pt x="128837" y="44597"/>
                </a:cubicBezTo>
                <a:cubicBezTo>
                  <a:pt x="128101" y="43979"/>
                  <a:pt x="127116" y="43671"/>
                  <a:pt x="125881" y="43671"/>
                </a:cubicBezTo>
                <a:cubicBezTo>
                  <a:pt x="124551" y="43671"/>
                  <a:pt x="122960" y="44027"/>
                  <a:pt x="121108" y="44739"/>
                </a:cubicBezTo>
                <a:lnTo>
                  <a:pt x="120039" y="42175"/>
                </a:lnTo>
                <a:lnTo>
                  <a:pt x="139702" y="34196"/>
                </a:lnTo>
                <a:lnTo>
                  <a:pt x="142765" y="34196"/>
                </a:lnTo>
                <a:lnTo>
                  <a:pt x="142765" y="47945"/>
                </a:lnTo>
                <a:close/>
                <a:moveTo>
                  <a:pt x="207666" y="60697"/>
                </a:moveTo>
                <a:cubicBezTo>
                  <a:pt x="207619" y="70341"/>
                  <a:pt x="209970" y="77906"/>
                  <a:pt x="214719" y="83390"/>
                </a:cubicBezTo>
                <a:cubicBezTo>
                  <a:pt x="219468" y="88874"/>
                  <a:pt x="225049" y="91616"/>
                  <a:pt x="231461" y="91616"/>
                </a:cubicBezTo>
                <a:cubicBezTo>
                  <a:pt x="235735" y="91616"/>
                  <a:pt x="239451" y="90435"/>
                  <a:pt x="242610" y="88074"/>
                </a:cubicBezTo>
                <a:cubicBezTo>
                  <a:pt x="245768" y="85712"/>
                  <a:pt x="248416" y="81669"/>
                  <a:pt x="250553" y="75943"/>
                </a:cubicBezTo>
                <a:lnTo>
                  <a:pt x="252762" y="77374"/>
                </a:lnTo>
                <a:cubicBezTo>
                  <a:pt x="251764" y="83915"/>
                  <a:pt x="248867" y="89871"/>
                  <a:pt x="244070" y="95242"/>
                </a:cubicBezTo>
                <a:cubicBezTo>
                  <a:pt x="239273" y="100614"/>
                  <a:pt x="233265" y="103299"/>
                  <a:pt x="226046" y="103299"/>
                </a:cubicBezTo>
                <a:cubicBezTo>
                  <a:pt x="218210" y="103299"/>
                  <a:pt x="211501" y="100254"/>
                  <a:pt x="205921" y="94165"/>
                </a:cubicBezTo>
                <a:cubicBezTo>
                  <a:pt x="200340" y="88074"/>
                  <a:pt x="197550" y="79885"/>
                  <a:pt x="197550" y="69600"/>
                </a:cubicBezTo>
                <a:cubicBezTo>
                  <a:pt x="197550" y="58463"/>
                  <a:pt x="200411" y="49778"/>
                  <a:pt x="206134" y="43546"/>
                </a:cubicBezTo>
                <a:cubicBezTo>
                  <a:pt x="211857" y="37312"/>
                  <a:pt x="219041" y="34196"/>
                  <a:pt x="227685" y="34196"/>
                </a:cubicBezTo>
                <a:cubicBezTo>
                  <a:pt x="234999" y="34196"/>
                  <a:pt x="241007" y="36600"/>
                  <a:pt x="245709" y="41409"/>
                </a:cubicBezTo>
                <a:cubicBezTo>
                  <a:pt x="250411" y="46216"/>
                  <a:pt x="252762" y="52646"/>
                  <a:pt x="252762" y="60697"/>
                </a:cubicBezTo>
                <a:lnTo>
                  <a:pt x="207666" y="60697"/>
                </a:lnTo>
                <a:moveTo>
                  <a:pt x="207666" y="56565"/>
                </a:moveTo>
                <a:lnTo>
                  <a:pt x="237872" y="56565"/>
                </a:lnTo>
                <a:cubicBezTo>
                  <a:pt x="237635" y="52420"/>
                  <a:pt x="237136" y="49500"/>
                  <a:pt x="236376" y="47805"/>
                </a:cubicBezTo>
                <a:cubicBezTo>
                  <a:pt x="235189" y="45166"/>
                  <a:pt x="233420" y="43093"/>
                  <a:pt x="231069" y="41587"/>
                </a:cubicBezTo>
                <a:cubicBezTo>
                  <a:pt x="228718" y="40079"/>
                  <a:pt x="226260" y="39325"/>
                  <a:pt x="223695" y="39325"/>
                </a:cubicBezTo>
                <a:cubicBezTo>
                  <a:pt x="219753" y="39325"/>
                  <a:pt x="216227" y="40844"/>
                  <a:pt x="213116" y="43882"/>
                </a:cubicBezTo>
                <a:cubicBezTo>
                  <a:pt x="210005" y="46920"/>
                  <a:pt x="208189" y="51148"/>
                  <a:pt x="207666" y="56565"/>
                </a:cubicBezTo>
                <a:close/>
                <a:moveTo>
                  <a:pt x="262682" y="63119"/>
                </a:moveTo>
                <a:lnTo>
                  <a:pt x="299514" y="63119"/>
                </a:lnTo>
                <a:lnTo>
                  <a:pt x="299514" y="73948"/>
                </a:lnTo>
                <a:lnTo>
                  <a:pt x="262682" y="73948"/>
                </a:lnTo>
                <a:lnTo>
                  <a:pt x="262682" y="63119"/>
                </a:lnTo>
                <a:close/>
                <a:moveTo>
                  <a:pt x="328864" y="14533"/>
                </a:moveTo>
                <a:lnTo>
                  <a:pt x="328864" y="36048"/>
                </a:lnTo>
                <a:lnTo>
                  <a:pt x="344109" y="36048"/>
                </a:lnTo>
                <a:lnTo>
                  <a:pt x="344109" y="40892"/>
                </a:lnTo>
                <a:lnTo>
                  <a:pt x="328864" y="41035"/>
                </a:lnTo>
                <a:lnTo>
                  <a:pt x="328864" y="83410"/>
                </a:lnTo>
                <a:cubicBezTo>
                  <a:pt x="328864" y="87641"/>
                  <a:pt x="329469" y="90494"/>
                  <a:pt x="330680" y="91970"/>
                </a:cubicBezTo>
                <a:cubicBezTo>
                  <a:pt x="331891" y="93443"/>
                  <a:pt x="333447" y="94180"/>
                  <a:pt x="335346" y="94180"/>
                </a:cubicBezTo>
                <a:cubicBezTo>
                  <a:pt x="336914" y="94180"/>
                  <a:pt x="338434" y="93688"/>
                  <a:pt x="339906" y="92702"/>
                </a:cubicBezTo>
                <a:cubicBezTo>
                  <a:pt x="341378" y="91717"/>
                  <a:pt x="342518" y="90262"/>
                  <a:pt x="343325" y="88339"/>
                </a:cubicBezTo>
                <a:lnTo>
                  <a:pt x="346104" y="88339"/>
                </a:lnTo>
                <a:cubicBezTo>
                  <a:pt x="344442" y="93017"/>
                  <a:pt x="342091" y="96537"/>
                  <a:pt x="339051" y="98900"/>
                </a:cubicBezTo>
                <a:cubicBezTo>
                  <a:pt x="336011" y="101263"/>
                  <a:pt x="332877" y="102444"/>
                  <a:pt x="329647" y="102444"/>
                </a:cubicBezTo>
                <a:cubicBezTo>
                  <a:pt x="327462" y="102444"/>
                  <a:pt x="325325" y="101837"/>
                  <a:pt x="323236" y="100621"/>
                </a:cubicBezTo>
                <a:cubicBezTo>
                  <a:pt x="321146" y="99405"/>
                  <a:pt x="319602" y="97666"/>
                  <a:pt x="318605" y="95403"/>
                </a:cubicBezTo>
                <a:cubicBezTo>
                  <a:pt x="317608" y="93139"/>
                  <a:pt x="317109" y="89648"/>
                  <a:pt x="317109" y="84930"/>
                </a:cubicBezTo>
                <a:lnTo>
                  <a:pt x="317109" y="40892"/>
                </a:lnTo>
                <a:lnTo>
                  <a:pt x="306779" y="40892"/>
                </a:lnTo>
                <a:lnTo>
                  <a:pt x="306779" y="38608"/>
                </a:lnTo>
                <a:cubicBezTo>
                  <a:pt x="309391" y="37569"/>
                  <a:pt x="312063" y="35810"/>
                  <a:pt x="314794" y="33332"/>
                </a:cubicBezTo>
                <a:cubicBezTo>
                  <a:pt x="317524" y="30853"/>
                  <a:pt x="319958" y="27899"/>
                  <a:pt x="322096" y="24469"/>
                </a:cubicBezTo>
                <a:cubicBezTo>
                  <a:pt x="323188" y="22658"/>
                  <a:pt x="324708" y="19346"/>
                  <a:pt x="326655" y="14533"/>
                </a:cubicBezTo>
                <a:lnTo>
                  <a:pt x="328864" y="14533"/>
                </a:lnTo>
                <a:close/>
                <a:moveTo>
                  <a:pt x="407536" y="36048"/>
                </a:moveTo>
                <a:lnTo>
                  <a:pt x="407536" y="75800"/>
                </a:lnTo>
                <a:cubicBezTo>
                  <a:pt x="407536" y="83258"/>
                  <a:pt x="407714" y="87820"/>
                  <a:pt x="408070" y="89485"/>
                </a:cubicBezTo>
                <a:cubicBezTo>
                  <a:pt x="408426" y="91149"/>
                  <a:pt x="408996" y="92312"/>
                  <a:pt x="409780" y="92974"/>
                </a:cubicBezTo>
                <a:cubicBezTo>
                  <a:pt x="410563" y="93636"/>
                  <a:pt x="411477" y="93967"/>
                  <a:pt x="412522" y="93967"/>
                </a:cubicBezTo>
                <a:cubicBezTo>
                  <a:pt x="413995" y="93967"/>
                  <a:pt x="415657" y="93563"/>
                  <a:pt x="417509" y="92756"/>
                </a:cubicBezTo>
                <a:lnTo>
                  <a:pt x="418507" y="95320"/>
                </a:lnTo>
                <a:lnTo>
                  <a:pt x="398987" y="103299"/>
                </a:lnTo>
                <a:lnTo>
                  <a:pt x="395781" y="103299"/>
                </a:lnTo>
                <a:lnTo>
                  <a:pt x="395781" y="89543"/>
                </a:lnTo>
                <a:cubicBezTo>
                  <a:pt x="390176" y="95594"/>
                  <a:pt x="385902" y="99400"/>
                  <a:pt x="382957" y="100959"/>
                </a:cubicBezTo>
                <a:cubicBezTo>
                  <a:pt x="380013" y="102519"/>
                  <a:pt x="376902" y="103299"/>
                  <a:pt x="373625" y="103299"/>
                </a:cubicBezTo>
                <a:cubicBezTo>
                  <a:pt x="369968" y="103299"/>
                  <a:pt x="366798" y="102242"/>
                  <a:pt x="364114" y="100129"/>
                </a:cubicBezTo>
                <a:cubicBezTo>
                  <a:pt x="361431" y="98016"/>
                  <a:pt x="359567" y="95296"/>
                  <a:pt x="358522" y="91972"/>
                </a:cubicBezTo>
                <a:cubicBezTo>
                  <a:pt x="357477" y="88647"/>
                  <a:pt x="356955" y="83945"/>
                  <a:pt x="356955" y="77866"/>
                </a:cubicBezTo>
                <a:lnTo>
                  <a:pt x="356955" y="48729"/>
                </a:lnTo>
                <a:cubicBezTo>
                  <a:pt x="356955" y="45619"/>
                  <a:pt x="356622" y="43467"/>
                  <a:pt x="355957" y="42273"/>
                </a:cubicBezTo>
                <a:cubicBezTo>
                  <a:pt x="355292" y="41076"/>
                  <a:pt x="354307" y="40155"/>
                  <a:pt x="353001" y="39510"/>
                </a:cubicBezTo>
                <a:cubicBezTo>
                  <a:pt x="351695" y="38864"/>
                  <a:pt x="349332" y="38565"/>
                  <a:pt x="345912" y="38613"/>
                </a:cubicBezTo>
                <a:lnTo>
                  <a:pt x="345912" y="36048"/>
                </a:lnTo>
                <a:lnTo>
                  <a:pt x="368781" y="36048"/>
                </a:lnTo>
                <a:lnTo>
                  <a:pt x="368780" y="79772"/>
                </a:lnTo>
                <a:cubicBezTo>
                  <a:pt x="368780" y="85859"/>
                  <a:pt x="369837" y="89853"/>
                  <a:pt x="371951" y="91756"/>
                </a:cubicBezTo>
                <a:cubicBezTo>
                  <a:pt x="374064" y="93657"/>
                  <a:pt x="376617" y="94608"/>
                  <a:pt x="379609" y="94608"/>
                </a:cubicBezTo>
                <a:cubicBezTo>
                  <a:pt x="381651" y="94608"/>
                  <a:pt x="383967" y="93966"/>
                  <a:pt x="386555" y="92682"/>
                </a:cubicBezTo>
                <a:cubicBezTo>
                  <a:pt x="389143" y="91398"/>
                  <a:pt x="392219" y="88949"/>
                  <a:pt x="395781" y="85335"/>
                </a:cubicBezTo>
                <a:lnTo>
                  <a:pt x="395781" y="48444"/>
                </a:lnTo>
                <a:cubicBezTo>
                  <a:pt x="395781" y="44658"/>
                  <a:pt x="395104" y="42097"/>
                  <a:pt x="393750" y="40761"/>
                </a:cubicBezTo>
                <a:cubicBezTo>
                  <a:pt x="392397" y="39425"/>
                  <a:pt x="389583" y="38709"/>
                  <a:pt x="385308" y="38613"/>
                </a:cubicBezTo>
                <a:lnTo>
                  <a:pt x="385308" y="36048"/>
                </a:lnTo>
                <a:lnTo>
                  <a:pt x="407536" y="36048"/>
                </a:lnTo>
                <a:close/>
                <a:moveTo>
                  <a:pt x="442300" y="47945"/>
                </a:moveTo>
                <a:cubicBezTo>
                  <a:pt x="449947" y="38779"/>
                  <a:pt x="457237" y="34196"/>
                  <a:pt x="464171" y="34196"/>
                </a:cubicBezTo>
                <a:cubicBezTo>
                  <a:pt x="467733" y="34196"/>
                  <a:pt x="470797" y="35084"/>
                  <a:pt x="473361" y="36860"/>
                </a:cubicBezTo>
                <a:cubicBezTo>
                  <a:pt x="475926" y="38636"/>
                  <a:pt x="477968" y="41560"/>
                  <a:pt x="479488" y="45634"/>
                </a:cubicBezTo>
                <a:cubicBezTo>
                  <a:pt x="480533" y="48476"/>
                  <a:pt x="481055" y="52834"/>
                  <a:pt x="481055" y="58707"/>
                </a:cubicBezTo>
                <a:lnTo>
                  <a:pt x="481055" y="86486"/>
                </a:lnTo>
                <a:cubicBezTo>
                  <a:pt x="481055" y="90642"/>
                  <a:pt x="481388" y="93461"/>
                  <a:pt x="482053" y="94942"/>
                </a:cubicBezTo>
                <a:cubicBezTo>
                  <a:pt x="482575" y="96137"/>
                  <a:pt x="483418" y="97069"/>
                  <a:pt x="484582" y="97738"/>
                </a:cubicBezTo>
                <a:cubicBezTo>
                  <a:pt x="485745" y="98406"/>
                  <a:pt x="487895" y="98740"/>
                  <a:pt x="491029" y="98740"/>
                </a:cubicBezTo>
                <a:lnTo>
                  <a:pt x="491029" y="101304"/>
                </a:lnTo>
                <a:lnTo>
                  <a:pt x="458757" y="101304"/>
                </a:lnTo>
                <a:lnTo>
                  <a:pt x="458757" y="98740"/>
                </a:lnTo>
                <a:lnTo>
                  <a:pt x="460111" y="98740"/>
                </a:lnTo>
                <a:cubicBezTo>
                  <a:pt x="463150" y="98740"/>
                  <a:pt x="465276" y="98275"/>
                  <a:pt x="466487" y="97344"/>
                </a:cubicBezTo>
                <a:cubicBezTo>
                  <a:pt x="467698" y="96412"/>
                  <a:pt x="468541" y="95038"/>
                  <a:pt x="469016" y="93223"/>
                </a:cubicBezTo>
                <a:cubicBezTo>
                  <a:pt x="469206" y="92506"/>
                  <a:pt x="469301" y="90261"/>
                  <a:pt x="469301" y="86486"/>
                </a:cubicBezTo>
                <a:lnTo>
                  <a:pt x="469301" y="59816"/>
                </a:lnTo>
                <a:cubicBezTo>
                  <a:pt x="469301" y="53888"/>
                  <a:pt x="468529" y="49584"/>
                  <a:pt x="466985" y="46905"/>
                </a:cubicBezTo>
                <a:cubicBezTo>
                  <a:pt x="465442" y="44226"/>
                  <a:pt x="462842" y="42887"/>
                  <a:pt x="459184" y="42887"/>
                </a:cubicBezTo>
                <a:cubicBezTo>
                  <a:pt x="453533" y="42887"/>
                  <a:pt x="447905" y="45974"/>
                  <a:pt x="442300" y="52148"/>
                </a:cubicBezTo>
                <a:lnTo>
                  <a:pt x="442300" y="86486"/>
                </a:lnTo>
                <a:cubicBezTo>
                  <a:pt x="442300" y="90929"/>
                  <a:pt x="442562" y="93676"/>
                  <a:pt x="443084" y="94728"/>
                </a:cubicBezTo>
                <a:cubicBezTo>
                  <a:pt x="443749" y="96113"/>
                  <a:pt x="444663" y="97128"/>
                  <a:pt x="445827" y="97774"/>
                </a:cubicBezTo>
                <a:cubicBezTo>
                  <a:pt x="446990" y="98418"/>
                  <a:pt x="449353" y="98740"/>
                  <a:pt x="452915" y="98740"/>
                </a:cubicBezTo>
                <a:lnTo>
                  <a:pt x="452915" y="101304"/>
                </a:lnTo>
                <a:lnTo>
                  <a:pt x="420643" y="101304"/>
                </a:lnTo>
                <a:lnTo>
                  <a:pt x="420643" y="98740"/>
                </a:lnTo>
                <a:lnTo>
                  <a:pt x="422068" y="98740"/>
                </a:lnTo>
                <a:cubicBezTo>
                  <a:pt x="425393" y="98740"/>
                  <a:pt x="427637" y="97892"/>
                  <a:pt x="428800" y="96197"/>
                </a:cubicBezTo>
                <a:cubicBezTo>
                  <a:pt x="429964" y="94501"/>
                  <a:pt x="430546" y="91264"/>
                  <a:pt x="430546" y="86486"/>
                </a:cubicBezTo>
                <a:lnTo>
                  <a:pt x="430546" y="62407"/>
                </a:lnTo>
                <a:cubicBezTo>
                  <a:pt x="430546" y="54570"/>
                  <a:pt x="430368" y="49797"/>
                  <a:pt x="430011" y="48088"/>
                </a:cubicBezTo>
                <a:cubicBezTo>
                  <a:pt x="429655" y="46378"/>
                  <a:pt x="429109" y="45214"/>
                  <a:pt x="428373" y="44597"/>
                </a:cubicBezTo>
                <a:cubicBezTo>
                  <a:pt x="427637" y="43979"/>
                  <a:pt x="426651" y="43671"/>
                  <a:pt x="425416" y="43671"/>
                </a:cubicBezTo>
                <a:cubicBezTo>
                  <a:pt x="424087" y="43671"/>
                  <a:pt x="422495" y="44027"/>
                  <a:pt x="420643" y="44739"/>
                </a:cubicBezTo>
                <a:lnTo>
                  <a:pt x="419575" y="42175"/>
                </a:lnTo>
                <a:lnTo>
                  <a:pt x="439237" y="34196"/>
                </a:lnTo>
                <a:lnTo>
                  <a:pt x="442300" y="34196"/>
                </a:lnTo>
                <a:lnTo>
                  <a:pt x="442300" y="47945"/>
                </a:lnTo>
                <a:close/>
                <a:moveTo>
                  <a:pt x="512830" y="0"/>
                </a:moveTo>
                <a:cubicBezTo>
                  <a:pt x="514825" y="0"/>
                  <a:pt x="516523" y="704"/>
                  <a:pt x="517924" y="2113"/>
                </a:cubicBezTo>
                <a:cubicBezTo>
                  <a:pt x="519325" y="3520"/>
                  <a:pt x="520026" y="5226"/>
                  <a:pt x="520026" y="7231"/>
                </a:cubicBezTo>
                <a:cubicBezTo>
                  <a:pt x="520026" y="9236"/>
                  <a:pt x="519325" y="10955"/>
                  <a:pt x="517924" y="12387"/>
                </a:cubicBezTo>
                <a:cubicBezTo>
                  <a:pt x="516523" y="13818"/>
                  <a:pt x="514825" y="14533"/>
                  <a:pt x="512830" y="14533"/>
                </a:cubicBezTo>
                <a:cubicBezTo>
                  <a:pt x="510835" y="14533"/>
                  <a:pt x="509126" y="13818"/>
                  <a:pt x="507701" y="12387"/>
                </a:cubicBezTo>
                <a:cubicBezTo>
                  <a:pt x="506276" y="10955"/>
                  <a:pt x="505564" y="9236"/>
                  <a:pt x="505564" y="7231"/>
                </a:cubicBezTo>
                <a:cubicBezTo>
                  <a:pt x="505564" y="5226"/>
                  <a:pt x="506264" y="3520"/>
                  <a:pt x="507665" y="2113"/>
                </a:cubicBezTo>
                <a:cubicBezTo>
                  <a:pt x="509066" y="704"/>
                  <a:pt x="510788" y="0"/>
                  <a:pt x="512830" y="0"/>
                </a:cubicBezTo>
                <a:moveTo>
                  <a:pt x="518743" y="34196"/>
                </a:moveTo>
                <a:lnTo>
                  <a:pt x="518743" y="86486"/>
                </a:lnTo>
                <a:cubicBezTo>
                  <a:pt x="518743" y="90595"/>
                  <a:pt x="519040" y="93330"/>
                  <a:pt x="519634" y="94692"/>
                </a:cubicBezTo>
                <a:cubicBezTo>
                  <a:pt x="520227" y="96053"/>
                  <a:pt x="521106" y="97069"/>
                  <a:pt x="522270" y="97738"/>
                </a:cubicBezTo>
                <a:cubicBezTo>
                  <a:pt x="523433" y="98406"/>
                  <a:pt x="525559" y="98740"/>
                  <a:pt x="528646" y="98740"/>
                </a:cubicBezTo>
                <a:lnTo>
                  <a:pt x="528646" y="101304"/>
                </a:lnTo>
                <a:lnTo>
                  <a:pt x="496943" y="101304"/>
                </a:lnTo>
                <a:lnTo>
                  <a:pt x="496943" y="98740"/>
                </a:lnTo>
                <a:cubicBezTo>
                  <a:pt x="500126" y="98740"/>
                  <a:pt x="502263" y="98430"/>
                  <a:pt x="503355" y="97809"/>
                </a:cubicBezTo>
                <a:cubicBezTo>
                  <a:pt x="504448" y="97187"/>
                  <a:pt x="505314" y="96160"/>
                  <a:pt x="505955" y="94728"/>
                </a:cubicBezTo>
                <a:cubicBezTo>
                  <a:pt x="506597" y="93294"/>
                  <a:pt x="506917" y="90547"/>
                  <a:pt x="506917" y="86486"/>
                </a:cubicBezTo>
                <a:lnTo>
                  <a:pt x="506917" y="61552"/>
                </a:lnTo>
                <a:cubicBezTo>
                  <a:pt x="506917" y="54446"/>
                  <a:pt x="506703" y="49843"/>
                  <a:pt x="506276" y="47745"/>
                </a:cubicBezTo>
                <a:cubicBezTo>
                  <a:pt x="505944" y="46217"/>
                  <a:pt x="505421" y="45157"/>
                  <a:pt x="504709" y="44563"/>
                </a:cubicBezTo>
                <a:cubicBezTo>
                  <a:pt x="503996" y="43968"/>
                  <a:pt x="503023" y="43671"/>
                  <a:pt x="501788" y="43671"/>
                </a:cubicBezTo>
                <a:cubicBezTo>
                  <a:pt x="500458" y="43671"/>
                  <a:pt x="498843" y="44027"/>
                  <a:pt x="496943" y="44739"/>
                </a:cubicBezTo>
                <a:lnTo>
                  <a:pt x="495946" y="42175"/>
                </a:lnTo>
                <a:lnTo>
                  <a:pt x="515609" y="34196"/>
                </a:lnTo>
                <a:lnTo>
                  <a:pt x="518743" y="34196"/>
                </a:lnTo>
                <a:close/>
                <a:moveTo>
                  <a:pt x="555667" y="47945"/>
                </a:moveTo>
                <a:cubicBezTo>
                  <a:pt x="563314" y="38779"/>
                  <a:pt x="570604" y="34196"/>
                  <a:pt x="577538" y="34196"/>
                </a:cubicBezTo>
                <a:cubicBezTo>
                  <a:pt x="581100" y="34196"/>
                  <a:pt x="584163" y="35084"/>
                  <a:pt x="586728" y="36860"/>
                </a:cubicBezTo>
                <a:cubicBezTo>
                  <a:pt x="589293" y="38636"/>
                  <a:pt x="591335" y="41560"/>
                  <a:pt x="592855" y="45634"/>
                </a:cubicBezTo>
                <a:cubicBezTo>
                  <a:pt x="593900" y="48476"/>
                  <a:pt x="594422" y="52834"/>
                  <a:pt x="594422" y="58707"/>
                </a:cubicBezTo>
                <a:lnTo>
                  <a:pt x="594422" y="86486"/>
                </a:lnTo>
                <a:cubicBezTo>
                  <a:pt x="594422" y="90642"/>
                  <a:pt x="594755" y="93461"/>
                  <a:pt x="595420" y="94942"/>
                </a:cubicBezTo>
                <a:cubicBezTo>
                  <a:pt x="595942" y="96137"/>
                  <a:pt x="596785" y="97069"/>
                  <a:pt x="597949" y="97738"/>
                </a:cubicBezTo>
                <a:cubicBezTo>
                  <a:pt x="599112" y="98406"/>
                  <a:pt x="601261" y="98740"/>
                  <a:pt x="604396" y="98740"/>
                </a:cubicBezTo>
                <a:lnTo>
                  <a:pt x="604396" y="101304"/>
                </a:lnTo>
                <a:lnTo>
                  <a:pt x="572124" y="101304"/>
                </a:lnTo>
                <a:lnTo>
                  <a:pt x="572124" y="98740"/>
                </a:lnTo>
                <a:lnTo>
                  <a:pt x="573477" y="98740"/>
                </a:lnTo>
                <a:cubicBezTo>
                  <a:pt x="576517" y="98740"/>
                  <a:pt x="578642" y="98275"/>
                  <a:pt x="579853" y="97344"/>
                </a:cubicBezTo>
                <a:cubicBezTo>
                  <a:pt x="581064" y="96412"/>
                  <a:pt x="581908" y="95038"/>
                  <a:pt x="582382" y="93223"/>
                </a:cubicBezTo>
                <a:cubicBezTo>
                  <a:pt x="582572" y="92506"/>
                  <a:pt x="582667" y="90261"/>
                  <a:pt x="582667" y="86486"/>
                </a:cubicBezTo>
                <a:lnTo>
                  <a:pt x="582667" y="59816"/>
                </a:lnTo>
                <a:cubicBezTo>
                  <a:pt x="582667" y="53888"/>
                  <a:pt x="581896" y="49584"/>
                  <a:pt x="580352" y="46905"/>
                </a:cubicBezTo>
                <a:cubicBezTo>
                  <a:pt x="578809" y="44226"/>
                  <a:pt x="576208" y="42887"/>
                  <a:pt x="572551" y="42887"/>
                </a:cubicBezTo>
                <a:cubicBezTo>
                  <a:pt x="566899" y="42887"/>
                  <a:pt x="561271" y="45974"/>
                  <a:pt x="555667" y="52148"/>
                </a:cubicBezTo>
                <a:lnTo>
                  <a:pt x="555667" y="86486"/>
                </a:lnTo>
                <a:cubicBezTo>
                  <a:pt x="555667" y="90929"/>
                  <a:pt x="555928" y="93676"/>
                  <a:pt x="556451" y="94728"/>
                </a:cubicBezTo>
                <a:cubicBezTo>
                  <a:pt x="557116" y="96113"/>
                  <a:pt x="558030" y="97128"/>
                  <a:pt x="559194" y="97774"/>
                </a:cubicBezTo>
                <a:cubicBezTo>
                  <a:pt x="560357" y="98418"/>
                  <a:pt x="562720" y="98740"/>
                  <a:pt x="566282" y="98740"/>
                </a:cubicBezTo>
                <a:lnTo>
                  <a:pt x="566282" y="101304"/>
                </a:lnTo>
                <a:lnTo>
                  <a:pt x="534010" y="101304"/>
                </a:lnTo>
                <a:lnTo>
                  <a:pt x="534010" y="98740"/>
                </a:lnTo>
                <a:lnTo>
                  <a:pt x="535435" y="98740"/>
                </a:lnTo>
                <a:cubicBezTo>
                  <a:pt x="538759" y="98740"/>
                  <a:pt x="541003" y="97892"/>
                  <a:pt x="542167" y="96197"/>
                </a:cubicBezTo>
                <a:cubicBezTo>
                  <a:pt x="543331" y="94501"/>
                  <a:pt x="543912" y="91264"/>
                  <a:pt x="543912" y="86486"/>
                </a:cubicBezTo>
                <a:lnTo>
                  <a:pt x="543912" y="62407"/>
                </a:lnTo>
                <a:cubicBezTo>
                  <a:pt x="543912" y="54570"/>
                  <a:pt x="543734" y="49797"/>
                  <a:pt x="543378" y="48088"/>
                </a:cubicBezTo>
                <a:cubicBezTo>
                  <a:pt x="543022" y="46378"/>
                  <a:pt x="542476" y="45214"/>
                  <a:pt x="541740" y="44597"/>
                </a:cubicBezTo>
                <a:cubicBezTo>
                  <a:pt x="541003" y="43979"/>
                  <a:pt x="540018" y="43671"/>
                  <a:pt x="538783" y="43671"/>
                </a:cubicBezTo>
                <a:cubicBezTo>
                  <a:pt x="537453" y="43671"/>
                  <a:pt x="535862" y="44027"/>
                  <a:pt x="534010" y="44739"/>
                </a:cubicBezTo>
                <a:lnTo>
                  <a:pt x="532941" y="42175"/>
                </a:lnTo>
                <a:lnTo>
                  <a:pt x="552604" y="34196"/>
                </a:lnTo>
                <a:lnTo>
                  <a:pt x="555667" y="34196"/>
                </a:lnTo>
                <a:lnTo>
                  <a:pt x="555667" y="47945"/>
                </a:lnTo>
                <a:close/>
                <a:moveTo>
                  <a:pt x="627050" y="77526"/>
                </a:moveTo>
                <a:cubicBezTo>
                  <a:pt x="623061" y="75581"/>
                  <a:pt x="619998" y="72866"/>
                  <a:pt x="617860" y="69380"/>
                </a:cubicBezTo>
                <a:cubicBezTo>
                  <a:pt x="615723" y="65893"/>
                  <a:pt x="614654" y="62039"/>
                  <a:pt x="614654" y="57816"/>
                </a:cubicBezTo>
                <a:cubicBezTo>
                  <a:pt x="614654" y="51366"/>
                  <a:pt x="617089" y="45817"/>
                  <a:pt x="621957" y="41168"/>
                </a:cubicBezTo>
                <a:cubicBezTo>
                  <a:pt x="626825" y="36520"/>
                  <a:pt x="633058" y="34196"/>
                  <a:pt x="640657" y="34196"/>
                </a:cubicBezTo>
                <a:cubicBezTo>
                  <a:pt x="646879" y="34196"/>
                  <a:pt x="652270" y="35715"/>
                  <a:pt x="656829" y="38755"/>
                </a:cubicBezTo>
                <a:lnTo>
                  <a:pt x="670650" y="38755"/>
                </a:lnTo>
                <a:cubicBezTo>
                  <a:pt x="672692" y="38755"/>
                  <a:pt x="673879" y="38814"/>
                  <a:pt x="674212" y="38933"/>
                </a:cubicBezTo>
                <a:cubicBezTo>
                  <a:pt x="674544" y="39052"/>
                  <a:pt x="674782" y="39254"/>
                  <a:pt x="674924" y="39539"/>
                </a:cubicBezTo>
                <a:cubicBezTo>
                  <a:pt x="675209" y="39966"/>
                  <a:pt x="675352" y="40726"/>
                  <a:pt x="675352" y="41818"/>
                </a:cubicBezTo>
                <a:cubicBezTo>
                  <a:pt x="675352" y="43053"/>
                  <a:pt x="675233" y="43908"/>
                  <a:pt x="674995" y="44383"/>
                </a:cubicBezTo>
                <a:cubicBezTo>
                  <a:pt x="674853" y="44621"/>
                  <a:pt x="674604" y="44811"/>
                  <a:pt x="674247" y="44953"/>
                </a:cubicBezTo>
                <a:cubicBezTo>
                  <a:pt x="673891" y="45095"/>
                  <a:pt x="672692" y="45167"/>
                  <a:pt x="670650" y="45167"/>
                </a:cubicBezTo>
                <a:lnTo>
                  <a:pt x="662172" y="45167"/>
                </a:lnTo>
                <a:cubicBezTo>
                  <a:pt x="664832" y="48586"/>
                  <a:pt x="666162" y="52956"/>
                  <a:pt x="666162" y="58275"/>
                </a:cubicBezTo>
                <a:cubicBezTo>
                  <a:pt x="666162" y="64354"/>
                  <a:pt x="663834" y="69555"/>
                  <a:pt x="659180" y="73877"/>
                </a:cubicBezTo>
                <a:cubicBezTo>
                  <a:pt x="654526" y="78199"/>
                  <a:pt x="648280" y="80360"/>
                  <a:pt x="640444" y="80360"/>
                </a:cubicBezTo>
                <a:cubicBezTo>
                  <a:pt x="637214" y="80360"/>
                  <a:pt x="633913" y="79875"/>
                  <a:pt x="630541" y="78906"/>
                </a:cubicBezTo>
                <a:cubicBezTo>
                  <a:pt x="628451" y="80684"/>
                  <a:pt x="627039" y="82239"/>
                  <a:pt x="626302" y="83572"/>
                </a:cubicBezTo>
                <a:cubicBezTo>
                  <a:pt x="625566" y="84905"/>
                  <a:pt x="625198" y="86039"/>
                  <a:pt x="625198" y="86974"/>
                </a:cubicBezTo>
                <a:cubicBezTo>
                  <a:pt x="625198" y="87769"/>
                  <a:pt x="625590" y="88541"/>
                  <a:pt x="626374" y="89289"/>
                </a:cubicBezTo>
                <a:cubicBezTo>
                  <a:pt x="627157" y="90037"/>
                  <a:pt x="628689" y="90575"/>
                  <a:pt x="630969" y="90903"/>
                </a:cubicBezTo>
                <a:cubicBezTo>
                  <a:pt x="632298" y="91120"/>
                  <a:pt x="635623" y="91310"/>
                  <a:pt x="640942" y="91473"/>
                </a:cubicBezTo>
                <a:cubicBezTo>
                  <a:pt x="650726" y="91745"/>
                  <a:pt x="657067" y="92125"/>
                  <a:pt x="659964" y="92613"/>
                </a:cubicBezTo>
                <a:cubicBezTo>
                  <a:pt x="664381" y="93229"/>
                  <a:pt x="667907" y="94865"/>
                  <a:pt x="670543" y="97520"/>
                </a:cubicBezTo>
                <a:cubicBezTo>
                  <a:pt x="673179" y="100175"/>
                  <a:pt x="674497" y="103446"/>
                  <a:pt x="674497" y="107333"/>
                </a:cubicBezTo>
                <a:cubicBezTo>
                  <a:pt x="674497" y="112691"/>
                  <a:pt x="671980" y="117717"/>
                  <a:pt x="666945" y="122410"/>
                </a:cubicBezTo>
                <a:cubicBezTo>
                  <a:pt x="659536" y="129332"/>
                  <a:pt x="649871" y="132793"/>
                  <a:pt x="637950" y="132793"/>
                </a:cubicBezTo>
                <a:cubicBezTo>
                  <a:pt x="628784" y="132793"/>
                  <a:pt x="621042" y="130726"/>
                  <a:pt x="614726" y="126593"/>
                </a:cubicBezTo>
                <a:cubicBezTo>
                  <a:pt x="611164" y="124218"/>
                  <a:pt x="609383" y="121748"/>
                  <a:pt x="609383" y="119181"/>
                </a:cubicBezTo>
                <a:cubicBezTo>
                  <a:pt x="609383" y="118042"/>
                  <a:pt x="609644" y="116902"/>
                  <a:pt x="610166" y="115762"/>
                </a:cubicBezTo>
                <a:cubicBezTo>
                  <a:pt x="610974" y="114005"/>
                  <a:pt x="612636" y="111558"/>
                  <a:pt x="615153" y="108422"/>
                </a:cubicBezTo>
                <a:cubicBezTo>
                  <a:pt x="615486" y="107994"/>
                  <a:pt x="617908" y="105429"/>
                  <a:pt x="622420" y="100726"/>
                </a:cubicBezTo>
                <a:cubicBezTo>
                  <a:pt x="619950" y="99255"/>
                  <a:pt x="618205" y="97938"/>
                  <a:pt x="617184" y="96776"/>
                </a:cubicBezTo>
                <a:cubicBezTo>
                  <a:pt x="616162" y="95614"/>
                  <a:pt x="615652" y="94298"/>
                  <a:pt x="615652" y="92827"/>
                </a:cubicBezTo>
                <a:cubicBezTo>
                  <a:pt x="615652" y="91166"/>
                  <a:pt x="616329" y="89221"/>
                  <a:pt x="617682" y="86992"/>
                </a:cubicBezTo>
                <a:cubicBezTo>
                  <a:pt x="619036" y="84761"/>
                  <a:pt x="622159" y="81606"/>
                  <a:pt x="627050" y="77526"/>
                </a:cubicBezTo>
                <a:moveTo>
                  <a:pt x="639446" y="37758"/>
                </a:moveTo>
                <a:cubicBezTo>
                  <a:pt x="635932" y="37758"/>
                  <a:pt x="632987" y="39151"/>
                  <a:pt x="630612" y="41939"/>
                </a:cubicBezTo>
                <a:cubicBezTo>
                  <a:pt x="628238" y="44724"/>
                  <a:pt x="627050" y="48999"/>
                  <a:pt x="627050" y="54762"/>
                </a:cubicBezTo>
                <a:cubicBezTo>
                  <a:pt x="627050" y="62226"/>
                  <a:pt x="628665" y="68012"/>
                  <a:pt x="631895" y="72120"/>
                </a:cubicBezTo>
                <a:cubicBezTo>
                  <a:pt x="634364" y="75238"/>
                  <a:pt x="637499" y="76798"/>
                  <a:pt x="641299" y="76798"/>
                </a:cubicBezTo>
                <a:cubicBezTo>
                  <a:pt x="644908" y="76798"/>
                  <a:pt x="647876" y="75451"/>
                  <a:pt x="650204" y="72759"/>
                </a:cubicBezTo>
                <a:cubicBezTo>
                  <a:pt x="652531" y="70067"/>
                  <a:pt x="653694" y="65839"/>
                  <a:pt x="653694" y="60076"/>
                </a:cubicBezTo>
                <a:cubicBezTo>
                  <a:pt x="653694" y="52566"/>
                  <a:pt x="652056" y="46685"/>
                  <a:pt x="648779" y="42433"/>
                </a:cubicBezTo>
                <a:cubicBezTo>
                  <a:pt x="646357" y="39316"/>
                  <a:pt x="643246" y="37758"/>
                  <a:pt x="639446" y="37758"/>
                </a:cubicBezTo>
                <a:moveTo>
                  <a:pt x="626338" y="101304"/>
                </a:moveTo>
                <a:cubicBezTo>
                  <a:pt x="624106" y="103712"/>
                  <a:pt x="622420" y="105954"/>
                  <a:pt x="621280" y="108030"/>
                </a:cubicBezTo>
                <a:cubicBezTo>
                  <a:pt x="620140" y="110106"/>
                  <a:pt x="619570" y="112018"/>
                  <a:pt x="619570" y="113765"/>
                </a:cubicBezTo>
                <a:cubicBezTo>
                  <a:pt x="619570" y="116030"/>
                  <a:pt x="620947" y="118012"/>
                  <a:pt x="623702" y="119711"/>
                </a:cubicBezTo>
                <a:cubicBezTo>
                  <a:pt x="628451" y="122638"/>
                  <a:pt x="635314" y="124102"/>
                  <a:pt x="644291" y="124102"/>
                </a:cubicBezTo>
                <a:cubicBezTo>
                  <a:pt x="652840" y="124102"/>
                  <a:pt x="659144" y="122608"/>
                  <a:pt x="663205" y="119622"/>
                </a:cubicBezTo>
                <a:cubicBezTo>
                  <a:pt x="667266" y="116638"/>
                  <a:pt x="669296" y="113453"/>
                  <a:pt x="669296" y="110067"/>
                </a:cubicBezTo>
                <a:cubicBezTo>
                  <a:pt x="669296" y="107623"/>
                  <a:pt x="668085" y="105883"/>
                  <a:pt x="665663" y="104849"/>
                </a:cubicBezTo>
                <a:cubicBezTo>
                  <a:pt x="663193" y="103814"/>
                  <a:pt x="658301" y="103203"/>
                  <a:pt x="650987" y="103014"/>
                </a:cubicBezTo>
                <a:cubicBezTo>
                  <a:pt x="640301" y="102717"/>
                  <a:pt x="632085" y="102147"/>
                  <a:pt x="626338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withinstruction">
            <a:extLst xmlns:a="http://schemas.openxmlformats.org/drawingml/2006/main">
              <a:ext uri="{FF2B5EF4-FFF2-40B4-BE49-F238E27FC236}">
                <a16:creationId xmlns:a16="http://schemas.microsoft.com/office/drawing/2014/main" id="{A4EBF80B-F4B9-4E15-9621-2BA7B67D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693" y="3137791"/>
            <a:ext cx="917468" cy="103299"/>
          </a:xfrm>
          <a:custGeom xmlns:a="http://schemas.openxmlformats.org/drawingml/2006/main">
            <a:pathLst>
              <a:path w="917468" h="103299">
                <a:moveTo>
                  <a:pt x="0" y="36048"/>
                </a:moveTo>
                <a:lnTo>
                  <a:pt x="27356" y="36048"/>
                </a:lnTo>
                <a:lnTo>
                  <a:pt x="27356" y="38613"/>
                </a:lnTo>
                <a:cubicBezTo>
                  <a:pt x="24839" y="38804"/>
                  <a:pt x="23189" y="39259"/>
                  <a:pt x="22405" y="39977"/>
                </a:cubicBezTo>
                <a:cubicBezTo>
                  <a:pt x="21622" y="40694"/>
                  <a:pt x="21230" y="41722"/>
                  <a:pt x="21230" y="43061"/>
                </a:cubicBezTo>
                <a:cubicBezTo>
                  <a:pt x="21230" y="44545"/>
                  <a:pt x="21633" y="46339"/>
                  <a:pt x="22441" y="48444"/>
                </a:cubicBezTo>
                <a:lnTo>
                  <a:pt x="36404" y="85908"/>
                </a:lnTo>
                <a:lnTo>
                  <a:pt x="50438" y="55350"/>
                </a:lnTo>
                <a:lnTo>
                  <a:pt x="46734" y="45808"/>
                </a:lnTo>
                <a:cubicBezTo>
                  <a:pt x="45594" y="42930"/>
                  <a:pt x="44098" y="40939"/>
                  <a:pt x="42246" y="39835"/>
                </a:cubicBezTo>
                <a:cubicBezTo>
                  <a:pt x="41201" y="39164"/>
                  <a:pt x="39254" y="38757"/>
                  <a:pt x="36404" y="38613"/>
                </a:cubicBezTo>
                <a:lnTo>
                  <a:pt x="36404" y="36048"/>
                </a:lnTo>
                <a:lnTo>
                  <a:pt x="67465" y="36048"/>
                </a:lnTo>
                <a:lnTo>
                  <a:pt x="67465" y="38613"/>
                </a:lnTo>
                <a:cubicBezTo>
                  <a:pt x="64045" y="38757"/>
                  <a:pt x="61623" y="39381"/>
                  <a:pt x="60198" y="40487"/>
                </a:cubicBezTo>
                <a:cubicBezTo>
                  <a:pt x="59249" y="41257"/>
                  <a:pt x="58774" y="42484"/>
                  <a:pt x="58774" y="44167"/>
                </a:cubicBezTo>
                <a:cubicBezTo>
                  <a:pt x="58774" y="45117"/>
                  <a:pt x="58964" y="46091"/>
                  <a:pt x="59344" y="47090"/>
                </a:cubicBezTo>
                <a:lnTo>
                  <a:pt x="74162" y="84603"/>
                </a:lnTo>
                <a:lnTo>
                  <a:pt x="87911" y="48444"/>
                </a:lnTo>
                <a:cubicBezTo>
                  <a:pt x="88861" y="45860"/>
                  <a:pt x="89336" y="43803"/>
                  <a:pt x="89336" y="42273"/>
                </a:cubicBezTo>
                <a:cubicBezTo>
                  <a:pt x="89336" y="41363"/>
                  <a:pt x="88873" y="40549"/>
                  <a:pt x="87947" y="39833"/>
                </a:cubicBezTo>
                <a:cubicBezTo>
                  <a:pt x="87021" y="39114"/>
                  <a:pt x="85204" y="38708"/>
                  <a:pt x="82497" y="38613"/>
                </a:cubicBezTo>
                <a:lnTo>
                  <a:pt x="82497" y="36048"/>
                </a:lnTo>
                <a:lnTo>
                  <a:pt x="103085" y="36048"/>
                </a:lnTo>
                <a:lnTo>
                  <a:pt x="103085" y="38613"/>
                </a:lnTo>
                <a:cubicBezTo>
                  <a:pt x="98953" y="39233"/>
                  <a:pt x="95914" y="42048"/>
                  <a:pt x="93967" y="47057"/>
                </a:cubicBezTo>
                <a:lnTo>
                  <a:pt x="72167" y="103299"/>
                </a:lnTo>
                <a:lnTo>
                  <a:pt x="69246" y="103299"/>
                </a:lnTo>
                <a:lnTo>
                  <a:pt x="52932" y="61699"/>
                </a:lnTo>
                <a:lnTo>
                  <a:pt x="33911" y="103299"/>
                </a:lnTo>
                <a:lnTo>
                  <a:pt x="31275" y="103299"/>
                </a:lnTo>
                <a:lnTo>
                  <a:pt x="10330" y="48444"/>
                </a:lnTo>
                <a:cubicBezTo>
                  <a:pt x="8953" y="44951"/>
                  <a:pt x="7599" y="42595"/>
                  <a:pt x="6269" y="41375"/>
                </a:cubicBezTo>
                <a:cubicBezTo>
                  <a:pt x="4939" y="40155"/>
                  <a:pt x="2850" y="39234"/>
                  <a:pt x="0" y="38613"/>
                </a:cubicBezTo>
                <a:lnTo>
                  <a:pt x="0" y="36048"/>
                </a:lnTo>
                <a:close/>
                <a:moveTo>
                  <a:pt x="125573" y="0"/>
                </a:moveTo>
                <a:cubicBezTo>
                  <a:pt x="127568" y="0"/>
                  <a:pt x="129266" y="704"/>
                  <a:pt x="130667" y="2113"/>
                </a:cubicBezTo>
                <a:cubicBezTo>
                  <a:pt x="132068" y="3520"/>
                  <a:pt x="132768" y="5226"/>
                  <a:pt x="132768" y="7231"/>
                </a:cubicBezTo>
                <a:cubicBezTo>
                  <a:pt x="132768" y="9236"/>
                  <a:pt x="132068" y="10955"/>
                  <a:pt x="130667" y="12387"/>
                </a:cubicBezTo>
                <a:cubicBezTo>
                  <a:pt x="129266" y="13818"/>
                  <a:pt x="127568" y="14533"/>
                  <a:pt x="125573" y="14533"/>
                </a:cubicBezTo>
                <a:cubicBezTo>
                  <a:pt x="123578" y="14533"/>
                  <a:pt x="121868" y="13818"/>
                  <a:pt x="120444" y="12387"/>
                </a:cubicBezTo>
                <a:cubicBezTo>
                  <a:pt x="119019" y="10955"/>
                  <a:pt x="118306" y="9236"/>
                  <a:pt x="118306" y="7231"/>
                </a:cubicBezTo>
                <a:cubicBezTo>
                  <a:pt x="118306" y="5226"/>
                  <a:pt x="119007" y="3520"/>
                  <a:pt x="120408" y="2113"/>
                </a:cubicBezTo>
                <a:cubicBezTo>
                  <a:pt x="121809" y="704"/>
                  <a:pt x="123531" y="0"/>
                  <a:pt x="125573" y="0"/>
                </a:cubicBezTo>
                <a:moveTo>
                  <a:pt x="131486" y="34196"/>
                </a:moveTo>
                <a:lnTo>
                  <a:pt x="131486" y="86486"/>
                </a:lnTo>
                <a:cubicBezTo>
                  <a:pt x="131486" y="90595"/>
                  <a:pt x="131783" y="93330"/>
                  <a:pt x="132376" y="94692"/>
                </a:cubicBezTo>
                <a:cubicBezTo>
                  <a:pt x="132970" y="96053"/>
                  <a:pt x="133849" y="97069"/>
                  <a:pt x="135012" y="97738"/>
                </a:cubicBezTo>
                <a:cubicBezTo>
                  <a:pt x="136176" y="98406"/>
                  <a:pt x="138301" y="98740"/>
                  <a:pt x="141388" y="98740"/>
                </a:cubicBezTo>
                <a:lnTo>
                  <a:pt x="141388" y="101304"/>
                </a:lnTo>
                <a:lnTo>
                  <a:pt x="109686" y="101304"/>
                </a:lnTo>
                <a:lnTo>
                  <a:pt x="109686" y="98740"/>
                </a:lnTo>
                <a:cubicBezTo>
                  <a:pt x="112868" y="98740"/>
                  <a:pt x="115006" y="98430"/>
                  <a:pt x="116098" y="97809"/>
                </a:cubicBezTo>
                <a:cubicBezTo>
                  <a:pt x="117190" y="97187"/>
                  <a:pt x="118057" y="96160"/>
                  <a:pt x="118698" y="94728"/>
                </a:cubicBezTo>
                <a:cubicBezTo>
                  <a:pt x="119339" y="93294"/>
                  <a:pt x="119660" y="90547"/>
                  <a:pt x="119660" y="86486"/>
                </a:cubicBezTo>
                <a:lnTo>
                  <a:pt x="119660" y="61552"/>
                </a:lnTo>
                <a:cubicBezTo>
                  <a:pt x="119660" y="54446"/>
                  <a:pt x="119446" y="49843"/>
                  <a:pt x="119019" y="47745"/>
                </a:cubicBezTo>
                <a:cubicBezTo>
                  <a:pt x="118686" y="46217"/>
                  <a:pt x="118164" y="45157"/>
                  <a:pt x="117452" y="44563"/>
                </a:cubicBezTo>
                <a:cubicBezTo>
                  <a:pt x="116739" y="43968"/>
                  <a:pt x="115765" y="43671"/>
                  <a:pt x="114531" y="43671"/>
                </a:cubicBezTo>
                <a:cubicBezTo>
                  <a:pt x="113201" y="43671"/>
                  <a:pt x="111586" y="44027"/>
                  <a:pt x="109686" y="44739"/>
                </a:cubicBezTo>
                <a:lnTo>
                  <a:pt x="108689" y="42175"/>
                </a:lnTo>
                <a:lnTo>
                  <a:pt x="128351" y="34196"/>
                </a:lnTo>
                <a:lnTo>
                  <a:pt x="131486" y="34196"/>
                </a:lnTo>
                <a:close/>
                <a:moveTo>
                  <a:pt x="168340" y="14533"/>
                </a:moveTo>
                <a:lnTo>
                  <a:pt x="168340" y="36048"/>
                </a:lnTo>
                <a:lnTo>
                  <a:pt x="183585" y="36048"/>
                </a:lnTo>
                <a:lnTo>
                  <a:pt x="183585" y="40892"/>
                </a:lnTo>
                <a:lnTo>
                  <a:pt x="168340" y="41035"/>
                </a:lnTo>
                <a:lnTo>
                  <a:pt x="168340" y="83410"/>
                </a:lnTo>
                <a:cubicBezTo>
                  <a:pt x="168340" y="87641"/>
                  <a:pt x="168945" y="90494"/>
                  <a:pt x="170156" y="91970"/>
                </a:cubicBezTo>
                <a:cubicBezTo>
                  <a:pt x="171367" y="93443"/>
                  <a:pt x="172923" y="94180"/>
                  <a:pt x="174822" y="94180"/>
                </a:cubicBezTo>
                <a:cubicBezTo>
                  <a:pt x="176390" y="94180"/>
                  <a:pt x="177910" y="93688"/>
                  <a:pt x="179382" y="92702"/>
                </a:cubicBezTo>
                <a:cubicBezTo>
                  <a:pt x="180854" y="91717"/>
                  <a:pt x="181994" y="90262"/>
                  <a:pt x="182801" y="88339"/>
                </a:cubicBezTo>
                <a:lnTo>
                  <a:pt x="185580" y="88339"/>
                </a:lnTo>
                <a:cubicBezTo>
                  <a:pt x="183918" y="93017"/>
                  <a:pt x="181567" y="96537"/>
                  <a:pt x="178527" y="98900"/>
                </a:cubicBezTo>
                <a:cubicBezTo>
                  <a:pt x="175487" y="101263"/>
                  <a:pt x="172353" y="102444"/>
                  <a:pt x="169123" y="102444"/>
                </a:cubicBezTo>
                <a:cubicBezTo>
                  <a:pt x="166938" y="102444"/>
                  <a:pt x="164801" y="101837"/>
                  <a:pt x="162712" y="100621"/>
                </a:cubicBezTo>
                <a:cubicBezTo>
                  <a:pt x="160622" y="99405"/>
                  <a:pt x="159078" y="97666"/>
                  <a:pt x="158081" y="95403"/>
                </a:cubicBezTo>
                <a:cubicBezTo>
                  <a:pt x="157083" y="93139"/>
                  <a:pt x="156585" y="89648"/>
                  <a:pt x="156585" y="84930"/>
                </a:cubicBezTo>
                <a:lnTo>
                  <a:pt x="156585" y="40892"/>
                </a:lnTo>
                <a:lnTo>
                  <a:pt x="146255" y="40892"/>
                </a:lnTo>
                <a:lnTo>
                  <a:pt x="146255" y="38608"/>
                </a:lnTo>
                <a:cubicBezTo>
                  <a:pt x="148867" y="37569"/>
                  <a:pt x="151539" y="35810"/>
                  <a:pt x="154269" y="33332"/>
                </a:cubicBezTo>
                <a:cubicBezTo>
                  <a:pt x="157000" y="30853"/>
                  <a:pt x="159434" y="27899"/>
                  <a:pt x="161572" y="24469"/>
                </a:cubicBezTo>
                <a:cubicBezTo>
                  <a:pt x="162664" y="22658"/>
                  <a:pt x="164184" y="19346"/>
                  <a:pt x="166131" y="14533"/>
                </a:cubicBezTo>
                <a:lnTo>
                  <a:pt x="168340" y="14533"/>
                </a:lnTo>
                <a:close/>
                <a:moveTo>
                  <a:pt x="208968" y="0"/>
                </a:moveTo>
                <a:lnTo>
                  <a:pt x="208968" y="47863"/>
                </a:lnTo>
                <a:cubicBezTo>
                  <a:pt x="214240" y="42043"/>
                  <a:pt x="218419" y="38311"/>
                  <a:pt x="221506" y="36665"/>
                </a:cubicBezTo>
                <a:cubicBezTo>
                  <a:pt x="224594" y="35019"/>
                  <a:pt x="227681" y="34196"/>
                  <a:pt x="230768" y="34196"/>
                </a:cubicBezTo>
                <a:cubicBezTo>
                  <a:pt x="234472" y="34196"/>
                  <a:pt x="237654" y="35215"/>
                  <a:pt x="240314" y="37252"/>
                </a:cubicBezTo>
                <a:cubicBezTo>
                  <a:pt x="242974" y="39289"/>
                  <a:pt x="244945" y="42486"/>
                  <a:pt x="246227" y="46843"/>
                </a:cubicBezTo>
                <a:cubicBezTo>
                  <a:pt x="247129" y="49874"/>
                  <a:pt x="247581" y="55415"/>
                  <a:pt x="247581" y="63467"/>
                </a:cubicBezTo>
                <a:lnTo>
                  <a:pt x="247581" y="86486"/>
                </a:lnTo>
                <a:cubicBezTo>
                  <a:pt x="247581" y="90642"/>
                  <a:pt x="247913" y="93484"/>
                  <a:pt x="248578" y="95013"/>
                </a:cubicBezTo>
                <a:cubicBezTo>
                  <a:pt x="249053" y="96160"/>
                  <a:pt x="249860" y="97069"/>
                  <a:pt x="251000" y="97738"/>
                </a:cubicBezTo>
                <a:cubicBezTo>
                  <a:pt x="252140" y="98406"/>
                  <a:pt x="254230" y="98740"/>
                  <a:pt x="257269" y="98740"/>
                </a:cubicBezTo>
                <a:lnTo>
                  <a:pt x="257269" y="101304"/>
                </a:lnTo>
                <a:lnTo>
                  <a:pt x="225211" y="101304"/>
                </a:lnTo>
                <a:lnTo>
                  <a:pt x="225211" y="98740"/>
                </a:lnTo>
                <a:lnTo>
                  <a:pt x="226707" y="98740"/>
                </a:lnTo>
                <a:cubicBezTo>
                  <a:pt x="229747" y="98740"/>
                  <a:pt x="231860" y="98275"/>
                  <a:pt x="233047" y="97344"/>
                </a:cubicBezTo>
                <a:cubicBezTo>
                  <a:pt x="234235" y="96412"/>
                  <a:pt x="235066" y="95038"/>
                  <a:pt x="235541" y="93223"/>
                </a:cubicBezTo>
                <a:cubicBezTo>
                  <a:pt x="235683" y="92459"/>
                  <a:pt x="235755" y="90213"/>
                  <a:pt x="235755" y="86486"/>
                </a:cubicBezTo>
                <a:lnTo>
                  <a:pt x="235755" y="63518"/>
                </a:lnTo>
                <a:cubicBezTo>
                  <a:pt x="235755" y="56428"/>
                  <a:pt x="235387" y="51773"/>
                  <a:pt x="234650" y="49552"/>
                </a:cubicBezTo>
                <a:cubicBezTo>
                  <a:pt x="233914" y="47331"/>
                  <a:pt x="232739" y="45665"/>
                  <a:pt x="231124" y="44554"/>
                </a:cubicBezTo>
                <a:cubicBezTo>
                  <a:pt x="229509" y="43443"/>
                  <a:pt x="227562" y="42887"/>
                  <a:pt x="225282" y="42887"/>
                </a:cubicBezTo>
                <a:cubicBezTo>
                  <a:pt x="222955" y="42887"/>
                  <a:pt x="220533" y="43503"/>
                  <a:pt x="218016" y="44735"/>
                </a:cubicBezTo>
                <a:cubicBezTo>
                  <a:pt x="215498" y="45967"/>
                  <a:pt x="212483" y="48454"/>
                  <a:pt x="208968" y="52197"/>
                </a:cubicBezTo>
                <a:lnTo>
                  <a:pt x="208968" y="86486"/>
                </a:lnTo>
                <a:cubicBezTo>
                  <a:pt x="208968" y="90978"/>
                  <a:pt x="209217" y="93772"/>
                  <a:pt x="209716" y="94871"/>
                </a:cubicBezTo>
                <a:cubicBezTo>
                  <a:pt x="210215" y="95969"/>
                  <a:pt x="211141" y="96888"/>
                  <a:pt x="212494" y="97629"/>
                </a:cubicBezTo>
                <a:cubicBezTo>
                  <a:pt x="213848" y="98369"/>
                  <a:pt x="216187" y="98740"/>
                  <a:pt x="219512" y="98740"/>
                </a:cubicBezTo>
                <a:lnTo>
                  <a:pt x="219512" y="101304"/>
                </a:lnTo>
                <a:lnTo>
                  <a:pt x="187168" y="101304"/>
                </a:lnTo>
                <a:lnTo>
                  <a:pt x="187168" y="98740"/>
                </a:lnTo>
                <a:cubicBezTo>
                  <a:pt x="190065" y="98740"/>
                  <a:pt x="192345" y="98286"/>
                  <a:pt x="194007" y="97377"/>
                </a:cubicBezTo>
                <a:cubicBezTo>
                  <a:pt x="194957" y="96901"/>
                  <a:pt x="195717" y="95994"/>
                  <a:pt x="196287" y="94657"/>
                </a:cubicBezTo>
                <a:cubicBezTo>
                  <a:pt x="196857" y="93318"/>
                  <a:pt x="197142" y="90595"/>
                  <a:pt x="197142" y="86486"/>
                </a:cubicBezTo>
                <a:lnTo>
                  <a:pt x="197142" y="27499"/>
                </a:lnTo>
                <a:cubicBezTo>
                  <a:pt x="197142" y="20074"/>
                  <a:pt x="196964" y="15510"/>
                  <a:pt x="196608" y="13807"/>
                </a:cubicBezTo>
                <a:cubicBezTo>
                  <a:pt x="196252" y="12105"/>
                  <a:pt x="195705" y="10946"/>
                  <a:pt x="194969" y="10330"/>
                </a:cubicBezTo>
                <a:cubicBezTo>
                  <a:pt x="194233" y="9713"/>
                  <a:pt x="193248" y="9404"/>
                  <a:pt x="192013" y="9404"/>
                </a:cubicBezTo>
                <a:cubicBezTo>
                  <a:pt x="191015" y="9404"/>
                  <a:pt x="189401" y="9784"/>
                  <a:pt x="187168" y="10544"/>
                </a:cubicBezTo>
                <a:lnTo>
                  <a:pt x="186171" y="7979"/>
                </a:lnTo>
                <a:lnTo>
                  <a:pt x="205691" y="0"/>
                </a:lnTo>
                <a:lnTo>
                  <a:pt x="208968" y="0"/>
                </a:lnTo>
                <a:close/>
                <a:moveTo>
                  <a:pt x="315829" y="0"/>
                </a:moveTo>
                <a:cubicBezTo>
                  <a:pt x="317824" y="0"/>
                  <a:pt x="319522" y="704"/>
                  <a:pt x="320923" y="2113"/>
                </a:cubicBezTo>
                <a:cubicBezTo>
                  <a:pt x="322324" y="3520"/>
                  <a:pt x="323025" y="5226"/>
                  <a:pt x="323025" y="7231"/>
                </a:cubicBezTo>
                <a:cubicBezTo>
                  <a:pt x="323025" y="9236"/>
                  <a:pt x="322324" y="10955"/>
                  <a:pt x="320923" y="12387"/>
                </a:cubicBezTo>
                <a:cubicBezTo>
                  <a:pt x="319522" y="13818"/>
                  <a:pt x="317824" y="14533"/>
                  <a:pt x="315829" y="14533"/>
                </a:cubicBezTo>
                <a:cubicBezTo>
                  <a:pt x="313835" y="14533"/>
                  <a:pt x="312125" y="13818"/>
                  <a:pt x="310700" y="12387"/>
                </a:cubicBezTo>
                <a:cubicBezTo>
                  <a:pt x="309275" y="10955"/>
                  <a:pt x="308563" y="9236"/>
                  <a:pt x="308563" y="7231"/>
                </a:cubicBezTo>
                <a:cubicBezTo>
                  <a:pt x="308563" y="5226"/>
                  <a:pt x="309263" y="3520"/>
                  <a:pt x="310664" y="2113"/>
                </a:cubicBezTo>
                <a:cubicBezTo>
                  <a:pt x="312065" y="704"/>
                  <a:pt x="313787" y="0"/>
                  <a:pt x="315829" y="0"/>
                </a:cubicBezTo>
                <a:moveTo>
                  <a:pt x="321742" y="34196"/>
                </a:moveTo>
                <a:lnTo>
                  <a:pt x="321742" y="86486"/>
                </a:lnTo>
                <a:cubicBezTo>
                  <a:pt x="321742" y="90595"/>
                  <a:pt x="322039" y="93330"/>
                  <a:pt x="322633" y="94692"/>
                </a:cubicBezTo>
                <a:cubicBezTo>
                  <a:pt x="323226" y="96053"/>
                  <a:pt x="324105" y="97069"/>
                  <a:pt x="325269" y="97738"/>
                </a:cubicBezTo>
                <a:cubicBezTo>
                  <a:pt x="326432" y="98406"/>
                  <a:pt x="328558" y="98740"/>
                  <a:pt x="331645" y="98740"/>
                </a:cubicBezTo>
                <a:lnTo>
                  <a:pt x="331645" y="101304"/>
                </a:lnTo>
                <a:lnTo>
                  <a:pt x="299943" y="101304"/>
                </a:lnTo>
                <a:lnTo>
                  <a:pt x="299943" y="98740"/>
                </a:lnTo>
                <a:cubicBezTo>
                  <a:pt x="303125" y="98740"/>
                  <a:pt x="305262" y="98430"/>
                  <a:pt x="306354" y="97809"/>
                </a:cubicBezTo>
                <a:cubicBezTo>
                  <a:pt x="307447" y="97187"/>
                  <a:pt x="308313" y="96160"/>
                  <a:pt x="308955" y="94728"/>
                </a:cubicBezTo>
                <a:cubicBezTo>
                  <a:pt x="309596" y="93294"/>
                  <a:pt x="309916" y="90547"/>
                  <a:pt x="309916" y="86486"/>
                </a:cubicBezTo>
                <a:lnTo>
                  <a:pt x="309916" y="61552"/>
                </a:lnTo>
                <a:cubicBezTo>
                  <a:pt x="309916" y="54446"/>
                  <a:pt x="309703" y="49843"/>
                  <a:pt x="309275" y="47745"/>
                </a:cubicBezTo>
                <a:cubicBezTo>
                  <a:pt x="308943" y="46217"/>
                  <a:pt x="308420" y="45157"/>
                  <a:pt x="307708" y="44563"/>
                </a:cubicBezTo>
                <a:cubicBezTo>
                  <a:pt x="306995" y="43968"/>
                  <a:pt x="306022" y="43671"/>
                  <a:pt x="304787" y="43671"/>
                </a:cubicBezTo>
                <a:cubicBezTo>
                  <a:pt x="303457" y="43671"/>
                  <a:pt x="301842" y="44027"/>
                  <a:pt x="299943" y="44739"/>
                </a:cubicBezTo>
                <a:lnTo>
                  <a:pt x="298945" y="42175"/>
                </a:lnTo>
                <a:lnTo>
                  <a:pt x="318608" y="34196"/>
                </a:lnTo>
                <a:lnTo>
                  <a:pt x="321742" y="34196"/>
                </a:lnTo>
                <a:close/>
                <a:moveTo>
                  <a:pt x="358666" y="47945"/>
                </a:moveTo>
                <a:cubicBezTo>
                  <a:pt x="366313" y="38779"/>
                  <a:pt x="373603" y="34196"/>
                  <a:pt x="380537" y="34196"/>
                </a:cubicBezTo>
                <a:cubicBezTo>
                  <a:pt x="384099" y="34196"/>
                  <a:pt x="387163" y="35084"/>
                  <a:pt x="389727" y="36860"/>
                </a:cubicBezTo>
                <a:cubicBezTo>
                  <a:pt x="392292" y="38636"/>
                  <a:pt x="394334" y="41560"/>
                  <a:pt x="395854" y="45634"/>
                </a:cubicBezTo>
                <a:cubicBezTo>
                  <a:pt x="396899" y="48476"/>
                  <a:pt x="397421" y="52834"/>
                  <a:pt x="397421" y="58707"/>
                </a:cubicBezTo>
                <a:lnTo>
                  <a:pt x="397421" y="86486"/>
                </a:lnTo>
                <a:cubicBezTo>
                  <a:pt x="397421" y="90642"/>
                  <a:pt x="397754" y="93461"/>
                  <a:pt x="398419" y="94942"/>
                </a:cubicBezTo>
                <a:cubicBezTo>
                  <a:pt x="398941" y="96137"/>
                  <a:pt x="399784" y="97069"/>
                  <a:pt x="400948" y="97738"/>
                </a:cubicBezTo>
                <a:cubicBezTo>
                  <a:pt x="402111" y="98406"/>
                  <a:pt x="404260" y="98740"/>
                  <a:pt x="407395" y="98740"/>
                </a:cubicBezTo>
                <a:lnTo>
                  <a:pt x="407395" y="101304"/>
                </a:lnTo>
                <a:lnTo>
                  <a:pt x="375123" y="101304"/>
                </a:lnTo>
                <a:lnTo>
                  <a:pt x="375123" y="98740"/>
                </a:lnTo>
                <a:lnTo>
                  <a:pt x="376476" y="98740"/>
                </a:lnTo>
                <a:cubicBezTo>
                  <a:pt x="379516" y="98740"/>
                  <a:pt x="381641" y="98275"/>
                  <a:pt x="382853" y="97344"/>
                </a:cubicBezTo>
                <a:cubicBezTo>
                  <a:pt x="384064" y="96412"/>
                  <a:pt x="384907" y="95038"/>
                  <a:pt x="385382" y="93223"/>
                </a:cubicBezTo>
                <a:cubicBezTo>
                  <a:pt x="385572" y="92506"/>
                  <a:pt x="385667" y="90261"/>
                  <a:pt x="385667" y="86486"/>
                </a:cubicBezTo>
                <a:lnTo>
                  <a:pt x="385667" y="59816"/>
                </a:lnTo>
                <a:cubicBezTo>
                  <a:pt x="385667" y="53888"/>
                  <a:pt x="384895" y="49584"/>
                  <a:pt x="383351" y="46905"/>
                </a:cubicBezTo>
                <a:cubicBezTo>
                  <a:pt x="381808" y="44226"/>
                  <a:pt x="379207" y="42887"/>
                  <a:pt x="375550" y="42887"/>
                </a:cubicBezTo>
                <a:cubicBezTo>
                  <a:pt x="369899" y="42887"/>
                  <a:pt x="364271" y="45974"/>
                  <a:pt x="358666" y="52148"/>
                </a:cubicBezTo>
                <a:lnTo>
                  <a:pt x="358666" y="86486"/>
                </a:lnTo>
                <a:cubicBezTo>
                  <a:pt x="358666" y="90929"/>
                  <a:pt x="358927" y="93676"/>
                  <a:pt x="359450" y="94728"/>
                </a:cubicBezTo>
                <a:cubicBezTo>
                  <a:pt x="360115" y="96113"/>
                  <a:pt x="361029" y="97128"/>
                  <a:pt x="362193" y="97774"/>
                </a:cubicBezTo>
                <a:cubicBezTo>
                  <a:pt x="363356" y="98418"/>
                  <a:pt x="365719" y="98740"/>
                  <a:pt x="369281" y="98740"/>
                </a:cubicBezTo>
                <a:lnTo>
                  <a:pt x="369281" y="101304"/>
                </a:lnTo>
                <a:lnTo>
                  <a:pt x="337009" y="101304"/>
                </a:lnTo>
                <a:lnTo>
                  <a:pt x="337009" y="98740"/>
                </a:lnTo>
                <a:lnTo>
                  <a:pt x="338434" y="98740"/>
                </a:lnTo>
                <a:cubicBezTo>
                  <a:pt x="341758" y="98740"/>
                  <a:pt x="344003" y="97892"/>
                  <a:pt x="345166" y="96197"/>
                </a:cubicBezTo>
                <a:cubicBezTo>
                  <a:pt x="346330" y="94501"/>
                  <a:pt x="346912" y="91264"/>
                  <a:pt x="346912" y="86486"/>
                </a:cubicBezTo>
                <a:lnTo>
                  <a:pt x="346912" y="62407"/>
                </a:lnTo>
                <a:cubicBezTo>
                  <a:pt x="346912" y="54570"/>
                  <a:pt x="346733" y="49797"/>
                  <a:pt x="346377" y="48088"/>
                </a:cubicBezTo>
                <a:cubicBezTo>
                  <a:pt x="346021" y="46378"/>
                  <a:pt x="345475" y="45214"/>
                  <a:pt x="344739" y="44597"/>
                </a:cubicBezTo>
                <a:cubicBezTo>
                  <a:pt x="344003" y="43979"/>
                  <a:pt x="343017" y="43671"/>
                  <a:pt x="341782" y="43671"/>
                </a:cubicBezTo>
                <a:cubicBezTo>
                  <a:pt x="340452" y="43671"/>
                  <a:pt x="338861" y="44027"/>
                  <a:pt x="337009" y="44739"/>
                </a:cubicBezTo>
                <a:lnTo>
                  <a:pt x="335940" y="42175"/>
                </a:lnTo>
                <a:lnTo>
                  <a:pt x="355603" y="34196"/>
                </a:lnTo>
                <a:lnTo>
                  <a:pt x="358666" y="34196"/>
                </a:lnTo>
                <a:lnTo>
                  <a:pt x="358666" y="47945"/>
                </a:lnTo>
                <a:close/>
                <a:moveTo>
                  <a:pt x="454771" y="34196"/>
                </a:moveTo>
                <a:lnTo>
                  <a:pt x="454771" y="56423"/>
                </a:lnTo>
                <a:lnTo>
                  <a:pt x="452420" y="56423"/>
                </a:lnTo>
                <a:cubicBezTo>
                  <a:pt x="450615" y="49469"/>
                  <a:pt x="448300" y="44739"/>
                  <a:pt x="445474" y="42232"/>
                </a:cubicBezTo>
                <a:cubicBezTo>
                  <a:pt x="442648" y="39724"/>
                  <a:pt x="439050" y="38470"/>
                  <a:pt x="434681" y="38470"/>
                </a:cubicBezTo>
                <a:cubicBezTo>
                  <a:pt x="431356" y="38470"/>
                  <a:pt x="428673" y="39346"/>
                  <a:pt x="426631" y="41097"/>
                </a:cubicBezTo>
                <a:cubicBezTo>
                  <a:pt x="424589" y="42848"/>
                  <a:pt x="423567" y="44789"/>
                  <a:pt x="423567" y="46919"/>
                </a:cubicBezTo>
                <a:cubicBezTo>
                  <a:pt x="423567" y="49568"/>
                  <a:pt x="424327" y="51840"/>
                  <a:pt x="425847" y="53733"/>
                </a:cubicBezTo>
                <a:cubicBezTo>
                  <a:pt x="427319" y="55673"/>
                  <a:pt x="430312" y="57732"/>
                  <a:pt x="434824" y="59909"/>
                </a:cubicBezTo>
                <a:lnTo>
                  <a:pt x="445225" y="64949"/>
                </a:lnTo>
                <a:cubicBezTo>
                  <a:pt x="454866" y="69645"/>
                  <a:pt x="459687" y="75835"/>
                  <a:pt x="459687" y="83519"/>
                </a:cubicBezTo>
                <a:cubicBezTo>
                  <a:pt x="459687" y="89448"/>
                  <a:pt x="457442" y="94227"/>
                  <a:pt x="452954" y="97856"/>
                </a:cubicBezTo>
                <a:cubicBezTo>
                  <a:pt x="448466" y="101485"/>
                  <a:pt x="443444" y="103299"/>
                  <a:pt x="437887" y="103299"/>
                </a:cubicBezTo>
                <a:cubicBezTo>
                  <a:pt x="433897" y="103299"/>
                  <a:pt x="429338" y="102622"/>
                  <a:pt x="424209" y="101269"/>
                </a:cubicBezTo>
                <a:cubicBezTo>
                  <a:pt x="422641" y="100818"/>
                  <a:pt x="421359" y="100592"/>
                  <a:pt x="420362" y="100592"/>
                </a:cubicBezTo>
                <a:cubicBezTo>
                  <a:pt x="419269" y="100592"/>
                  <a:pt x="418414" y="101162"/>
                  <a:pt x="417797" y="102302"/>
                </a:cubicBezTo>
                <a:lnTo>
                  <a:pt x="415446" y="102302"/>
                </a:lnTo>
                <a:lnTo>
                  <a:pt x="415446" y="78935"/>
                </a:lnTo>
                <a:lnTo>
                  <a:pt x="417797" y="78935"/>
                </a:lnTo>
                <a:cubicBezTo>
                  <a:pt x="419127" y="85584"/>
                  <a:pt x="421668" y="90595"/>
                  <a:pt x="425420" y="93967"/>
                </a:cubicBezTo>
                <a:cubicBezTo>
                  <a:pt x="429172" y="97339"/>
                  <a:pt x="433375" y="99025"/>
                  <a:pt x="438029" y="99025"/>
                </a:cubicBezTo>
                <a:cubicBezTo>
                  <a:pt x="441306" y="99025"/>
                  <a:pt x="443978" y="98068"/>
                  <a:pt x="446044" y="96155"/>
                </a:cubicBezTo>
                <a:cubicBezTo>
                  <a:pt x="448110" y="94241"/>
                  <a:pt x="449143" y="91936"/>
                  <a:pt x="449143" y="89243"/>
                </a:cubicBezTo>
                <a:cubicBezTo>
                  <a:pt x="449143" y="85982"/>
                  <a:pt x="447991" y="83241"/>
                  <a:pt x="445688" y="81021"/>
                </a:cubicBezTo>
                <a:cubicBezTo>
                  <a:pt x="443384" y="78799"/>
                  <a:pt x="438789" y="75993"/>
                  <a:pt x="431903" y="72603"/>
                </a:cubicBezTo>
                <a:cubicBezTo>
                  <a:pt x="425016" y="69212"/>
                  <a:pt x="420504" y="66137"/>
                  <a:pt x="418367" y="63378"/>
                </a:cubicBezTo>
                <a:cubicBezTo>
                  <a:pt x="416230" y="60666"/>
                  <a:pt x="415161" y="57241"/>
                  <a:pt x="415161" y="53103"/>
                </a:cubicBezTo>
                <a:cubicBezTo>
                  <a:pt x="415161" y="47728"/>
                  <a:pt x="417001" y="43233"/>
                  <a:pt x="420682" y="39619"/>
                </a:cubicBezTo>
                <a:cubicBezTo>
                  <a:pt x="424363" y="36003"/>
                  <a:pt x="429124" y="34196"/>
                  <a:pt x="434966" y="34196"/>
                </a:cubicBezTo>
                <a:cubicBezTo>
                  <a:pt x="437531" y="34196"/>
                  <a:pt x="440642" y="34742"/>
                  <a:pt x="444299" y="35834"/>
                </a:cubicBezTo>
                <a:cubicBezTo>
                  <a:pt x="446721" y="36547"/>
                  <a:pt x="448336" y="36903"/>
                  <a:pt x="449143" y="36903"/>
                </a:cubicBezTo>
                <a:cubicBezTo>
                  <a:pt x="449903" y="36903"/>
                  <a:pt x="450497" y="36737"/>
                  <a:pt x="450924" y="36404"/>
                </a:cubicBezTo>
                <a:cubicBezTo>
                  <a:pt x="451351" y="36072"/>
                  <a:pt x="451850" y="35335"/>
                  <a:pt x="452420" y="34196"/>
                </a:cubicBezTo>
                <a:lnTo>
                  <a:pt x="454771" y="34196"/>
                </a:lnTo>
                <a:close/>
                <a:moveTo>
                  <a:pt x="488302" y="14533"/>
                </a:moveTo>
                <a:lnTo>
                  <a:pt x="488302" y="36048"/>
                </a:lnTo>
                <a:lnTo>
                  <a:pt x="503548" y="36048"/>
                </a:lnTo>
                <a:lnTo>
                  <a:pt x="503548" y="40892"/>
                </a:lnTo>
                <a:lnTo>
                  <a:pt x="488302" y="41035"/>
                </a:lnTo>
                <a:lnTo>
                  <a:pt x="488302" y="83410"/>
                </a:lnTo>
                <a:cubicBezTo>
                  <a:pt x="488302" y="87641"/>
                  <a:pt x="488908" y="90494"/>
                  <a:pt x="490119" y="91970"/>
                </a:cubicBezTo>
                <a:cubicBezTo>
                  <a:pt x="491330" y="93443"/>
                  <a:pt x="492886" y="94180"/>
                  <a:pt x="494785" y="94180"/>
                </a:cubicBezTo>
                <a:cubicBezTo>
                  <a:pt x="496353" y="94180"/>
                  <a:pt x="497872" y="93688"/>
                  <a:pt x="499345" y="92702"/>
                </a:cubicBezTo>
                <a:cubicBezTo>
                  <a:pt x="500817" y="91717"/>
                  <a:pt x="501957" y="90262"/>
                  <a:pt x="502764" y="88339"/>
                </a:cubicBezTo>
                <a:lnTo>
                  <a:pt x="505543" y="88339"/>
                </a:lnTo>
                <a:cubicBezTo>
                  <a:pt x="503880" y="93017"/>
                  <a:pt x="501529" y="96537"/>
                  <a:pt x="498490" y="98900"/>
                </a:cubicBezTo>
                <a:cubicBezTo>
                  <a:pt x="495450" y="101263"/>
                  <a:pt x="492316" y="102444"/>
                  <a:pt x="489086" y="102444"/>
                </a:cubicBezTo>
                <a:cubicBezTo>
                  <a:pt x="486901" y="102444"/>
                  <a:pt x="484764" y="101837"/>
                  <a:pt x="482674" y="100621"/>
                </a:cubicBezTo>
                <a:cubicBezTo>
                  <a:pt x="480585" y="99405"/>
                  <a:pt x="479041" y="97666"/>
                  <a:pt x="478044" y="95403"/>
                </a:cubicBezTo>
                <a:cubicBezTo>
                  <a:pt x="477046" y="93139"/>
                  <a:pt x="476548" y="89648"/>
                  <a:pt x="476548" y="84930"/>
                </a:cubicBezTo>
                <a:lnTo>
                  <a:pt x="476548" y="40892"/>
                </a:lnTo>
                <a:lnTo>
                  <a:pt x="466218" y="40892"/>
                </a:lnTo>
                <a:lnTo>
                  <a:pt x="466218" y="38608"/>
                </a:lnTo>
                <a:cubicBezTo>
                  <a:pt x="468830" y="37569"/>
                  <a:pt x="471501" y="35810"/>
                  <a:pt x="474232" y="33332"/>
                </a:cubicBezTo>
                <a:cubicBezTo>
                  <a:pt x="476963" y="30853"/>
                  <a:pt x="479397" y="27899"/>
                  <a:pt x="481535" y="24469"/>
                </a:cubicBezTo>
                <a:cubicBezTo>
                  <a:pt x="482627" y="22658"/>
                  <a:pt x="484147" y="19346"/>
                  <a:pt x="486094" y="14533"/>
                </a:cubicBezTo>
                <a:lnTo>
                  <a:pt x="488302" y="14533"/>
                </a:lnTo>
                <a:close/>
                <a:moveTo>
                  <a:pt x="528859" y="34196"/>
                </a:moveTo>
                <a:lnTo>
                  <a:pt x="528859" y="48871"/>
                </a:lnTo>
                <a:cubicBezTo>
                  <a:pt x="534321" y="39087"/>
                  <a:pt x="539925" y="34196"/>
                  <a:pt x="545672" y="34196"/>
                </a:cubicBezTo>
                <a:cubicBezTo>
                  <a:pt x="548284" y="34196"/>
                  <a:pt x="550445" y="34991"/>
                  <a:pt x="552155" y="36582"/>
                </a:cubicBezTo>
                <a:cubicBezTo>
                  <a:pt x="553865" y="38173"/>
                  <a:pt x="554720" y="40014"/>
                  <a:pt x="554720" y="42103"/>
                </a:cubicBezTo>
                <a:cubicBezTo>
                  <a:pt x="554720" y="43956"/>
                  <a:pt x="554102" y="45523"/>
                  <a:pt x="552868" y="46805"/>
                </a:cubicBezTo>
                <a:cubicBezTo>
                  <a:pt x="551633" y="48088"/>
                  <a:pt x="550160" y="48729"/>
                  <a:pt x="548451" y="48729"/>
                </a:cubicBezTo>
                <a:cubicBezTo>
                  <a:pt x="546788" y="48729"/>
                  <a:pt x="544924" y="47921"/>
                  <a:pt x="542858" y="46307"/>
                </a:cubicBezTo>
                <a:cubicBezTo>
                  <a:pt x="540792" y="44692"/>
                  <a:pt x="539261" y="43884"/>
                  <a:pt x="538263" y="43884"/>
                </a:cubicBezTo>
                <a:cubicBezTo>
                  <a:pt x="537408" y="43884"/>
                  <a:pt x="536482" y="44356"/>
                  <a:pt x="535485" y="45298"/>
                </a:cubicBezTo>
                <a:cubicBezTo>
                  <a:pt x="533348" y="47232"/>
                  <a:pt x="531139" y="50415"/>
                  <a:pt x="528859" y="54847"/>
                </a:cubicBezTo>
                <a:lnTo>
                  <a:pt x="528859" y="86059"/>
                </a:lnTo>
                <a:cubicBezTo>
                  <a:pt x="528859" y="89671"/>
                  <a:pt x="529311" y="92404"/>
                  <a:pt x="530213" y="94256"/>
                </a:cubicBezTo>
                <a:cubicBezTo>
                  <a:pt x="530830" y="95540"/>
                  <a:pt x="531923" y="96609"/>
                  <a:pt x="533490" y="97462"/>
                </a:cubicBezTo>
                <a:cubicBezTo>
                  <a:pt x="535057" y="98314"/>
                  <a:pt x="537313" y="98740"/>
                  <a:pt x="540258" y="98740"/>
                </a:cubicBezTo>
                <a:lnTo>
                  <a:pt x="540258" y="101304"/>
                </a:lnTo>
                <a:lnTo>
                  <a:pt x="506846" y="101304"/>
                </a:lnTo>
                <a:lnTo>
                  <a:pt x="506846" y="98740"/>
                </a:lnTo>
                <a:cubicBezTo>
                  <a:pt x="510171" y="98740"/>
                  <a:pt x="512640" y="98211"/>
                  <a:pt x="514255" y="97155"/>
                </a:cubicBezTo>
                <a:cubicBezTo>
                  <a:pt x="515442" y="96386"/>
                  <a:pt x="516273" y="95161"/>
                  <a:pt x="516748" y="93479"/>
                </a:cubicBezTo>
                <a:cubicBezTo>
                  <a:pt x="516986" y="92661"/>
                  <a:pt x="517105" y="90330"/>
                  <a:pt x="517105" y="86486"/>
                </a:cubicBezTo>
                <a:lnTo>
                  <a:pt x="517105" y="61410"/>
                </a:lnTo>
                <a:cubicBezTo>
                  <a:pt x="517105" y="53811"/>
                  <a:pt x="516950" y="49287"/>
                  <a:pt x="516642" y="47838"/>
                </a:cubicBezTo>
                <a:cubicBezTo>
                  <a:pt x="516333" y="46390"/>
                  <a:pt x="515763" y="45333"/>
                  <a:pt x="514932" y="44668"/>
                </a:cubicBezTo>
                <a:cubicBezTo>
                  <a:pt x="514101" y="44003"/>
                  <a:pt x="513068" y="43671"/>
                  <a:pt x="511833" y="43671"/>
                </a:cubicBezTo>
                <a:cubicBezTo>
                  <a:pt x="510360" y="43671"/>
                  <a:pt x="508698" y="44027"/>
                  <a:pt x="506846" y="44739"/>
                </a:cubicBezTo>
                <a:lnTo>
                  <a:pt x="506134" y="42175"/>
                </a:lnTo>
                <a:lnTo>
                  <a:pt x="525867" y="34196"/>
                </a:lnTo>
                <a:lnTo>
                  <a:pt x="528859" y="34196"/>
                </a:lnTo>
                <a:close/>
                <a:moveTo>
                  <a:pt x="615558" y="36048"/>
                </a:moveTo>
                <a:lnTo>
                  <a:pt x="615558" y="75800"/>
                </a:lnTo>
                <a:cubicBezTo>
                  <a:pt x="615558" y="83258"/>
                  <a:pt x="615736" y="87820"/>
                  <a:pt x="616092" y="89485"/>
                </a:cubicBezTo>
                <a:cubicBezTo>
                  <a:pt x="616449" y="91149"/>
                  <a:pt x="617019" y="92312"/>
                  <a:pt x="617802" y="92974"/>
                </a:cubicBezTo>
                <a:cubicBezTo>
                  <a:pt x="618586" y="93636"/>
                  <a:pt x="619500" y="93967"/>
                  <a:pt x="620545" y="93967"/>
                </a:cubicBezTo>
                <a:cubicBezTo>
                  <a:pt x="622017" y="93967"/>
                  <a:pt x="623680" y="93563"/>
                  <a:pt x="625532" y="92756"/>
                </a:cubicBezTo>
                <a:lnTo>
                  <a:pt x="626529" y="95320"/>
                </a:lnTo>
                <a:lnTo>
                  <a:pt x="607009" y="103299"/>
                </a:lnTo>
                <a:lnTo>
                  <a:pt x="603803" y="103299"/>
                </a:lnTo>
                <a:lnTo>
                  <a:pt x="603803" y="89543"/>
                </a:lnTo>
                <a:cubicBezTo>
                  <a:pt x="598199" y="95594"/>
                  <a:pt x="593925" y="99400"/>
                  <a:pt x="590980" y="100959"/>
                </a:cubicBezTo>
                <a:cubicBezTo>
                  <a:pt x="588035" y="102519"/>
                  <a:pt x="584925" y="103299"/>
                  <a:pt x="581647" y="103299"/>
                </a:cubicBezTo>
                <a:cubicBezTo>
                  <a:pt x="577990" y="103299"/>
                  <a:pt x="574820" y="102242"/>
                  <a:pt x="572137" y="100129"/>
                </a:cubicBezTo>
                <a:cubicBezTo>
                  <a:pt x="569453" y="98016"/>
                  <a:pt x="567589" y="95296"/>
                  <a:pt x="566544" y="91972"/>
                </a:cubicBezTo>
                <a:cubicBezTo>
                  <a:pt x="565500" y="88647"/>
                  <a:pt x="564977" y="83945"/>
                  <a:pt x="564977" y="77866"/>
                </a:cubicBezTo>
                <a:lnTo>
                  <a:pt x="564977" y="48729"/>
                </a:lnTo>
                <a:cubicBezTo>
                  <a:pt x="564977" y="45619"/>
                  <a:pt x="564645" y="43467"/>
                  <a:pt x="563980" y="42273"/>
                </a:cubicBezTo>
                <a:cubicBezTo>
                  <a:pt x="563315" y="41076"/>
                  <a:pt x="562329" y="40155"/>
                  <a:pt x="561023" y="39510"/>
                </a:cubicBezTo>
                <a:cubicBezTo>
                  <a:pt x="559717" y="38864"/>
                  <a:pt x="557354" y="38565"/>
                  <a:pt x="553935" y="38613"/>
                </a:cubicBezTo>
                <a:lnTo>
                  <a:pt x="553935" y="36048"/>
                </a:lnTo>
                <a:lnTo>
                  <a:pt x="576803" y="36048"/>
                </a:lnTo>
                <a:lnTo>
                  <a:pt x="576803" y="79772"/>
                </a:lnTo>
                <a:cubicBezTo>
                  <a:pt x="576803" y="85859"/>
                  <a:pt x="577860" y="89853"/>
                  <a:pt x="579973" y="91756"/>
                </a:cubicBezTo>
                <a:cubicBezTo>
                  <a:pt x="582087" y="93657"/>
                  <a:pt x="584640" y="94608"/>
                  <a:pt x="587632" y="94608"/>
                </a:cubicBezTo>
                <a:cubicBezTo>
                  <a:pt x="589674" y="94608"/>
                  <a:pt x="591989" y="93966"/>
                  <a:pt x="594578" y="92682"/>
                </a:cubicBezTo>
                <a:cubicBezTo>
                  <a:pt x="597166" y="91398"/>
                  <a:pt x="600241" y="88949"/>
                  <a:pt x="603803" y="85335"/>
                </a:cubicBezTo>
                <a:lnTo>
                  <a:pt x="603803" y="48444"/>
                </a:lnTo>
                <a:cubicBezTo>
                  <a:pt x="603803" y="44658"/>
                  <a:pt x="603127" y="42097"/>
                  <a:pt x="601773" y="40761"/>
                </a:cubicBezTo>
                <a:cubicBezTo>
                  <a:pt x="600419" y="39425"/>
                  <a:pt x="597605" y="38709"/>
                  <a:pt x="593331" y="38613"/>
                </a:cubicBezTo>
                <a:lnTo>
                  <a:pt x="593331" y="36048"/>
                </a:lnTo>
                <a:lnTo>
                  <a:pt x="615558" y="36048"/>
                </a:lnTo>
                <a:close/>
                <a:moveTo>
                  <a:pt x="686729" y="76513"/>
                </a:moveTo>
                <a:cubicBezTo>
                  <a:pt x="684971" y="85109"/>
                  <a:pt x="681528" y="91723"/>
                  <a:pt x="676399" y="96353"/>
                </a:cubicBezTo>
                <a:cubicBezTo>
                  <a:pt x="671269" y="100984"/>
                  <a:pt x="665594" y="103299"/>
                  <a:pt x="659372" y="103299"/>
                </a:cubicBezTo>
                <a:cubicBezTo>
                  <a:pt x="651963" y="103299"/>
                  <a:pt x="645504" y="100192"/>
                  <a:pt x="639995" y="93978"/>
                </a:cubicBezTo>
                <a:cubicBezTo>
                  <a:pt x="634485" y="87762"/>
                  <a:pt x="631731" y="79364"/>
                  <a:pt x="631731" y="68783"/>
                </a:cubicBezTo>
                <a:cubicBezTo>
                  <a:pt x="631731" y="58535"/>
                  <a:pt x="634782" y="50208"/>
                  <a:pt x="640885" y="43804"/>
                </a:cubicBezTo>
                <a:cubicBezTo>
                  <a:pt x="646988" y="37398"/>
                  <a:pt x="654314" y="34196"/>
                  <a:pt x="662863" y="34196"/>
                </a:cubicBezTo>
                <a:cubicBezTo>
                  <a:pt x="669275" y="34196"/>
                  <a:pt x="674546" y="35899"/>
                  <a:pt x="678678" y="39307"/>
                </a:cubicBezTo>
                <a:cubicBezTo>
                  <a:pt x="682810" y="42713"/>
                  <a:pt x="684876" y="46251"/>
                  <a:pt x="684876" y="49920"/>
                </a:cubicBezTo>
                <a:cubicBezTo>
                  <a:pt x="684876" y="51731"/>
                  <a:pt x="684294" y="53196"/>
                  <a:pt x="683131" y="54317"/>
                </a:cubicBezTo>
                <a:cubicBezTo>
                  <a:pt x="681967" y="55436"/>
                  <a:pt x="680341" y="55995"/>
                  <a:pt x="678251" y="55995"/>
                </a:cubicBezTo>
                <a:cubicBezTo>
                  <a:pt x="675449" y="55995"/>
                  <a:pt x="673335" y="55086"/>
                  <a:pt x="671910" y="53266"/>
                </a:cubicBezTo>
                <a:cubicBezTo>
                  <a:pt x="671103" y="52260"/>
                  <a:pt x="670569" y="50344"/>
                  <a:pt x="670308" y="47518"/>
                </a:cubicBezTo>
                <a:cubicBezTo>
                  <a:pt x="670046" y="44692"/>
                  <a:pt x="669085" y="42537"/>
                  <a:pt x="667422" y="41053"/>
                </a:cubicBezTo>
                <a:cubicBezTo>
                  <a:pt x="665760" y="39616"/>
                  <a:pt x="663457" y="38898"/>
                  <a:pt x="660512" y="38898"/>
                </a:cubicBezTo>
                <a:cubicBezTo>
                  <a:pt x="655763" y="38898"/>
                  <a:pt x="651939" y="40655"/>
                  <a:pt x="649042" y="44169"/>
                </a:cubicBezTo>
                <a:cubicBezTo>
                  <a:pt x="645195" y="48824"/>
                  <a:pt x="643272" y="54974"/>
                  <a:pt x="643272" y="62621"/>
                </a:cubicBezTo>
                <a:cubicBezTo>
                  <a:pt x="643272" y="70410"/>
                  <a:pt x="645183" y="77284"/>
                  <a:pt x="649006" y="83245"/>
                </a:cubicBezTo>
                <a:cubicBezTo>
                  <a:pt x="652830" y="89205"/>
                  <a:pt x="657995" y="92186"/>
                  <a:pt x="664501" y="92186"/>
                </a:cubicBezTo>
                <a:cubicBezTo>
                  <a:pt x="669156" y="92186"/>
                  <a:pt x="673335" y="90595"/>
                  <a:pt x="677040" y="87413"/>
                </a:cubicBezTo>
                <a:cubicBezTo>
                  <a:pt x="679652" y="85228"/>
                  <a:pt x="682193" y="81262"/>
                  <a:pt x="684663" y="75515"/>
                </a:cubicBezTo>
                <a:lnTo>
                  <a:pt x="686729" y="76513"/>
                </a:lnTo>
                <a:close/>
                <a:moveTo>
                  <a:pt x="714887" y="14533"/>
                </a:moveTo>
                <a:lnTo>
                  <a:pt x="714887" y="36048"/>
                </a:lnTo>
                <a:lnTo>
                  <a:pt x="730133" y="36048"/>
                </a:lnTo>
                <a:lnTo>
                  <a:pt x="730133" y="40892"/>
                </a:lnTo>
                <a:lnTo>
                  <a:pt x="714887" y="41035"/>
                </a:lnTo>
                <a:lnTo>
                  <a:pt x="714887" y="83410"/>
                </a:lnTo>
                <a:cubicBezTo>
                  <a:pt x="714887" y="87641"/>
                  <a:pt x="715493" y="90494"/>
                  <a:pt x="716704" y="91970"/>
                </a:cubicBezTo>
                <a:cubicBezTo>
                  <a:pt x="717915" y="93443"/>
                  <a:pt x="719470" y="94180"/>
                  <a:pt x="721370" y="94180"/>
                </a:cubicBezTo>
                <a:cubicBezTo>
                  <a:pt x="722937" y="94180"/>
                  <a:pt x="724457" y="93688"/>
                  <a:pt x="725929" y="92702"/>
                </a:cubicBezTo>
                <a:cubicBezTo>
                  <a:pt x="727402" y="91717"/>
                  <a:pt x="728541" y="90262"/>
                  <a:pt x="729349" y="88339"/>
                </a:cubicBezTo>
                <a:lnTo>
                  <a:pt x="732127" y="88339"/>
                </a:lnTo>
                <a:cubicBezTo>
                  <a:pt x="730465" y="93017"/>
                  <a:pt x="728114" y="96537"/>
                  <a:pt x="725074" y="98900"/>
                </a:cubicBezTo>
                <a:cubicBezTo>
                  <a:pt x="722035" y="101263"/>
                  <a:pt x="718900" y="102444"/>
                  <a:pt x="715671" y="102444"/>
                </a:cubicBezTo>
                <a:cubicBezTo>
                  <a:pt x="713486" y="102444"/>
                  <a:pt x="711349" y="101837"/>
                  <a:pt x="709259" y="100621"/>
                </a:cubicBezTo>
                <a:cubicBezTo>
                  <a:pt x="707169" y="99405"/>
                  <a:pt x="705626" y="97666"/>
                  <a:pt x="704628" y="95403"/>
                </a:cubicBezTo>
                <a:cubicBezTo>
                  <a:pt x="703631" y="93139"/>
                  <a:pt x="703132" y="89648"/>
                  <a:pt x="703132" y="84930"/>
                </a:cubicBezTo>
                <a:lnTo>
                  <a:pt x="703132" y="40892"/>
                </a:lnTo>
                <a:lnTo>
                  <a:pt x="692802" y="40892"/>
                </a:lnTo>
                <a:lnTo>
                  <a:pt x="692802" y="38608"/>
                </a:lnTo>
                <a:cubicBezTo>
                  <a:pt x="695415" y="37569"/>
                  <a:pt x="698086" y="35810"/>
                  <a:pt x="700817" y="33332"/>
                </a:cubicBezTo>
                <a:cubicBezTo>
                  <a:pt x="703548" y="30853"/>
                  <a:pt x="705982" y="27899"/>
                  <a:pt x="708119" y="24469"/>
                </a:cubicBezTo>
                <a:cubicBezTo>
                  <a:pt x="709211" y="22658"/>
                  <a:pt x="710731" y="19346"/>
                  <a:pt x="712679" y="14533"/>
                </a:cubicBezTo>
                <a:lnTo>
                  <a:pt x="714887" y="14533"/>
                </a:lnTo>
                <a:close/>
                <a:moveTo>
                  <a:pt x="752952" y="0"/>
                </a:moveTo>
                <a:cubicBezTo>
                  <a:pt x="754946" y="0"/>
                  <a:pt x="756644" y="704"/>
                  <a:pt x="758045" y="2113"/>
                </a:cubicBezTo>
                <a:cubicBezTo>
                  <a:pt x="759446" y="3520"/>
                  <a:pt x="760147" y="5226"/>
                  <a:pt x="760147" y="7231"/>
                </a:cubicBezTo>
                <a:cubicBezTo>
                  <a:pt x="760147" y="9236"/>
                  <a:pt x="759446" y="10955"/>
                  <a:pt x="758045" y="12387"/>
                </a:cubicBezTo>
                <a:cubicBezTo>
                  <a:pt x="756644" y="13818"/>
                  <a:pt x="754946" y="14533"/>
                  <a:pt x="752952" y="14533"/>
                </a:cubicBezTo>
                <a:cubicBezTo>
                  <a:pt x="750957" y="14533"/>
                  <a:pt x="749247" y="13818"/>
                  <a:pt x="747822" y="12387"/>
                </a:cubicBezTo>
                <a:cubicBezTo>
                  <a:pt x="746398" y="10955"/>
                  <a:pt x="745685" y="9236"/>
                  <a:pt x="745685" y="7231"/>
                </a:cubicBezTo>
                <a:cubicBezTo>
                  <a:pt x="745685" y="5226"/>
                  <a:pt x="746386" y="3520"/>
                  <a:pt x="747787" y="2113"/>
                </a:cubicBezTo>
                <a:cubicBezTo>
                  <a:pt x="749188" y="704"/>
                  <a:pt x="750909" y="0"/>
                  <a:pt x="752952" y="0"/>
                </a:cubicBezTo>
                <a:moveTo>
                  <a:pt x="758865" y="34196"/>
                </a:moveTo>
                <a:lnTo>
                  <a:pt x="758865" y="86486"/>
                </a:lnTo>
                <a:cubicBezTo>
                  <a:pt x="758865" y="90595"/>
                  <a:pt x="759161" y="93330"/>
                  <a:pt x="759755" y="94692"/>
                </a:cubicBezTo>
                <a:cubicBezTo>
                  <a:pt x="760349" y="96053"/>
                  <a:pt x="761227" y="97069"/>
                  <a:pt x="762391" y="97738"/>
                </a:cubicBezTo>
                <a:cubicBezTo>
                  <a:pt x="763555" y="98406"/>
                  <a:pt x="765680" y="98740"/>
                  <a:pt x="768767" y="98740"/>
                </a:cubicBezTo>
                <a:lnTo>
                  <a:pt x="768767" y="101304"/>
                </a:lnTo>
                <a:lnTo>
                  <a:pt x="737065" y="101304"/>
                </a:lnTo>
                <a:lnTo>
                  <a:pt x="737065" y="98740"/>
                </a:lnTo>
                <a:cubicBezTo>
                  <a:pt x="740247" y="98740"/>
                  <a:pt x="742384" y="98430"/>
                  <a:pt x="743477" y="97809"/>
                </a:cubicBezTo>
                <a:cubicBezTo>
                  <a:pt x="744569" y="97187"/>
                  <a:pt x="745436" y="96160"/>
                  <a:pt x="746077" y="94728"/>
                </a:cubicBezTo>
                <a:cubicBezTo>
                  <a:pt x="746718" y="93294"/>
                  <a:pt x="747039" y="90547"/>
                  <a:pt x="747039" y="86486"/>
                </a:cubicBezTo>
                <a:lnTo>
                  <a:pt x="747039" y="61552"/>
                </a:lnTo>
                <a:cubicBezTo>
                  <a:pt x="747039" y="54446"/>
                  <a:pt x="746825" y="49843"/>
                  <a:pt x="746398" y="47745"/>
                </a:cubicBezTo>
                <a:cubicBezTo>
                  <a:pt x="746065" y="46217"/>
                  <a:pt x="745543" y="45157"/>
                  <a:pt x="744830" y="44563"/>
                </a:cubicBezTo>
                <a:cubicBezTo>
                  <a:pt x="744118" y="43968"/>
                  <a:pt x="743144" y="43671"/>
                  <a:pt x="741909" y="43671"/>
                </a:cubicBezTo>
                <a:cubicBezTo>
                  <a:pt x="740580" y="43671"/>
                  <a:pt x="738965" y="44027"/>
                  <a:pt x="737065" y="44739"/>
                </a:cubicBezTo>
                <a:lnTo>
                  <a:pt x="736068" y="42175"/>
                </a:lnTo>
                <a:lnTo>
                  <a:pt x="755730" y="34196"/>
                </a:lnTo>
                <a:lnTo>
                  <a:pt x="758865" y="34196"/>
                </a:lnTo>
                <a:close/>
                <a:moveTo>
                  <a:pt x="808683" y="34196"/>
                </a:moveTo>
                <a:cubicBezTo>
                  <a:pt x="818562" y="34196"/>
                  <a:pt x="826493" y="37944"/>
                  <a:pt x="832478" y="45441"/>
                </a:cubicBezTo>
                <a:cubicBezTo>
                  <a:pt x="837560" y="51845"/>
                  <a:pt x="840100" y="59199"/>
                  <a:pt x="840100" y="67503"/>
                </a:cubicBezTo>
                <a:cubicBezTo>
                  <a:pt x="840100" y="73339"/>
                  <a:pt x="838699" y="79246"/>
                  <a:pt x="835897" y="85224"/>
                </a:cubicBezTo>
                <a:cubicBezTo>
                  <a:pt x="833095" y="91201"/>
                  <a:pt x="829236" y="95708"/>
                  <a:pt x="824321" y="98744"/>
                </a:cubicBezTo>
                <a:cubicBezTo>
                  <a:pt x="819405" y="101781"/>
                  <a:pt x="813931" y="103299"/>
                  <a:pt x="807900" y="103299"/>
                </a:cubicBezTo>
                <a:cubicBezTo>
                  <a:pt x="798068" y="103299"/>
                  <a:pt x="790256" y="99385"/>
                  <a:pt x="784461" y="91556"/>
                </a:cubicBezTo>
                <a:cubicBezTo>
                  <a:pt x="779569" y="84961"/>
                  <a:pt x="777124" y="77560"/>
                  <a:pt x="777124" y="69353"/>
                </a:cubicBezTo>
                <a:cubicBezTo>
                  <a:pt x="777124" y="63375"/>
                  <a:pt x="778608" y="57432"/>
                  <a:pt x="781576" y="51525"/>
                </a:cubicBezTo>
                <a:cubicBezTo>
                  <a:pt x="784544" y="45618"/>
                  <a:pt x="788451" y="41253"/>
                  <a:pt x="793295" y="38430"/>
                </a:cubicBezTo>
                <a:cubicBezTo>
                  <a:pt x="798140" y="35607"/>
                  <a:pt x="803269" y="34196"/>
                  <a:pt x="808683" y="34196"/>
                </a:cubicBezTo>
                <a:moveTo>
                  <a:pt x="806475" y="38898"/>
                </a:moveTo>
                <a:cubicBezTo>
                  <a:pt x="803958" y="38898"/>
                  <a:pt x="801429" y="39643"/>
                  <a:pt x="798888" y="41135"/>
                </a:cubicBezTo>
                <a:cubicBezTo>
                  <a:pt x="796347" y="42625"/>
                  <a:pt x="794293" y="45239"/>
                  <a:pt x="792725" y="48978"/>
                </a:cubicBezTo>
                <a:cubicBezTo>
                  <a:pt x="791158" y="52717"/>
                  <a:pt x="790374" y="57520"/>
                  <a:pt x="790374" y="63387"/>
                </a:cubicBezTo>
                <a:cubicBezTo>
                  <a:pt x="790374" y="72851"/>
                  <a:pt x="792262" y="81015"/>
                  <a:pt x="796038" y="87878"/>
                </a:cubicBezTo>
                <a:cubicBezTo>
                  <a:pt x="799814" y="94739"/>
                  <a:pt x="804789" y="98170"/>
                  <a:pt x="810963" y="98170"/>
                </a:cubicBezTo>
                <a:cubicBezTo>
                  <a:pt x="815570" y="98170"/>
                  <a:pt x="819369" y="96277"/>
                  <a:pt x="822361" y="92491"/>
                </a:cubicBezTo>
                <a:cubicBezTo>
                  <a:pt x="825354" y="88704"/>
                  <a:pt x="826850" y="82198"/>
                  <a:pt x="826850" y="72971"/>
                </a:cubicBezTo>
                <a:cubicBezTo>
                  <a:pt x="826850" y="61424"/>
                  <a:pt x="824356" y="52338"/>
                  <a:pt x="819369" y="45712"/>
                </a:cubicBezTo>
                <a:cubicBezTo>
                  <a:pt x="815997" y="41169"/>
                  <a:pt x="811699" y="38898"/>
                  <a:pt x="806475" y="38898"/>
                </a:cubicBezTo>
                <a:close/>
                <a:moveTo>
                  <a:pt x="868739" y="47945"/>
                </a:moveTo>
                <a:cubicBezTo>
                  <a:pt x="876385" y="38779"/>
                  <a:pt x="883676" y="34196"/>
                  <a:pt x="890610" y="34196"/>
                </a:cubicBezTo>
                <a:cubicBezTo>
                  <a:pt x="894172" y="34196"/>
                  <a:pt x="897235" y="35084"/>
                  <a:pt x="899800" y="36860"/>
                </a:cubicBezTo>
                <a:cubicBezTo>
                  <a:pt x="902365" y="38636"/>
                  <a:pt x="904407" y="41560"/>
                  <a:pt x="905927" y="45634"/>
                </a:cubicBezTo>
                <a:cubicBezTo>
                  <a:pt x="906971" y="48476"/>
                  <a:pt x="907494" y="52834"/>
                  <a:pt x="907494" y="58707"/>
                </a:cubicBezTo>
                <a:lnTo>
                  <a:pt x="907494" y="86486"/>
                </a:lnTo>
                <a:cubicBezTo>
                  <a:pt x="907494" y="90642"/>
                  <a:pt x="907826" y="93461"/>
                  <a:pt x="908491" y="94942"/>
                </a:cubicBezTo>
                <a:cubicBezTo>
                  <a:pt x="909014" y="96137"/>
                  <a:pt x="909857" y="97069"/>
                  <a:pt x="911020" y="97738"/>
                </a:cubicBezTo>
                <a:cubicBezTo>
                  <a:pt x="912184" y="98406"/>
                  <a:pt x="914333" y="98740"/>
                  <a:pt x="917468" y="98740"/>
                </a:cubicBezTo>
                <a:lnTo>
                  <a:pt x="917468" y="101304"/>
                </a:lnTo>
                <a:lnTo>
                  <a:pt x="885196" y="101304"/>
                </a:lnTo>
                <a:lnTo>
                  <a:pt x="885196" y="98740"/>
                </a:lnTo>
                <a:lnTo>
                  <a:pt x="886549" y="98740"/>
                </a:lnTo>
                <a:cubicBezTo>
                  <a:pt x="889589" y="98740"/>
                  <a:pt x="891714" y="98275"/>
                  <a:pt x="892925" y="97344"/>
                </a:cubicBezTo>
                <a:cubicBezTo>
                  <a:pt x="894136" y="96412"/>
                  <a:pt x="894979" y="95038"/>
                  <a:pt x="895454" y="93223"/>
                </a:cubicBezTo>
                <a:cubicBezTo>
                  <a:pt x="895644" y="92506"/>
                  <a:pt x="895739" y="90261"/>
                  <a:pt x="895739" y="86486"/>
                </a:cubicBezTo>
                <a:lnTo>
                  <a:pt x="895739" y="59816"/>
                </a:lnTo>
                <a:cubicBezTo>
                  <a:pt x="895739" y="53888"/>
                  <a:pt x="894967" y="49584"/>
                  <a:pt x="893424" y="46905"/>
                </a:cubicBezTo>
                <a:cubicBezTo>
                  <a:pt x="891880" y="44226"/>
                  <a:pt x="889280" y="42887"/>
                  <a:pt x="885623" y="42887"/>
                </a:cubicBezTo>
                <a:cubicBezTo>
                  <a:pt x="879971" y="42887"/>
                  <a:pt x="874343" y="45974"/>
                  <a:pt x="868739" y="52148"/>
                </a:cubicBezTo>
                <a:lnTo>
                  <a:pt x="868739" y="86486"/>
                </a:lnTo>
                <a:cubicBezTo>
                  <a:pt x="868739" y="90929"/>
                  <a:pt x="869000" y="93676"/>
                  <a:pt x="869523" y="94728"/>
                </a:cubicBezTo>
                <a:cubicBezTo>
                  <a:pt x="870187" y="96113"/>
                  <a:pt x="871102" y="97128"/>
                  <a:pt x="872265" y="97774"/>
                </a:cubicBezTo>
                <a:cubicBezTo>
                  <a:pt x="873429" y="98418"/>
                  <a:pt x="875792" y="98740"/>
                  <a:pt x="879354" y="98740"/>
                </a:cubicBezTo>
                <a:lnTo>
                  <a:pt x="879354" y="101304"/>
                </a:lnTo>
                <a:lnTo>
                  <a:pt x="847082" y="101304"/>
                </a:lnTo>
                <a:lnTo>
                  <a:pt x="847082" y="98740"/>
                </a:lnTo>
                <a:lnTo>
                  <a:pt x="848506" y="98740"/>
                </a:lnTo>
                <a:cubicBezTo>
                  <a:pt x="851831" y="98740"/>
                  <a:pt x="854075" y="97892"/>
                  <a:pt x="855239" y="96197"/>
                </a:cubicBezTo>
                <a:cubicBezTo>
                  <a:pt x="856402" y="94501"/>
                  <a:pt x="856984" y="91264"/>
                  <a:pt x="856984" y="86486"/>
                </a:cubicBezTo>
                <a:lnTo>
                  <a:pt x="856984" y="62407"/>
                </a:lnTo>
                <a:cubicBezTo>
                  <a:pt x="856984" y="54570"/>
                  <a:pt x="856806" y="49797"/>
                  <a:pt x="856450" y="48088"/>
                </a:cubicBezTo>
                <a:cubicBezTo>
                  <a:pt x="856094" y="46378"/>
                  <a:pt x="855547" y="45214"/>
                  <a:pt x="854811" y="44597"/>
                </a:cubicBezTo>
                <a:cubicBezTo>
                  <a:pt x="854075" y="43979"/>
                  <a:pt x="853090" y="43671"/>
                  <a:pt x="851855" y="43671"/>
                </a:cubicBezTo>
                <a:cubicBezTo>
                  <a:pt x="850525" y="43671"/>
                  <a:pt x="848934" y="44027"/>
                  <a:pt x="847082" y="44739"/>
                </a:cubicBezTo>
                <a:lnTo>
                  <a:pt x="846013" y="42175"/>
                </a:lnTo>
                <a:lnTo>
                  <a:pt x="865676" y="34196"/>
                </a:lnTo>
                <a:lnTo>
                  <a:pt x="868739" y="34196"/>
                </a:lnTo>
                <a:lnTo>
                  <a:pt x="868739" y="47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DADFA-9F3C-46F0-B879-C210197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409" y="637523"/>
            <a:ext cx="2228385" cy="1491247"/>
          </a:xfrm>
          <a:custGeom xmlns:a="http://schemas.openxmlformats.org/drawingml/2006/main">
            <a:pathLst>
              <a:path w="2228385" h="1491247">
                <a:moveTo>
                  <a:pt x="905220" y="19873"/>
                </a:moveTo>
                <a:lnTo>
                  <a:pt x="871531" y="12724"/>
                </a:lnTo>
                <a:lnTo>
                  <a:pt x="837721" y="7149"/>
                </a:lnTo>
                <a:lnTo>
                  <a:pt x="803911" y="3151"/>
                </a:lnTo>
                <a:lnTo>
                  <a:pt x="770225" y="849"/>
                </a:lnTo>
                <a:lnTo>
                  <a:pt x="736536" y="0"/>
                </a:lnTo>
                <a:lnTo>
                  <a:pt x="703090" y="728"/>
                </a:lnTo>
                <a:lnTo>
                  <a:pt x="669765" y="3031"/>
                </a:lnTo>
                <a:lnTo>
                  <a:pt x="636686" y="6787"/>
                </a:lnTo>
                <a:lnTo>
                  <a:pt x="603843" y="11998"/>
                </a:lnTo>
                <a:lnTo>
                  <a:pt x="571367" y="18663"/>
                </a:lnTo>
                <a:lnTo>
                  <a:pt x="539255" y="26781"/>
                </a:lnTo>
                <a:lnTo>
                  <a:pt x="507625" y="36356"/>
                </a:lnTo>
                <a:lnTo>
                  <a:pt x="476482" y="47262"/>
                </a:lnTo>
                <a:lnTo>
                  <a:pt x="445944" y="59621"/>
                </a:lnTo>
                <a:lnTo>
                  <a:pt x="415891" y="73194"/>
                </a:lnTo>
                <a:lnTo>
                  <a:pt x="386446" y="88221"/>
                </a:lnTo>
                <a:lnTo>
                  <a:pt x="357726" y="104457"/>
                </a:lnTo>
                <a:lnTo>
                  <a:pt x="329732" y="122030"/>
                </a:lnTo>
                <a:lnTo>
                  <a:pt x="302587" y="140813"/>
                </a:lnTo>
                <a:lnTo>
                  <a:pt x="276170" y="160927"/>
                </a:lnTo>
                <a:lnTo>
                  <a:pt x="250722" y="182134"/>
                </a:lnTo>
                <a:lnTo>
                  <a:pt x="226124" y="204553"/>
                </a:lnTo>
                <a:lnTo>
                  <a:pt x="202614" y="228183"/>
                </a:lnTo>
                <a:lnTo>
                  <a:pt x="180075" y="253025"/>
                </a:lnTo>
                <a:lnTo>
                  <a:pt x="158625" y="278957"/>
                </a:lnTo>
                <a:lnTo>
                  <a:pt x="138267" y="305982"/>
                </a:lnTo>
                <a:lnTo>
                  <a:pt x="118999" y="333974"/>
                </a:lnTo>
                <a:lnTo>
                  <a:pt x="101065" y="363178"/>
                </a:lnTo>
                <a:lnTo>
                  <a:pt x="84464" y="393351"/>
                </a:lnTo>
                <a:lnTo>
                  <a:pt x="69073" y="424617"/>
                </a:lnTo>
                <a:lnTo>
                  <a:pt x="55137" y="456729"/>
                </a:lnTo>
                <a:lnTo>
                  <a:pt x="42536" y="489934"/>
                </a:lnTo>
                <a:lnTo>
                  <a:pt x="34658" y="513079"/>
                </a:lnTo>
                <a:lnTo>
                  <a:pt x="27750" y="536224"/>
                </a:lnTo>
                <a:lnTo>
                  <a:pt x="21450" y="559492"/>
                </a:lnTo>
                <a:lnTo>
                  <a:pt x="16119" y="582757"/>
                </a:lnTo>
                <a:lnTo>
                  <a:pt x="11513" y="606146"/>
                </a:lnTo>
                <a:lnTo>
                  <a:pt x="7634" y="629411"/>
                </a:lnTo>
                <a:lnTo>
                  <a:pt x="4605" y="652800"/>
                </a:lnTo>
                <a:lnTo>
                  <a:pt x="2303" y="676188"/>
                </a:lnTo>
                <a:lnTo>
                  <a:pt x="849" y="699454"/>
                </a:lnTo>
                <a:lnTo>
                  <a:pt x="0" y="722722"/>
                </a:lnTo>
                <a:lnTo>
                  <a:pt x="0" y="745867"/>
                </a:lnTo>
                <a:lnTo>
                  <a:pt x="728" y="769012"/>
                </a:lnTo>
                <a:lnTo>
                  <a:pt x="2182" y="792036"/>
                </a:lnTo>
                <a:lnTo>
                  <a:pt x="4485" y="814940"/>
                </a:lnTo>
                <a:lnTo>
                  <a:pt x="7393" y="837721"/>
                </a:lnTo>
                <a:lnTo>
                  <a:pt x="10906" y="860381"/>
                </a:lnTo>
                <a:lnTo>
                  <a:pt x="15270" y="882921"/>
                </a:lnTo>
                <a:lnTo>
                  <a:pt x="20237" y="905217"/>
                </a:lnTo>
                <a:lnTo>
                  <a:pt x="26055" y="927273"/>
                </a:lnTo>
                <a:lnTo>
                  <a:pt x="32356" y="949207"/>
                </a:lnTo>
                <a:lnTo>
                  <a:pt x="39384" y="970898"/>
                </a:lnTo>
                <a:lnTo>
                  <a:pt x="47139" y="992348"/>
                </a:lnTo>
                <a:lnTo>
                  <a:pt x="55501" y="1013434"/>
                </a:lnTo>
                <a:lnTo>
                  <a:pt x="64591" y="1034397"/>
                </a:lnTo>
                <a:lnTo>
                  <a:pt x="74284" y="1054998"/>
                </a:lnTo>
                <a:lnTo>
                  <a:pt x="84584" y="1075356"/>
                </a:lnTo>
                <a:lnTo>
                  <a:pt x="95490" y="1095352"/>
                </a:lnTo>
                <a:lnTo>
                  <a:pt x="107004" y="1114981"/>
                </a:lnTo>
                <a:lnTo>
                  <a:pt x="119120" y="1134249"/>
                </a:lnTo>
                <a:lnTo>
                  <a:pt x="131967" y="1153276"/>
                </a:lnTo>
                <a:lnTo>
                  <a:pt x="145296" y="1171815"/>
                </a:lnTo>
                <a:lnTo>
                  <a:pt x="159232" y="1189873"/>
                </a:lnTo>
                <a:lnTo>
                  <a:pt x="182377" y="1214107"/>
                </a:lnTo>
                <a:lnTo>
                  <a:pt x="205522" y="1237011"/>
                </a:lnTo>
                <a:lnTo>
                  <a:pt x="228790" y="1258702"/>
                </a:lnTo>
                <a:lnTo>
                  <a:pt x="252056" y="1279304"/>
                </a:lnTo>
                <a:lnTo>
                  <a:pt x="275565" y="1298692"/>
                </a:lnTo>
                <a:lnTo>
                  <a:pt x="299195" y="1317111"/>
                </a:lnTo>
                <a:lnTo>
                  <a:pt x="323188" y="1334320"/>
                </a:lnTo>
                <a:lnTo>
                  <a:pt x="347426" y="1350557"/>
                </a:lnTo>
                <a:lnTo>
                  <a:pt x="371904" y="1365827"/>
                </a:lnTo>
                <a:lnTo>
                  <a:pt x="396867" y="1380004"/>
                </a:lnTo>
                <a:lnTo>
                  <a:pt x="422194" y="1393333"/>
                </a:lnTo>
                <a:lnTo>
                  <a:pt x="448006" y="1405693"/>
                </a:lnTo>
                <a:lnTo>
                  <a:pt x="474423" y="1417086"/>
                </a:lnTo>
                <a:lnTo>
                  <a:pt x="501324" y="1427748"/>
                </a:lnTo>
                <a:lnTo>
                  <a:pt x="528831" y="1437444"/>
                </a:lnTo>
                <a:lnTo>
                  <a:pt x="557066" y="1446290"/>
                </a:lnTo>
                <a:lnTo>
                  <a:pt x="593058" y="1456591"/>
                </a:lnTo>
                <a:lnTo>
                  <a:pt x="627593" y="1465315"/>
                </a:lnTo>
                <a:lnTo>
                  <a:pt x="660921" y="1472587"/>
                </a:lnTo>
                <a:lnTo>
                  <a:pt x="693154" y="1478644"/>
                </a:lnTo>
                <a:lnTo>
                  <a:pt x="724296" y="1483249"/>
                </a:lnTo>
                <a:lnTo>
                  <a:pt x="754350" y="1486885"/>
                </a:lnTo>
                <a:lnTo>
                  <a:pt x="783554" y="1489308"/>
                </a:lnTo>
                <a:lnTo>
                  <a:pt x="811909" y="1490762"/>
                </a:lnTo>
                <a:lnTo>
                  <a:pt x="835539" y="1491247"/>
                </a:lnTo>
                <a:lnTo>
                  <a:pt x="858563" y="1491006"/>
                </a:lnTo>
                <a:lnTo>
                  <a:pt x="881103" y="1490157"/>
                </a:lnTo>
                <a:lnTo>
                  <a:pt x="903158" y="1488703"/>
                </a:lnTo>
                <a:lnTo>
                  <a:pt x="924729" y="1486764"/>
                </a:lnTo>
                <a:lnTo>
                  <a:pt x="945935" y="1484341"/>
                </a:lnTo>
                <a:lnTo>
                  <a:pt x="987379" y="1478159"/>
                </a:lnTo>
                <a:lnTo>
                  <a:pt x="1027612" y="1470646"/>
                </a:lnTo>
                <a:lnTo>
                  <a:pt x="1067237" y="1462163"/>
                </a:lnTo>
                <a:lnTo>
                  <a:pt x="1145644" y="1443744"/>
                </a:lnTo>
                <a:lnTo>
                  <a:pt x="1174361" y="1436231"/>
                </a:lnTo>
                <a:lnTo>
                  <a:pt x="1202717" y="1429566"/>
                </a:lnTo>
                <a:lnTo>
                  <a:pt x="1230713" y="1423751"/>
                </a:lnTo>
                <a:lnTo>
                  <a:pt x="1258338" y="1418781"/>
                </a:lnTo>
                <a:lnTo>
                  <a:pt x="1285847" y="1414660"/>
                </a:lnTo>
                <a:lnTo>
                  <a:pt x="1313113" y="1411268"/>
                </a:lnTo>
                <a:lnTo>
                  <a:pt x="1340135" y="1408603"/>
                </a:lnTo>
                <a:lnTo>
                  <a:pt x="1367037" y="1406662"/>
                </a:lnTo>
                <a:lnTo>
                  <a:pt x="1393939" y="1405331"/>
                </a:lnTo>
                <a:lnTo>
                  <a:pt x="1420720" y="1404724"/>
                </a:lnTo>
                <a:lnTo>
                  <a:pt x="1447506" y="1404724"/>
                </a:lnTo>
                <a:lnTo>
                  <a:pt x="1474407" y="1405331"/>
                </a:lnTo>
                <a:lnTo>
                  <a:pt x="1501304" y="1406542"/>
                </a:lnTo>
                <a:lnTo>
                  <a:pt x="1528329" y="1408360"/>
                </a:lnTo>
                <a:lnTo>
                  <a:pt x="1583103" y="1413329"/>
                </a:lnTo>
                <a:lnTo>
                  <a:pt x="1657505" y="1421932"/>
                </a:lnTo>
                <a:lnTo>
                  <a:pt x="1732158" y="1430294"/>
                </a:lnTo>
                <a:lnTo>
                  <a:pt x="1769235" y="1433808"/>
                </a:lnTo>
                <a:lnTo>
                  <a:pt x="1805953" y="1436474"/>
                </a:lnTo>
                <a:lnTo>
                  <a:pt x="1842186" y="1438292"/>
                </a:lnTo>
                <a:lnTo>
                  <a:pt x="1877695" y="1438777"/>
                </a:lnTo>
                <a:lnTo>
                  <a:pt x="1900594" y="1438413"/>
                </a:lnTo>
                <a:lnTo>
                  <a:pt x="1923134" y="1437444"/>
                </a:lnTo>
                <a:lnTo>
                  <a:pt x="1945189" y="1435626"/>
                </a:lnTo>
                <a:lnTo>
                  <a:pt x="1966757" y="1433082"/>
                </a:lnTo>
                <a:lnTo>
                  <a:pt x="1987725" y="1429687"/>
                </a:lnTo>
                <a:lnTo>
                  <a:pt x="2008203" y="1425446"/>
                </a:lnTo>
                <a:lnTo>
                  <a:pt x="2028076" y="1420114"/>
                </a:lnTo>
                <a:lnTo>
                  <a:pt x="2047349" y="1413814"/>
                </a:lnTo>
                <a:lnTo>
                  <a:pt x="2065772" y="1406301"/>
                </a:lnTo>
                <a:lnTo>
                  <a:pt x="2083581" y="1397695"/>
                </a:lnTo>
                <a:lnTo>
                  <a:pt x="2100542" y="1387759"/>
                </a:lnTo>
                <a:lnTo>
                  <a:pt x="2116663" y="1376612"/>
                </a:lnTo>
                <a:lnTo>
                  <a:pt x="2132054" y="1364129"/>
                </a:lnTo>
                <a:lnTo>
                  <a:pt x="2146470" y="1350072"/>
                </a:lnTo>
                <a:lnTo>
                  <a:pt x="2159799" y="1334681"/>
                </a:lnTo>
                <a:lnTo>
                  <a:pt x="2172282" y="1317596"/>
                </a:lnTo>
                <a:lnTo>
                  <a:pt x="2180892" y="1304267"/>
                </a:lnTo>
                <a:lnTo>
                  <a:pt x="2188883" y="1290935"/>
                </a:lnTo>
                <a:lnTo>
                  <a:pt x="2196032" y="1277606"/>
                </a:lnTo>
                <a:lnTo>
                  <a:pt x="2202455" y="1264398"/>
                </a:lnTo>
                <a:lnTo>
                  <a:pt x="2208151" y="1251310"/>
                </a:lnTo>
                <a:lnTo>
                  <a:pt x="2213120" y="1238222"/>
                </a:lnTo>
                <a:lnTo>
                  <a:pt x="2217361" y="1225257"/>
                </a:lnTo>
                <a:lnTo>
                  <a:pt x="2220874" y="1212412"/>
                </a:lnTo>
                <a:lnTo>
                  <a:pt x="2223782" y="1199566"/>
                </a:lnTo>
                <a:lnTo>
                  <a:pt x="2225965" y="1186962"/>
                </a:lnTo>
                <a:lnTo>
                  <a:pt x="2227418" y="1174361"/>
                </a:lnTo>
                <a:lnTo>
                  <a:pt x="2228267" y="1161758"/>
                </a:lnTo>
                <a:lnTo>
                  <a:pt x="2228385" y="1149398"/>
                </a:lnTo>
                <a:lnTo>
                  <a:pt x="2227783" y="1137036"/>
                </a:lnTo>
                <a:lnTo>
                  <a:pt x="2226693" y="1124920"/>
                </a:lnTo>
                <a:lnTo>
                  <a:pt x="2224754" y="1112801"/>
                </a:lnTo>
                <a:lnTo>
                  <a:pt x="2222208" y="1100803"/>
                </a:lnTo>
                <a:lnTo>
                  <a:pt x="2219179" y="1088928"/>
                </a:lnTo>
                <a:lnTo>
                  <a:pt x="2215300" y="1077053"/>
                </a:lnTo>
                <a:lnTo>
                  <a:pt x="2210943" y="1065419"/>
                </a:lnTo>
                <a:lnTo>
                  <a:pt x="2205848" y="1053908"/>
                </a:lnTo>
                <a:lnTo>
                  <a:pt x="2200158" y="1042515"/>
                </a:lnTo>
                <a:lnTo>
                  <a:pt x="2193978" y="1031245"/>
                </a:lnTo>
                <a:lnTo>
                  <a:pt x="2187065" y="1020099"/>
                </a:lnTo>
                <a:lnTo>
                  <a:pt x="2179552" y="1009070"/>
                </a:lnTo>
                <a:lnTo>
                  <a:pt x="2171554" y="998164"/>
                </a:lnTo>
                <a:lnTo>
                  <a:pt x="2162830" y="987379"/>
                </a:lnTo>
                <a:lnTo>
                  <a:pt x="2153619" y="976837"/>
                </a:lnTo>
                <a:lnTo>
                  <a:pt x="2143803" y="966293"/>
                </a:lnTo>
                <a:lnTo>
                  <a:pt x="2133387" y="955992"/>
                </a:lnTo>
                <a:lnTo>
                  <a:pt x="2110842" y="935755"/>
                </a:lnTo>
                <a:lnTo>
                  <a:pt x="2095577" y="922185"/>
                </a:lnTo>
                <a:lnTo>
                  <a:pt x="2079579" y="908612"/>
                </a:lnTo>
                <a:lnTo>
                  <a:pt x="2062978" y="895404"/>
                </a:lnTo>
                <a:lnTo>
                  <a:pt x="2045890" y="882316"/>
                </a:lnTo>
                <a:lnTo>
                  <a:pt x="2010021" y="856504"/>
                </a:lnTo>
                <a:lnTo>
                  <a:pt x="1972696" y="831057"/>
                </a:lnTo>
                <a:lnTo>
                  <a:pt x="1934042" y="806094"/>
                </a:lnTo>
                <a:lnTo>
                  <a:pt x="1894658" y="781131"/>
                </a:lnTo>
                <a:lnTo>
                  <a:pt x="1815281" y="731325"/>
                </a:lnTo>
                <a:lnTo>
                  <a:pt x="1778202" y="707211"/>
                </a:lnTo>
                <a:lnTo>
                  <a:pt x="1742698" y="682732"/>
                </a:lnTo>
                <a:lnTo>
                  <a:pt x="1708644" y="657890"/>
                </a:lnTo>
                <a:lnTo>
                  <a:pt x="1675804" y="632319"/>
                </a:lnTo>
                <a:lnTo>
                  <a:pt x="1644299" y="605902"/>
                </a:lnTo>
                <a:lnTo>
                  <a:pt x="1614003" y="578273"/>
                </a:lnTo>
                <a:lnTo>
                  <a:pt x="1584678" y="549312"/>
                </a:lnTo>
                <a:lnTo>
                  <a:pt x="1556325" y="518654"/>
                </a:lnTo>
                <a:lnTo>
                  <a:pt x="1536811" y="496478"/>
                </a:lnTo>
                <a:lnTo>
                  <a:pt x="1518269" y="474300"/>
                </a:lnTo>
                <a:lnTo>
                  <a:pt x="1483247" y="430192"/>
                </a:lnTo>
                <a:lnTo>
                  <a:pt x="1449562" y="386687"/>
                </a:lnTo>
                <a:lnTo>
                  <a:pt x="1415753" y="343910"/>
                </a:lnTo>
                <a:lnTo>
                  <a:pt x="1389092" y="312041"/>
                </a:lnTo>
                <a:lnTo>
                  <a:pt x="1362557" y="281988"/>
                </a:lnTo>
                <a:lnTo>
                  <a:pt x="1336138" y="253874"/>
                </a:lnTo>
                <a:lnTo>
                  <a:pt x="1309480" y="227577"/>
                </a:lnTo>
                <a:lnTo>
                  <a:pt x="1282453" y="202856"/>
                </a:lnTo>
                <a:lnTo>
                  <a:pt x="1254948" y="179831"/>
                </a:lnTo>
                <a:lnTo>
                  <a:pt x="1226590" y="158384"/>
                </a:lnTo>
                <a:lnTo>
                  <a:pt x="1197260" y="138267"/>
                </a:lnTo>
                <a:lnTo>
                  <a:pt x="1166846" y="119605"/>
                </a:lnTo>
                <a:lnTo>
                  <a:pt x="1135098" y="102155"/>
                </a:lnTo>
                <a:lnTo>
                  <a:pt x="1101773" y="86038"/>
                </a:lnTo>
                <a:lnTo>
                  <a:pt x="1066753" y="70891"/>
                </a:lnTo>
                <a:lnTo>
                  <a:pt x="1029791" y="56834"/>
                </a:lnTo>
                <a:lnTo>
                  <a:pt x="990651" y="43626"/>
                </a:lnTo>
                <a:lnTo>
                  <a:pt x="949207" y="31386"/>
                </a:lnTo>
                <a:lnTo>
                  <a:pt x="905220" y="19873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553AA-22F0-42B7-9A01-D540D8E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732" y="337606"/>
            <a:ext cx="1461801" cy="2296007"/>
          </a:xfrm>
          <a:custGeom xmlns:a="http://schemas.openxmlformats.org/drawingml/2006/main">
            <a:pathLst>
              <a:path w="1461801" h="2296007">
                <a:moveTo>
                  <a:pt x="1459012" y="670614"/>
                </a:moveTo>
                <a:lnTo>
                  <a:pt x="1455376" y="635714"/>
                </a:lnTo>
                <a:lnTo>
                  <a:pt x="1450052" y="601299"/>
                </a:lnTo>
                <a:lnTo>
                  <a:pt x="1443134" y="567369"/>
                </a:lnTo>
                <a:lnTo>
                  <a:pt x="1434777" y="534044"/>
                </a:lnTo>
                <a:lnTo>
                  <a:pt x="1424836" y="501445"/>
                </a:lnTo>
                <a:lnTo>
                  <a:pt x="1413452" y="469333"/>
                </a:lnTo>
                <a:lnTo>
                  <a:pt x="1400601" y="438069"/>
                </a:lnTo>
                <a:lnTo>
                  <a:pt x="1386302" y="407532"/>
                </a:lnTo>
                <a:lnTo>
                  <a:pt x="1370675" y="377720"/>
                </a:lnTo>
                <a:lnTo>
                  <a:pt x="1353826" y="348759"/>
                </a:lnTo>
                <a:lnTo>
                  <a:pt x="1335651" y="320644"/>
                </a:lnTo>
                <a:lnTo>
                  <a:pt x="1316265" y="293499"/>
                </a:lnTo>
                <a:lnTo>
                  <a:pt x="1295661" y="267326"/>
                </a:lnTo>
                <a:lnTo>
                  <a:pt x="1273852" y="241999"/>
                </a:lnTo>
                <a:lnTo>
                  <a:pt x="1250948" y="217762"/>
                </a:lnTo>
                <a:lnTo>
                  <a:pt x="1227077" y="194617"/>
                </a:lnTo>
                <a:lnTo>
                  <a:pt x="1201989" y="172441"/>
                </a:lnTo>
                <a:lnTo>
                  <a:pt x="1176056" y="151599"/>
                </a:lnTo>
                <a:lnTo>
                  <a:pt x="1149152" y="131846"/>
                </a:lnTo>
                <a:lnTo>
                  <a:pt x="1121282" y="113184"/>
                </a:lnTo>
                <a:lnTo>
                  <a:pt x="1092569" y="95977"/>
                </a:lnTo>
                <a:lnTo>
                  <a:pt x="1062994" y="79981"/>
                </a:lnTo>
                <a:lnTo>
                  <a:pt x="1032579" y="65317"/>
                </a:lnTo>
                <a:lnTo>
                  <a:pt x="1001559" y="51988"/>
                </a:lnTo>
                <a:lnTo>
                  <a:pt x="969685" y="40113"/>
                </a:lnTo>
                <a:lnTo>
                  <a:pt x="937209" y="29691"/>
                </a:lnTo>
                <a:lnTo>
                  <a:pt x="904005" y="20845"/>
                </a:lnTo>
                <a:lnTo>
                  <a:pt x="870318" y="13452"/>
                </a:lnTo>
                <a:lnTo>
                  <a:pt x="836021" y="7636"/>
                </a:lnTo>
                <a:lnTo>
                  <a:pt x="801247" y="3395"/>
                </a:lnTo>
                <a:lnTo>
                  <a:pt x="765981" y="849"/>
                </a:lnTo>
                <a:lnTo>
                  <a:pt x="730235" y="0"/>
                </a:lnTo>
                <a:lnTo>
                  <a:pt x="706844" y="364"/>
                </a:lnTo>
                <a:lnTo>
                  <a:pt x="683579" y="1456"/>
                </a:lnTo>
                <a:lnTo>
                  <a:pt x="660554" y="3272"/>
                </a:lnTo>
                <a:lnTo>
                  <a:pt x="637655" y="5818"/>
                </a:lnTo>
                <a:lnTo>
                  <a:pt x="614993" y="9090"/>
                </a:lnTo>
                <a:lnTo>
                  <a:pt x="592571" y="12967"/>
                </a:lnTo>
                <a:lnTo>
                  <a:pt x="570395" y="17573"/>
                </a:lnTo>
                <a:lnTo>
                  <a:pt x="548465" y="22783"/>
                </a:lnTo>
                <a:lnTo>
                  <a:pt x="526890" y="28722"/>
                </a:lnTo>
                <a:lnTo>
                  <a:pt x="505443" y="35264"/>
                </a:lnTo>
                <a:lnTo>
                  <a:pt x="484357" y="42536"/>
                </a:lnTo>
                <a:lnTo>
                  <a:pt x="463517" y="50290"/>
                </a:lnTo>
                <a:lnTo>
                  <a:pt x="443034" y="58773"/>
                </a:lnTo>
                <a:lnTo>
                  <a:pt x="422797" y="67740"/>
                </a:lnTo>
                <a:lnTo>
                  <a:pt x="402929" y="77315"/>
                </a:lnTo>
                <a:lnTo>
                  <a:pt x="383417" y="87492"/>
                </a:lnTo>
                <a:lnTo>
                  <a:pt x="364147" y="98278"/>
                </a:lnTo>
                <a:lnTo>
                  <a:pt x="345364" y="109547"/>
                </a:lnTo>
                <a:lnTo>
                  <a:pt x="326945" y="121425"/>
                </a:lnTo>
                <a:lnTo>
                  <a:pt x="308888" y="133785"/>
                </a:lnTo>
                <a:lnTo>
                  <a:pt x="291197" y="146750"/>
                </a:lnTo>
                <a:lnTo>
                  <a:pt x="273867" y="160081"/>
                </a:lnTo>
                <a:lnTo>
                  <a:pt x="257023" y="174015"/>
                </a:lnTo>
                <a:lnTo>
                  <a:pt x="240663" y="188437"/>
                </a:lnTo>
                <a:lnTo>
                  <a:pt x="224667" y="203343"/>
                </a:lnTo>
                <a:lnTo>
                  <a:pt x="209156" y="218610"/>
                </a:lnTo>
                <a:lnTo>
                  <a:pt x="194009" y="234365"/>
                </a:lnTo>
                <a:lnTo>
                  <a:pt x="179467" y="250602"/>
                </a:lnTo>
                <a:lnTo>
                  <a:pt x="165289" y="267326"/>
                </a:lnTo>
                <a:lnTo>
                  <a:pt x="151717" y="284412"/>
                </a:lnTo>
                <a:lnTo>
                  <a:pt x="138508" y="301861"/>
                </a:lnTo>
                <a:lnTo>
                  <a:pt x="125905" y="319796"/>
                </a:lnTo>
                <a:lnTo>
                  <a:pt x="109545" y="345607"/>
                </a:lnTo>
                <a:lnTo>
                  <a:pt x="94277" y="371055"/>
                </a:lnTo>
                <a:lnTo>
                  <a:pt x="80220" y="396141"/>
                </a:lnTo>
                <a:lnTo>
                  <a:pt x="67255" y="421225"/>
                </a:lnTo>
                <a:lnTo>
                  <a:pt x="55621" y="446429"/>
                </a:lnTo>
                <a:lnTo>
                  <a:pt x="45077" y="471756"/>
                </a:lnTo>
                <a:lnTo>
                  <a:pt x="35748" y="497568"/>
                </a:lnTo>
                <a:lnTo>
                  <a:pt x="27386" y="523864"/>
                </a:lnTo>
                <a:lnTo>
                  <a:pt x="20237" y="550766"/>
                </a:lnTo>
                <a:lnTo>
                  <a:pt x="14298" y="578639"/>
                </a:lnTo>
                <a:lnTo>
                  <a:pt x="9329" y="607359"/>
                </a:lnTo>
                <a:lnTo>
                  <a:pt x="5331" y="637289"/>
                </a:lnTo>
                <a:lnTo>
                  <a:pt x="2544" y="668432"/>
                </a:lnTo>
                <a:lnTo>
                  <a:pt x="726" y="701031"/>
                </a:lnTo>
                <a:lnTo>
                  <a:pt x="0" y="735325"/>
                </a:lnTo>
                <a:lnTo>
                  <a:pt x="241" y="771194"/>
                </a:lnTo>
                <a:lnTo>
                  <a:pt x="1695" y="811063"/>
                </a:lnTo>
                <a:lnTo>
                  <a:pt x="4241" y="848991"/>
                </a:lnTo>
                <a:lnTo>
                  <a:pt x="7754" y="885103"/>
                </a:lnTo>
                <a:lnTo>
                  <a:pt x="12239" y="919518"/>
                </a:lnTo>
                <a:lnTo>
                  <a:pt x="17570" y="952359"/>
                </a:lnTo>
                <a:lnTo>
                  <a:pt x="23871" y="983622"/>
                </a:lnTo>
                <a:lnTo>
                  <a:pt x="30899" y="1013434"/>
                </a:lnTo>
                <a:lnTo>
                  <a:pt x="38777" y="1042033"/>
                </a:lnTo>
                <a:lnTo>
                  <a:pt x="45685" y="1064450"/>
                </a:lnTo>
                <a:lnTo>
                  <a:pt x="52954" y="1086020"/>
                </a:lnTo>
                <a:lnTo>
                  <a:pt x="60711" y="1106986"/>
                </a:lnTo>
                <a:lnTo>
                  <a:pt x="68830" y="1127223"/>
                </a:lnTo>
                <a:lnTo>
                  <a:pt x="77312" y="1146852"/>
                </a:lnTo>
                <a:lnTo>
                  <a:pt x="86036" y="1165999"/>
                </a:lnTo>
                <a:lnTo>
                  <a:pt x="104578" y="1202717"/>
                </a:lnTo>
                <a:lnTo>
                  <a:pt x="123969" y="1237860"/>
                </a:lnTo>
                <a:lnTo>
                  <a:pt x="144083" y="1271911"/>
                </a:lnTo>
                <a:lnTo>
                  <a:pt x="164805" y="1305115"/>
                </a:lnTo>
                <a:lnTo>
                  <a:pt x="185767" y="1337956"/>
                </a:lnTo>
                <a:lnTo>
                  <a:pt x="202612" y="1363280"/>
                </a:lnTo>
                <a:lnTo>
                  <a:pt x="218608" y="1388246"/>
                </a:lnTo>
                <a:lnTo>
                  <a:pt x="233757" y="1413086"/>
                </a:lnTo>
                <a:lnTo>
                  <a:pt x="248056" y="1437687"/>
                </a:lnTo>
                <a:lnTo>
                  <a:pt x="261505" y="1462286"/>
                </a:lnTo>
                <a:lnTo>
                  <a:pt x="274232" y="1486885"/>
                </a:lnTo>
                <a:lnTo>
                  <a:pt x="286227" y="1511486"/>
                </a:lnTo>
                <a:lnTo>
                  <a:pt x="297497" y="1536206"/>
                </a:lnTo>
                <a:lnTo>
                  <a:pt x="308039" y="1560928"/>
                </a:lnTo>
                <a:lnTo>
                  <a:pt x="317975" y="1586011"/>
                </a:lnTo>
                <a:lnTo>
                  <a:pt x="327430" y="1611338"/>
                </a:lnTo>
                <a:lnTo>
                  <a:pt x="336153" y="1636907"/>
                </a:lnTo>
                <a:lnTo>
                  <a:pt x="344395" y="1662839"/>
                </a:lnTo>
                <a:lnTo>
                  <a:pt x="352149" y="1689256"/>
                </a:lnTo>
                <a:lnTo>
                  <a:pt x="359542" y="1716160"/>
                </a:lnTo>
                <a:lnTo>
                  <a:pt x="366329" y="1743667"/>
                </a:lnTo>
                <a:lnTo>
                  <a:pt x="382684" y="1813953"/>
                </a:lnTo>
                <a:lnTo>
                  <a:pt x="399047" y="1884721"/>
                </a:lnTo>
                <a:lnTo>
                  <a:pt x="407532" y="1919864"/>
                </a:lnTo>
                <a:lnTo>
                  <a:pt x="416494" y="1954520"/>
                </a:lnTo>
                <a:lnTo>
                  <a:pt x="426076" y="1988694"/>
                </a:lnTo>
                <a:lnTo>
                  <a:pt x="436249" y="2021899"/>
                </a:lnTo>
                <a:lnTo>
                  <a:pt x="443275" y="2043105"/>
                </a:lnTo>
                <a:lnTo>
                  <a:pt x="450791" y="2063827"/>
                </a:lnTo>
                <a:lnTo>
                  <a:pt x="458545" y="2083941"/>
                </a:lnTo>
                <a:lnTo>
                  <a:pt x="466907" y="2103452"/>
                </a:lnTo>
                <a:lnTo>
                  <a:pt x="475756" y="2122356"/>
                </a:lnTo>
                <a:lnTo>
                  <a:pt x="485206" y="2140654"/>
                </a:lnTo>
                <a:lnTo>
                  <a:pt x="495147" y="2158104"/>
                </a:lnTo>
                <a:lnTo>
                  <a:pt x="505809" y="2174828"/>
                </a:lnTo>
                <a:lnTo>
                  <a:pt x="517077" y="2190580"/>
                </a:lnTo>
                <a:lnTo>
                  <a:pt x="528954" y="2205607"/>
                </a:lnTo>
                <a:lnTo>
                  <a:pt x="541676" y="2219544"/>
                </a:lnTo>
                <a:lnTo>
                  <a:pt x="555248" y="2232508"/>
                </a:lnTo>
                <a:lnTo>
                  <a:pt x="569546" y="2244507"/>
                </a:lnTo>
                <a:lnTo>
                  <a:pt x="584698" y="2255292"/>
                </a:lnTo>
                <a:lnTo>
                  <a:pt x="600810" y="2264985"/>
                </a:lnTo>
                <a:lnTo>
                  <a:pt x="617896" y="2273467"/>
                </a:lnTo>
                <a:lnTo>
                  <a:pt x="634258" y="2279285"/>
                </a:lnTo>
                <a:lnTo>
                  <a:pt x="650374" y="2284253"/>
                </a:lnTo>
                <a:lnTo>
                  <a:pt x="666127" y="2288253"/>
                </a:lnTo>
                <a:lnTo>
                  <a:pt x="681643" y="2291402"/>
                </a:lnTo>
                <a:lnTo>
                  <a:pt x="696787" y="2293704"/>
                </a:lnTo>
                <a:lnTo>
                  <a:pt x="711816" y="2295281"/>
                </a:lnTo>
                <a:lnTo>
                  <a:pt x="726356" y="2296007"/>
                </a:lnTo>
                <a:lnTo>
                  <a:pt x="740779" y="2295887"/>
                </a:lnTo>
                <a:lnTo>
                  <a:pt x="754832" y="2295038"/>
                </a:lnTo>
                <a:lnTo>
                  <a:pt x="768648" y="2293343"/>
                </a:lnTo>
                <a:lnTo>
                  <a:pt x="782097" y="2291040"/>
                </a:lnTo>
                <a:lnTo>
                  <a:pt x="795311" y="2288009"/>
                </a:lnTo>
                <a:lnTo>
                  <a:pt x="808150" y="2284253"/>
                </a:lnTo>
                <a:lnTo>
                  <a:pt x="820758" y="2279770"/>
                </a:lnTo>
                <a:lnTo>
                  <a:pt x="833118" y="2274680"/>
                </a:lnTo>
                <a:lnTo>
                  <a:pt x="845116" y="2268985"/>
                </a:lnTo>
                <a:lnTo>
                  <a:pt x="856866" y="2262562"/>
                </a:lnTo>
                <a:lnTo>
                  <a:pt x="868261" y="2255653"/>
                </a:lnTo>
                <a:lnTo>
                  <a:pt x="879403" y="2248140"/>
                </a:lnTo>
                <a:lnTo>
                  <a:pt x="890312" y="2240022"/>
                </a:lnTo>
                <a:lnTo>
                  <a:pt x="900856" y="2231298"/>
                </a:lnTo>
                <a:lnTo>
                  <a:pt x="911154" y="2222087"/>
                </a:lnTo>
                <a:lnTo>
                  <a:pt x="921093" y="2212392"/>
                </a:lnTo>
                <a:lnTo>
                  <a:pt x="930786" y="2202214"/>
                </a:lnTo>
                <a:lnTo>
                  <a:pt x="940115" y="2191550"/>
                </a:lnTo>
                <a:lnTo>
                  <a:pt x="949205" y="2180523"/>
                </a:lnTo>
                <a:lnTo>
                  <a:pt x="958051" y="2168889"/>
                </a:lnTo>
                <a:lnTo>
                  <a:pt x="966539" y="2156894"/>
                </a:lnTo>
                <a:lnTo>
                  <a:pt x="982527" y="2131808"/>
                </a:lnTo>
                <a:lnTo>
                  <a:pt x="997436" y="2105270"/>
                </a:lnTo>
                <a:lnTo>
                  <a:pt x="1005918" y="2085274"/>
                </a:lnTo>
                <a:lnTo>
                  <a:pt x="1013916" y="2064673"/>
                </a:lnTo>
                <a:lnTo>
                  <a:pt x="1021550" y="2043467"/>
                </a:lnTo>
                <a:lnTo>
                  <a:pt x="1028699" y="2021655"/>
                </a:lnTo>
                <a:lnTo>
                  <a:pt x="1042028" y="1976819"/>
                </a:lnTo>
                <a:lnTo>
                  <a:pt x="1054144" y="1930527"/>
                </a:lnTo>
                <a:lnTo>
                  <a:pt x="1065540" y="1883147"/>
                </a:lnTo>
                <a:lnTo>
                  <a:pt x="1076446" y="1835159"/>
                </a:lnTo>
                <a:lnTo>
                  <a:pt x="1098383" y="1738700"/>
                </a:lnTo>
                <a:lnTo>
                  <a:pt x="1108435" y="1697013"/>
                </a:lnTo>
                <a:lnTo>
                  <a:pt x="1119586" y="1656295"/>
                </a:lnTo>
                <a:lnTo>
                  <a:pt x="1131826" y="1616428"/>
                </a:lnTo>
                <a:lnTo>
                  <a:pt x="1145275" y="1577529"/>
                </a:lnTo>
                <a:lnTo>
                  <a:pt x="1159938" y="1539357"/>
                </a:lnTo>
                <a:lnTo>
                  <a:pt x="1175934" y="1502032"/>
                </a:lnTo>
                <a:lnTo>
                  <a:pt x="1193263" y="1465438"/>
                </a:lnTo>
                <a:lnTo>
                  <a:pt x="1212046" y="1429446"/>
                </a:lnTo>
                <a:lnTo>
                  <a:pt x="1226954" y="1403393"/>
                </a:lnTo>
                <a:lnTo>
                  <a:pt x="1241976" y="1378307"/>
                </a:lnTo>
                <a:lnTo>
                  <a:pt x="1272270" y="1329958"/>
                </a:lnTo>
                <a:lnTo>
                  <a:pt x="1302323" y="1282940"/>
                </a:lnTo>
                <a:lnTo>
                  <a:pt x="1331530" y="1235678"/>
                </a:lnTo>
                <a:lnTo>
                  <a:pt x="1349344" y="1203322"/>
                </a:lnTo>
                <a:lnTo>
                  <a:pt x="1365945" y="1172302"/>
                </a:lnTo>
                <a:lnTo>
                  <a:pt x="1381092" y="1142370"/>
                </a:lnTo>
                <a:lnTo>
                  <a:pt x="1395033" y="1112922"/>
                </a:lnTo>
                <a:lnTo>
                  <a:pt x="1407752" y="1083718"/>
                </a:lnTo>
                <a:lnTo>
                  <a:pt x="1419022" y="1054513"/>
                </a:lnTo>
                <a:lnTo>
                  <a:pt x="1429079" y="1024704"/>
                </a:lnTo>
                <a:lnTo>
                  <a:pt x="1437808" y="993923"/>
                </a:lnTo>
                <a:lnTo>
                  <a:pt x="1445200" y="961931"/>
                </a:lnTo>
                <a:lnTo>
                  <a:pt x="1451260" y="928365"/>
                </a:lnTo>
                <a:lnTo>
                  <a:pt x="1455865" y="892737"/>
                </a:lnTo>
                <a:lnTo>
                  <a:pt x="1459255" y="854566"/>
                </a:lnTo>
                <a:lnTo>
                  <a:pt x="1461191" y="813727"/>
                </a:lnTo>
                <a:lnTo>
                  <a:pt x="1461801" y="769740"/>
                </a:lnTo>
                <a:lnTo>
                  <a:pt x="1461071" y="722117"/>
                </a:lnTo>
                <a:lnTo>
                  <a:pt x="1459012" y="670614"/>
                </a:lnTo>
                <a:close/>
              </a:path>
            </a:pathLst>
          </a:custGeom>
          <a:solidFill xmlns:a="http://schemas.openxmlformats.org/drawingml/2006/main">
            <a:srgbClr val="FFB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7F927-2CD8-4692-B3F2-B185385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485" y="990649"/>
            <a:ext cx="2240627" cy="1476584"/>
          </a:xfrm>
          <a:custGeom xmlns:a="http://schemas.openxmlformats.org/drawingml/2006/main">
            <a:pathLst>
              <a:path w="2240627" h="1476584">
                <a:moveTo>
                  <a:pt x="1781838" y="1406178"/>
                </a:moveTo>
                <a:lnTo>
                  <a:pt x="1814076" y="1392364"/>
                </a:lnTo>
                <a:lnTo>
                  <a:pt x="1845337" y="1377215"/>
                </a:lnTo>
                <a:lnTo>
                  <a:pt x="1875631" y="1360614"/>
                </a:lnTo>
                <a:lnTo>
                  <a:pt x="1904835" y="1342800"/>
                </a:lnTo>
                <a:lnTo>
                  <a:pt x="1933070" y="1323652"/>
                </a:lnTo>
                <a:lnTo>
                  <a:pt x="1960336" y="1303415"/>
                </a:lnTo>
                <a:lnTo>
                  <a:pt x="1986389" y="1281968"/>
                </a:lnTo>
                <a:lnTo>
                  <a:pt x="2011357" y="1259428"/>
                </a:lnTo>
                <a:lnTo>
                  <a:pt x="2035105" y="1235798"/>
                </a:lnTo>
                <a:lnTo>
                  <a:pt x="2057765" y="1211197"/>
                </a:lnTo>
                <a:lnTo>
                  <a:pt x="2079220" y="1185629"/>
                </a:lnTo>
                <a:lnTo>
                  <a:pt x="2099452" y="1159212"/>
                </a:lnTo>
                <a:lnTo>
                  <a:pt x="2118474" y="1131946"/>
                </a:lnTo>
                <a:lnTo>
                  <a:pt x="2136290" y="1103711"/>
                </a:lnTo>
                <a:lnTo>
                  <a:pt x="2152650" y="1074871"/>
                </a:lnTo>
                <a:lnTo>
                  <a:pt x="2167797" y="1045303"/>
                </a:lnTo>
                <a:lnTo>
                  <a:pt x="2181613" y="1015006"/>
                </a:lnTo>
                <a:lnTo>
                  <a:pt x="2193973" y="984107"/>
                </a:lnTo>
                <a:lnTo>
                  <a:pt x="2205004" y="952720"/>
                </a:lnTo>
                <a:lnTo>
                  <a:pt x="2214574" y="920849"/>
                </a:lnTo>
                <a:lnTo>
                  <a:pt x="2222690" y="888373"/>
                </a:lnTo>
                <a:lnTo>
                  <a:pt x="2229362" y="855533"/>
                </a:lnTo>
                <a:lnTo>
                  <a:pt x="2234447" y="822331"/>
                </a:lnTo>
                <a:lnTo>
                  <a:pt x="2238083" y="788885"/>
                </a:lnTo>
                <a:lnTo>
                  <a:pt x="2240142" y="755075"/>
                </a:lnTo>
                <a:lnTo>
                  <a:pt x="2240627" y="721145"/>
                </a:lnTo>
                <a:lnTo>
                  <a:pt x="2239535" y="686971"/>
                </a:lnTo>
                <a:lnTo>
                  <a:pt x="2236875" y="652677"/>
                </a:lnTo>
                <a:lnTo>
                  <a:pt x="2232388" y="618383"/>
                </a:lnTo>
                <a:lnTo>
                  <a:pt x="2226329" y="583968"/>
                </a:lnTo>
                <a:lnTo>
                  <a:pt x="2218577" y="549673"/>
                </a:lnTo>
                <a:lnTo>
                  <a:pt x="2209120" y="515379"/>
                </a:lnTo>
                <a:lnTo>
                  <a:pt x="2201366" y="491629"/>
                </a:lnTo>
                <a:lnTo>
                  <a:pt x="2193006" y="468240"/>
                </a:lnTo>
                <a:lnTo>
                  <a:pt x="2183916" y="445216"/>
                </a:lnTo>
                <a:lnTo>
                  <a:pt x="2174097" y="422797"/>
                </a:lnTo>
                <a:lnTo>
                  <a:pt x="2163556" y="400744"/>
                </a:lnTo>
                <a:lnTo>
                  <a:pt x="2152409" y="379294"/>
                </a:lnTo>
                <a:lnTo>
                  <a:pt x="2140531" y="358208"/>
                </a:lnTo>
                <a:lnTo>
                  <a:pt x="2128051" y="337730"/>
                </a:lnTo>
                <a:lnTo>
                  <a:pt x="2114963" y="317614"/>
                </a:lnTo>
                <a:lnTo>
                  <a:pt x="2101270" y="298102"/>
                </a:lnTo>
                <a:lnTo>
                  <a:pt x="2086972" y="279199"/>
                </a:lnTo>
                <a:lnTo>
                  <a:pt x="2072193" y="260659"/>
                </a:lnTo>
                <a:lnTo>
                  <a:pt x="2056796" y="242845"/>
                </a:lnTo>
                <a:lnTo>
                  <a:pt x="2040800" y="225395"/>
                </a:lnTo>
                <a:lnTo>
                  <a:pt x="2024319" y="208671"/>
                </a:lnTo>
                <a:lnTo>
                  <a:pt x="2007354" y="192434"/>
                </a:lnTo>
                <a:lnTo>
                  <a:pt x="1989904" y="176680"/>
                </a:lnTo>
                <a:lnTo>
                  <a:pt x="1971970" y="161653"/>
                </a:lnTo>
                <a:lnTo>
                  <a:pt x="1953672" y="147234"/>
                </a:lnTo>
                <a:lnTo>
                  <a:pt x="1934768" y="133298"/>
                </a:lnTo>
                <a:lnTo>
                  <a:pt x="1915625" y="120089"/>
                </a:lnTo>
                <a:lnTo>
                  <a:pt x="1895994" y="107486"/>
                </a:lnTo>
                <a:lnTo>
                  <a:pt x="1875995" y="95490"/>
                </a:lnTo>
                <a:lnTo>
                  <a:pt x="1855515" y="84097"/>
                </a:lnTo>
                <a:lnTo>
                  <a:pt x="1834793" y="73435"/>
                </a:lnTo>
                <a:lnTo>
                  <a:pt x="1813709" y="63376"/>
                </a:lnTo>
                <a:lnTo>
                  <a:pt x="1792380" y="54047"/>
                </a:lnTo>
                <a:lnTo>
                  <a:pt x="1770689" y="45321"/>
                </a:lnTo>
                <a:lnTo>
                  <a:pt x="1748754" y="37323"/>
                </a:lnTo>
                <a:lnTo>
                  <a:pt x="1726463" y="30053"/>
                </a:lnTo>
                <a:lnTo>
                  <a:pt x="1703918" y="23509"/>
                </a:lnTo>
                <a:lnTo>
                  <a:pt x="1681258" y="17570"/>
                </a:lnTo>
                <a:lnTo>
                  <a:pt x="1650356" y="12724"/>
                </a:lnTo>
                <a:lnTo>
                  <a:pt x="1620303" y="8603"/>
                </a:lnTo>
                <a:lnTo>
                  <a:pt x="1591220" y="5211"/>
                </a:lnTo>
                <a:lnTo>
                  <a:pt x="1562869" y="2664"/>
                </a:lnTo>
                <a:lnTo>
                  <a:pt x="1534993" y="849"/>
                </a:lnTo>
                <a:lnTo>
                  <a:pt x="1507725" y="0"/>
                </a:lnTo>
                <a:lnTo>
                  <a:pt x="1480828" y="121"/>
                </a:lnTo>
                <a:lnTo>
                  <a:pt x="1454049" y="1090"/>
                </a:lnTo>
                <a:lnTo>
                  <a:pt x="1427507" y="3149"/>
                </a:lnTo>
                <a:lnTo>
                  <a:pt x="1400967" y="6300"/>
                </a:lnTo>
                <a:lnTo>
                  <a:pt x="1374427" y="10542"/>
                </a:lnTo>
                <a:lnTo>
                  <a:pt x="1347646" y="15873"/>
                </a:lnTo>
                <a:lnTo>
                  <a:pt x="1320508" y="22417"/>
                </a:lnTo>
                <a:lnTo>
                  <a:pt x="1292874" y="30174"/>
                </a:lnTo>
                <a:lnTo>
                  <a:pt x="1264762" y="39261"/>
                </a:lnTo>
                <a:lnTo>
                  <a:pt x="1236049" y="49562"/>
                </a:lnTo>
                <a:lnTo>
                  <a:pt x="1200171" y="62770"/>
                </a:lnTo>
                <a:lnTo>
                  <a:pt x="1166364" y="76343"/>
                </a:lnTo>
                <a:lnTo>
                  <a:pt x="1134372" y="90400"/>
                </a:lnTo>
                <a:lnTo>
                  <a:pt x="1104075" y="104822"/>
                </a:lnTo>
                <a:lnTo>
                  <a:pt x="1075599" y="119484"/>
                </a:lnTo>
                <a:lnTo>
                  <a:pt x="1048695" y="134510"/>
                </a:lnTo>
                <a:lnTo>
                  <a:pt x="1023248" y="149899"/>
                </a:lnTo>
                <a:lnTo>
                  <a:pt x="999259" y="165533"/>
                </a:lnTo>
                <a:lnTo>
                  <a:pt x="980109" y="178862"/>
                </a:lnTo>
                <a:lnTo>
                  <a:pt x="961931" y="192434"/>
                </a:lnTo>
                <a:lnTo>
                  <a:pt x="944481" y="206007"/>
                </a:lnTo>
                <a:lnTo>
                  <a:pt x="927757" y="219941"/>
                </a:lnTo>
                <a:lnTo>
                  <a:pt x="911641" y="233878"/>
                </a:lnTo>
                <a:lnTo>
                  <a:pt x="896255" y="247935"/>
                </a:lnTo>
                <a:lnTo>
                  <a:pt x="866805" y="276534"/>
                </a:lnTo>
                <a:lnTo>
                  <a:pt x="839055" y="305616"/>
                </a:lnTo>
                <a:lnTo>
                  <a:pt x="812515" y="334943"/>
                </a:lnTo>
                <a:lnTo>
                  <a:pt x="761135" y="394200"/>
                </a:lnTo>
                <a:lnTo>
                  <a:pt x="741382" y="418071"/>
                </a:lnTo>
                <a:lnTo>
                  <a:pt x="721389" y="440854"/>
                </a:lnTo>
                <a:lnTo>
                  <a:pt x="701029" y="462786"/>
                </a:lnTo>
                <a:lnTo>
                  <a:pt x="680550" y="483631"/>
                </a:lnTo>
                <a:lnTo>
                  <a:pt x="659583" y="503748"/>
                </a:lnTo>
                <a:lnTo>
                  <a:pt x="638499" y="523136"/>
                </a:lnTo>
                <a:lnTo>
                  <a:pt x="617049" y="541676"/>
                </a:lnTo>
                <a:lnTo>
                  <a:pt x="595238" y="559489"/>
                </a:lnTo>
                <a:lnTo>
                  <a:pt x="573062" y="576819"/>
                </a:lnTo>
                <a:lnTo>
                  <a:pt x="550522" y="593420"/>
                </a:lnTo>
                <a:lnTo>
                  <a:pt x="527741" y="609659"/>
                </a:lnTo>
                <a:lnTo>
                  <a:pt x="504596" y="625411"/>
                </a:lnTo>
                <a:lnTo>
                  <a:pt x="480967" y="640681"/>
                </a:lnTo>
                <a:lnTo>
                  <a:pt x="457094" y="655708"/>
                </a:lnTo>
                <a:lnTo>
                  <a:pt x="408014" y="684912"/>
                </a:lnTo>
                <a:lnTo>
                  <a:pt x="347303" y="719568"/>
                </a:lnTo>
                <a:lnTo>
                  <a:pt x="286835" y="754832"/>
                </a:lnTo>
                <a:lnTo>
                  <a:pt x="257146" y="772889"/>
                </a:lnTo>
                <a:lnTo>
                  <a:pt x="228183" y="791188"/>
                </a:lnTo>
                <a:lnTo>
                  <a:pt x="199948" y="809848"/>
                </a:lnTo>
                <a:lnTo>
                  <a:pt x="172803" y="828995"/>
                </a:lnTo>
                <a:lnTo>
                  <a:pt x="154627" y="842568"/>
                </a:lnTo>
                <a:lnTo>
                  <a:pt x="137054" y="856502"/>
                </a:lnTo>
                <a:lnTo>
                  <a:pt x="120333" y="870803"/>
                </a:lnTo>
                <a:lnTo>
                  <a:pt x="104337" y="885344"/>
                </a:lnTo>
                <a:lnTo>
                  <a:pt x="89310" y="900248"/>
                </a:lnTo>
                <a:lnTo>
                  <a:pt x="75133" y="915398"/>
                </a:lnTo>
                <a:lnTo>
                  <a:pt x="61924" y="931029"/>
                </a:lnTo>
                <a:lnTo>
                  <a:pt x="49926" y="947146"/>
                </a:lnTo>
                <a:lnTo>
                  <a:pt x="39020" y="963626"/>
                </a:lnTo>
                <a:lnTo>
                  <a:pt x="29204" y="980591"/>
                </a:lnTo>
                <a:lnTo>
                  <a:pt x="20842" y="998041"/>
                </a:lnTo>
                <a:lnTo>
                  <a:pt x="13696" y="1015855"/>
                </a:lnTo>
                <a:lnTo>
                  <a:pt x="7998" y="1034397"/>
                </a:lnTo>
                <a:lnTo>
                  <a:pt x="3757" y="1053421"/>
                </a:lnTo>
                <a:lnTo>
                  <a:pt x="1090" y="1073053"/>
                </a:lnTo>
                <a:lnTo>
                  <a:pt x="0" y="1093170"/>
                </a:lnTo>
                <a:lnTo>
                  <a:pt x="244" y="1107709"/>
                </a:lnTo>
                <a:lnTo>
                  <a:pt x="969" y="1122010"/>
                </a:lnTo>
                <a:lnTo>
                  <a:pt x="2423" y="1135944"/>
                </a:lnTo>
                <a:lnTo>
                  <a:pt x="4485" y="1149640"/>
                </a:lnTo>
                <a:lnTo>
                  <a:pt x="7029" y="1162969"/>
                </a:lnTo>
                <a:lnTo>
                  <a:pt x="10180" y="1175934"/>
                </a:lnTo>
                <a:lnTo>
                  <a:pt x="14057" y="1188537"/>
                </a:lnTo>
                <a:lnTo>
                  <a:pt x="18298" y="1200899"/>
                </a:lnTo>
                <a:lnTo>
                  <a:pt x="23268" y="1212895"/>
                </a:lnTo>
                <a:lnTo>
                  <a:pt x="28720" y="1224529"/>
                </a:lnTo>
                <a:lnTo>
                  <a:pt x="34658" y="1235798"/>
                </a:lnTo>
                <a:lnTo>
                  <a:pt x="41202" y="1246704"/>
                </a:lnTo>
                <a:lnTo>
                  <a:pt x="48231" y="1257246"/>
                </a:lnTo>
                <a:lnTo>
                  <a:pt x="55744" y="1267426"/>
                </a:lnTo>
                <a:lnTo>
                  <a:pt x="63742" y="1277121"/>
                </a:lnTo>
                <a:lnTo>
                  <a:pt x="72345" y="1286573"/>
                </a:lnTo>
                <a:lnTo>
                  <a:pt x="81433" y="1295540"/>
                </a:lnTo>
                <a:lnTo>
                  <a:pt x="90885" y="1304144"/>
                </a:lnTo>
                <a:lnTo>
                  <a:pt x="100944" y="1312262"/>
                </a:lnTo>
                <a:lnTo>
                  <a:pt x="111365" y="1320139"/>
                </a:lnTo>
                <a:lnTo>
                  <a:pt x="122271" y="1327409"/>
                </a:lnTo>
                <a:lnTo>
                  <a:pt x="133662" y="1334317"/>
                </a:lnTo>
                <a:lnTo>
                  <a:pt x="145537" y="1340861"/>
                </a:lnTo>
                <a:lnTo>
                  <a:pt x="157778" y="1346920"/>
                </a:lnTo>
                <a:lnTo>
                  <a:pt x="170379" y="1352495"/>
                </a:lnTo>
                <a:lnTo>
                  <a:pt x="183467" y="1357706"/>
                </a:lnTo>
                <a:lnTo>
                  <a:pt x="196919" y="1362311"/>
                </a:lnTo>
                <a:lnTo>
                  <a:pt x="210853" y="1366552"/>
                </a:lnTo>
                <a:lnTo>
                  <a:pt x="225154" y="1370309"/>
                </a:lnTo>
                <a:lnTo>
                  <a:pt x="239696" y="1373581"/>
                </a:lnTo>
                <a:lnTo>
                  <a:pt x="254723" y="1376368"/>
                </a:lnTo>
                <a:lnTo>
                  <a:pt x="270111" y="1378669"/>
                </a:lnTo>
                <a:lnTo>
                  <a:pt x="292045" y="1381215"/>
                </a:lnTo>
                <a:lnTo>
                  <a:pt x="314465" y="1382910"/>
                </a:lnTo>
                <a:lnTo>
                  <a:pt x="337246" y="1384123"/>
                </a:lnTo>
                <a:lnTo>
                  <a:pt x="360634" y="1384607"/>
                </a:lnTo>
                <a:lnTo>
                  <a:pt x="408257" y="1384366"/>
                </a:lnTo>
                <a:lnTo>
                  <a:pt x="457214" y="1382548"/>
                </a:lnTo>
                <a:lnTo>
                  <a:pt x="507020" y="1379517"/>
                </a:lnTo>
                <a:lnTo>
                  <a:pt x="557430" y="1376004"/>
                </a:lnTo>
                <a:lnTo>
                  <a:pt x="658495" y="1368855"/>
                </a:lnTo>
                <a:lnTo>
                  <a:pt x="698726" y="1366914"/>
                </a:lnTo>
                <a:lnTo>
                  <a:pt x="738228" y="1365945"/>
                </a:lnTo>
                <a:lnTo>
                  <a:pt x="777130" y="1365945"/>
                </a:lnTo>
                <a:lnTo>
                  <a:pt x="815666" y="1367278"/>
                </a:lnTo>
                <a:lnTo>
                  <a:pt x="853596" y="1369701"/>
                </a:lnTo>
                <a:lnTo>
                  <a:pt x="891283" y="1373581"/>
                </a:lnTo>
                <a:lnTo>
                  <a:pt x="928727" y="1379033"/>
                </a:lnTo>
                <a:lnTo>
                  <a:pt x="965929" y="1385941"/>
                </a:lnTo>
                <a:lnTo>
                  <a:pt x="999861" y="1393210"/>
                </a:lnTo>
                <a:lnTo>
                  <a:pt x="1032699" y="1401208"/>
                </a:lnTo>
                <a:lnTo>
                  <a:pt x="1064570" y="1409691"/>
                </a:lnTo>
                <a:lnTo>
                  <a:pt x="1095957" y="1418417"/>
                </a:lnTo>
                <a:lnTo>
                  <a:pt x="1157758" y="1435867"/>
                </a:lnTo>
                <a:lnTo>
                  <a:pt x="1188542" y="1444349"/>
                </a:lnTo>
                <a:lnTo>
                  <a:pt x="1219682" y="1452227"/>
                </a:lnTo>
                <a:lnTo>
                  <a:pt x="1265733" y="1459981"/>
                </a:lnTo>
                <a:lnTo>
                  <a:pt x="1309234" y="1466284"/>
                </a:lnTo>
                <a:lnTo>
                  <a:pt x="1350190" y="1471010"/>
                </a:lnTo>
                <a:lnTo>
                  <a:pt x="1389092" y="1474402"/>
                </a:lnTo>
                <a:lnTo>
                  <a:pt x="1426053" y="1476220"/>
                </a:lnTo>
                <a:lnTo>
                  <a:pt x="1461319" y="1476584"/>
                </a:lnTo>
                <a:lnTo>
                  <a:pt x="1495247" y="1475613"/>
                </a:lnTo>
                <a:lnTo>
                  <a:pt x="1528090" y="1473189"/>
                </a:lnTo>
                <a:lnTo>
                  <a:pt x="1560077" y="1469312"/>
                </a:lnTo>
                <a:lnTo>
                  <a:pt x="1591461" y="1464222"/>
                </a:lnTo>
                <a:lnTo>
                  <a:pt x="1622485" y="1457678"/>
                </a:lnTo>
                <a:lnTo>
                  <a:pt x="1653387" y="1449924"/>
                </a:lnTo>
                <a:lnTo>
                  <a:pt x="1684651" y="1440836"/>
                </a:lnTo>
                <a:lnTo>
                  <a:pt x="1716158" y="1430536"/>
                </a:lnTo>
                <a:lnTo>
                  <a:pt x="1748513" y="1418902"/>
                </a:lnTo>
                <a:lnTo>
                  <a:pt x="1781838" y="1406178"/>
                </a:lnTo>
                <a:close/>
              </a:path>
            </a:pathLst>
          </a:custGeom>
          <a:solidFill xmlns:a="http://schemas.openxmlformats.org/drawingml/2006/main">
            <a:srgbClr val="7FFF00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D6EDB-ABA3-4053-8F19-389FF47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236" y="1096196"/>
            <a:ext cx="1750575" cy="2059219"/>
          </a:xfrm>
          <a:custGeom xmlns:a="http://schemas.openxmlformats.org/drawingml/2006/main">
            <a:pathLst>
              <a:path w="1750575" h="2059219">
                <a:moveTo>
                  <a:pt x="462181" y="1801347"/>
                </a:moveTo>
                <a:lnTo>
                  <a:pt x="485326" y="1827403"/>
                </a:lnTo>
                <a:lnTo>
                  <a:pt x="509443" y="1852243"/>
                </a:lnTo>
                <a:lnTo>
                  <a:pt x="534647" y="1875631"/>
                </a:lnTo>
                <a:lnTo>
                  <a:pt x="560702" y="1897686"/>
                </a:lnTo>
                <a:lnTo>
                  <a:pt x="587604" y="1918408"/>
                </a:lnTo>
                <a:lnTo>
                  <a:pt x="615354" y="1937676"/>
                </a:lnTo>
                <a:lnTo>
                  <a:pt x="643830" y="1955610"/>
                </a:lnTo>
                <a:lnTo>
                  <a:pt x="673035" y="1972214"/>
                </a:lnTo>
                <a:lnTo>
                  <a:pt x="702847" y="1987238"/>
                </a:lnTo>
                <a:lnTo>
                  <a:pt x="733261" y="2001054"/>
                </a:lnTo>
                <a:lnTo>
                  <a:pt x="764284" y="2013293"/>
                </a:lnTo>
                <a:lnTo>
                  <a:pt x="795670" y="2024199"/>
                </a:lnTo>
                <a:lnTo>
                  <a:pt x="827539" y="2033651"/>
                </a:lnTo>
                <a:lnTo>
                  <a:pt x="859779" y="2041528"/>
                </a:lnTo>
                <a:lnTo>
                  <a:pt x="892250" y="2048072"/>
                </a:lnTo>
                <a:lnTo>
                  <a:pt x="925095" y="2053039"/>
                </a:lnTo>
                <a:lnTo>
                  <a:pt x="958051" y="2056675"/>
                </a:lnTo>
                <a:lnTo>
                  <a:pt x="991253" y="2058734"/>
                </a:lnTo>
                <a:lnTo>
                  <a:pt x="1024458" y="2059219"/>
                </a:lnTo>
                <a:lnTo>
                  <a:pt x="1057783" y="2058250"/>
                </a:lnTo>
                <a:lnTo>
                  <a:pt x="1090987" y="2055826"/>
                </a:lnTo>
                <a:lnTo>
                  <a:pt x="1124189" y="2051706"/>
                </a:lnTo>
                <a:lnTo>
                  <a:pt x="1157273" y="2046254"/>
                </a:lnTo>
                <a:lnTo>
                  <a:pt x="1190234" y="2039105"/>
                </a:lnTo>
                <a:lnTo>
                  <a:pt x="1222831" y="2030379"/>
                </a:lnTo>
                <a:lnTo>
                  <a:pt x="1255189" y="2020201"/>
                </a:lnTo>
                <a:lnTo>
                  <a:pt x="1287299" y="2008324"/>
                </a:lnTo>
                <a:lnTo>
                  <a:pt x="1318931" y="1994874"/>
                </a:lnTo>
                <a:lnTo>
                  <a:pt x="1350072" y="1979847"/>
                </a:lnTo>
                <a:lnTo>
                  <a:pt x="1380730" y="1963244"/>
                </a:lnTo>
                <a:lnTo>
                  <a:pt x="1410904" y="1945068"/>
                </a:lnTo>
                <a:lnTo>
                  <a:pt x="1440475" y="1925072"/>
                </a:lnTo>
                <a:lnTo>
                  <a:pt x="1459742" y="1911138"/>
                </a:lnTo>
                <a:lnTo>
                  <a:pt x="1478523" y="1896596"/>
                </a:lnTo>
                <a:lnTo>
                  <a:pt x="1496699" y="1881570"/>
                </a:lnTo>
                <a:lnTo>
                  <a:pt x="1514274" y="1866059"/>
                </a:lnTo>
                <a:lnTo>
                  <a:pt x="1531239" y="1849942"/>
                </a:lnTo>
                <a:lnTo>
                  <a:pt x="1547591" y="1833582"/>
                </a:lnTo>
                <a:lnTo>
                  <a:pt x="1563349" y="1816617"/>
                </a:lnTo>
                <a:lnTo>
                  <a:pt x="1578496" y="1799288"/>
                </a:lnTo>
                <a:lnTo>
                  <a:pt x="1593042" y="1781595"/>
                </a:lnTo>
                <a:lnTo>
                  <a:pt x="1606974" y="1763540"/>
                </a:lnTo>
                <a:lnTo>
                  <a:pt x="1620180" y="1745000"/>
                </a:lnTo>
                <a:lnTo>
                  <a:pt x="1632907" y="1726217"/>
                </a:lnTo>
                <a:lnTo>
                  <a:pt x="1644902" y="1707070"/>
                </a:lnTo>
                <a:lnTo>
                  <a:pt x="1656293" y="1687558"/>
                </a:lnTo>
                <a:lnTo>
                  <a:pt x="1667078" y="1667685"/>
                </a:lnTo>
                <a:lnTo>
                  <a:pt x="1677137" y="1647692"/>
                </a:lnTo>
                <a:lnTo>
                  <a:pt x="1686710" y="1627332"/>
                </a:lnTo>
                <a:lnTo>
                  <a:pt x="1695556" y="1606610"/>
                </a:lnTo>
                <a:lnTo>
                  <a:pt x="1703675" y="1585768"/>
                </a:lnTo>
                <a:lnTo>
                  <a:pt x="1711309" y="1564803"/>
                </a:lnTo>
                <a:lnTo>
                  <a:pt x="1718217" y="1543476"/>
                </a:lnTo>
                <a:lnTo>
                  <a:pt x="1724394" y="1522028"/>
                </a:lnTo>
                <a:lnTo>
                  <a:pt x="1729971" y="1500335"/>
                </a:lnTo>
                <a:lnTo>
                  <a:pt x="1734941" y="1478523"/>
                </a:lnTo>
                <a:lnTo>
                  <a:pt x="1739182" y="1456588"/>
                </a:lnTo>
                <a:lnTo>
                  <a:pt x="1742693" y="1434536"/>
                </a:lnTo>
                <a:lnTo>
                  <a:pt x="1745603" y="1412358"/>
                </a:lnTo>
                <a:lnTo>
                  <a:pt x="1747906" y="1390182"/>
                </a:lnTo>
                <a:lnTo>
                  <a:pt x="1749485" y="1367886"/>
                </a:lnTo>
                <a:lnTo>
                  <a:pt x="1750329" y="1345466"/>
                </a:lnTo>
                <a:lnTo>
                  <a:pt x="1750575" y="1323050"/>
                </a:lnTo>
                <a:lnTo>
                  <a:pt x="1750088" y="1300630"/>
                </a:lnTo>
                <a:lnTo>
                  <a:pt x="1745603" y="1267670"/>
                </a:lnTo>
                <a:lnTo>
                  <a:pt x="1740515" y="1235678"/>
                </a:lnTo>
                <a:lnTo>
                  <a:pt x="1734697" y="1204412"/>
                </a:lnTo>
                <a:lnTo>
                  <a:pt x="1728153" y="1173997"/>
                </a:lnTo>
                <a:lnTo>
                  <a:pt x="1720884" y="1144185"/>
                </a:lnTo>
                <a:lnTo>
                  <a:pt x="1712767" y="1115225"/>
                </a:lnTo>
                <a:lnTo>
                  <a:pt x="1703918" y="1086990"/>
                </a:lnTo>
                <a:lnTo>
                  <a:pt x="1694221" y="1059360"/>
                </a:lnTo>
                <a:lnTo>
                  <a:pt x="1683681" y="1032338"/>
                </a:lnTo>
                <a:lnTo>
                  <a:pt x="1672168" y="1005918"/>
                </a:lnTo>
                <a:lnTo>
                  <a:pt x="1659811" y="980230"/>
                </a:lnTo>
                <a:lnTo>
                  <a:pt x="1646607" y="954902"/>
                </a:lnTo>
                <a:lnTo>
                  <a:pt x="1632296" y="930181"/>
                </a:lnTo>
                <a:lnTo>
                  <a:pt x="1617031" y="906066"/>
                </a:lnTo>
                <a:lnTo>
                  <a:pt x="1600794" y="882316"/>
                </a:lnTo>
                <a:lnTo>
                  <a:pt x="1583465" y="858928"/>
                </a:lnTo>
                <a:lnTo>
                  <a:pt x="1560318" y="829118"/>
                </a:lnTo>
                <a:lnTo>
                  <a:pt x="1537298" y="801245"/>
                </a:lnTo>
                <a:lnTo>
                  <a:pt x="1514394" y="775312"/>
                </a:lnTo>
                <a:lnTo>
                  <a:pt x="1491609" y="751198"/>
                </a:lnTo>
                <a:lnTo>
                  <a:pt x="1469069" y="728779"/>
                </a:lnTo>
                <a:lnTo>
                  <a:pt x="1446773" y="707937"/>
                </a:lnTo>
                <a:lnTo>
                  <a:pt x="1424597" y="688669"/>
                </a:lnTo>
                <a:lnTo>
                  <a:pt x="1402542" y="670855"/>
                </a:lnTo>
                <a:lnTo>
                  <a:pt x="1384364" y="657041"/>
                </a:lnTo>
                <a:lnTo>
                  <a:pt x="1366309" y="644074"/>
                </a:lnTo>
                <a:lnTo>
                  <a:pt x="1348254" y="631955"/>
                </a:lnTo>
                <a:lnTo>
                  <a:pt x="1330319" y="620565"/>
                </a:lnTo>
                <a:lnTo>
                  <a:pt x="1312380" y="609780"/>
                </a:lnTo>
                <a:lnTo>
                  <a:pt x="1294574" y="599602"/>
                </a:lnTo>
                <a:lnTo>
                  <a:pt x="1258943" y="580819"/>
                </a:lnTo>
                <a:lnTo>
                  <a:pt x="1223441" y="563974"/>
                </a:lnTo>
                <a:lnTo>
                  <a:pt x="1187932" y="548463"/>
                </a:lnTo>
                <a:lnTo>
                  <a:pt x="1152547" y="533801"/>
                </a:lnTo>
                <a:lnTo>
                  <a:pt x="1117040" y="519623"/>
                </a:lnTo>
                <a:lnTo>
                  <a:pt x="1088077" y="508715"/>
                </a:lnTo>
                <a:lnTo>
                  <a:pt x="1059967" y="497447"/>
                </a:lnTo>
                <a:lnTo>
                  <a:pt x="1032820" y="485813"/>
                </a:lnTo>
                <a:lnTo>
                  <a:pt x="1006403" y="473815"/>
                </a:lnTo>
                <a:lnTo>
                  <a:pt x="980835" y="461335"/>
                </a:lnTo>
                <a:lnTo>
                  <a:pt x="955879" y="448367"/>
                </a:lnTo>
                <a:lnTo>
                  <a:pt x="931396" y="434918"/>
                </a:lnTo>
                <a:lnTo>
                  <a:pt x="907641" y="420981"/>
                </a:lnTo>
                <a:lnTo>
                  <a:pt x="884257" y="406560"/>
                </a:lnTo>
                <a:lnTo>
                  <a:pt x="861353" y="391533"/>
                </a:lnTo>
                <a:lnTo>
                  <a:pt x="838811" y="376022"/>
                </a:lnTo>
                <a:lnTo>
                  <a:pt x="816635" y="359785"/>
                </a:lnTo>
                <a:lnTo>
                  <a:pt x="794580" y="343061"/>
                </a:lnTo>
                <a:lnTo>
                  <a:pt x="772766" y="325612"/>
                </a:lnTo>
                <a:lnTo>
                  <a:pt x="750957" y="307436"/>
                </a:lnTo>
                <a:lnTo>
                  <a:pt x="729384" y="288653"/>
                </a:lnTo>
                <a:lnTo>
                  <a:pt x="677519" y="242360"/>
                </a:lnTo>
                <a:lnTo>
                  <a:pt x="625532" y="195827"/>
                </a:lnTo>
                <a:lnTo>
                  <a:pt x="599481" y="173046"/>
                </a:lnTo>
                <a:lnTo>
                  <a:pt x="573301" y="150750"/>
                </a:lnTo>
                <a:lnTo>
                  <a:pt x="547007" y="129179"/>
                </a:lnTo>
                <a:lnTo>
                  <a:pt x="520590" y="108699"/>
                </a:lnTo>
                <a:lnTo>
                  <a:pt x="500473" y="93672"/>
                </a:lnTo>
                <a:lnTo>
                  <a:pt x="480236" y="79494"/>
                </a:lnTo>
                <a:lnTo>
                  <a:pt x="459881" y="66165"/>
                </a:lnTo>
                <a:lnTo>
                  <a:pt x="439641" y="53803"/>
                </a:lnTo>
                <a:lnTo>
                  <a:pt x="419284" y="42533"/>
                </a:lnTo>
                <a:lnTo>
                  <a:pt x="398803" y="32356"/>
                </a:lnTo>
                <a:lnTo>
                  <a:pt x="378325" y="23389"/>
                </a:lnTo>
                <a:lnTo>
                  <a:pt x="357724" y="15755"/>
                </a:lnTo>
                <a:lnTo>
                  <a:pt x="337123" y="9452"/>
                </a:lnTo>
                <a:lnTo>
                  <a:pt x="316401" y="4726"/>
                </a:lnTo>
                <a:lnTo>
                  <a:pt x="295679" y="1575"/>
                </a:lnTo>
                <a:lnTo>
                  <a:pt x="274837" y="0"/>
                </a:lnTo>
                <a:lnTo>
                  <a:pt x="253874" y="364"/>
                </a:lnTo>
                <a:lnTo>
                  <a:pt x="232909" y="2423"/>
                </a:lnTo>
                <a:lnTo>
                  <a:pt x="211823" y="6544"/>
                </a:lnTo>
                <a:lnTo>
                  <a:pt x="201279" y="9331"/>
                </a:lnTo>
                <a:lnTo>
                  <a:pt x="190737" y="12603"/>
                </a:lnTo>
                <a:lnTo>
                  <a:pt x="176439" y="18904"/>
                </a:lnTo>
                <a:lnTo>
                  <a:pt x="162745" y="25568"/>
                </a:lnTo>
                <a:lnTo>
                  <a:pt x="149535" y="32476"/>
                </a:lnTo>
                <a:lnTo>
                  <a:pt x="136934" y="39625"/>
                </a:lnTo>
                <a:lnTo>
                  <a:pt x="124936" y="47139"/>
                </a:lnTo>
                <a:lnTo>
                  <a:pt x="113302" y="54895"/>
                </a:lnTo>
                <a:lnTo>
                  <a:pt x="102398" y="63014"/>
                </a:lnTo>
                <a:lnTo>
                  <a:pt x="91975" y="71376"/>
                </a:lnTo>
                <a:lnTo>
                  <a:pt x="82038" y="80100"/>
                </a:lnTo>
                <a:lnTo>
                  <a:pt x="72707" y="89067"/>
                </a:lnTo>
                <a:lnTo>
                  <a:pt x="63983" y="98398"/>
                </a:lnTo>
                <a:lnTo>
                  <a:pt x="55742" y="107973"/>
                </a:lnTo>
                <a:lnTo>
                  <a:pt x="48108" y="117909"/>
                </a:lnTo>
                <a:lnTo>
                  <a:pt x="40959" y="128087"/>
                </a:lnTo>
                <a:lnTo>
                  <a:pt x="34415" y="138511"/>
                </a:lnTo>
                <a:lnTo>
                  <a:pt x="28476" y="149293"/>
                </a:lnTo>
                <a:lnTo>
                  <a:pt x="23024" y="160443"/>
                </a:lnTo>
                <a:lnTo>
                  <a:pt x="18176" y="171833"/>
                </a:lnTo>
                <a:lnTo>
                  <a:pt x="13934" y="183588"/>
                </a:lnTo>
                <a:lnTo>
                  <a:pt x="10178" y="195586"/>
                </a:lnTo>
                <a:lnTo>
                  <a:pt x="7029" y="207825"/>
                </a:lnTo>
                <a:lnTo>
                  <a:pt x="4482" y="220549"/>
                </a:lnTo>
                <a:lnTo>
                  <a:pt x="2544" y="233393"/>
                </a:lnTo>
                <a:lnTo>
                  <a:pt x="1090" y="246602"/>
                </a:lnTo>
                <a:lnTo>
                  <a:pt x="241" y="260174"/>
                </a:lnTo>
                <a:lnTo>
                  <a:pt x="0" y="273990"/>
                </a:lnTo>
                <a:lnTo>
                  <a:pt x="362" y="288168"/>
                </a:lnTo>
                <a:lnTo>
                  <a:pt x="1210" y="302587"/>
                </a:lnTo>
                <a:lnTo>
                  <a:pt x="2664" y="317372"/>
                </a:lnTo>
                <a:lnTo>
                  <a:pt x="4846" y="332399"/>
                </a:lnTo>
                <a:lnTo>
                  <a:pt x="7513" y="347787"/>
                </a:lnTo>
                <a:lnTo>
                  <a:pt x="10662" y="363421"/>
                </a:lnTo>
                <a:lnTo>
                  <a:pt x="15511" y="384748"/>
                </a:lnTo>
                <a:lnTo>
                  <a:pt x="20963" y="406198"/>
                </a:lnTo>
                <a:lnTo>
                  <a:pt x="27143" y="428010"/>
                </a:lnTo>
                <a:lnTo>
                  <a:pt x="33930" y="449944"/>
                </a:lnTo>
                <a:lnTo>
                  <a:pt x="49198" y="494537"/>
                </a:lnTo>
                <a:lnTo>
                  <a:pt x="66163" y="539616"/>
                </a:lnTo>
                <a:lnTo>
                  <a:pt x="84341" y="585301"/>
                </a:lnTo>
                <a:lnTo>
                  <a:pt x="103245" y="631229"/>
                </a:lnTo>
                <a:lnTo>
                  <a:pt x="141052" y="723448"/>
                </a:lnTo>
                <a:lnTo>
                  <a:pt x="156202" y="762224"/>
                </a:lnTo>
                <a:lnTo>
                  <a:pt x="170015" y="800760"/>
                </a:lnTo>
                <a:lnTo>
                  <a:pt x="182498" y="839296"/>
                </a:lnTo>
                <a:lnTo>
                  <a:pt x="193524" y="877590"/>
                </a:lnTo>
                <a:lnTo>
                  <a:pt x="203220" y="916003"/>
                </a:lnTo>
                <a:lnTo>
                  <a:pt x="211338" y="954538"/>
                </a:lnTo>
                <a:lnTo>
                  <a:pt x="218003" y="993194"/>
                </a:lnTo>
                <a:lnTo>
                  <a:pt x="223093" y="1032094"/>
                </a:lnTo>
                <a:lnTo>
                  <a:pt x="226001" y="1063722"/>
                </a:lnTo>
                <a:lnTo>
                  <a:pt x="228424" y="1094623"/>
                </a:lnTo>
                <a:lnTo>
                  <a:pt x="231696" y="1155094"/>
                </a:lnTo>
                <a:lnTo>
                  <a:pt x="234483" y="1214228"/>
                </a:lnTo>
                <a:lnTo>
                  <a:pt x="236181" y="1243676"/>
                </a:lnTo>
                <a:lnTo>
                  <a:pt x="238360" y="1273121"/>
                </a:lnTo>
                <a:lnTo>
                  <a:pt x="256174" y="1355526"/>
                </a:lnTo>
                <a:lnTo>
                  <a:pt x="264777" y="1393090"/>
                </a:lnTo>
                <a:lnTo>
                  <a:pt x="273383" y="1428718"/>
                </a:lnTo>
                <a:lnTo>
                  <a:pt x="282471" y="1462648"/>
                </a:lnTo>
                <a:lnTo>
                  <a:pt x="291922" y="1495124"/>
                </a:lnTo>
                <a:lnTo>
                  <a:pt x="302102" y="1526390"/>
                </a:lnTo>
                <a:lnTo>
                  <a:pt x="313252" y="1556684"/>
                </a:lnTo>
                <a:lnTo>
                  <a:pt x="325612" y="1586496"/>
                </a:lnTo>
                <a:lnTo>
                  <a:pt x="339305" y="1615941"/>
                </a:lnTo>
                <a:lnTo>
                  <a:pt x="354572" y="1645269"/>
                </a:lnTo>
                <a:lnTo>
                  <a:pt x="371537" y="1674958"/>
                </a:lnTo>
                <a:lnTo>
                  <a:pt x="390685" y="1705008"/>
                </a:lnTo>
                <a:lnTo>
                  <a:pt x="412012" y="1736031"/>
                </a:lnTo>
                <a:lnTo>
                  <a:pt x="435764" y="1768022"/>
                </a:lnTo>
                <a:lnTo>
                  <a:pt x="462181" y="1801347"/>
                </a:lnTo>
                <a:close/>
              </a:path>
            </a:pathLst>
          </a:custGeom>
          <a:solidFill xmlns:a="http://schemas.openxmlformats.org/drawingml/2006/main">
            <a:srgbClr val="00BF3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E8362-CAB3-45B6-B1C9-3CCBB555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376" y="928604"/>
            <a:ext cx="1803775" cy="2022381"/>
          </a:xfrm>
          <a:custGeom xmlns:a="http://schemas.openxmlformats.org/drawingml/2006/main">
            <a:pathLst>
              <a:path w="1803775" h="2022381">
                <a:moveTo>
                  <a:pt x="114273" y="898794"/>
                </a:moveTo>
                <a:lnTo>
                  <a:pt x="96462" y="928242"/>
                </a:lnTo>
                <a:lnTo>
                  <a:pt x="80102" y="958174"/>
                </a:lnTo>
                <a:lnTo>
                  <a:pt x="65319" y="988712"/>
                </a:lnTo>
                <a:lnTo>
                  <a:pt x="51988" y="1019734"/>
                </a:lnTo>
                <a:lnTo>
                  <a:pt x="40233" y="1051118"/>
                </a:lnTo>
                <a:lnTo>
                  <a:pt x="30053" y="1082869"/>
                </a:lnTo>
                <a:lnTo>
                  <a:pt x="21329" y="1114981"/>
                </a:lnTo>
                <a:lnTo>
                  <a:pt x="14057" y="1147337"/>
                </a:lnTo>
                <a:lnTo>
                  <a:pt x="8362" y="1179934"/>
                </a:lnTo>
                <a:lnTo>
                  <a:pt x="4121" y="1212653"/>
                </a:lnTo>
                <a:lnTo>
                  <a:pt x="1333" y="1245491"/>
                </a:lnTo>
                <a:lnTo>
                  <a:pt x="0" y="1278452"/>
                </a:lnTo>
                <a:lnTo>
                  <a:pt x="244" y="1311293"/>
                </a:lnTo>
                <a:lnTo>
                  <a:pt x="1941" y="1344133"/>
                </a:lnTo>
                <a:lnTo>
                  <a:pt x="4969" y="1376853"/>
                </a:lnTo>
                <a:lnTo>
                  <a:pt x="9575" y="1409329"/>
                </a:lnTo>
                <a:lnTo>
                  <a:pt x="15634" y="1441683"/>
                </a:lnTo>
                <a:lnTo>
                  <a:pt x="23147" y="1473797"/>
                </a:lnTo>
                <a:lnTo>
                  <a:pt x="31994" y="1505545"/>
                </a:lnTo>
                <a:lnTo>
                  <a:pt x="42292" y="1536932"/>
                </a:lnTo>
                <a:lnTo>
                  <a:pt x="54170" y="1567954"/>
                </a:lnTo>
                <a:lnTo>
                  <a:pt x="67255" y="1598371"/>
                </a:lnTo>
                <a:lnTo>
                  <a:pt x="81920" y="1628301"/>
                </a:lnTo>
                <a:lnTo>
                  <a:pt x="97916" y="1657628"/>
                </a:lnTo>
                <a:lnTo>
                  <a:pt x="115366" y="1686348"/>
                </a:lnTo>
                <a:lnTo>
                  <a:pt x="134149" y="1714460"/>
                </a:lnTo>
                <a:lnTo>
                  <a:pt x="154386" y="1741726"/>
                </a:lnTo>
                <a:lnTo>
                  <a:pt x="176077" y="1768143"/>
                </a:lnTo>
                <a:lnTo>
                  <a:pt x="198978" y="1793834"/>
                </a:lnTo>
                <a:lnTo>
                  <a:pt x="223459" y="1818556"/>
                </a:lnTo>
                <a:lnTo>
                  <a:pt x="249148" y="1842306"/>
                </a:lnTo>
                <a:lnTo>
                  <a:pt x="276293" y="1865089"/>
                </a:lnTo>
                <a:lnTo>
                  <a:pt x="296530" y="1880478"/>
                </a:lnTo>
                <a:lnTo>
                  <a:pt x="317252" y="1895019"/>
                </a:lnTo>
                <a:lnTo>
                  <a:pt x="338215" y="1908836"/>
                </a:lnTo>
                <a:lnTo>
                  <a:pt x="359544" y="1921800"/>
                </a:lnTo>
                <a:lnTo>
                  <a:pt x="381115" y="1934040"/>
                </a:lnTo>
                <a:lnTo>
                  <a:pt x="402926" y="1945430"/>
                </a:lnTo>
                <a:lnTo>
                  <a:pt x="425102" y="1955974"/>
                </a:lnTo>
                <a:lnTo>
                  <a:pt x="447521" y="1965790"/>
                </a:lnTo>
                <a:lnTo>
                  <a:pt x="470181" y="1974757"/>
                </a:lnTo>
                <a:lnTo>
                  <a:pt x="492962" y="1982996"/>
                </a:lnTo>
                <a:lnTo>
                  <a:pt x="515987" y="1990510"/>
                </a:lnTo>
                <a:lnTo>
                  <a:pt x="539134" y="1997174"/>
                </a:lnTo>
                <a:lnTo>
                  <a:pt x="562520" y="2002992"/>
                </a:lnTo>
                <a:lnTo>
                  <a:pt x="585909" y="2008080"/>
                </a:lnTo>
                <a:lnTo>
                  <a:pt x="609418" y="2012444"/>
                </a:lnTo>
                <a:lnTo>
                  <a:pt x="633048" y="2015957"/>
                </a:lnTo>
                <a:lnTo>
                  <a:pt x="656800" y="2018745"/>
                </a:lnTo>
                <a:lnTo>
                  <a:pt x="680430" y="2020683"/>
                </a:lnTo>
                <a:lnTo>
                  <a:pt x="704180" y="2021896"/>
                </a:lnTo>
                <a:lnTo>
                  <a:pt x="727933" y="2022381"/>
                </a:lnTo>
                <a:lnTo>
                  <a:pt x="751683" y="2022137"/>
                </a:lnTo>
                <a:lnTo>
                  <a:pt x="775435" y="2021047"/>
                </a:lnTo>
                <a:lnTo>
                  <a:pt x="799065" y="2019229"/>
                </a:lnTo>
                <a:lnTo>
                  <a:pt x="822574" y="2016686"/>
                </a:lnTo>
                <a:lnTo>
                  <a:pt x="846083" y="2013293"/>
                </a:lnTo>
                <a:lnTo>
                  <a:pt x="869472" y="2009172"/>
                </a:lnTo>
                <a:lnTo>
                  <a:pt x="892617" y="2004326"/>
                </a:lnTo>
                <a:lnTo>
                  <a:pt x="915762" y="1998751"/>
                </a:lnTo>
                <a:lnTo>
                  <a:pt x="938545" y="1992448"/>
                </a:lnTo>
                <a:lnTo>
                  <a:pt x="961328" y="1985299"/>
                </a:lnTo>
                <a:lnTo>
                  <a:pt x="983745" y="1977545"/>
                </a:lnTo>
                <a:lnTo>
                  <a:pt x="1006041" y="1968939"/>
                </a:lnTo>
                <a:lnTo>
                  <a:pt x="1034397" y="1954761"/>
                </a:lnTo>
                <a:lnTo>
                  <a:pt x="1061663" y="1940340"/>
                </a:lnTo>
                <a:lnTo>
                  <a:pt x="1087838" y="1925437"/>
                </a:lnTo>
                <a:lnTo>
                  <a:pt x="1112922" y="1910046"/>
                </a:lnTo>
                <a:lnTo>
                  <a:pt x="1137041" y="1894294"/>
                </a:lnTo>
                <a:lnTo>
                  <a:pt x="1160309" y="1878054"/>
                </a:lnTo>
                <a:lnTo>
                  <a:pt x="1182598" y="1861333"/>
                </a:lnTo>
                <a:lnTo>
                  <a:pt x="1204055" y="1844004"/>
                </a:lnTo>
                <a:lnTo>
                  <a:pt x="1224772" y="1826190"/>
                </a:lnTo>
                <a:lnTo>
                  <a:pt x="1244771" y="1807771"/>
                </a:lnTo>
                <a:lnTo>
                  <a:pt x="1264156" y="1788623"/>
                </a:lnTo>
                <a:lnTo>
                  <a:pt x="1282821" y="1768871"/>
                </a:lnTo>
                <a:lnTo>
                  <a:pt x="1300876" y="1748390"/>
                </a:lnTo>
                <a:lnTo>
                  <a:pt x="1318444" y="1727184"/>
                </a:lnTo>
                <a:lnTo>
                  <a:pt x="1335535" y="1705252"/>
                </a:lnTo>
                <a:lnTo>
                  <a:pt x="1352252" y="1682468"/>
                </a:lnTo>
                <a:lnTo>
                  <a:pt x="1374066" y="1650600"/>
                </a:lnTo>
                <a:lnTo>
                  <a:pt x="1394062" y="1619577"/>
                </a:lnTo>
                <a:lnTo>
                  <a:pt x="1412117" y="1589281"/>
                </a:lnTo>
                <a:lnTo>
                  <a:pt x="1428356" y="1559835"/>
                </a:lnTo>
                <a:lnTo>
                  <a:pt x="1443016" y="1530993"/>
                </a:lnTo>
                <a:lnTo>
                  <a:pt x="1455986" y="1502758"/>
                </a:lnTo>
                <a:lnTo>
                  <a:pt x="1467740" y="1475130"/>
                </a:lnTo>
                <a:lnTo>
                  <a:pt x="1478038" y="1447985"/>
                </a:lnTo>
                <a:lnTo>
                  <a:pt x="1485549" y="1426174"/>
                </a:lnTo>
                <a:lnTo>
                  <a:pt x="1492339" y="1404724"/>
                </a:lnTo>
                <a:lnTo>
                  <a:pt x="1498398" y="1383517"/>
                </a:lnTo>
                <a:lnTo>
                  <a:pt x="1503850" y="1362552"/>
                </a:lnTo>
                <a:lnTo>
                  <a:pt x="1508699" y="1341830"/>
                </a:lnTo>
                <a:lnTo>
                  <a:pt x="1512943" y="1321352"/>
                </a:lnTo>
                <a:lnTo>
                  <a:pt x="1520089" y="1280755"/>
                </a:lnTo>
                <a:lnTo>
                  <a:pt x="1525664" y="1240888"/>
                </a:lnTo>
                <a:lnTo>
                  <a:pt x="1530267" y="1201261"/>
                </a:lnTo>
                <a:lnTo>
                  <a:pt x="1538144" y="1122251"/>
                </a:lnTo>
                <a:lnTo>
                  <a:pt x="1540447" y="1091957"/>
                </a:lnTo>
                <a:lnTo>
                  <a:pt x="1543599" y="1062268"/>
                </a:lnTo>
                <a:lnTo>
                  <a:pt x="1547601" y="1033184"/>
                </a:lnTo>
                <a:lnTo>
                  <a:pt x="1552445" y="1004585"/>
                </a:lnTo>
                <a:lnTo>
                  <a:pt x="1558017" y="976473"/>
                </a:lnTo>
                <a:lnTo>
                  <a:pt x="1564318" y="948723"/>
                </a:lnTo>
                <a:lnTo>
                  <a:pt x="1571228" y="921457"/>
                </a:lnTo>
                <a:lnTo>
                  <a:pt x="1578983" y="894553"/>
                </a:lnTo>
                <a:lnTo>
                  <a:pt x="1587224" y="868015"/>
                </a:lnTo>
                <a:lnTo>
                  <a:pt x="1596194" y="841598"/>
                </a:lnTo>
                <a:lnTo>
                  <a:pt x="1605643" y="815543"/>
                </a:lnTo>
                <a:lnTo>
                  <a:pt x="1615705" y="789611"/>
                </a:lnTo>
                <a:lnTo>
                  <a:pt x="1626367" y="763922"/>
                </a:lnTo>
                <a:lnTo>
                  <a:pt x="1637391" y="738231"/>
                </a:lnTo>
                <a:lnTo>
                  <a:pt x="1660900" y="687215"/>
                </a:lnTo>
                <a:lnTo>
                  <a:pt x="1690589" y="625291"/>
                </a:lnTo>
                <a:lnTo>
                  <a:pt x="1719794" y="563246"/>
                </a:lnTo>
                <a:lnTo>
                  <a:pt x="1733728" y="532224"/>
                </a:lnTo>
                <a:lnTo>
                  <a:pt x="1746939" y="501445"/>
                </a:lnTo>
                <a:lnTo>
                  <a:pt x="1759178" y="470787"/>
                </a:lnTo>
                <a:lnTo>
                  <a:pt x="1770325" y="440249"/>
                </a:lnTo>
                <a:lnTo>
                  <a:pt x="1777966" y="417466"/>
                </a:lnTo>
                <a:lnTo>
                  <a:pt x="1784746" y="394926"/>
                </a:lnTo>
                <a:lnTo>
                  <a:pt x="1790685" y="372630"/>
                </a:lnTo>
                <a:lnTo>
                  <a:pt x="1795652" y="350454"/>
                </a:lnTo>
                <a:lnTo>
                  <a:pt x="1799532" y="328640"/>
                </a:lnTo>
                <a:lnTo>
                  <a:pt x="1802201" y="307072"/>
                </a:lnTo>
                <a:lnTo>
                  <a:pt x="1803655" y="285863"/>
                </a:lnTo>
                <a:lnTo>
                  <a:pt x="1803775" y="264900"/>
                </a:lnTo>
                <a:lnTo>
                  <a:pt x="1802565" y="244299"/>
                </a:lnTo>
                <a:lnTo>
                  <a:pt x="1799896" y="224062"/>
                </a:lnTo>
                <a:lnTo>
                  <a:pt x="1795652" y="204310"/>
                </a:lnTo>
                <a:lnTo>
                  <a:pt x="1789713" y="184801"/>
                </a:lnTo>
                <a:lnTo>
                  <a:pt x="1782082" y="165894"/>
                </a:lnTo>
                <a:lnTo>
                  <a:pt x="1772630" y="147355"/>
                </a:lnTo>
                <a:lnTo>
                  <a:pt x="1761363" y="129177"/>
                </a:lnTo>
                <a:lnTo>
                  <a:pt x="1748159" y="111607"/>
                </a:lnTo>
                <a:lnTo>
                  <a:pt x="1735794" y="97549"/>
                </a:lnTo>
                <a:lnTo>
                  <a:pt x="1723555" y="84584"/>
                </a:lnTo>
                <a:lnTo>
                  <a:pt x="1711195" y="72586"/>
                </a:lnTo>
                <a:lnTo>
                  <a:pt x="1698951" y="61681"/>
                </a:lnTo>
                <a:lnTo>
                  <a:pt x="1686710" y="51865"/>
                </a:lnTo>
                <a:lnTo>
                  <a:pt x="1674591" y="42897"/>
                </a:lnTo>
                <a:lnTo>
                  <a:pt x="1662352" y="34900"/>
                </a:lnTo>
                <a:lnTo>
                  <a:pt x="1650115" y="27871"/>
                </a:lnTo>
                <a:lnTo>
                  <a:pt x="1637997" y="21570"/>
                </a:lnTo>
                <a:lnTo>
                  <a:pt x="1625878" y="16237"/>
                </a:lnTo>
                <a:lnTo>
                  <a:pt x="1613880" y="11755"/>
                </a:lnTo>
                <a:lnTo>
                  <a:pt x="1601761" y="7998"/>
                </a:lnTo>
                <a:lnTo>
                  <a:pt x="1589766" y="4967"/>
                </a:lnTo>
                <a:lnTo>
                  <a:pt x="1577770" y="2787"/>
                </a:lnTo>
                <a:lnTo>
                  <a:pt x="1565900" y="1210"/>
                </a:lnTo>
                <a:lnTo>
                  <a:pt x="1554022" y="241"/>
                </a:lnTo>
                <a:lnTo>
                  <a:pt x="1542152" y="0"/>
                </a:lnTo>
                <a:lnTo>
                  <a:pt x="1530267" y="485"/>
                </a:lnTo>
                <a:lnTo>
                  <a:pt x="1518513" y="1333"/>
                </a:lnTo>
                <a:lnTo>
                  <a:pt x="1506883" y="2908"/>
                </a:lnTo>
                <a:lnTo>
                  <a:pt x="1495126" y="4846"/>
                </a:lnTo>
                <a:lnTo>
                  <a:pt x="1483613" y="7393"/>
                </a:lnTo>
                <a:lnTo>
                  <a:pt x="1460589" y="13814"/>
                </a:lnTo>
                <a:lnTo>
                  <a:pt x="1437687" y="21691"/>
                </a:lnTo>
                <a:lnTo>
                  <a:pt x="1415147" y="31022"/>
                </a:lnTo>
                <a:lnTo>
                  <a:pt x="1392849" y="41564"/>
                </a:lnTo>
                <a:lnTo>
                  <a:pt x="1370794" y="52834"/>
                </a:lnTo>
                <a:lnTo>
                  <a:pt x="1351890" y="63255"/>
                </a:lnTo>
                <a:lnTo>
                  <a:pt x="1332866" y="74404"/>
                </a:lnTo>
                <a:lnTo>
                  <a:pt x="1313839" y="86280"/>
                </a:lnTo>
                <a:lnTo>
                  <a:pt x="1294817" y="98883"/>
                </a:lnTo>
                <a:lnTo>
                  <a:pt x="1256769" y="125543"/>
                </a:lnTo>
                <a:lnTo>
                  <a:pt x="1218472" y="154140"/>
                </a:lnTo>
                <a:lnTo>
                  <a:pt x="1180177" y="184072"/>
                </a:lnTo>
                <a:lnTo>
                  <a:pt x="1141767" y="214731"/>
                </a:lnTo>
                <a:lnTo>
                  <a:pt x="1064450" y="276291"/>
                </a:lnTo>
                <a:lnTo>
                  <a:pt x="1029671" y="303315"/>
                </a:lnTo>
                <a:lnTo>
                  <a:pt x="994407" y="328884"/>
                </a:lnTo>
                <a:lnTo>
                  <a:pt x="958782" y="352998"/>
                </a:lnTo>
                <a:lnTo>
                  <a:pt x="922670" y="375658"/>
                </a:lnTo>
                <a:lnTo>
                  <a:pt x="886073" y="396865"/>
                </a:lnTo>
                <a:lnTo>
                  <a:pt x="848991" y="416496"/>
                </a:lnTo>
                <a:lnTo>
                  <a:pt x="811425" y="434554"/>
                </a:lnTo>
                <a:lnTo>
                  <a:pt x="773133" y="451034"/>
                </a:lnTo>
                <a:lnTo>
                  <a:pt x="744777" y="462061"/>
                </a:lnTo>
                <a:lnTo>
                  <a:pt x="716904" y="472482"/>
                </a:lnTo>
                <a:lnTo>
                  <a:pt x="662131" y="491870"/>
                </a:lnTo>
                <a:lnTo>
                  <a:pt x="608205" y="510897"/>
                </a:lnTo>
                <a:lnTo>
                  <a:pt x="581424" y="520713"/>
                </a:lnTo>
                <a:lnTo>
                  <a:pt x="554522" y="531013"/>
                </a:lnTo>
                <a:lnTo>
                  <a:pt x="480723" y="571849"/>
                </a:lnTo>
                <a:lnTo>
                  <a:pt x="414560" y="609295"/>
                </a:lnTo>
                <a:lnTo>
                  <a:pt x="384023" y="627473"/>
                </a:lnTo>
                <a:lnTo>
                  <a:pt x="354939" y="645771"/>
                </a:lnTo>
                <a:lnTo>
                  <a:pt x="327188" y="664432"/>
                </a:lnTo>
                <a:lnTo>
                  <a:pt x="300651" y="683699"/>
                </a:lnTo>
                <a:lnTo>
                  <a:pt x="275080" y="704057"/>
                </a:lnTo>
                <a:lnTo>
                  <a:pt x="250602" y="725627"/>
                </a:lnTo>
                <a:lnTo>
                  <a:pt x="226729" y="748775"/>
                </a:lnTo>
                <a:lnTo>
                  <a:pt x="203584" y="773858"/>
                </a:lnTo>
                <a:lnTo>
                  <a:pt x="180803" y="801004"/>
                </a:lnTo>
                <a:lnTo>
                  <a:pt x="158504" y="830813"/>
                </a:lnTo>
                <a:lnTo>
                  <a:pt x="136329" y="863289"/>
                </a:lnTo>
                <a:lnTo>
                  <a:pt x="114273" y="898794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3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66C1F-1836-4940-AB90-EA2317E8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421" y="637528"/>
            <a:ext cx="2228388" cy="1491247"/>
          </a:xfrm>
          <a:custGeom xmlns:a="http://schemas.openxmlformats.org/drawingml/2006/main">
            <a:pathLst>
              <a:path w="2228388" h="1491247" fill="none">
                <a:moveTo>
                  <a:pt x="905218" y="19874"/>
                </a:moveTo>
                <a:lnTo>
                  <a:pt x="871530" y="12724"/>
                </a:lnTo>
                <a:lnTo>
                  <a:pt x="837721" y="7150"/>
                </a:lnTo>
                <a:lnTo>
                  <a:pt x="803911" y="3151"/>
                </a:lnTo>
                <a:lnTo>
                  <a:pt x="770223" y="848"/>
                </a:lnTo>
                <a:lnTo>
                  <a:pt x="736535" y="0"/>
                </a:lnTo>
                <a:lnTo>
                  <a:pt x="703089" y="727"/>
                </a:lnTo>
                <a:lnTo>
                  <a:pt x="669765" y="3030"/>
                </a:lnTo>
                <a:lnTo>
                  <a:pt x="636685" y="6786"/>
                </a:lnTo>
                <a:lnTo>
                  <a:pt x="603842" y="11997"/>
                </a:lnTo>
                <a:lnTo>
                  <a:pt x="571366" y="18662"/>
                </a:lnTo>
                <a:lnTo>
                  <a:pt x="539253" y="26781"/>
                </a:lnTo>
                <a:lnTo>
                  <a:pt x="507625" y="36354"/>
                </a:lnTo>
                <a:lnTo>
                  <a:pt x="476482" y="47260"/>
                </a:lnTo>
                <a:lnTo>
                  <a:pt x="445944" y="59621"/>
                </a:lnTo>
                <a:lnTo>
                  <a:pt x="415891" y="73193"/>
                </a:lnTo>
                <a:lnTo>
                  <a:pt x="386445" y="88219"/>
                </a:lnTo>
                <a:lnTo>
                  <a:pt x="357725" y="104458"/>
                </a:lnTo>
                <a:lnTo>
                  <a:pt x="329732" y="122029"/>
                </a:lnTo>
                <a:lnTo>
                  <a:pt x="302588" y="140812"/>
                </a:lnTo>
                <a:lnTo>
                  <a:pt x="276170" y="160928"/>
                </a:lnTo>
                <a:lnTo>
                  <a:pt x="250722" y="182134"/>
                </a:lnTo>
                <a:lnTo>
                  <a:pt x="226123" y="204553"/>
                </a:lnTo>
                <a:lnTo>
                  <a:pt x="202614" y="228183"/>
                </a:lnTo>
                <a:lnTo>
                  <a:pt x="180074" y="253025"/>
                </a:lnTo>
                <a:lnTo>
                  <a:pt x="158625" y="278957"/>
                </a:lnTo>
                <a:lnTo>
                  <a:pt x="138267" y="305981"/>
                </a:lnTo>
                <a:lnTo>
                  <a:pt x="118999" y="333973"/>
                </a:lnTo>
                <a:lnTo>
                  <a:pt x="101065" y="363178"/>
                </a:lnTo>
                <a:lnTo>
                  <a:pt x="84463" y="393352"/>
                </a:lnTo>
                <a:lnTo>
                  <a:pt x="69073" y="424616"/>
                </a:lnTo>
                <a:lnTo>
                  <a:pt x="55137" y="456729"/>
                </a:lnTo>
                <a:lnTo>
                  <a:pt x="42534" y="489933"/>
                </a:lnTo>
                <a:lnTo>
                  <a:pt x="34658" y="513078"/>
                </a:lnTo>
                <a:lnTo>
                  <a:pt x="27750" y="536224"/>
                </a:lnTo>
                <a:lnTo>
                  <a:pt x="21449" y="559490"/>
                </a:lnTo>
                <a:lnTo>
                  <a:pt x="16117" y="582757"/>
                </a:lnTo>
                <a:lnTo>
                  <a:pt x="11512" y="606145"/>
                </a:lnTo>
                <a:lnTo>
                  <a:pt x="7634" y="629411"/>
                </a:lnTo>
                <a:lnTo>
                  <a:pt x="4605" y="652799"/>
                </a:lnTo>
                <a:lnTo>
                  <a:pt x="2302" y="676187"/>
                </a:lnTo>
                <a:lnTo>
                  <a:pt x="848" y="699454"/>
                </a:lnTo>
                <a:lnTo>
                  <a:pt x="0" y="722720"/>
                </a:lnTo>
                <a:lnTo>
                  <a:pt x="0" y="745866"/>
                </a:lnTo>
                <a:lnTo>
                  <a:pt x="727" y="769011"/>
                </a:lnTo>
                <a:lnTo>
                  <a:pt x="2181" y="792036"/>
                </a:lnTo>
                <a:lnTo>
                  <a:pt x="4484" y="814939"/>
                </a:lnTo>
                <a:lnTo>
                  <a:pt x="7392" y="837721"/>
                </a:lnTo>
                <a:lnTo>
                  <a:pt x="10906" y="860381"/>
                </a:lnTo>
                <a:lnTo>
                  <a:pt x="15269" y="882921"/>
                </a:lnTo>
                <a:lnTo>
                  <a:pt x="20237" y="905218"/>
                </a:lnTo>
                <a:lnTo>
                  <a:pt x="26054" y="927273"/>
                </a:lnTo>
                <a:lnTo>
                  <a:pt x="32355" y="949207"/>
                </a:lnTo>
                <a:lnTo>
                  <a:pt x="39384" y="970898"/>
                </a:lnTo>
                <a:lnTo>
                  <a:pt x="47139" y="992347"/>
                </a:lnTo>
                <a:lnTo>
                  <a:pt x="55501" y="1013432"/>
                </a:lnTo>
                <a:lnTo>
                  <a:pt x="64589" y="1034397"/>
                </a:lnTo>
                <a:lnTo>
                  <a:pt x="74284" y="1054997"/>
                </a:lnTo>
                <a:lnTo>
                  <a:pt x="84584" y="1075356"/>
                </a:lnTo>
                <a:lnTo>
                  <a:pt x="95490" y="1095350"/>
                </a:lnTo>
                <a:lnTo>
                  <a:pt x="107002" y="1114982"/>
                </a:lnTo>
                <a:lnTo>
                  <a:pt x="119120" y="1134249"/>
                </a:lnTo>
                <a:lnTo>
                  <a:pt x="131966" y="1153275"/>
                </a:lnTo>
                <a:lnTo>
                  <a:pt x="145295" y="1171815"/>
                </a:lnTo>
                <a:lnTo>
                  <a:pt x="159231" y="1189871"/>
                </a:lnTo>
                <a:lnTo>
                  <a:pt x="182377" y="1214107"/>
                </a:lnTo>
                <a:lnTo>
                  <a:pt x="205522" y="1237010"/>
                </a:lnTo>
                <a:lnTo>
                  <a:pt x="228789" y="1258702"/>
                </a:lnTo>
                <a:lnTo>
                  <a:pt x="252055" y="1279302"/>
                </a:lnTo>
                <a:lnTo>
                  <a:pt x="275564" y="1298691"/>
                </a:lnTo>
                <a:lnTo>
                  <a:pt x="299195" y="1317111"/>
                </a:lnTo>
                <a:lnTo>
                  <a:pt x="323188" y="1334318"/>
                </a:lnTo>
                <a:lnTo>
                  <a:pt x="347424" y="1350556"/>
                </a:lnTo>
                <a:lnTo>
                  <a:pt x="371903" y="1365825"/>
                </a:lnTo>
                <a:lnTo>
                  <a:pt x="396866" y="1380003"/>
                </a:lnTo>
                <a:lnTo>
                  <a:pt x="422193" y="1393333"/>
                </a:lnTo>
                <a:lnTo>
                  <a:pt x="448004" y="1405694"/>
                </a:lnTo>
                <a:lnTo>
                  <a:pt x="474422" y="1417085"/>
                </a:lnTo>
                <a:lnTo>
                  <a:pt x="501324" y="1427748"/>
                </a:lnTo>
                <a:lnTo>
                  <a:pt x="528832" y="1437443"/>
                </a:lnTo>
                <a:lnTo>
                  <a:pt x="557067" y="1446289"/>
                </a:lnTo>
                <a:lnTo>
                  <a:pt x="593057" y="1456589"/>
                </a:lnTo>
                <a:lnTo>
                  <a:pt x="627594" y="1465314"/>
                </a:lnTo>
                <a:lnTo>
                  <a:pt x="660921" y="1472585"/>
                </a:lnTo>
                <a:lnTo>
                  <a:pt x="693152" y="1478644"/>
                </a:lnTo>
                <a:lnTo>
                  <a:pt x="724296" y="1483249"/>
                </a:lnTo>
                <a:lnTo>
                  <a:pt x="754349" y="1486885"/>
                </a:lnTo>
                <a:lnTo>
                  <a:pt x="783553" y="1489308"/>
                </a:lnTo>
                <a:lnTo>
                  <a:pt x="811909" y="1490762"/>
                </a:lnTo>
                <a:lnTo>
                  <a:pt x="835539" y="1491247"/>
                </a:lnTo>
                <a:lnTo>
                  <a:pt x="858564" y="1491005"/>
                </a:lnTo>
                <a:lnTo>
                  <a:pt x="881103" y="1490156"/>
                </a:lnTo>
                <a:lnTo>
                  <a:pt x="903158" y="1488702"/>
                </a:lnTo>
                <a:lnTo>
                  <a:pt x="924728" y="1486763"/>
                </a:lnTo>
                <a:lnTo>
                  <a:pt x="945935" y="1484340"/>
                </a:lnTo>
                <a:lnTo>
                  <a:pt x="987379" y="1478160"/>
                </a:lnTo>
                <a:lnTo>
                  <a:pt x="1027610" y="1470646"/>
                </a:lnTo>
                <a:lnTo>
                  <a:pt x="1067237" y="1462164"/>
                </a:lnTo>
                <a:lnTo>
                  <a:pt x="1145640" y="1443744"/>
                </a:lnTo>
                <a:lnTo>
                  <a:pt x="1174360" y="1436231"/>
                </a:lnTo>
                <a:lnTo>
                  <a:pt x="1202716" y="1429566"/>
                </a:lnTo>
                <a:lnTo>
                  <a:pt x="1230709" y="1423749"/>
                </a:lnTo>
                <a:lnTo>
                  <a:pt x="1258338" y="1418781"/>
                </a:lnTo>
                <a:lnTo>
                  <a:pt x="1285846" y="1414661"/>
                </a:lnTo>
                <a:lnTo>
                  <a:pt x="1313112" y="1411268"/>
                </a:lnTo>
                <a:lnTo>
                  <a:pt x="1340135" y="1408602"/>
                </a:lnTo>
                <a:lnTo>
                  <a:pt x="1367037" y="1406663"/>
                </a:lnTo>
                <a:lnTo>
                  <a:pt x="1393939" y="1405330"/>
                </a:lnTo>
                <a:lnTo>
                  <a:pt x="1420720" y="1404724"/>
                </a:lnTo>
                <a:lnTo>
                  <a:pt x="1447501" y="1404724"/>
                </a:lnTo>
                <a:lnTo>
                  <a:pt x="1474403" y="1405330"/>
                </a:lnTo>
                <a:lnTo>
                  <a:pt x="1501305" y="1406542"/>
                </a:lnTo>
                <a:lnTo>
                  <a:pt x="1528328" y="1408360"/>
                </a:lnTo>
                <a:lnTo>
                  <a:pt x="1583102" y="1413328"/>
                </a:lnTo>
                <a:lnTo>
                  <a:pt x="1657507" y="1421932"/>
                </a:lnTo>
                <a:lnTo>
                  <a:pt x="1732154" y="1430293"/>
                </a:lnTo>
                <a:lnTo>
                  <a:pt x="1769235" y="1433807"/>
                </a:lnTo>
                <a:lnTo>
                  <a:pt x="1805953" y="1436473"/>
                </a:lnTo>
                <a:lnTo>
                  <a:pt x="1842186" y="1438291"/>
                </a:lnTo>
                <a:lnTo>
                  <a:pt x="1877692" y="1438776"/>
                </a:lnTo>
                <a:lnTo>
                  <a:pt x="1900595" y="1438412"/>
                </a:lnTo>
                <a:lnTo>
                  <a:pt x="1923134" y="1437443"/>
                </a:lnTo>
                <a:lnTo>
                  <a:pt x="1945189" y="1435625"/>
                </a:lnTo>
                <a:lnTo>
                  <a:pt x="1966759" y="1433080"/>
                </a:lnTo>
                <a:lnTo>
                  <a:pt x="1987723" y="1429687"/>
                </a:lnTo>
                <a:lnTo>
                  <a:pt x="2008203" y="1425446"/>
                </a:lnTo>
                <a:lnTo>
                  <a:pt x="2028077" y="1420114"/>
                </a:lnTo>
                <a:lnTo>
                  <a:pt x="2047344" y="1413813"/>
                </a:lnTo>
                <a:lnTo>
                  <a:pt x="2065776" y="1406300"/>
                </a:lnTo>
                <a:lnTo>
                  <a:pt x="2083577" y="1397696"/>
                </a:lnTo>
                <a:lnTo>
                  <a:pt x="2100542" y="1387759"/>
                </a:lnTo>
                <a:lnTo>
                  <a:pt x="2116659" y="1376610"/>
                </a:lnTo>
                <a:lnTo>
                  <a:pt x="2132049" y="1364129"/>
                </a:lnTo>
                <a:lnTo>
                  <a:pt x="2146470" y="1350072"/>
                </a:lnTo>
                <a:lnTo>
                  <a:pt x="2159800" y="1334682"/>
                </a:lnTo>
                <a:lnTo>
                  <a:pt x="2172281" y="1317595"/>
                </a:lnTo>
                <a:lnTo>
                  <a:pt x="2180897" y="1304266"/>
                </a:lnTo>
                <a:lnTo>
                  <a:pt x="2188883" y="1290936"/>
                </a:lnTo>
                <a:lnTo>
                  <a:pt x="2196033" y="1277606"/>
                </a:lnTo>
                <a:lnTo>
                  <a:pt x="2202455" y="1264397"/>
                </a:lnTo>
                <a:lnTo>
                  <a:pt x="2208151" y="1251310"/>
                </a:lnTo>
                <a:lnTo>
                  <a:pt x="2213119" y="1238222"/>
                </a:lnTo>
                <a:lnTo>
                  <a:pt x="2217360" y="1225256"/>
                </a:lnTo>
                <a:lnTo>
                  <a:pt x="2220875" y="1212411"/>
                </a:lnTo>
                <a:lnTo>
                  <a:pt x="2223783" y="1199566"/>
                </a:lnTo>
                <a:lnTo>
                  <a:pt x="2225964" y="1186963"/>
                </a:lnTo>
                <a:lnTo>
                  <a:pt x="2227418" y="1174360"/>
                </a:lnTo>
                <a:lnTo>
                  <a:pt x="2228267" y="1161757"/>
                </a:lnTo>
                <a:lnTo>
                  <a:pt x="2228388" y="1149397"/>
                </a:lnTo>
                <a:lnTo>
                  <a:pt x="2227782" y="1137036"/>
                </a:lnTo>
                <a:lnTo>
                  <a:pt x="2226691" y="1124918"/>
                </a:lnTo>
                <a:lnTo>
                  <a:pt x="2224752" y="1112800"/>
                </a:lnTo>
                <a:lnTo>
                  <a:pt x="2222208" y="1100804"/>
                </a:lnTo>
                <a:lnTo>
                  <a:pt x="2219178" y="1088928"/>
                </a:lnTo>
                <a:lnTo>
                  <a:pt x="2215300" y="1077052"/>
                </a:lnTo>
                <a:lnTo>
                  <a:pt x="2210938" y="1065419"/>
                </a:lnTo>
                <a:lnTo>
                  <a:pt x="2205848" y="1053907"/>
                </a:lnTo>
                <a:lnTo>
                  <a:pt x="2200153" y="1042516"/>
                </a:lnTo>
                <a:lnTo>
                  <a:pt x="2193973" y="1031246"/>
                </a:lnTo>
                <a:lnTo>
                  <a:pt x="2187065" y="1020097"/>
                </a:lnTo>
                <a:lnTo>
                  <a:pt x="2179552" y="1009070"/>
                </a:lnTo>
                <a:lnTo>
                  <a:pt x="2171554" y="998164"/>
                </a:lnTo>
                <a:lnTo>
                  <a:pt x="2162829" y="987379"/>
                </a:lnTo>
                <a:lnTo>
                  <a:pt x="2153620" y="976836"/>
                </a:lnTo>
                <a:lnTo>
                  <a:pt x="2143804" y="966293"/>
                </a:lnTo>
                <a:lnTo>
                  <a:pt x="2133382" y="955993"/>
                </a:lnTo>
                <a:lnTo>
                  <a:pt x="2110843" y="935756"/>
                </a:lnTo>
                <a:lnTo>
                  <a:pt x="2095574" y="922183"/>
                </a:lnTo>
                <a:lnTo>
                  <a:pt x="2079578" y="908611"/>
                </a:lnTo>
                <a:lnTo>
                  <a:pt x="2062977" y="895403"/>
                </a:lnTo>
                <a:lnTo>
                  <a:pt x="2045890" y="882315"/>
                </a:lnTo>
                <a:lnTo>
                  <a:pt x="2010021" y="856504"/>
                </a:lnTo>
                <a:lnTo>
                  <a:pt x="1972697" y="831056"/>
                </a:lnTo>
                <a:lnTo>
                  <a:pt x="1934041" y="806093"/>
                </a:lnTo>
                <a:lnTo>
                  <a:pt x="1894657" y="781129"/>
                </a:lnTo>
                <a:lnTo>
                  <a:pt x="1815284" y="731324"/>
                </a:lnTo>
                <a:lnTo>
                  <a:pt x="1778202" y="707209"/>
                </a:lnTo>
                <a:lnTo>
                  <a:pt x="1742697" y="682731"/>
                </a:lnTo>
                <a:lnTo>
                  <a:pt x="1708645" y="657889"/>
                </a:lnTo>
                <a:lnTo>
                  <a:pt x="1675805" y="632320"/>
                </a:lnTo>
                <a:lnTo>
                  <a:pt x="1644298" y="605902"/>
                </a:lnTo>
                <a:lnTo>
                  <a:pt x="1614003" y="578273"/>
                </a:lnTo>
                <a:lnTo>
                  <a:pt x="1584677" y="549311"/>
                </a:lnTo>
                <a:lnTo>
                  <a:pt x="1556321" y="518652"/>
                </a:lnTo>
                <a:lnTo>
                  <a:pt x="1536811" y="496476"/>
                </a:lnTo>
                <a:lnTo>
                  <a:pt x="1518270" y="474300"/>
                </a:lnTo>
                <a:lnTo>
                  <a:pt x="1483249" y="430191"/>
                </a:lnTo>
                <a:lnTo>
                  <a:pt x="1449561" y="386687"/>
                </a:lnTo>
                <a:lnTo>
                  <a:pt x="1415752" y="343910"/>
                </a:lnTo>
                <a:lnTo>
                  <a:pt x="1389092" y="312040"/>
                </a:lnTo>
                <a:lnTo>
                  <a:pt x="1362553" y="281987"/>
                </a:lnTo>
                <a:lnTo>
                  <a:pt x="1336136" y="253873"/>
                </a:lnTo>
                <a:lnTo>
                  <a:pt x="1309476" y="227577"/>
                </a:lnTo>
                <a:lnTo>
                  <a:pt x="1282453" y="202856"/>
                </a:lnTo>
                <a:lnTo>
                  <a:pt x="1254945" y="179832"/>
                </a:lnTo>
                <a:lnTo>
                  <a:pt x="1226589" y="158383"/>
                </a:lnTo>
                <a:lnTo>
                  <a:pt x="1197263" y="138267"/>
                </a:lnTo>
                <a:lnTo>
                  <a:pt x="1166847" y="119605"/>
                </a:lnTo>
                <a:lnTo>
                  <a:pt x="1135098" y="102155"/>
                </a:lnTo>
                <a:lnTo>
                  <a:pt x="1101773" y="86038"/>
                </a:lnTo>
                <a:lnTo>
                  <a:pt x="1066752" y="70891"/>
                </a:lnTo>
                <a:lnTo>
                  <a:pt x="1029792" y="56834"/>
                </a:lnTo>
                <a:lnTo>
                  <a:pt x="990650" y="43625"/>
                </a:lnTo>
                <a:lnTo>
                  <a:pt x="949207" y="31386"/>
                </a:lnTo>
                <a:lnTo>
                  <a:pt x="905218" y="19874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A8851-D04F-4E25-931A-76D4DA9F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732" y="337607"/>
            <a:ext cx="1461800" cy="2296007"/>
          </a:xfrm>
          <a:custGeom xmlns:a="http://schemas.openxmlformats.org/drawingml/2006/main">
            <a:pathLst>
              <a:path w="1461800" h="2296007" fill="none">
                <a:moveTo>
                  <a:pt x="1459013" y="670613"/>
                </a:moveTo>
                <a:lnTo>
                  <a:pt x="1455378" y="635713"/>
                </a:lnTo>
                <a:lnTo>
                  <a:pt x="1450058" y="601298"/>
                </a:lnTo>
                <a:lnTo>
                  <a:pt x="1443138" y="567367"/>
                </a:lnTo>
                <a:lnTo>
                  <a:pt x="1434777" y="534042"/>
                </a:lnTo>
                <a:lnTo>
                  <a:pt x="1424840" y="501445"/>
                </a:lnTo>
                <a:lnTo>
                  <a:pt x="1413449" y="469332"/>
                </a:lnTo>
                <a:lnTo>
                  <a:pt x="1400604" y="438067"/>
                </a:lnTo>
                <a:lnTo>
                  <a:pt x="1386305" y="407530"/>
                </a:lnTo>
                <a:lnTo>
                  <a:pt x="1370672" y="377720"/>
                </a:lnTo>
                <a:lnTo>
                  <a:pt x="1353828" y="348757"/>
                </a:lnTo>
                <a:lnTo>
                  <a:pt x="1335651" y="320644"/>
                </a:lnTo>
                <a:lnTo>
                  <a:pt x="1316262" y="293499"/>
                </a:lnTo>
                <a:lnTo>
                  <a:pt x="1295662" y="267324"/>
                </a:lnTo>
                <a:lnTo>
                  <a:pt x="1273849" y="241997"/>
                </a:lnTo>
                <a:lnTo>
                  <a:pt x="1250946" y="217761"/>
                </a:lnTo>
                <a:lnTo>
                  <a:pt x="1227074" y="194616"/>
                </a:lnTo>
                <a:lnTo>
                  <a:pt x="1201989" y="172440"/>
                </a:lnTo>
                <a:lnTo>
                  <a:pt x="1176057" y="151597"/>
                </a:lnTo>
                <a:lnTo>
                  <a:pt x="1149155" y="131844"/>
                </a:lnTo>
                <a:lnTo>
                  <a:pt x="1121283" y="113183"/>
                </a:lnTo>
                <a:lnTo>
                  <a:pt x="1092575" y="95975"/>
                </a:lnTo>
                <a:lnTo>
                  <a:pt x="1062995" y="79979"/>
                </a:lnTo>
                <a:lnTo>
                  <a:pt x="1032579" y="65316"/>
                </a:lnTo>
                <a:lnTo>
                  <a:pt x="1001557" y="51986"/>
                </a:lnTo>
                <a:lnTo>
                  <a:pt x="969686" y="40111"/>
                </a:lnTo>
                <a:lnTo>
                  <a:pt x="937210" y="29689"/>
                </a:lnTo>
                <a:lnTo>
                  <a:pt x="904006" y="20843"/>
                </a:lnTo>
                <a:lnTo>
                  <a:pt x="870318" y="13451"/>
                </a:lnTo>
                <a:lnTo>
                  <a:pt x="836024" y="7634"/>
                </a:lnTo>
                <a:lnTo>
                  <a:pt x="801245" y="3393"/>
                </a:lnTo>
                <a:lnTo>
                  <a:pt x="765982" y="848"/>
                </a:lnTo>
                <a:lnTo>
                  <a:pt x="730234" y="0"/>
                </a:lnTo>
                <a:lnTo>
                  <a:pt x="706846" y="364"/>
                </a:lnTo>
                <a:lnTo>
                  <a:pt x="683579" y="1454"/>
                </a:lnTo>
                <a:lnTo>
                  <a:pt x="660555" y="3272"/>
                </a:lnTo>
                <a:lnTo>
                  <a:pt x="637652" y="5817"/>
                </a:lnTo>
                <a:lnTo>
                  <a:pt x="614991" y="9089"/>
                </a:lnTo>
                <a:lnTo>
                  <a:pt x="592573" y="12966"/>
                </a:lnTo>
                <a:lnTo>
                  <a:pt x="570397" y="17571"/>
                </a:lnTo>
                <a:lnTo>
                  <a:pt x="548463" y="22782"/>
                </a:lnTo>
                <a:lnTo>
                  <a:pt x="526893" y="28720"/>
                </a:lnTo>
                <a:lnTo>
                  <a:pt x="505444" y="35264"/>
                </a:lnTo>
                <a:lnTo>
                  <a:pt x="484358" y="42534"/>
                </a:lnTo>
                <a:lnTo>
                  <a:pt x="463515" y="50290"/>
                </a:lnTo>
                <a:lnTo>
                  <a:pt x="443036" y="58773"/>
                </a:lnTo>
                <a:lnTo>
                  <a:pt x="422799" y="67740"/>
                </a:lnTo>
                <a:lnTo>
                  <a:pt x="402925" y="77313"/>
                </a:lnTo>
                <a:lnTo>
                  <a:pt x="383415" y="87492"/>
                </a:lnTo>
                <a:lnTo>
                  <a:pt x="364147" y="98277"/>
                </a:lnTo>
                <a:lnTo>
                  <a:pt x="345364" y="109547"/>
                </a:lnTo>
                <a:lnTo>
                  <a:pt x="326945" y="121423"/>
                </a:lnTo>
                <a:lnTo>
                  <a:pt x="308889" y="133783"/>
                </a:lnTo>
                <a:lnTo>
                  <a:pt x="291197" y="146750"/>
                </a:lnTo>
                <a:lnTo>
                  <a:pt x="273868" y="160079"/>
                </a:lnTo>
                <a:lnTo>
                  <a:pt x="257024" y="174015"/>
                </a:lnTo>
                <a:lnTo>
                  <a:pt x="240664" y="188436"/>
                </a:lnTo>
                <a:lnTo>
                  <a:pt x="224669" y="203341"/>
                </a:lnTo>
                <a:lnTo>
                  <a:pt x="209158" y="218610"/>
                </a:lnTo>
                <a:lnTo>
                  <a:pt x="194010" y="234363"/>
                </a:lnTo>
                <a:lnTo>
                  <a:pt x="179468" y="250601"/>
                </a:lnTo>
                <a:lnTo>
                  <a:pt x="165290" y="267324"/>
                </a:lnTo>
                <a:lnTo>
                  <a:pt x="151718" y="284411"/>
                </a:lnTo>
                <a:lnTo>
                  <a:pt x="138509" y="301861"/>
                </a:lnTo>
                <a:lnTo>
                  <a:pt x="125907" y="319795"/>
                </a:lnTo>
                <a:lnTo>
                  <a:pt x="109547" y="345607"/>
                </a:lnTo>
                <a:lnTo>
                  <a:pt x="94278" y="371055"/>
                </a:lnTo>
                <a:lnTo>
                  <a:pt x="80221" y="396139"/>
                </a:lnTo>
                <a:lnTo>
                  <a:pt x="67255" y="421223"/>
                </a:lnTo>
                <a:lnTo>
                  <a:pt x="55622" y="446429"/>
                </a:lnTo>
                <a:lnTo>
                  <a:pt x="45079" y="471756"/>
                </a:lnTo>
                <a:lnTo>
                  <a:pt x="35748" y="497567"/>
                </a:lnTo>
                <a:lnTo>
                  <a:pt x="27387" y="523863"/>
                </a:lnTo>
                <a:lnTo>
                  <a:pt x="20237" y="550765"/>
                </a:lnTo>
                <a:lnTo>
                  <a:pt x="14299" y="578637"/>
                </a:lnTo>
                <a:lnTo>
                  <a:pt x="9331" y="607357"/>
                </a:lnTo>
                <a:lnTo>
                  <a:pt x="5332" y="637288"/>
                </a:lnTo>
                <a:lnTo>
                  <a:pt x="2545" y="668432"/>
                </a:lnTo>
                <a:lnTo>
                  <a:pt x="727" y="701029"/>
                </a:lnTo>
                <a:lnTo>
                  <a:pt x="0" y="735323"/>
                </a:lnTo>
                <a:lnTo>
                  <a:pt x="242" y="771193"/>
                </a:lnTo>
                <a:lnTo>
                  <a:pt x="1697" y="811061"/>
                </a:lnTo>
                <a:lnTo>
                  <a:pt x="4241" y="848990"/>
                </a:lnTo>
                <a:lnTo>
                  <a:pt x="7756" y="885102"/>
                </a:lnTo>
                <a:lnTo>
                  <a:pt x="12239" y="919518"/>
                </a:lnTo>
                <a:lnTo>
                  <a:pt x="17571" y="952357"/>
                </a:lnTo>
                <a:lnTo>
                  <a:pt x="23873" y="983622"/>
                </a:lnTo>
                <a:lnTo>
                  <a:pt x="30901" y="1013432"/>
                </a:lnTo>
                <a:lnTo>
                  <a:pt x="38778" y="1042031"/>
                </a:lnTo>
                <a:lnTo>
                  <a:pt x="45685" y="1064449"/>
                </a:lnTo>
                <a:lnTo>
                  <a:pt x="52956" y="1086019"/>
                </a:lnTo>
                <a:lnTo>
                  <a:pt x="60711" y="1106984"/>
                </a:lnTo>
                <a:lnTo>
                  <a:pt x="68831" y="1127221"/>
                </a:lnTo>
                <a:lnTo>
                  <a:pt x="77313" y="1146852"/>
                </a:lnTo>
                <a:lnTo>
                  <a:pt x="86038" y="1165999"/>
                </a:lnTo>
                <a:lnTo>
                  <a:pt x="104579" y="1202716"/>
                </a:lnTo>
                <a:lnTo>
                  <a:pt x="123968" y="1237859"/>
                </a:lnTo>
                <a:lnTo>
                  <a:pt x="144084" y="1271910"/>
                </a:lnTo>
                <a:lnTo>
                  <a:pt x="164805" y="1305114"/>
                </a:lnTo>
                <a:lnTo>
                  <a:pt x="185770" y="1337954"/>
                </a:lnTo>
                <a:lnTo>
                  <a:pt x="202614" y="1363280"/>
                </a:lnTo>
                <a:lnTo>
                  <a:pt x="218610" y="1388244"/>
                </a:lnTo>
                <a:lnTo>
                  <a:pt x="233757" y="1413086"/>
                </a:lnTo>
                <a:lnTo>
                  <a:pt x="248056" y="1437685"/>
                </a:lnTo>
                <a:lnTo>
                  <a:pt x="261507" y="1462285"/>
                </a:lnTo>
                <a:lnTo>
                  <a:pt x="274231" y="1486885"/>
                </a:lnTo>
                <a:lnTo>
                  <a:pt x="286228" y="1511484"/>
                </a:lnTo>
                <a:lnTo>
                  <a:pt x="297498" y="1536205"/>
                </a:lnTo>
                <a:lnTo>
                  <a:pt x="308041" y="1560926"/>
                </a:lnTo>
                <a:lnTo>
                  <a:pt x="317978" y="1586010"/>
                </a:lnTo>
                <a:lnTo>
                  <a:pt x="327430" y="1611337"/>
                </a:lnTo>
                <a:lnTo>
                  <a:pt x="336155" y="1636906"/>
                </a:lnTo>
                <a:lnTo>
                  <a:pt x="344395" y="1662839"/>
                </a:lnTo>
                <a:lnTo>
                  <a:pt x="352150" y="1689256"/>
                </a:lnTo>
                <a:lnTo>
                  <a:pt x="359542" y="1716158"/>
                </a:lnTo>
                <a:lnTo>
                  <a:pt x="366329" y="1743666"/>
                </a:lnTo>
                <a:lnTo>
                  <a:pt x="382688" y="1813951"/>
                </a:lnTo>
                <a:lnTo>
                  <a:pt x="399047" y="1884720"/>
                </a:lnTo>
                <a:lnTo>
                  <a:pt x="407530" y="1919862"/>
                </a:lnTo>
                <a:lnTo>
                  <a:pt x="416497" y="1954520"/>
                </a:lnTo>
                <a:lnTo>
                  <a:pt x="426083" y="1988693"/>
                </a:lnTo>
                <a:lnTo>
                  <a:pt x="436250" y="2021896"/>
                </a:lnTo>
                <a:lnTo>
                  <a:pt x="443278" y="2043103"/>
                </a:lnTo>
                <a:lnTo>
                  <a:pt x="450791" y="2063825"/>
                </a:lnTo>
                <a:lnTo>
                  <a:pt x="458547" y="2083941"/>
                </a:lnTo>
                <a:lnTo>
                  <a:pt x="466908" y="2103451"/>
                </a:lnTo>
                <a:lnTo>
                  <a:pt x="475755" y="2122355"/>
                </a:lnTo>
                <a:lnTo>
                  <a:pt x="485207" y="2140653"/>
                </a:lnTo>
                <a:lnTo>
                  <a:pt x="495143" y="2158103"/>
                </a:lnTo>
                <a:lnTo>
                  <a:pt x="505807" y="2174826"/>
                </a:lnTo>
                <a:lnTo>
                  <a:pt x="517077" y="2190580"/>
                </a:lnTo>
                <a:lnTo>
                  <a:pt x="528953" y="2205606"/>
                </a:lnTo>
                <a:lnTo>
                  <a:pt x="541677" y="2219542"/>
                </a:lnTo>
                <a:lnTo>
                  <a:pt x="555249" y="2232508"/>
                </a:lnTo>
                <a:lnTo>
                  <a:pt x="569548" y="2244505"/>
                </a:lnTo>
                <a:lnTo>
                  <a:pt x="584696" y="2255290"/>
                </a:lnTo>
                <a:lnTo>
                  <a:pt x="600813" y="2264984"/>
                </a:lnTo>
                <a:lnTo>
                  <a:pt x="617899" y="2273467"/>
                </a:lnTo>
                <a:lnTo>
                  <a:pt x="634259" y="2279284"/>
                </a:lnTo>
                <a:lnTo>
                  <a:pt x="650376" y="2284252"/>
                </a:lnTo>
                <a:lnTo>
                  <a:pt x="666129" y="2288251"/>
                </a:lnTo>
                <a:lnTo>
                  <a:pt x="681640" y="2291402"/>
                </a:lnTo>
                <a:lnTo>
                  <a:pt x="696788" y="2293704"/>
                </a:lnTo>
                <a:lnTo>
                  <a:pt x="711814" y="2295280"/>
                </a:lnTo>
                <a:lnTo>
                  <a:pt x="726356" y="2296007"/>
                </a:lnTo>
                <a:lnTo>
                  <a:pt x="740776" y="2295885"/>
                </a:lnTo>
                <a:lnTo>
                  <a:pt x="754833" y="2295037"/>
                </a:lnTo>
                <a:lnTo>
                  <a:pt x="768648" y="2293341"/>
                </a:lnTo>
                <a:lnTo>
                  <a:pt x="782099" y="2291038"/>
                </a:lnTo>
                <a:lnTo>
                  <a:pt x="795308" y="2288009"/>
                </a:lnTo>
                <a:lnTo>
                  <a:pt x="808153" y="2284252"/>
                </a:lnTo>
                <a:lnTo>
                  <a:pt x="820755" y="2279768"/>
                </a:lnTo>
                <a:lnTo>
                  <a:pt x="833116" y="2274679"/>
                </a:lnTo>
                <a:lnTo>
                  <a:pt x="845113" y="2268983"/>
                </a:lnTo>
                <a:lnTo>
                  <a:pt x="856867" y="2262561"/>
                </a:lnTo>
                <a:lnTo>
                  <a:pt x="868258" y="2255654"/>
                </a:lnTo>
                <a:lnTo>
                  <a:pt x="879407" y="2248140"/>
                </a:lnTo>
                <a:lnTo>
                  <a:pt x="890313" y="2240021"/>
                </a:lnTo>
                <a:lnTo>
                  <a:pt x="900856" y="2231296"/>
                </a:lnTo>
                <a:lnTo>
                  <a:pt x="911156" y="2222087"/>
                </a:lnTo>
                <a:lnTo>
                  <a:pt x="921093" y="2212392"/>
                </a:lnTo>
                <a:lnTo>
                  <a:pt x="930787" y="2202213"/>
                </a:lnTo>
                <a:lnTo>
                  <a:pt x="940118" y="2191549"/>
                </a:lnTo>
                <a:lnTo>
                  <a:pt x="949207" y="2180522"/>
                </a:lnTo>
                <a:lnTo>
                  <a:pt x="958053" y="2168888"/>
                </a:lnTo>
                <a:lnTo>
                  <a:pt x="966536" y="2156891"/>
                </a:lnTo>
                <a:lnTo>
                  <a:pt x="982531" y="2131807"/>
                </a:lnTo>
                <a:lnTo>
                  <a:pt x="997437" y="2105269"/>
                </a:lnTo>
                <a:lnTo>
                  <a:pt x="1005919" y="2085274"/>
                </a:lnTo>
                <a:lnTo>
                  <a:pt x="1013917" y="2064673"/>
                </a:lnTo>
                <a:lnTo>
                  <a:pt x="1021551" y="2043466"/>
                </a:lnTo>
                <a:lnTo>
                  <a:pt x="1028701" y="2021654"/>
                </a:lnTo>
                <a:lnTo>
                  <a:pt x="1042031" y="1976817"/>
                </a:lnTo>
                <a:lnTo>
                  <a:pt x="1054149" y="1930526"/>
                </a:lnTo>
                <a:lnTo>
                  <a:pt x="1065540" y="1883145"/>
                </a:lnTo>
                <a:lnTo>
                  <a:pt x="1076446" y="1835157"/>
                </a:lnTo>
                <a:lnTo>
                  <a:pt x="1098380" y="1738698"/>
                </a:lnTo>
                <a:lnTo>
                  <a:pt x="1108438" y="1697011"/>
                </a:lnTo>
                <a:lnTo>
                  <a:pt x="1119586" y="1656295"/>
                </a:lnTo>
                <a:lnTo>
                  <a:pt x="1131826" y="1616426"/>
                </a:lnTo>
                <a:lnTo>
                  <a:pt x="1145277" y="1577528"/>
                </a:lnTo>
                <a:lnTo>
                  <a:pt x="1159940" y="1539356"/>
                </a:lnTo>
                <a:lnTo>
                  <a:pt x="1175935" y="1502032"/>
                </a:lnTo>
                <a:lnTo>
                  <a:pt x="1193264" y="1465436"/>
                </a:lnTo>
                <a:lnTo>
                  <a:pt x="1212047" y="1429445"/>
                </a:lnTo>
                <a:lnTo>
                  <a:pt x="1226952" y="1403391"/>
                </a:lnTo>
                <a:lnTo>
                  <a:pt x="1241979" y="1378307"/>
                </a:lnTo>
                <a:lnTo>
                  <a:pt x="1272274" y="1329956"/>
                </a:lnTo>
                <a:lnTo>
                  <a:pt x="1302327" y="1282938"/>
                </a:lnTo>
                <a:lnTo>
                  <a:pt x="1331531" y="1235677"/>
                </a:lnTo>
                <a:lnTo>
                  <a:pt x="1349345" y="1203322"/>
                </a:lnTo>
                <a:lnTo>
                  <a:pt x="1365946" y="1172300"/>
                </a:lnTo>
                <a:lnTo>
                  <a:pt x="1381094" y="1142368"/>
                </a:lnTo>
                <a:lnTo>
                  <a:pt x="1395030" y="1112922"/>
                </a:lnTo>
                <a:lnTo>
                  <a:pt x="1407754" y="1083717"/>
                </a:lnTo>
                <a:lnTo>
                  <a:pt x="1419023" y="1054513"/>
                </a:lnTo>
                <a:lnTo>
                  <a:pt x="1429081" y="1024702"/>
                </a:lnTo>
                <a:lnTo>
                  <a:pt x="1437806" y="993922"/>
                </a:lnTo>
                <a:lnTo>
                  <a:pt x="1445198" y="961931"/>
                </a:lnTo>
                <a:lnTo>
                  <a:pt x="1451257" y="928364"/>
                </a:lnTo>
                <a:lnTo>
                  <a:pt x="1455862" y="892737"/>
                </a:lnTo>
                <a:lnTo>
                  <a:pt x="1459255" y="854565"/>
                </a:lnTo>
                <a:lnTo>
                  <a:pt x="1461194" y="813727"/>
                </a:lnTo>
                <a:lnTo>
                  <a:pt x="1461800" y="769738"/>
                </a:lnTo>
                <a:lnTo>
                  <a:pt x="1461073" y="722114"/>
                </a:lnTo>
                <a:lnTo>
                  <a:pt x="1459013" y="670613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B688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CE03A-6729-4294-B276-F59AA53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487" y="990648"/>
            <a:ext cx="2240627" cy="1476584"/>
          </a:xfrm>
          <a:custGeom xmlns:a="http://schemas.openxmlformats.org/drawingml/2006/main">
            <a:pathLst>
              <a:path w="2240627" h="1476584" fill="none">
                <a:moveTo>
                  <a:pt x="1781838" y="1406178"/>
                </a:moveTo>
                <a:lnTo>
                  <a:pt x="1814072" y="1392364"/>
                </a:lnTo>
                <a:lnTo>
                  <a:pt x="1845336" y="1377216"/>
                </a:lnTo>
                <a:lnTo>
                  <a:pt x="1875632" y="1360614"/>
                </a:lnTo>
                <a:lnTo>
                  <a:pt x="1904836" y="1342801"/>
                </a:lnTo>
                <a:lnTo>
                  <a:pt x="1933071" y="1323654"/>
                </a:lnTo>
                <a:lnTo>
                  <a:pt x="1960337" y="1303417"/>
                </a:lnTo>
                <a:lnTo>
                  <a:pt x="1986390" y="1281968"/>
                </a:lnTo>
                <a:lnTo>
                  <a:pt x="2011354" y="1259429"/>
                </a:lnTo>
                <a:lnTo>
                  <a:pt x="2035105" y="1235799"/>
                </a:lnTo>
                <a:lnTo>
                  <a:pt x="2057766" y="1211199"/>
                </a:lnTo>
                <a:lnTo>
                  <a:pt x="2079215" y="1185630"/>
                </a:lnTo>
                <a:lnTo>
                  <a:pt x="2099452" y="1159212"/>
                </a:lnTo>
                <a:lnTo>
                  <a:pt x="2118477" y="1131947"/>
                </a:lnTo>
                <a:lnTo>
                  <a:pt x="2136291" y="1103712"/>
                </a:lnTo>
                <a:lnTo>
                  <a:pt x="2152650" y="1074871"/>
                </a:lnTo>
                <a:lnTo>
                  <a:pt x="2167798" y="1045303"/>
                </a:lnTo>
                <a:lnTo>
                  <a:pt x="2181612" y="1015008"/>
                </a:lnTo>
                <a:lnTo>
                  <a:pt x="2193973" y="984107"/>
                </a:lnTo>
                <a:lnTo>
                  <a:pt x="2205000" y="952721"/>
                </a:lnTo>
                <a:lnTo>
                  <a:pt x="2214573" y="920850"/>
                </a:lnTo>
                <a:lnTo>
                  <a:pt x="2222692" y="888374"/>
                </a:lnTo>
                <a:lnTo>
                  <a:pt x="2229357" y="855534"/>
                </a:lnTo>
                <a:lnTo>
                  <a:pt x="2234447" y="822331"/>
                </a:lnTo>
                <a:lnTo>
                  <a:pt x="2238082" y="788885"/>
                </a:lnTo>
                <a:lnTo>
                  <a:pt x="2240142" y="755076"/>
                </a:lnTo>
                <a:lnTo>
                  <a:pt x="2240627" y="721145"/>
                </a:lnTo>
                <a:lnTo>
                  <a:pt x="2239537" y="686972"/>
                </a:lnTo>
                <a:lnTo>
                  <a:pt x="2236871" y="652678"/>
                </a:lnTo>
                <a:lnTo>
                  <a:pt x="2232387" y="618384"/>
                </a:lnTo>
                <a:lnTo>
                  <a:pt x="2226328" y="583969"/>
                </a:lnTo>
                <a:lnTo>
                  <a:pt x="2218572" y="549675"/>
                </a:lnTo>
                <a:lnTo>
                  <a:pt x="2209120" y="515381"/>
                </a:lnTo>
                <a:lnTo>
                  <a:pt x="2201365" y="491629"/>
                </a:lnTo>
                <a:lnTo>
                  <a:pt x="2193003" y="468241"/>
                </a:lnTo>
                <a:lnTo>
                  <a:pt x="2183915" y="445217"/>
                </a:lnTo>
                <a:lnTo>
                  <a:pt x="2174099" y="422799"/>
                </a:lnTo>
                <a:lnTo>
                  <a:pt x="2163556" y="400744"/>
                </a:lnTo>
                <a:lnTo>
                  <a:pt x="2152408" y="379295"/>
                </a:lnTo>
                <a:lnTo>
                  <a:pt x="2140532" y="358210"/>
                </a:lnTo>
                <a:lnTo>
                  <a:pt x="2128050" y="337730"/>
                </a:lnTo>
                <a:lnTo>
                  <a:pt x="2114963" y="317614"/>
                </a:lnTo>
                <a:lnTo>
                  <a:pt x="2101270" y="298104"/>
                </a:lnTo>
                <a:lnTo>
                  <a:pt x="2086970" y="279200"/>
                </a:lnTo>
                <a:lnTo>
                  <a:pt x="2072198" y="260659"/>
                </a:lnTo>
                <a:lnTo>
                  <a:pt x="2056796" y="242846"/>
                </a:lnTo>
                <a:lnTo>
                  <a:pt x="2040801" y="225396"/>
                </a:lnTo>
                <a:lnTo>
                  <a:pt x="2024320" y="208673"/>
                </a:lnTo>
                <a:lnTo>
                  <a:pt x="2007355" y="192435"/>
                </a:lnTo>
                <a:lnTo>
                  <a:pt x="1989905" y="176681"/>
                </a:lnTo>
                <a:lnTo>
                  <a:pt x="1971970" y="161655"/>
                </a:lnTo>
                <a:lnTo>
                  <a:pt x="1953672" y="147234"/>
                </a:lnTo>
                <a:lnTo>
                  <a:pt x="1934768" y="133299"/>
                </a:lnTo>
                <a:lnTo>
                  <a:pt x="1915621" y="120090"/>
                </a:lnTo>
                <a:lnTo>
                  <a:pt x="1895990" y="107487"/>
                </a:lnTo>
                <a:lnTo>
                  <a:pt x="1875995" y="95490"/>
                </a:lnTo>
                <a:lnTo>
                  <a:pt x="1855516" y="84099"/>
                </a:lnTo>
                <a:lnTo>
                  <a:pt x="1834794" y="73435"/>
                </a:lnTo>
                <a:lnTo>
                  <a:pt x="1813708" y="63377"/>
                </a:lnTo>
                <a:lnTo>
                  <a:pt x="1792381" y="54046"/>
                </a:lnTo>
                <a:lnTo>
                  <a:pt x="1770689" y="45322"/>
                </a:lnTo>
                <a:lnTo>
                  <a:pt x="1748756" y="37324"/>
                </a:lnTo>
                <a:lnTo>
                  <a:pt x="1726458" y="30053"/>
                </a:lnTo>
                <a:lnTo>
                  <a:pt x="1703919" y="23509"/>
                </a:lnTo>
                <a:lnTo>
                  <a:pt x="1681258" y="17571"/>
                </a:lnTo>
                <a:lnTo>
                  <a:pt x="1650357" y="12724"/>
                </a:lnTo>
                <a:lnTo>
                  <a:pt x="1620304" y="8604"/>
                </a:lnTo>
                <a:lnTo>
                  <a:pt x="1591221" y="5211"/>
                </a:lnTo>
                <a:lnTo>
                  <a:pt x="1562865" y="2666"/>
                </a:lnTo>
                <a:lnTo>
                  <a:pt x="1534993" y="848"/>
                </a:lnTo>
                <a:lnTo>
                  <a:pt x="1507728" y="0"/>
                </a:lnTo>
                <a:lnTo>
                  <a:pt x="1480825" y="121"/>
                </a:lnTo>
                <a:lnTo>
                  <a:pt x="1454045" y="1091"/>
                </a:lnTo>
                <a:lnTo>
                  <a:pt x="1427506" y="3151"/>
                </a:lnTo>
                <a:lnTo>
                  <a:pt x="1400968" y="6301"/>
                </a:lnTo>
                <a:lnTo>
                  <a:pt x="1374429" y="10543"/>
                </a:lnTo>
                <a:lnTo>
                  <a:pt x="1347648" y="15875"/>
                </a:lnTo>
                <a:lnTo>
                  <a:pt x="1320504" y="22418"/>
                </a:lnTo>
                <a:lnTo>
                  <a:pt x="1292875" y="30174"/>
                </a:lnTo>
                <a:lnTo>
                  <a:pt x="1264761" y="39262"/>
                </a:lnTo>
                <a:lnTo>
                  <a:pt x="1236053" y="49563"/>
                </a:lnTo>
                <a:lnTo>
                  <a:pt x="1200172" y="62771"/>
                </a:lnTo>
                <a:lnTo>
                  <a:pt x="1166362" y="76344"/>
                </a:lnTo>
                <a:lnTo>
                  <a:pt x="1134370" y="90401"/>
                </a:lnTo>
                <a:lnTo>
                  <a:pt x="1104075" y="104821"/>
                </a:lnTo>
                <a:lnTo>
                  <a:pt x="1075598" y="119484"/>
                </a:lnTo>
                <a:lnTo>
                  <a:pt x="1048696" y="134510"/>
                </a:lnTo>
                <a:lnTo>
                  <a:pt x="1023248" y="149900"/>
                </a:lnTo>
                <a:lnTo>
                  <a:pt x="999254" y="165533"/>
                </a:lnTo>
                <a:lnTo>
                  <a:pt x="980108" y="178862"/>
                </a:lnTo>
                <a:lnTo>
                  <a:pt x="961931" y="192435"/>
                </a:lnTo>
                <a:lnTo>
                  <a:pt x="944481" y="206007"/>
                </a:lnTo>
                <a:lnTo>
                  <a:pt x="927758" y="219943"/>
                </a:lnTo>
                <a:lnTo>
                  <a:pt x="911641" y="233878"/>
                </a:lnTo>
                <a:lnTo>
                  <a:pt x="896251" y="247935"/>
                </a:lnTo>
                <a:lnTo>
                  <a:pt x="866804" y="276534"/>
                </a:lnTo>
                <a:lnTo>
                  <a:pt x="839054" y="305617"/>
                </a:lnTo>
                <a:lnTo>
                  <a:pt x="812515" y="334943"/>
                </a:lnTo>
                <a:lnTo>
                  <a:pt x="761135" y="394200"/>
                </a:lnTo>
                <a:lnTo>
                  <a:pt x="741382" y="418073"/>
                </a:lnTo>
                <a:lnTo>
                  <a:pt x="721387" y="440855"/>
                </a:lnTo>
                <a:lnTo>
                  <a:pt x="701029" y="462788"/>
                </a:lnTo>
                <a:lnTo>
                  <a:pt x="680550" y="483631"/>
                </a:lnTo>
                <a:lnTo>
                  <a:pt x="659585" y="503747"/>
                </a:lnTo>
                <a:lnTo>
                  <a:pt x="638500" y="523136"/>
                </a:lnTo>
                <a:lnTo>
                  <a:pt x="617051" y="541677"/>
                </a:lnTo>
                <a:lnTo>
                  <a:pt x="595239" y="559490"/>
                </a:lnTo>
                <a:lnTo>
                  <a:pt x="573063" y="576819"/>
                </a:lnTo>
                <a:lnTo>
                  <a:pt x="550523" y="593421"/>
                </a:lnTo>
                <a:lnTo>
                  <a:pt x="527741" y="609659"/>
                </a:lnTo>
                <a:lnTo>
                  <a:pt x="504596" y="625412"/>
                </a:lnTo>
                <a:lnTo>
                  <a:pt x="480965" y="640681"/>
                </a:lnTo>
                <a:lnTo>
                  <a:pt x="457093" y="655708"/>
                </a:lnTo>
                <a:lnTo>
                  <a:pt x="408015" y="684912"/>
                </a:lnTo>
                <a:lnTo>
                  <a:pt x="347303" y="719570"/>
                </a:lnTo>
                <a:lnTo>
                  <a:pt x="286834" y="754833"/>
                </a:lnTo>
                <a:lnTo>
                  <a:pt x="257145" y="772889"/>
                </a:lnTo>
                <a:lnTo>
                  <a:pt x="228183" y="791187"/>
                </a:lnTo>
                <a:lnTo>
                  <a:pt x="199948" y="809849"/>
                </a:lnTo>
                <a:lnTo>
                  <a:pt x="172803" y="828996"/>
                </a:lnTo>
                <a:lnTo>
                  <a:pt x="154626" y="842568"/>
                </a:lnTo>
                <a:lnTo>
                  <a:pt x="137055" y="856504"/>
                </a:lnTo>
                <a:lnTo>
                  <a:pt x="120332" y="870803"/>
                </a:lnTo>
                <a:lnTo>
                  <a:pt x="104336" y="885345"/>
                </a:lnTo>
                <a:lnTo>
                  <a:pt x="89310" y="900250"/>
                </a:lnTo>
                <a:lnTo>
                  <a:pt x="75132" y="915397"/>
                </a:lnTo>
                <a:lnTo>
                  <a:pt x="61923" y="931030"/>
                </a:lnTo>
                <a:lnTo>
                  <a:pt x="49926" y="947147"/>
                </a:lnTo>
                <a:lnTo>
                  <a:pt x="39020" y="963627"/>
                </a:lnTo>
                <a:lnTo>
                  <a:pt x="29204" y="980592"/>
                </a:lnTo>
                <a:lnTo>
                  <a:pt x="20843" y="998042"/>
                </a:lnTo>
                <a:lnTo>
                  <a:pt x="13696" y="1015856"/>
                </a:lnTo>
                <a:lnTo>
                  <a:pt x="7998" y="1034397"/>
                </a:lnTo>
                <a:lnTo>
                  <a:pt x="3757" y="1053422"/>
                </a:lnTo>
                <a:lnTo>
                  <a:pt x="1091" y="1073053"/>
                </a:lnTo>
                <a:lnTo>
                  <a:pt x="0" y="1093169"/>
                </a:lnTo>
                <a:lnTo>
                  <a:pt x="242" y="1107711"/>
                </a:lnTo>
                <a:lnTo>
                  <a:pt x="969" y="1122010"/>
                </a:lnTo>
                <a:lnTo>
                  <a:pt x="2424" y="1135946"/>
                </a:lnTo>
                <a:lnTo>
                  <a:pt x="4484" y="1149639"/>
                </a:lnTo>
                <a:lnTo>
                  <a:pt x="7028" y="1162969"/>
                </a:lnTo>
                <a:lnTo>
                  <a:pt x="10179" y="1175935"/>
                </a:lnTo>
                <a:lnTo>
                  <a:pt x="14057" y="1188538"/>
                </a:lnTo>
                <a:lnTo>
                  <a:pt x="18298" y="1200899"/>
                </a:lnTo>
                <a:lnTo>
                  <a:pt x="23267" y="1212895"/>
                </a:lnTo>
                <a:lnTo>
                  <a:pt x="28720" y="1224529"/>
                </a:lnTo>
                <a:lnTo>
                  <a:pt x="34658" y="1235799"/>
                </a:lnTo>
                <a:lnTo>
                  <a:pt x="41201" y="1246705"/>
                </a:lnTo>
                <a:lnTo>
                  <a:pt x="48230" y="1257248"/>
                </a:lnTo>
                <a:lnTo>
                  <a:pt x="55743" y="1267427"/>
                </a:lnTo>
                <a:lnTo>
                  <a:pt x="63741" y="1277121"/>
                </a:lnTo>
                <a:lnTo>
                  <a:pt x="72345" y="1286573"/>
                </a:lnTo>
                <a:lnTo>
                  <a:pt x="81433" y="1295541"/>
                </a:lnTo>
                <a:lnTo>
                  <a:pt x="90885" y="1304144"/>
                </a:lnTo>
                <a:lnTo>
                  <a:pt x="100943" y="1312263"/>
                </a:lnTo>
                <a:lnTo>
                  <a:pt x="111365" y="1320140"/>
                </a:lnTo>
                <a:lnTo>
                  <a:pt x="122271" y="1327411"/>
                </a:lnTo>
                <a:lnTo>
                  <a:pt x="133662" y="1334318"/>
                </a:lnTo>
                <a:lnTo>
                  <a:pt x="145538" y="1340862"/>
                </a:lnTo>
                <a:lnTo>
                  <a:pt x="157777" y="1346921"/>
                </a:lnTo>
                <a:lnTo>
                  <a:pt x="170380" y="1352495"/>
                </a:lnTo>
                <a:lnTo>
                  <a:pt x="183467" y="1357706"/>
                </a:lnTo>
                <a:lnTo>
                  <a:pt x="196918" y="1362311"/>
                </a:lnTo>
                <a:lnTo>
                  <a:pt x="210854" y="1366552"/>
                </a:lnTo>
                <a:lnTo>
                  <a:pt x="225153" y="1370309"/>
                </a:lnTo>
                <a:lnTo>
                  <a:pt x="239695" y="1373581"/>
                </a:lnTo>
                <a:lnTo>
                  <a:pt x="254721" y="1376368"/>
                </a:lnTo>
                <a:lnTo>
                  <a:pt x="270111" y="1378670"/>
                </a:lnTo>
                <a:lnTo>
                  <a:pt x="292045" y="1381215"/>
                </a:lnTo>
                <a:lnTo>
                  <a:pt x="314463" y="1382912"/>
                </a:lnTo>
                <a:lnTo>
                  <a:pt x="337245" y="1384123"/>
                </a:lnTo>
                <a:lnTo>
                  <a:pt x="360633" y="1384608"/>
                </a:lnTo>
                <a:lnTo>
                  <a:pt x="408257" y="1384366"/>
                </a:lnTo>
                <a:lnTo>
                  <a:pt x="457214" y="1382548"/>
                </a:lnTo>
                <a:lnTo>
                  <a:pt x="507019" y="1379519"/>
                </a:lnTo>
                <a:lnTo>
                  <a:pt x="557430" y="1376004"/>
                </a:lnTo>
                <a:lnTo>
                  <a:pt x="658495" y="1368855"/>
                </a:lnTo>
                <a:lnTo>
                  <a:pt x="698727" y="1366916"/>
                </a:lnTo>
                <a:lnTo>
                  <a:pt x="738232" y="1365946"/>
                </a:lnTo>
                <a:lnTo>
                  <a:pt x="777130" y="1365946"/>
                </a:lnTo>
                <a:lnTo>
                  <a:pt x="815666" y="1367279"/>
                </a:lnTo>
                <a:lnTo>
                  <a:pt x="853595" y="1369703"/>
                </a:lnTo>
                <a:lnTo>
                  <a:pt x="891282" y="1373581"/>
                </a:lnTo>
                <a:lnTo>
                  <a:pt x="928727" y="1379034"/>
                </a:lnTo>
                <a:lnTo>
                  <a:pt x="965930" y="1385941"/>
                </a:lnTo>
                <a:lnTo>
                  <a:pt x="999860" y="1393212"/>
                </a:lnTo>
                <a:lnTo>
                  <a:pt x="1032700" y="1401210"/>
                </a:lnTo>
                <a:lnTo>
                  <a:pt x="1064571" y="1409693"/>
                </a:lnTo>
                <a:lnTo>
                  <a:pt x="1095956" y="1418418"/>
                </a:lnTo>
                <a:lnTo>
                  <a:pt x="1157758" y="1435868"/>
                </a:lnTo>
                <a:lnTo>
                  <a:pt x="1188538" y="1444350"/>
                </a:lnTo>
                <a:lnTo>
                  <a:pt x="1219682" y="1452227"/>
                </a:lnTo>
                <a:lnTo>
                  <a:pt x="1265730" y="1459982"/>
                </a:lnTo>
                <a:lnTo>
                  <a:pt x="1309234" y="1466284"/>
                </a:lnTo>
                <a:lnTo>
                  <a:pt x="1350193" y="1471010"/>
                </a:lnTo>
                <a:lnTo>
                  <a:pt x="1389092" y="1474403"/>
                </a:lnTo>
                <a:lnTo>
                  <a:pt x="1426052" y="1476221"/>
                </a:lnTo>
                <a:lnTo>
                  <a:pt x="1461315" y="1476584"/>
                </a:lnTo>
                <a:lnTo>
                  <a:pt x="1495246" y="1475615"/>
                </a:lnTo>
                <a:lnTo>
                  <a:pt x="1528086" y="1473191"/>
                </a:lnTo>
                <a:lnTo>
                  <a:pt x="1560078" y="1469313"/>
                </a:lnTo>
                <a:lnTo>
                  <a:pt x="1591463" y="1464224"/>
                </a:lnTo>
                <a:lnTo>
                  <a:pt x="1622485" y="1457680"/>
                </a:lnTo>
                <a:lnTo>
                  <a:pt x="1653387" y="1449924"/>
                </a:lnTo>
                <a:lnTo>
                  <a:pt x="1684651" y="1440836"/>
                </a:lnTo>
                <a:lnTo>
                  <a:pt x="1716158" y="1430536"/>
                </a:lnTo>
                <a:lnTo>
                  <a:pt x="1748513" y="1418902"/>
                </a:lnTo>
                <a:lnTo>
                  <a:pt x="1781838" y="1406178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5AB6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5E775-DE70-4E38-B205-CB5DFC0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236" y="1096196"/>
            <a:ext cx="1750573" cy="2059220"/>
          </a:xfrm>
          <a:custGeom xmlns:a="http://schemas.openxmlformats.org/drawingml/2006/main">
            <a:pathLst>
              <a:path w="1750573" h="2059220" fill="none">
                <a:moveTo>
                  <a:pt x="462182" y="1801348"/>
                </a:moveTo>
                <a:lnTo>
                  <a:pt x="485328" y="1827402"/>
                </a:lnTo>
                <a:lnTo>
                  <a:pt x="509443" y="1852244"/>
                </a:lnTo>
                <a:lnTo>
                  <a:pt x="534648" y="1875632"/>
                </a:lnTo>
                <a:lnTo>
                  <a:pt x="560702" y="1897686"/>
                </a:lnTo>
                <a:lnTo>
                  <a:pt x="587604" y="1918408"/>
                </a:lnTo>
                <a:lnTo>
                  <a:pt x="615354" y="1937676"/>
                </a:lnTo>
                <a:lnTo>
                  <a:pt x="643832" y="1955611"/>
                </a:lnTo>
                <a:lnTo>
                  <a:pt x="673036" y="1972212"/>
                </a:lnTo>
                <a:lnTo>
                  <a:pt x="702847" y="1987239"/>
                </a:lnTo>
                <a:lnTo>
                  <a:pt x="733263" y="2001053"/>
                </a:lnTo>
                <a:lnTo>
                  <a:pt x="764285" y="2013293"/>
                </a:lnTo>
                <a:lnTo>
                  <a:pt x="795671" y="2024199"/>
                </a:lnTo>
                <a:lnTo>
                  <a:pt x="827542" y="2033651"/>
                </a:lnTo>
                <a:lnTo>
                  <a:pt x="859776" y="2041528"/>
                </a:lnTo>
                <a:lnTo>
                  <a:pt x="892252" y="2048071"/>
                </a:lnTo>
                <a:lnTo>
                  <a:pt x="925092" y="2053040"/>
                </a:lnTo>
                <a:lnTo>
                  <a:pt x="958053" y="2056675"/>
                </a:lnTo>
                <a:lnTo>
                  <a:pt x="991256" y="2058735"/>
                </a:lnTo>
                <a:lnTo>
                  <a:pt x="1024460" y="2059220"/>
                </a:lnTo>
                <a:lnTo>
                  <a:pt x="1057784" y="2058251"/>
                </a:lnTo>
                <a:lnTo>
                  <a:pt x="1090988" y="2055827"/>
                </a:lnTo>
                <a:lnTo>
                  <a:pt x="1124191" y="2051707"/>
                </a:lnTo>
                <a:lnTo>
                  <a:pt x="1157274" y="2046254"/>
                </a:lnTo>
                <a:lnTo>
                  <a:pt x="1190235" y="2039104"/>
                </a:lnTo>
                <a:lnTo>
                  <a:pt x="1222832" y="2030379"/>
                </a:lnTo>
                <a:lnTo>
                  <a:pt x="1255187" y="2020200"/>
                </a:lnTo>
                <a:lnTo>
                  <a:pt x="1287300" y="2008324"/>
                </a:lnTo>
                <a:lnTo>
                  <a:pt x="1318928" y="1994873"/>
                </a:lnTo>
                <a:lnTo>
                  <a:pt x="1350072" y="1979847"/>
                </a:lnTo>
                <a:lnTo>
                  <a:pt x="1380730" y="1963245"/>
                </a:lnTo>
                <a:lnTo>
                  <a:pt x="1410904" y="1945068"/>
                </a:lnTo>
                <a:lnTo>
                  <a:pt x="1440472" y="1925073"/>
                </a:lnTo>
                <a:lnTo>
                  <a:pt x="1459740" y="1911137"/>
                </a:lnTo>
                <a:lnTo>
                  <a:pt x="1478523" y="1896596"/>
                </a:lnTo>
                <a:lnTo>
                  <a:pt x="1496700" y="1881569"/>
                </a:lnTo>
                <a:lnTo>
                  <a:pt x="1514271" y="1866058"/>
                </a:lnTo>
                <a:lnTo>
                  <a:pt x="1531237" y="1849941"/>
                </a:lnTo>
                <a:lnTo>
                  <a:pt x="1547596" y="1833582"/>
                </a:lnTo>
                <a:lnTo>
                  <a:pt x="1563349" y="1816617"/>
                </a:lnTo>
                <a:lnTo>
                  <a:pt x="1578497" y="1799288"/>
                </a:lnTo>
                <a:lnTo>
                  <a:pt x="1593039" y="1781595"/>
                </a:lnTo>
                <a:lnTo>
                  <a:pt x="1606974" y="1763540"/>
                </a:lnTo>
                <a:lnTo>
                  <a:pt x="1620183" y="1744999"/>
                </a:lnTo>
                <a:lnTo>
                  <a:pt x="1632907" y="1726216"/>
                </a:lnTo>
                <a:lnTo>
                  <a:pt x="1644904" y="1707069"/>
                </a:lnTo>
                <a:lnTo>
                  <a:pt x="1656295" y="1687559"/>
                </a:lnTo>
                <a:lnTo>
                  <a:pt x="1667080" y="1667686"/>
                </a:lnTo>
                <a:lnTo>
                  <a:pt x="1677138" y="1647691"/>
                </a:lnTo>
                <a:lnTo>
                  <a:pt x="1686711" y="1627333"/>
                </a:lnTo>
                <a:lnTo>
                  <a:pt x="1695557" y="1606611"/>
                </a:lnTo>
                <a:lnTo>
                  <a:pt x="1703676" y="1585768"/>
                </a:lnTo>
                <a:lnTo>
                  <a:pt x="1711311" y="1564804"/>
                </a:lnTo>
                <a:lnTo>
                  <a:pt x="1718218" y="1543476"/>
                </a:lnTo>
                <a:lnTo>
                  <a:pt x="1724398" y="1522027"/>
                </a:lnTo>
                <a:lnTo>
                  <a:pt x="1729973" y="1500336"/>
                </a:lnTo>
                <a:lnTo>
                  <a:pt x="1734941" y="1478523"/>
                </a:lnTo>
                <a:lnTo>
                  <a:pt x="1739182" y="1456589"/>
                </a:lnTo>
                <a:lnTo>
                  <a:pt x="1742697" y="1434535"/>
                </a:lnTo>
                <a:lnTo>
                  <a:pt x="1745605" y="1412359"/>
                </a:lnTo>
                <a:lnTo>
                  <a:pt x="1747907" y="1390182"/>
                </a:lnTo>
                <a:lnTo>
                  <a:pt x="1749483" y="1367885"/>
                </a:lnTo>
                <a:lnTo>
                  <a:pt x="1750331" y="1345467"/>
                </a:lnTo>
                <a:lnTo>
                  <a:pt x="1750573" y="1323049"/>
                </a:lnTo>
                <a:lnTo>
                  <a:pt x="1750089" y="1300630"/>
                </a:lnTo>
                <a:lnTo>
                  <a:pt x="1745605" y="1267669"/>
                </a:lnTo>
                <a:lnTo>
                  <a:pt x="1740515" y="1235677"/>
                </a:lnTo>
                <a:lnTo>
                  <a:pt x="1734699" y="1204413"/>
                </a:lnTo>
                <a:lnTo>
                  <a:pt x="1728155" y="1173997"/>
                </a:lnTo>
                <a:lnTo>
                  <a:pt x="1720884" y="1144186"/>
                </a:lnTo>
                <a:lnTo>
                  <a:pt x="1712765" y="1115224"/>
                </a:lnTo>
                <a:lnTo>
                  <a:pt x="1703919" y="1086989"/>
                </a:lnTo>
                <a:lnTo>
                  <a:pt x="1694224" y="1059360"/>
                </a:lnTo>
                <a:lnTo>
                  <a:pt x="1683682" y="1032337"/>
                </a:lnTo>
                <a:lnTo>
                  <a:pt x="1672169" y="1005919"/>
                </a:lnTo>
                <a:lnTo>
                  <a:pt x="1659809" y="980229"/>
                </a:lnTo>
                <a:lnTo>
                  <a:pt x="1646613" y="954902"/>
                </a:lnTo>
                <a:lnTo>
                  <a:pt x="1632301" y="930181"/>
                </a:lnTo>
                <a:lnTo>
                  <a:pt x="1617032" y="906066"/>
                </a:lnTo>
                <a:lnTo>
                  <a:pt x="1600794" y="882315"/>
                </a:lnTo>
                <a:lnTo>
                  <a:pt x="1583465" y="858927"/>
                </a:lnTo>
                <a:lnTo>
                  <a:pt x="1560320" y="829117"/>
                </a:lnTo>
                <a:lnTo>
                  <a:pt x="1537296" y="801245"/>
                </a:lnTo>
                <a:lnTo>
                  <a:pt x="1514392" y="775313"/>
                </a:lnTo>
                <a:lnTo>
                  <a:pt x="1491611" y="751198"/>
                </a:lnTo>
                <a:lnTo>
                  <a:pt x="1469071" y="728779"/>
                </a:lnTo>
                <a:lnTo>
                  <a:pt x="1446774" y="707936"/>
                </a:lnTo>
                <a:lnTo>
                  <a:pt x="1424598" y="688669"/>
                </a:lnTo>
                <a:lnTo>
                  <a:pt x="1402543" y="670855"/>
                </a:lnTo>
                <a:lnTo>
                  <a:pt x="1384366" y="657041"/>
                </a:lnTo>
                <a:lnTo>
                  <a:pt x="1366310" y="644074"/>
                </a:lnTo>
                <a:lnTo>
                  <a:pt x="1348254" y="631956"/>
                </a:lnTo>
                <a:lnTo>
                  <a:pt x="1330319" y="620565"/>
                </a:lnTo>
                <a:lnTo>
                  <a:pt x="1312385" y="609780"/>
                </a:lnTo>
                <a:lnTo>
                  <a:pt x="1294571" y="599601"/>
                </a:lnTo>
                <a:lnTo>
                  <a:pt x="1258944" y="580818"/>
                </a:lnTo>
                <a:lnTo>
                  <a:pt x="1223438" y="563974"/>
                </a:lnTo>
                <a:lnTo>
                  <a:pt x="1187932" y="548463"/>
                </a:lnTo>
                <a:lnTo>
                  <a:pt x="1152548" y="533800"/>
                </a:lnTo>
                <a:lnTo>
                  <a:pt x="1117042" y="519622"/>
                </a:lnTo>
                <a:lnTo>
                  <a:pt x="1088080" y="508716"/>
                </a:lnTo>
                <a:lnTo>
                  <a:pt x="1059966" y="497446"/>
                </a:lnTo>
                <a:lnTo>
                  <a:pt x="1032821" y="485813"/>
                </a:lnTo>
                <a:lnTo>
                  <a:pt x="1006404" y="473816"/>
                </a:lnTo>
                <a:lnTo>
                  <a:pt x="980835" y="461334"/>
                </a:lnTo>
                <a:lnTo>
                  <a:pt x="955884" y="448368"/>
                </a:lnTo>
                <a:lnTo>
                  <a:pt x="931393" y="434917"/>
                </a:lnTo>
                <a:lnTo>
                  <a:pt x="907642" y="420981"/>
                </a:lnTo>
                <a:lnTo>
                  <a:pt x="884254" y="406561"/>
                </a:lnTo>
                <a:lnTo>
                  <a:pt x="861351" y="391534"/>
                </a:lnTo>
                <a:lnTo>
                  <a:pt x="838811" y="376023"/>
                </a:lnTo>
                <a:lnTo>
                  <a:pt x="816635" y="359785"/>
                </a:lnTo>
                <a:lnTo>
                  <a:pt x="794580" y="343062"/>
                </a:lnTo>
                <a:lnTo>
                  <a:pt x="772768" y="325612"/>
                </a:lnTo>
                <a:lnTo>
                  <a:pt x="750955" y="307435"/>
                </a:lnTo>
                <a:lnTo>
                  <a:pt x="729385" y="288652"/>
                </a:lnTo>
                <a:lnTo>
                  <a:pt x="677520" y="242361"/>
                </a:lnTo>
                <a:lnTo>
                  <a:pt x="625534" y="195828"/>
                </a:lnTo>
                <a:lnTo>
                  <a:pt x="599480" y="173046"/>
                </a:lnTo>
                <a:lnTo>
                  <a:pt x="573305" y="150749"/>
                </a:lnTo>
                <a:lnTo>
                  <a:pt x="547009" y="129178"/>
                </a:lnTo>
                <a:lnTo>
                  <a:pt x="520591" y="108699"/>
                </a:lnTo>
                <a:lnTo>
                  <a:pt x="500475" y="93673"/>
                </a:lnTo>
                <a:lnTo>
                  <a:pt x="480238" y="79494"/>
                </a:lnTo>
                <a:lnTo>
                  <a:pt x="459880" y="66165"/>
                </a:lnTo>
                <a:lnTo>
                  <a:pt x="439643" y="53804"/>
                </a:lnTo>
                <a:lnTo>
                  <a:pt x="419284" y="42534"/>
                </a:lnTo>
                <a:lnTo>
                  <a:pt x="398805" y="32355"/>
                </a:lnTo>
                <a:lnTo>
                  <a:pt x="378325" y="23388"/>
                </a:lnTo>
                <a:lnTo>
                  <a:pt x="357725" y="15753"/>
                </a:lnTo>
                <a:lnTo>
                  <a:pt x="337124" y="9452"/>
                </a:lnTo>
                <a:lnTo>
                  <a:pt x="316402" y="4726"/>
                </a:lnTo>
                <a:lnTo>
                  <a:pt x="295680" y="1575"/>
                </a:lnTo>
                <a:lnTo>
                  <a:pt x="274837" y="0"/>
                </a:lnTo>
                <a:lnTo>
                  <a:pt x="253876" y="364"/>
                </a:lnTo>
                <a:lnTo>
                  <a:pt x="232909" y="2424"/>
                </a:lnTo>
                <a:lnTo>
                  <a:pt x="211823" y="6544"/>
                </a:lnTo>
                <a:lnTo>
                  <a:pt x="201281" y="9331"/>
                </a:lnTo>
                <a:lnTo>
                  <a:pt x="190738" y="12603"/>
                </a:lnTo>
                <a:lnTo>
                  <a:pt x="176439" y="18904"/>
                </a:lnTo>
                <a:lnTo>
                  <a:pt x="162745" y="25569"/>
                </a:lnTo>
                <a:lnTo>
                  <a:pt x="149537" y="32476"/>
                </a:lnTo>
                <a:lnTo>
                  <a:pt x="136934" y="39626"/>
                </a:lnTo>
                <a:lnTo>
                  <a:pt x="124937" y="47139"/>
                </a:lnTo>
                <a:lnTo>
                  <a:pt x="113304" y="54895"/>
                </a:lnTo>
                <a:lnTo>
                  <a:pt x="102400" y="63014"/>
                </a:lnTo>
                <a:lnTo>
                  <a:pt x="91976" y="71375"/>
                </a:lnTo>
                <a:lnTo>
                  <a:pt x="82039" y="80100"/>
                </a:lnTo>
                <a:lnTo>
                  <a:pt x="72708" y="89068"/>
                </a:lnTo>
                <a:lnTo>
                  <a:pt x="63983" y="98399"/>
                </a:lnTo>
                <a:lnTo>
                  <a:pt x="55743" y="107972"/>
                </a:lnTo>
                <a:lnTo>
                  <a:pt x="48109" y="117909"/>
                </a:lnTo>
                <a:lnTo>
                  <a:pt x="40959" y="128088"/>
                </a:lnTo>
                <a:lnTo>
                  <a:pt x="34415" y="138509"/>
                </a:lnTo>
                <a:lnTo>
                  <a:pt x="28477" y="149294"/>
                </a:lnTo>
                <a:lnTo>
                  <a:pt x="23024" y="160443"/>
                </a:lnTo>
                <a:lnTo>
                  <a:pt x="18177" y="171834"/>
                </a:lnTo>
                <a:lnTo>
                  <a:pt x="13936" y="183588"/>
                </a:lnTo>
                <a:lnTo>
                  <a:pt x="10179" y="195585"/>
                </a:lnTo>
                <a:lnTo>
                  <a:pt x="7028" y="207825"/>
                </a:lnTo>
                <a:lnTo>
                  <a:pt x="4484" y="220548"/>
                </a:lnTo>
                <a:lnTo>
                  <a:pt x="2545" y="233394"/>
                </a:lnTo>
                <a:lnTo>
                  <a:pt x="1091" y="246602"/>
                </a:lnTo>
                <a:lnTo>
                  <a:pt x="242" y="260174"/>
                </a:lnTo>
                <a:lnTo>
                  <a:pt x="0" y="273989"/>
                </a:lnTo>
                <a:lnTo>
                  <a:pt x="364" y="288167"/>
                </a:lnTo>
                <a:lnTo>
                  <a:pt x="1212" y="302588"/>
                </a:lnTo>
                <a:lnTo>
                  <a:pt x="2666" y="317372"/>
                </a:lnTo>
                <a:lnTo>
                  <a:pt x="4847" y="332398"/>
                </a:lnTo>
                <a:lnTo>
                  <a:pt x="7513" y="347788"/>
                </a:lnTo>
                <a:lnTo>
                  <a:pt x="10664" y="363420"/>
                </a:lnTo>
                <a:lnTo>
                  <a:pt x="15511" y="384748"/>
                </a:lnTo>
                <a:lnTo>
                  <a:pt x="20964" y="406197"/>
                </a:lnTo>
                <a:lnTo>
                  <a:pt x="27144" y="428009"/>
                </a:lnTo>
                <a:lnTo>
                  <a:pt x="33931" y="449943"/>
                </a:lnTo>
                <a:lnTo>
                  <a:pt x="49199" y="494538"/>
                </a:lnTo>
                <a:lnTo>
                  <a:pt x="66165" y="539617"/>
                </a:lnTo>
                <a:lnTo>
                  <a:pt x="84342" y="585302"/>
                </a:lnTo>
                <a:lnTo>
                  <a:pt x="103246" y="631229"/>
                </a:lnTo>
                <a:lnTo>
                  <a:pt x="141054" y="723447"/>
                </a:lnTo>
                <a:lnTo>
                  <a:pt x="156202" y="762225"/>
                </a:lnTo>
                <a:lnTo>
                  <a:pt x="170016" y="800761"/>
                </a:lnTo>
                <a:lnTo>
                  <a:pt x="182498" y="839296"/>
                </a:lnTo>
                <a:lnTo>
                  <a:pt x="193525" y="877589"/>
                </a:lnTo>
                <a:lnTo>
                  <a:pt x="203220" y="916003"/>
                </a:lnTo>
                <a:lnTo>
                  <a:pt x="211339" y="954539"/>
                </a:lnTo>
                <a:lnTo>
                  <a:pt x="218004" y="993195"/>
                </a:lnTo>
                <a:lnTo>
                  <a:pt x="223093" y="1032094"/>
                </a:lnTo>
                <a:lnTo>
                  <a:pt x="226002" y="1063722"/>
                </a:lnTo>
                <a:lnTo>
                  <a:pt x="228425" y="1094623"/>
                </a:lnTo>
                <a:lnTo>
                  <a:pt x="231697" y="1155092"/>
                </a:lnTo>
                <a:lnTo>
                  <a:pt x="234484" y="1214228"/>
                </a:lnTo>
                <a:lnTo>
                  <a:pt x="236181" y="1243675"/>
                </a:lnTo>
                <a:lnTo>
                  <a:pt x="238362" y="1273122"/>
                </a:lnTo>
                <a:lnTo>
                  <a:pt x="256176" y="1355525"/>
                </a:lnTo>
                <a:lnTo>
                  <a:pt x="264779" y="1393091"/>
                </a:lnTo>
                <a:lnTo>
                  <a:pt x="273383" y="1428718"/>
                </a:lnTo>
                <a:lnTo>
                  <a:pt x="282472" y="1462648"/>
                </a:lnTo>
                <a:lnTo>
                  <a:pt x="291924" y="1495125"/>
                </a:lnTo>
                <a:lnTo>
                  <a:pt x="302103" y="1526389"/>
                </a:lnTo>
                <a:lnTo>
                  <a:pt x="313252" y="1556684"/>
                </a:lnTo>
                <a:lnTo>
                  <a:pt x="325612" y="1586495"/>
                </a:lnTo>
                <a:lnTo>
                  <a:pt x="339305" y="1615942"/>
                </a:lnTo>
                <a:lnTo>
                  <a:pt x="354574" y="1645267"/>
                </a:lnTo>
                <a:lnTo>
                  <a:pt x="371539" y="1674957"/>
                </a:lnTo>
                <a:lnTo>
                  <a:pt x="390686" y="1705009"/>
                </a:lnTo>
                <a:lnTo>
                  <a:pt x="412014" y="1736032"/>
                </a:lnTo>
                <a:lnTo>
                  <a:pt x="435765" y="1768023"/>
                </a:lnTo>
                <a:lnTo>
                  <a:pt x="462182" y="1801348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882D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B9986-F830-49B3-B603-3105CDF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378" y="928604"/>
            <a:ext cx="1803771" cy="2022381"/>
          </a:xfrm>
          <a:custGeom xmlns:a="http://schemas.openxmlformats.org/drawingml/2006/main">
            <a:pathLst>
              <a:path w="1803771" h="2022381" fill="none">
                <a:moveTo>
                  <a:pt x="114273" y="898796"/>
                </a:moveTo>
                <a:lnTo>
                  <a:pt x="96460" y="928242"/>
                </a:lnTo>
                <a:lnTo>
                  <a:pt x="80100" y="958174"/>
                </a:lnTo>
                <a:lnTo>
                  <a:pt x="65319" y="988712"/>
                </a:lnTo>
                <a:lnTo>
                  <a:pt x="51986" y="1019734"/>
                </a:lnTo>
                <a:lnTo>
                  <a:pt x="40232" y="1051120"/>
                </a:lnTo>
                <a:lnTo>
                  <a:pt x="30053" y="1082869"/>
                </a:lnTo>
                <a:lnTo>
                  <a:pt x="21328" y="1114982"/>
                </a:lnTo>
                <a:lnTo>
                  <a:pt x="14057" y="1147337"/>
                </a:lnTo>
                <a:lnTo>
                  <a:pt x="8361" y="1179934"/>
                </a:lnTo>
                <a:lnTo>
                  <a:pt x="4120" y="1212653"/>
                </a:lnTo>
                <a:lnTo>
                  <a:pt x="1333" y="1245493"/>
                </a:lnTo>
                <a:lnTo>
                  <a:pt x="0" y="1278454"/>
                </a:lnTo>
                <a:lnTo>
                  <a:pt x="242" y="1311294"/>
                </a:lnTo>
                <a:lnTo>
                  <a:pt x="1939" y="1344134"/>
                </a:lnTo>
                <a:lnTo>
                  <a:pt x="4968" y="1376853"/>
                </a:lnTo>
                <a:lnTo>
                  <a:pt x="9573" y="1409329"/>
                </a:lnTo>
                <a:lnTo>
                  <a:pt x="15632" y="1441684"/>
                </a:lnTo>
                <a:lnTo>
                  <a:pt x="23145" y="1473797"/>
                </a:lnTo>
                <a:lnTo>
                  <a:pt x="31992" y="1505546"/>
                </a:lnTo>
                <a:lnTo>
                  <a:pt x="42292" y="1536932"/>
                </a:lnTo>
                <a:lnTo>
                  <a:pt x="54168" y="1567954"/>
                </a:lnTo>
                <a:lnTo>
                  <a:pt x="67255" y="1598371"/>
                </a:lnTo>
                <a:lnTo>
                  <a:pt x="81918" y="1628302"/>
                </a:lnTo>
                <a:lnTo>
                  <a:pt x="97914" y="1657628"/>
                </a:lnTo>
                <a:lnTo>
                  <a:pt x="115364" y="1686348"/>
                </a:lnTo>
                <a:lnTo>
                  <a:pt x="134147" y="1714461"/>
                </a:lnTo>
                <a:lnTo>
                  <a:pt x="154384" y="1741727"/>
                </a:lnTo>
                <a:lnTo>
                  <a:pt x="176075" y="1768144"/>
                </a:lnTo>
                <a:lnTo>
                  <a:pt x="198978" y="1793835"/>
                </a:lnTo>
                <a:lnTo>
                  <a:pt x="223457" y="1818556"/>
                </a:lnTo>
                <a:lnTo>
                  <a:pt x="249147" y="1842307"/>
                </a:lnTo>
                <a:lnTo>
                  <a:pt x="276292" y="1865089"/>
                </a:lnTo>
                <a:lnTo>
                  <a:pt x="296529" y="1880479"/>
                </a:lnTo>
                <a:lnTo>
                  <a:pt x="317251" y="1895020"/>
                </a:lnTo>
                <a:lnTo>
                  <a:pt x="338215" y="1908835"/>
                </a:lnTo>
                <a:lnTo>
                  <a:pt x="359542" y="1921801"/>
                </a:lnTo>
                <a:lnTo>
                  <a:pt x="381113" y="1934041"/>
                </a:lnTo>
                <a:lnTo>
                  <a:pt x="402925" y="1945431"/>
                </a:lnTo>
                <a:lnTo>
                  <a:pt x="425101" y="1955974"/>
                </a:lnTo>
                <a:lnTo>
                  <a:pt x="447520" y="1965790"/>
                </a:lnTo>
                <a:lnTo>
                  <a:pt x="470180" y="1974757"/>
                </a:lnTo>
                <a:lnTo>
                  <a:pt x="492962" y="1982997"/>
                </a:lnTo>
                <a:lnTo>
                  <a:pt x="515986" y="1990511"/>
                </a:lnTo>
                <a:lnTo>
                  <a:pt x="539132" y="1997176"/>
                </a:lnTo>
                <a:lnTo>
                  <a:pt x="562520" y="2002992"/>
                </a:lnTo>
                <a:lnTo>
                  <a:pt x="585908" y="2008082"/>
                </a:lnTo>
                <a:lnTo>
                  <a:pt x="609417" y="2012444"/>
                </a:lnTo>
                <a:lnTo>
                  <a:pt x="633047" y="2015959"/>
                </a:lnTo>
                <a:lnTo>
                  <a:pt x="656798" y="2018746"/>
                </a:lnTo>
                <a:lnTo>
                  <a:pt x="680428" y="2020685"/>
                </a:lnTo>
                <a:lnTo>
                  <a:pt x="704180" y="2021896"/>
                </a:lnTo>
                <a:lnTo>
                  <a:pt x="727931" y="2022381"/>
                </a:lnTo>
                <a:lnTo>
                  <a:pt x="751683" y="2022139"/>
                </a:lnTo>
                <a:lnTo>
                  <a:pt x="775434" y="2021048"/>
                </a:lnTo>
                <a:lnTo>
                  <a:pt x="799064" y="2019230"/>
                </a:lnTo>
                <a:lnTo>
                  <a:pt x="822573" y="2016686"/>
                </a:lnTo>
                <a:lnTo>
                  <a:pt x="846082" y="2013293"/>
                </a:lnTo>
                <a:lnTo>
                  <a:pt x="869470" y="2009172"/>
                </a:lnTo>
                <a:lnTo>
                  <a:pt x="892615" y="2004325"/>
                </a:lnTo>
                <a:lnTo>
                  <a:pt x="915761" y="1998751"/>
                </a:lnTo>
                <a:lnTo>
                  <a:pt x="938543" y="1992449"/>
                </a:lnTo>
                <a:lnTo>
                  <a:pt x="961325" y="1985300"/>
                </a:lnTo>
                <a:lnTo>
                  <a:pt x="983743" y="1977544"/>
                </a:lnTo>
                <a:lnTo>
                  <a:pt x="1006040" y="1968940"/>
                </a:lnTo>
                <a:lnTo>
                  <a:pt x="1034397" y="1954762"/>
                </a:lnTo>
                <a:lnTo>
                  <a:pt x="1061662" y="1940342"/>
                </a:lnTo>
                <a:lnTo>
                  <a:pt x="1087837" y="1925437"/>
                </a:lnTo>
                <a:lnTo>
                  <a:pt x="1112922" y="1910047"/>
                </a:lnTo>
                <a:lnTo>
                  <a:pt x="1137036" y="1894293"/>
                </a:lnTo>
                <a:lnTo>
                  <a:pt x="1160303" y="1878055"/>
                </a:lnTo>
                <a:lnTo>
                  <a:pt x="1182600" y="1861332"/>
                </a:lnTo>
                <a:lnTo>
                  <a:pt x="1204049" y="1844003"/>
                </a:lnTo>
                <a:lnTo>
                  <a:pt x="1224771" y="1826190"/>
                </a:lnTo>
                <a:lnTo>
                  <a:pt x="1244766" y="1807770"/>
                </a:lnTo>
                <a:lnTo>
                  <a:pt x="1264155" y="1788624"/>
                </a:lnTo>
                <a:lnTo>
                  <a:pt x="1282817" y="1768872"/>
                </a:lnTo>
                <a:lnTo>
                  <a:pt x="1300872" y="1748392"/>
                </a:lnTo>
                <a:lnTo>
                  <a:pt x="1318444" y="1727185"/>
                </a:lnTo>
                <a:lnTo>
                  <a:pt x="1335530" y="1705252"/>
                </a:lnTo>
                <a:lnTo>
                  <a:pt x="1352253" y="1682470"/>
                </a:lnTo>
                <a:lnTo>
                  <a:pt x="1374065" y="1650599"/>
                </a:lnTo>
                <a:lnTo>
                  <a:pt x="1394060" y="1619577"/>
                </a:lnTo>
                <a:lnTo>
                  <a:pt x="1412116" y="1589282"/>
                </a:lnTo>
                <a:lnTo>
                  <a:pt x="1428354" y="1559835"/>
                </a:lnTo>
                <a:lnTo>
                  <a:pt x="1443017" y="1530994"/>
                </a:lnTo>
                <a:lnTo>
                  <a:pt x="1455984" y="1502759"/>
                </a:lnTo>
                <a:lnTo>
                  <a:pt x="1467738" y="1475130"/>
                </a:lnTo>
                <a:lnTo>
                  <a:pt x="1478038" y="1447986"/>
                </a:lnTo>
                <a:lnTo>
                  <a:pt x="1485552" y="1426173"/>
                </a:lnTo>
                <a:lnTo>
                  <a:pt x="1492338" y="1404724"/>
                </a:lnTo>
                <a:lnTo>
                  <a:pt x="1498397" y="1383518"/>
                </a:lnTo>
                <a:lnTo>
                  <a:pt x="1503850" y="1362553"/>
                </a:lnTo>
                <a:lnTo>
                  <a:pt x="1508697" y="1341831"/>
                </a:lnTo>
                <a:lnTo>
                  <a:pt x="1512938" y="1321352"/>
                </a:lnTo>
                <a:lnTo>
                  <a:pt x="1520088" y="1280757"/>
                </a:lnTo>
                <a:lnTo>
                  <a:pt x="1525662" y="1240888"/>
                </a:lnTo>
                <a:lnTo>
                  <a:pt x="1530267" y="1201262"/>
                </a:lnTo>
                <a:lnTo>
                  <a:pt x="1538144" y="1122252"/>
                </a:lnTo>
                <a:lnTo>
                  <a:pt x="1540446" y="1091957"/>
                </a:lnTo>
                <a:lnTo>
                  <a:pt x="1543597" y="1062268"/>
                </a:lnTo>
                <a:lnTo>
                  <a:pt x="1547596" y="1033185"/>
                </a:lnTo>
                <a:lnTo>
                  <a:pt x="1552443" y="1004586"/>
                </a:lnTo>
                <a:lnTo>
                  <a:pt x="1558017" y="976472"/>
                </a:lnTo>
                <a:lnTo>
                  <a:pt x="1564319" y="948722"/>
                </a:lnTo>
                <a:lnTo>
                  <a:pt x="1571226" y="921456"/>
                </a:lnTo>
                <a:lnTo>
                  <a:pt x="1578982" y="894554"/>
                </a:lnTo>
                <a:lnTo>
                  <a:pt x="1587222" y="868016"/>
                </a:lnTo>
                <a:lnTo>
                  <a:pt x="1596189" y="841598"/>
                </a:lnTo>
                <a:lnTo>
                  <a:pt x="1605641" y="815545"/>
                </a:lnTo>
                <a:lnTo>
                  <a:pt x="1615699" y="789612"/>
                </a:lnTo>
                <a:lnTo>
                  <a:pt x="1626363" y="763922"/>
                </a:lnTo>
                <a:lnTo>
                  <a:pt x="1637391" y="738232"/>
                </a:lnTo>
                <a:lnTo>
                  <a:pt x="1660900" y="687215"/>
                </a:lnTo>
                <a:lnTo>
                  <a:pt x="1690589" y="625291"/>
                </a:lnTo>
                <a:lnTo>
                  <a:pt x="1719793" y="563247"/>
                </a:lnTo>
                <a:lnTo>
                  <a:pt x="1733729" y="532225"/>
                </a:lnTo>
                <a:lnTo>
                  <a:pt x="1746938" y="501445"/>
                </a:lnTo>
                <a:lnTo>
                  <a:pt x="1759177" y="470786"/>
                </a:lnTo>
                <a:lnTo>
                  <a:pt x="1770326" y="440249"/>
                </a:lnTo>
                <a:lnTo>
                  <a:pt x="1777960" y="417467"/>
                </a:lnTo>
                <a:lnTo>
                  <a:pt x="1784746" y="394927"/>
                </a:lnTo>
                <a:lnTo>
                  <a:pt x="1790684" y="372630"/>
                </a:lnTo>
                <a:lnTo>
                  <a:pt x="1795652" y="350454"/>
                </a:lnTo>
                <a:lnTo>
                  <a:pt x="1799530" y="328641"/>
                </a:lnTo>
                <a:lnTo>
                  <a:pt x="1802196" y="307071"/>
                </a:lnTo>
                <a:lnTo>
                  <a:pt x="1803650" y="285865"/>
                </a:lnTo>
                <a:lnTo>
                  <a:pt x="1803771" y="264901"/>
                </a:lnTo>
                <a:lnTo>
                  <a:pt x="1802560" y="244300"/>
                </a:lnTo>
                <a:lnTo>
                  <a:pt x="1799894" y="224063"/>
                </a:lnTo>
                <a:lnTo>
                  <a:pt x="1795652" y="204310"/>
                </a:lnTo>
                <a:lnTo>
                  <a:pt x="1789715" y="184800"/>
                </a:lnTo>
                <a:lnTo>
                  <a:pt x="1782080" y="165896"/>
                </a:lnTo>
                <a:lnTo>
                  <a:pt x="1772628" y="147355"/>
                </a:lnTo>
                <a:lnTo>
                  <a:pt x="1761358" y="129178"/>
                </a:lnTo>
                <a:lnTo>
                  <a:pt x="1748162" y="111607"/>
                </a:lnTo>
                <a:lnTo>
                  <a:pt x="1735789" y="97550"/>
                </a:lnTo>
                <a:lnTo>
                  <a:pt x="1723550" y="84584"/>
                </a:lnTo>
                <a:lnTo>
                  <a:pt x="1711190" y="72587"/>
                </a:lnTo>
                <a:lnTo>
                  <a:pt x="1698950" y="61681"/>
                </a:lnTo>
                <a:lnTo>
                  <a:pt x="1686711" y="51865"/>
                </a:lnTo>
                <a:lnTo>
                  <a:pt x="1674593" y="42898"/>
                </a:lnTo>
                <a:lnTo>
                  <a:pt x="1662354" y="34900"/>
                </a:lnTo>
                <a:lnTo>
                  <a:pt x="1650115" y="27872"/>
                </a:lnTo>
                <a:lnTo>
                  <a:pt x="1637997" y="21570"/>
                </a:lnTo>
                <a:lnTo>
                  <a:pt x="1625879" y="16238"/>
                </a:lnTo>
                <a:lnTo>
                  <a:pt x="1613882" y="11755"/>
                </a:lnTo>
                <a:lnTo>
                  <a:pt x="1601764" y="7998"/>
                </a:lnTo>
                <a:lnTo>
                  <a:pt x="1589767" y="4968"/>
                </a:lnTo>
                <a:lnTo>
                  <a:pt x="1577770" y="2787"/>
                </a:lnTo>
                <a:lnTo>
                  <a:pt x="1565894" y="1212"/>
                </a:lnTo>
                <a:lnTo>
                  <a:pt x="1554019" y="242"/>
                </a:lnTo>
                <a:lnTo>
                  <a:pt x="1542155" y="0"/>
                </a:lnTo>
                <a:lnTo>
                  <a:pt x="1530267" y="485"/>
                </a:lnTo>
                <a:lnTo>
                  <a:pt x="1518513" y="1333"/>
                </a:lnTo>
                <a:lnTo>
                  <a:pt x="1506879" y="2908"/>
                </a:lnTo>
                <a:lnTo>
                  <a:pt x="1495125" y="4847"/>
                </a:lnTo>
                <a:lnTo>
                  <a:pt x="1483613" y="7392"/>
                </a:lnTo>
                <a:lnTo>
                  <a:pt x="1460588" y="13815"/>
                </a:lnTo>
                <a:lnTo>
                  <a:pt x="1437685" y="21691"/>
                </a:lnTo>
                <a:lnTo>
                  <a:pt x="1415146" y="31022"/>
                </a:lnTo>
                <a:lnTo>
                  <a:pt x="1392848" y="41565"/>
                </a:lnTo>
                <a:lnTo>
                  <a:pt x="1370794" y="52835"/>
                </a:lnTo>
                <a:lnTo>
                  <a:pt x="1351889" y="63256"/>
                </a:lnTo>
                <a:lnTo>
                  <a:pt x="1332864" y="74405"/>
                </a:lnTo>
                <a:lnTo>
                  <a:pt x="1313839" y="86281"/>
                </a:lnTo>
                <a:lnTo>
                  <a:pt x="1294813" y="98883"/>
                </a:lnTo>
                <a:lnTo>
                  <a:pt x="1256763" y="125543"/>
                </a:lnTo>
                <a:lnTo>
                  <a:pt x="1218470" y="154142"/>
                </a:lnTo>
                <a:lnTo>
                  <a:pt x="1180177" y="184073"/>
                </a:lnTo>
                <a:lnTo>
                  <a:pt x="1141763" y="214732"/>
                </a:lnTo>
                <a:lnTo>
                  <a:pt x="1064449" y="276292"/>
                </a:lnTo>
                <a:lnTo>
                  <a:pt x="1029671" y="303315"/>
                </a:lnTo>
                <a:lnTo>
                  <a:pt x="994407" y="328884"/>
                </a:lnTo>
                <a:lnTo>
                  <a:pt x="958780" y="352999"/>
                </a:lnTo>
                <a:lnTo>
                  <a:pt x="922668" y="375659"/>
                </a:lnTo>
                <a:lnTo>
                  <a:pt x="886072" y="396866"/>
                </a:lnTo>
                <a:lnTo>
                  <a:pt x="848990" y="416497"/>
                </a:lnTo>
                <a:lnTo>
                  <a:pt x="811425" y="434553"/>
                </a:lnTo>
                <a:lnTo>
                  <a:pt x="773131" y="451034"/>
                </a:lnTo>
                <a:lnTo>
                  <a:pt x="744775" y="462061"/>
                </a:lnTo>
                <a:lnTo>
                  <a:pt x="716904" y="472483"/>
                </a:lnTo>
                <a:lnTo>
                  <a:pt x="662130" y="491872"/>
                </a:lnTo>
                <a:lnTo>
                  <a:pt x="608205" y="510897"/>
                </a:lnTo>
                <a:lnTo>
                  <a:pt x="581424" y="520713"/>
                </a:lnTo>
                <a:lnTo>
                  <a:pt x="554522" y="531013"/>
                </a:lnTo>
                <a:lnTo>
                  <a:pt x="480723" y="571851"/>
                </a:lnTo>
                <a:lnTo>
                  <a:pt x="414558" y="609295"/>
                </a:lnTo>
                <a:lnTo>
                  <a:pt x="384021" y="627473"/>
                </a:lnTo>
                <a:lnTo>
                  <a:pt x="354938" y="645771"/>
                </a:lnTo>
                <a:lnTo>
                  <a:pt x="327187" y="664433"/>
                </a:lnTo>
                <a:lnTo>
                  <a:pt x="300649" y="683700"/>
                </a:lnTo>
                <a:lnTo>
                  <a:pt x="275080" y="704059"/>
                </a:lnTo>
                <a:lnTo>
                  <a:pt x="250601" y="725629"/>
                </a:lnTo>
                <a:lnTo>
                  <a:pt x="226729" y="748774"/>
                </a:lnTo>
                <a:lnTo>
                  <a:pt x="203583" y="773859"/>
                </a:lnTo>
                <a:lnTo>
                  <a:pt x="180801" y="801003"/>
                </a:lnTo>
                <a:lnTo>
                  <a:pt x="158504" y="830813"/>
                </a:lnTo>
                <a:lnTo>
                  <a:pt x="136328" y="863290"/>
                </a:lnTo>
                <a:lnTo>
                  <a:pt x="114273" y="898796"/>
                </a:lnTo>
              </a:path>
            </a:pathLst>
          </a:custGeom>
          <a:noFill xmlns:a="http://schemas.openxmlformats.org/drawingml/2006/main"/>
          <a:ln xmlns:a="http://schemas.openxmlformats.org/drawingml/2006/main" w="9089" cap="rnd">
            <a:solidFill>
              <a:srgbClr val="0000B6"/>
            </a:solidFill>
            <a:round/>
          </a:ln>
        </p:spPr>
      </p:sp>
      <p:sp>
        <p:nvSpPr>
          <p:cNvPr id="154" name="Text 5">
            <a:extLst xmlns:a="http://schemas.openxmlformats.org/drawingml/2006/main">
              <a:ext uri="{FF2B5EF4-FFF2-40B4-BE49-F238E27FC236}">
                <a16:creationId xmlns:a16="http://schemas.microsoft.com/office/drawing/2014/main" id="{A1C7E221-8E9F-439A-A5B4-529AD63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809" y="2411066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65">
            <a:extLst xmlns:a="http://schemas.openxmlformats.org/drawingml/2006/main">
              <a:ext uri="{FF2B5EF4-FFF2-40B4-BE49-F238E27FC236}">
                <a16:creationId xmlns:a16="http://schemas.microsoft.com/office/drawing/2014/main" id="{4D4A7B9E-9DE0-4D59-AA3F-34F6CC31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1049" y="2733389"/>
            <a:ext cx="151179" cy="116636"/>
          </a:xfrm>
          <a:custGeom xmlns:a="http://schemas.openxmlformats.org/drawingml/2006/main">
            <a:pathLst>
              <a:path w="151179" h="116636">
                <a:moveTo>
                  <a:pt x="68756" y="0"/>
                </a:moveTo>
                <a:lnTo>
                  <a:pt x="68756" y="3314"/>
                </a:lnTo>
                <a:cubicBezTo>
                  <a:pt x="61466" y="4026"/>
                  <a:pt x="55515" y="5466"/>
                  <a:pt x="50904" y="7634"/>
                </a:cubicBezTo>
                <a:cubicBezTo>
                  <a:pt x="46293" y="9800"/>
                  <a:pt x="41737" y="13105"/>
                  <a:pt x="37236" y="17549"/>
                </a:cubicBezTo>
                <a:cubicBezTo>
                  <a:pt x="32735" y="21991"/>
                  <a:pt x="29007" y="26941"/>
                  <a:pt x="26053" y="32400"/>
                </a:cubicBezTo>
                <a:cubicBezTo>
                  <a:pt x="23098" y="37857"/>
                  <a:pt x="20627" y="44343"/>
                  <a:pt x="18639" y="51859"/>
                </a:cubicBezTo>
                <a:cubicBezTo>
                  <a:pt x="26591" y="46335"/>
                  <a:pt x="34571" y="43573"/>
                  <a:pt x="42579" y="43573"/>
                </a:cubicBezTo>
                <a:cubicBezTo>
                  <a:pt x="50255" y="43573"/>
                  <a:pt x="56910" y="46672"/>
                  <a:pt x="62543" y="52871"/>
                </a:cubicBezTo>
                <a:cubicBezTo>
                  <a:pt x="68176" y="59071"/>
                  <a:pt x="70992" y="67041"/>
                  <a:pt x="70992" y="76783"/>
                </a:cubicBezTo>
                <a:cubicBezTo>
                  <a:pt x="70992" y="86192"/>
                  <a:pt x="68148" y="94772"/>
                  <a:pt x="62460" y="102523"/>
                </a:cubicBezTo>
                <a:cubicBezTo>
                  <a:pt x="55612" y="111932"/>
                  <a:pt x="46555" y="116636"/>
                  <a:pt x="35289" y="116636"/>
                </a:cubicBezTo>
                <a:cubicBezTo>
                  <a:pt x="27613" y="116636"/>
                  <a:pt x="21096" y="114096"/>
                  <a:pt x="15739" y="109015"/>
                </a:cubicBezTo>
                <a:cubicBezTo>
                  <a:pt x="5246" y="99130"/>
                  <a:pt x="0" y="86317"/>
                  <a:pt x="0" y="70578"/>
                </a:cubicBezTo>
                <a:cubicBezTo>
                  <a:pt x="0" y="60527"/>
                  <a:pt x="2016" y="50973"/>
                  <a:pt x="6047" y="41916"/>
                </a:cubicBezTo>
                <a:cubicBezTo>
                  <a:pt x="10079" y="32859"/>
                  <a:pt x="15836" y="24824"/>
                  <a:pt x="23319" y="17810"/>
                </a:cubicBezTo>
                <a:cubicBezTo>
                  <a:pt x="30802" y="10797"/>
                  <a:pt x="37968" y="6075"/>
                  <a:pt x="44815" y="3645"/>
                </a:cubicBezTo>
                <a:cubicBezTo>
                  <a:pt x="51663" y="1215"/>
                  <a:pt x="58042" y="0"/>
                  <a:pt x="63951" y="0"/>
                </a:cubicBezTo>
                <a:lnTo>
                  <a:pt x="68756" y="0"/>
                </a:lnTo>
                <a:moveTo>
                  <a:pt x="17230" y="57914"/>
                </a:moveTo>
                <a:cubicBezTo>
                  <a:pt x="16236" y="65380"/>
                  <a:pt x="15739" y="71407"/>
                  <a:pt x="15739" y="75996"/>
                </a:cubicBezTo>
                <a:cubicBezTo>
                  <a:pt x="15739" y="81305"/>
                  <a:pt x="16720" y="87070"/>
                  <a:pt x="18680" y="93291"/>
                </a:cubicBezTo>
                <a:cubicBezTo>
                  <a:pt x="20641" y="99513"/>
                  <a:pt x="23554" y="104449"/>
                  <a:pt x="27419" y="108099"/>
                </a:cubicBezTo>
                <a:cubicBezTo>
                  <a:pt x="30236" y="110698"/>
                  <a:pt x="33660" y="111997"/>
                  <a:pt x="37691" y="111997"/>
                </a:cubicBezTo>
                <a:cubicBezTo>
                  <a:pt x="42496" y="111997"/>
                  <a:pt x="46790" y="109730"/>
                  <a:pt x="50573" y="105197"/>
                </a:cubicBezTo>
                <a:cubicBezTo>
                  <a:pt x="54356" y="100661"/>
                  <a:pt x="56247" y="94190"/>
                  <a:pt x="56247" y="85784"/>
                </a:cubicBezTo>
                <a:cubicBezTo>
                  <a:pt x="56247" y="76328"/>
                  <a:pt x="54369" y="68145"/>
                  <a:pt x="50614" y="61233"/>
                </a:cubicBezTo>
                <a:cubicBezTo>
                  <a:pt x="46859" y="54319"/>
                  <a:pt x="41530" y="50863"/>
                  <a:pt x="34626" y="50863"/>
                </a:cubicBezTo>
                <a:cubicBezTo>
                  <a:pt x="32528" y="50863"/>
                  <a:pt x="30277" y="51305"/>
                  <a:pt x="27875" y="52191"/>
                </a:cubicBezTo>
                <a:cubicBezTo>
                  <a:pt x="25473" y="53074"/>
                  <a:pt x="21925" y="54982"/>
                  <a:pt x="17230" y="57914"/>
                </a:cubicBezTo>
                <a:close/>
                <a:moveTo>
                  <a:pt x="151179" y="2319"/>
                </a:moveTo>
                <a:lnTo>
                  <a:pt x="144718" y="16402"/>
                </a:lnTo>
                <a:lnTo>
                  <a:pt x="110920" y="16402"/>
                </a:lnTo>
                <a:lnTo>
                  <a:pt x="103547" y="31292"/>
                </a:lnTo>
                <a:cubicBezTo>
                  <a:pt x="118182" y="33451"/>
                  <a:pt x="129779" y="38903"/>
                  <a:pt x="138339" y="47647"/>
                </a:cubicBezTo>
                <a:cubicBezTo>
                  <a:pt x="145684" y="55174"/>
                  <a:pt x="149357" y="64029"/>
                  <a:pt x="149357" y="74213"/>
                </a:cubicBezTo>
                <a:cubicBezTo>
                  <a:pt x="149357" y="80136"/>
                  <a:pt x="148156" y="85615"/>
                  <a:pt x="145753" y="90651"/>
                </a:cubicBezTo>
                <a:cubicBezTo>
                  <a:pt x="143351" y="95687"/>
                  <a:pt x="140327" y="99976"/>
                  <a:pt x="136682" y="103519"/>
                </a:cubicBezTo>
                <a:cubicBezTo>
                  <a:pt x="133038" y="107061"/>
                  <a:pt x="128978" y="109911"/>
                  <a:pt x="124505" y="112070"/>
                </a:cubicBezTo>
                <a:cubicBezTo>
                  <a:pt x="118154" y="115114"/>
                  <a:pt x="111638" y="116636"/>
                  <a:pt x="104955" y="116636"/>
                </a:cubicBezTo>
                <a:cubicBezTo>
                  <a:pt x="98218" y="116636"/>
                  <a:pt x="93317" y="115490"/>
                  <a:pt x="90252" y="113198"/>
                </a:cubicBezTo>
                <a:cubicBezTo>
                  <a:pt x="87187" y="110906"/>
                  <a:pt x="85654" y="108380"/>
                  <a:pt x="85654" y="105619"/>
                </a:cubicBezTo>
                <a:cubicBezTo>
                  <a:pt x="85654" y="104072"/>
                  <a:pt x="86289" y="102706"/>
                  <a:pt x="87559" y="101518"/>
                </a:cubicBezTo>
                <a:cubicBezTo>
                  <a:pt x="88830" y="100331"/>
                  <a:pt x="90431" y="99737"/>
                  <a:pt x="92364" y="99737"/>
                </a:cubicBezTo>
                <a:cubicBezTo>
                  <a:pt x="93800" y="99737"/>
                  <a:pt x="95056" y="99958"/>
                  <a:pt x="96133" y="100400"/>
                </a:cubicBezTo>
                <a:cubicBezTo>
                  <a:pt x="97210" y="100842"/>
                  <a:pt x="99046" y="101974"/>
                  <a:pt x="101642" y="103796"/>
                </a:cubicBezTo>
                <a:cubicBezTo>
                  <a:pt x="105784" y="106668"/>
                  <a:pt x="109981" y="108131"/>
                  <a:pt x="114233" y="108187"/>
                </a:cubicBezTo>
                <a:cubicBezTo>
                  <a:pt x="120695" y="108187"/>
                  <a:pt x="126369" y="105737"/>
                  <a:pt x="131257" y="100837"/>
                </a:cubicBezTo>
                <a:cubicBezTo>
                  <a:pt x="136144" y="95936"/>
                  <a:pt x="138588" y="89969"/>
                  <a:pt x="138588" y="82937"/>
                </a:cubicBezTo>
                <a:cubicBezTo>
                  <a:pt x="138588" y="76127"/>
                  <a:pt x="136406" y="69773"/>
                  <a:pt x="132044" y="63876"/>
                </a:cubicBezTo>
                <a:cubicBezTo>
                  <a:pt x="127681" y="57977"/>
                  <a:pt x="121661" y="53422"/>
                  <a:pt x="113985" y="50210"/>
                </a:cubicBezTo>
                <a:cubicBezTo>
                  <a:pt x="107965" y="47720"/>
                  <a:pt x="99764" y="46281"/>
                  <a:pt x="89382" y="45892"/>
                </a:cubicBezTo>
                <a:lnTo>
                  <a:pt x="110920" y="2319"/>
                </a:lnTo>
                <a:lnTo>
                  <a:pt x="151179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2">
            <a:extLst xmlns:a="http://schemas.openxmlformats.org/drawingml/2006/main">
              <a:ext uri="{FF2B5EF4-FFF2-40B4-BE49-F238E27FC236}">
                <a16:creationId xmlns:a16="http://schemas.microsoft.com/office/drawing/2014/main" id="{501F93E4-CDBE-4243-8E21-A63E7C9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1631" y="2535743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176">
            <a:extLst xmlns:a="http://schemas.openxmlformats.org/drawingml/2006/main">
              <a:ext uri="{FF2B5EF4-FFF2-40B4-BE49-F238E27FC236}">
                <a16:creationId xmlns:a16="http://schemas.microsoft.com/office/drawing/2014/main" id="{D95F7FC0-A9A8-465E-A4DA-360C9A0A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5655" y="1622774"/>
            <a:ext cx="228054" cy="116967"/>
          </a:xfrm>
          <a:custGeom xmlns:a="http://schemas.openxmlformats.org/drawingml/2006/main">
            <a:pathLst>
              <a:path w="228054" h="116967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82009" y="2319"/>
                </a:moveTo>
                <a:lnTo>
                  <a:pt x="142233" y="2319"/>
                </a:lnTo>
                <a:lnTo>
                  <a:pt x="142233" y="5441"/>
                </a:lnTo>
                <a:lnTo>
                  <a:pt x="104790" y="116967"/>
                </a:lnTo>
                <a:lnTo>
                  <a:pt x="95512" y="116967"/>
                </a:lnTo>
                <a:lnTo>
                  <a:pt x="129061" y="15905"/>
                </a:lnTo>
                <a:lnTo>
                  <a:pt x="98163" y="15905"/>
                </a:lnTo>
                <a:cubicBezTo>
                  <a:pt x="91922" y="15905"/>
                  <a:pt x="87477" y="16650"/>
                  <a:pt x="84826" y="18142"/>
                </a:cubicBezTo>
                <a:cubicBezTo>
                  <a:pt x="80187" y="20682"/>
                  <a:pt x="76459" y="24603"/>
                  <a:pt x="73643" y="29905"/>
                </a:cubicBezTo>
                <a:lnTo>
                  <a:pt x="71240" y="28993"/>
                </a:lnTo>
                <a:lnTo>
                  <a:pt x="82009" y="2319"/>
                </a:lnTo>
                <a:close/>
                <a:moveTo>
                  <a:pt x="225817" y="0"/>
                </a:moveTo>
                <a:lnTo>
                  <a:pt x="225817" y="3314"/>
                </a:lnTo>
                <a:cubicBezTo>
                  <a:pt x="218527" y="4026"/>
                  <a:pt x="212577" y="5466"/>
                  <a:pt x="207965" y="7634"/>
                </a:cubicBezTo>
                <a:cubicBezTo>
                  <a:pt x="203354" y="9800"/>
                  <a:pt x="198798" y="13105"/>
                  <a:pt x="194297" y="17549"/>
                </a:cubicBezTo>
                <a:cubicBezTo>
                  <a:pt x="189796" y="21991"/>
                  <a:pt x="186068" y="26941"/>
                  <a:pt x="183114" y="32400"/>
                </a:cubicBezTo>
                <a:cubicBezTo>
                  <a:pt x="180159" y="37857"/>
                  <a:pt x="177688" y="44343"/>
                  <a:pt x="175700" y="51859"/>
                </a:cubicBezTo>
                <a:cubicBezTo>
                  <a:pt x="183652" y="46335"/>
                  <a:pt x="191632" y="43573"/>
                  <a:pt x="199640" y="43573"/>
                </a:cubicBezTo>
                <a:cubicBezTo>
                  <a:pt x="207316" y="43573"/>
                  <a:pt x="213971" y="46672"/>
                  <a:pt x="219604" y="52871"/>
                </a:cubicBezTo>
                <a:cubicBezTo>
                  <a:pt x="225237" y="59071"/>
                  <a:pt x="228054" y="67041"/>
                  <a:pt x="228054" y="76783"/>
                </a:cubicBezTo>
                <a:cubicBezTo>
                  <a:pt x="228054" y="86192"/>
                  <a:pt x="225209" y="94772"/>
                  <a:pt x="219521" y="102523"/>
                </a:cubicBezTo>
                <a:cubicBezTo>
                  <a:pt x="212673" y="111932"/>
                  <a:pt x="203616" y="116636"/>
                  <a:pt x="192350" y="116636"/>
                </a:cubicBezTo>
                <a:cubicBezTo>
                  <a:pt x="184674" y="116636"/>
                  <a:pt x="178157" y="114096"/>
                  <a:pt x="172800" y="109015"/>
                </a:cubicBezTo>
                <a:cubicBezTo>
                  <a:pt x="162308" y="99130"/>
                  <a:pt x="157061" y="86317"/>
                  <a:pt x="157061" y="70578"/>
                </a:cubicBezTo>
                <a:cubicBezTo>
                  <a:pt x="157061" y="60527"/>
                  <a:pt x="159077" y="50973"/>
                  <a:pt x="163108" y="41916"/>
                </a:cubicBezTo>
                <a:cubicBezTo>
                  <a:pt x="167140" y="32859"/>
                  <a:pt x="172897" y="24824"/>
                  <a:pt x="180380" y="17810"/>
                </a:cubicBezTo>
                <a:cubicBezTo>
                  <a:pt x="187863" y="10797"/>
                  <a:pt x="195029" y="6075"/>
                  <a:pt x="201877" y="3645"/>
                </a:cubicBezTo>
                <a:cubicBezTo>
                  <a:pt x="208725" y="1215"/>
                  <a:pt x="215103" y="0"/>
                  <a:pt x="221012" y="0"/>
                </a:cubicBezTo>
                <a:lnTo>
                  <a:pt x="225817" y="0"/>
                </a:lnTo>
                <a:moveTo>
                  <a:pt x="174292" y="57914"/>
                </a:moveTo>
                <a:cubicBezTo>
                  <a:pt x="173297" y="65380"/>
                  <a:pt x="172800" y="71407"/>
                  <a:pt x="172800" y="75996"/>
                </a:cubicBezTo>
                <a:cubicBezTo>
                  <a:pt x="172800" y="81305"/>
                  <a:pt x="173781" y="87070"/>
                  <a:pt x="175741" y="93291"/>
                </a:cubicBezTo>
                <a:cubicBezTo>
                  <a:pt x="177702" y="99513"/>
                  <a:pt x="180615" y="104449"/>
                  <a:pt x="184481" y="108099"/>
                </a:cubicBezTo>
                <a:cubicBezTo>
                  <a:pt x="187297" y="110698"/>
                  <a:pt x="190721" y="111997"/>
                  <a:pt x="194753" y="111997"/>
                </a:cubicBezTo>
                <a:cubicBezTo>
                  <a:pt x="199557" y="111997"/>
                  <a:pt x="203851" y="109730"/>
                  <a:pt x="207634" y="105197"/>
                </a:cubicBezTo>
                <a:cubicBezTo>
                  <a:pt x="211417" y="100661"/>
                  <a:pt x="213308" y="94190"/>
                  <a:pt x="213308" y="85784"/>
                </a:cubicBezTo>
                <a:cubicBezTo>
                  <a:pt x="213308" y="76328"/>
                  <a:pt x="211431" y="68145"/>
                  <a:pt x="207675" y="61233"/>
                </a:cubicBezTo>
                <a:cubicBezTo>
                  <a:pt x="203920" y="54319"/>
                  <a:pt x="198591" y="50863"/>
                  <a:pt x="191688" y="50863"/>
                </a:cubicBezTo>
                <a:cubicBezTo>
                  <a:pt x="189589" y="50863"/>
                  <a:pt x="187339" y="51305"/>
                  <a:pt x="184936" y="52191"/>
                </a:cubicBezTo>
                <a:cubicBezTo>
                  <a:pt x="182534" y="53074"/>
                  <a:pt x="178986" y="54982"/>
                  <a:pt x="174292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4">
            <a:extLst xmlns:a="http://schemas.openxmlformats.org/drawingml/2006/main">
              <a:ext uri="{FF2B5EF4-FFF2-40B4-BE49-F238E27FC236}">
                <a16:creationId xmlns:a16="http://schemas.microsoft.com/office/drawing/2014/main" id="{EF950CE2-FE37-4DE4-80BA-41260C8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284" y="2160083"/>
            <a:ext cx="76294" cy="114648"/>
          </a:xfrm>
          <a:custGeom xmlns:a="http://schemas.openxmlformats.org/drawingml/2006/main">
            <a:pathLst>
              <a:path w="76294" h="114648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74">
            <a:extLst xmlns:a="http://schemas.openxmlformats.org/drawingml/2006/main">
              <a:ext uri="{FF2B5EF4-FFF2-40B4-BE49-F238E27FC236}">
                <a16:creationId xmlns:a16="http://schemas.microsoft.com/office/drawing/2014/main" id="{2150D8C1-22D8-44A0-928D-FD2FA1F5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855" y="2202498"/>
            <a:ext cx="157475" cy="116967"/>
          </a:xfrm>
          <a:custGeom xmlns:a="http://schemas.openxmlformats.org/drawingml/2006/main">
            <a:pathLst>
              <a:path w="157475" h="116967">
                <a:moveTo>
                  <a:pt x="10769" y="2319"/>
                </a:moveTo>
                <a:lnTo>
                  <a:pt x="70992" y="2319"/>
                </a:lnTo>
                <a:lnTo>
                  <a:pt x="70992" y="5441"/>
                </a:lnTo>
                <a:lnTo>
                  <a:pt x="33549" y="116967"/>
                </a:lnTo>
                <a:lnTo>
                  <a:pt x="24272" y="116967"/>
                </a:lnTo>
                <a:lnTo>
                  <a:pt x="57821" y="15905"/>
                </a:lnTo>
                <a:lnTo>
                  <a:pt x="26922" y="15905"/>
                </a:lnTo>
                <a:cubicBezTo>
                  <a:pt x="20682" y="15905"/>
                  <a:pt x="16236" y="16650"/>
                  <a:pt x="13585" y="18142"/>
                </a:cubicBezTo>
                <a:cubicBezTo>
                  <a:pt x="8947" y="20682"/>
                  <a:pt x="5219" y="24603"/>
                  <a:pt x="2402" y="29905"/>
                </a:cubicBezTo>
                <a:lnTo>
                  <a:pt x="0" y="28993"/>
                </a:lnTo>
                <a:lnTo>
                  <a:pt x="10769" y="2319"/>
                </a:lnTo>
                <a:close/>
                <a:moveTo>
                  <a:pt x="157475" y="73229"/>
                </a:moveTo>
                <a:lnTo>
                  <a:pt x="157475" y="84992"/>
                </a:lnTo>
                <a:lnTo>
                  <a:pt x="142399" y="84992"/>
                </a:lnTo>
                <a:lnTo>
                  <a:pt x="142399" y="114648"/>
                </a:lnTo>
                <a:lnTo>
                  <a:pt x="128730" y="114648"/>
                </a:lnTo>
                <a:lnTo>
                  <a:pt x="128730" y="84992"/>
                </a:lnTo>
                <a:lnTo>
                  <a:pt x="81181" y="84992"/>
                </a:lnTo>
                <a:lnTo>
                  <a:pt x="81181" y="74389"/>
                </a:lnTo>
                <a:lnTo>
                  <a:pt x="133286" y="0"/>
                </a:lnTo>
                <a:lnTo>
                  <a:pt x="142399" y="0"/>
                </a:lnTo>
                <a:lnTo>
                  <a:pt x="142399" y="73229"/>
                </a:lnTo>
                <a:lnTo>
                  <a:pt x="157475" y="73229"/>
                </a:lnTo>
                <a:moveTo>
                  <a:pt x="128730" y="73229"/>
                </a:moveTo>
                <a:lnTo>
                  <a:pt x="128730" y="17510"/>
                </a:lnTo>
                <a:lnTo>
                  <a:pt x="89299" y="73229"/>
                </a:lnTo>
                <a:lnTo>
                  <a:pt x="128730" y="73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9">
            <a:extLst xmlns:a="http://schemas.openxmlformats.org/drawingml/2006/main">
              <a:ext uri="{FF2B5EF4-FFF2-40B4-BE49-F238E27FC236}">
                <a16:creationId xmlns:a16="http://schemas.microsoft.com/office/drawing/2014/main" id="{808390DF-2148-47EE-B2A0-CF1E42EC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326" y="2187833"/>
            <a:ext cx="70827" cy="116967"/>
          </a:xfrm>
          <a:custGeom xmlns:a="http://schemas.openxmlformats.org/drawingml/2006/main">
            <a:pathLst>
              <a:path w="70827" h="116967">
                <a:moveTo>
                  <a:pt x="2237" y="116967"/>
                </a:moveTo>
                <a:lnTo>
                  <a:pt x="2237" y="113820"/>
                </a:lnTo>
                <a:cubicBezTo>
                  <a:pt x="9416" y="113709"/>
                  <a:pt x="16098" y="112043"/>
                  <a:pt x="22283" y="108821"/>
                </a:cubicBezTo>
                <a:cubicBezTo>
                  <a:pt x="28469" y="105597"/>
                  <a:pt x="34447" y="99964"/>
                  <a:pt x="40218" y="91922"/>
                </a:cubicBezTo>
                <a:cubicBezTo>
                  <a:pt x="45989" y="83878"/>
                  <a:pt x="50007" y="74997"/>
                  <a:pt x="52271" y="65279"/>
                </a:cubicBezTo>
                <a:cubicBezTo>
                  <a:pt x="43600" y="70910"/>
                  <a:pt x="35758" y="73726"/>
                  <a:pt x="28745" y="73726"/>
                </a:cubicBezTo>
                <a:cubicBezTo>
                  <a:pt x="20848" y="73726"/>
                  <a:pt x="14082" y="70675"/>
                  <a:pt x="8449" y="64572"/>
                </a:cubicBezTo>
                <a:cubicBezTo>
                  <a:pt x="2816" y="58470"/>
                  <a:pt x="0" y="50366"/>
                  <a:pt x="0" y="40259"/>
                </a:cubicBezTo>
                <a:cubicBezTo>
                  <a:pt x="0" y="30429"/>
                  <a:pt x="2817" y="21676"/>
                  <a:pt x="8450" y="14000"/>
                </a:cubicBezTo>
                <a:cubicBezTo>
                  <a:pt x="15242" y="4667"/>
                  <a:pt x="24106" y="0"/>
                  <a:pt x="35041" y="0"/>
                </a:cubicBezTo>
                <a:cubicBezTo>
                  <a:pt x="44263" y="0"/>
                  <a:pt x="52160" y="3811"/>
                  <a:pt x="58732" y="11432"/>
                </a:cubicBezTo>
                <a:cubicBezTo>
                  <a:pt x="66795" y="20875"/>
                  <a:pt x="70827" y="32528"/>
                  <a:pt x="70827" y="46389"/>
                </a:cubicBezTo>
                <a:cubicBezTo>
                  <a:pt x="70827" y="58870"/>
                  <a:pt x="67762" y="70509"/>
                  <a:pt x="61632" y="81306"/>
                </a:cubicBezTo>
                <a:cubicBezTo>
                  <a:pt x="55502" y="92102"/>
                  <a:pt x="46969" y="101063"/>
                  <a:pt x="36035" y="108187"/>
                </a:cubicBezTo>
                <a:cubicBezTo>
                  <a:pt x="27143" y="114041"/>
                  <a:pt x="17451" y="116967"/>
                  <a:pt x="6958" y="116967"/>
                </a:cubicBezTo>
                <a:lnTo>
                  <a:pt x="2237" y="116967"/>
                </a:lnTo>
                <a:moveTo>
                  <a:pt x="53596" y="59165"/>
                </a:moveTo>
                <a:cubicBezTo>
                  <a:pt x="54590" y="52004"/>
                  <a:pt x="55087" y="46276"/>
                  <a:pt x="55087" y="41981"/>
                </a:cubicBezTo>
                <a:cubicBezTo>
                  <a:pt x="55087" y="36640"/>
                  <a:pt x="54176" y="30871"/>
                  <a:pt x="52354" y="24675"/>
                </a:cubicBezTo>
                <a:cubicBezTo>
                  <a:pt x="50531" y="18478"/>
                  <a:pt x="47949" y="13728"/>
                  <a:pt x="44608" y="10425"/>
                </a:cubicBezTo>
                <a:cubicBezTo>
                  <a:pt x="41267" y="7120"/>
                  <a:pt x="37470" y="5467"/>
                  <a:pt x="33218" y="5467"/>
                </a:cubicBezTo>
                <a:cubicBezTo>
                  <a:pt x="28303" y="5467"/>
                  <a:pt x="23995" y="7670"/>
                  <a:pt x="20295" y="12076"/>
                </a:cubicBezTo>
                <a:cubicBezTo>
                  <a:pt x="16595" y="16482"/>
                  <a:pt x="14745" y="23036"/>
                  <a:pt x="14745" y="31737"/>
                </a:cubicBezTo>
                <a:cubicBezTo>
                  <a:pt x="14745" y="43359"/>
                  <a:pt x="17203" y="52446"/>
                  <a:pt x="22118" y="58999"/>
                </a:cubicBezTo>
                <a:cubicBezTo>
                  <a:pt x="25707" y="63736"/>
                  <a:pt x="30125" y="66105"/>
                  <a:pt x="35372" y="66105"/>
                </a:cubicBezTo>
                <a:cubicBezTo>
                  <a:pt x="37912" y="66105"/>
                  <a:pt x="40922" y="65499"/>
                  <a:pt x="44401" y="64288"/>
                </a:cubicBezTo>
                <a:cubicBezTo>
                  <a:pt x="47880" y="63076"/>
                  <a:pt x="50945" y="61368"/>
                  <a:pt x="53596" y="59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7">
            <a:extLst xmlns:a="http://schemas.openxmlformats.org/drawingml/2006/main">
              <a:ext uri="{FF2B5EF4-FFF2-40B4-BE49-F238E27FC236}">
                <a16:creationId xmlns:a16="http://schemas.microsoft.com/office/drawing/2014/main" id="{CF31B20A-B8FB-4D0A-A142-7590F8A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935" y="625958"/>
            <a:ext cx="70992" cy="114648"/>
          </a:xfrm>
          <a:custGeom xmlns:a="http://schemas.openxmlformats.org/drawingml/2006/main">
            <a:pathLst>
              <a:path w="70992" h="114648">
                <a:moveTo>
                  <a:pt x="10769" y="0"/>
                </a:moveTo>
                <a:lnTo>
                  <a:pt x="70992" y="0"/>
                </a:lnTo>
                <a:lnTo>
                  <a:pt x="70992" y="3122"/>
                </a:lnTo>
                <a:lnTo>
                  <a:pt x="33549" y="114648"/>
                </a:lnTo>
                <a:lnTo>
                  <a:pt x="24272" y="114648"/>
                </a:lnTo>
                <a:lnTo>
                  <a:pt x="57821" y="13585"/>
                </a:lnTo>
                <a:lnTo>
                  <a:pt x="26922" y="13585"/>
                </a:lnTo>
                <a:cubicBezTo>
                  <a:pt x="20682" y="13585"/>
                  <a:pt x="16236" y="14331"/>
                  <a:pt x="13585" y="15822"/>
                </a:cubicBezTo>
                <a:cubicBezTo>
                  <a:pt x="8947" y="18362"/>
                  <a:pt x="5219" y="22283"/>
                  <a:pt x="2402" y="27585"/>
                </a:cubicBezTo>
                <a:lnTo>
                  <a:pt x="0" y="26674"/>
                </a:lnTo>
                <a:lnTo>
                  <a:pt x="107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1">
            <a:extLst xmlns:a="http://schemas.openxmlformats.org/drawingml/2006/main">
              <a:ext uri="{FF2B5EF4-FFF2-40B4-BE49-F238E27FC236}">
                <a16:creationId xmlns:a16="http://schemas.microsoft.com/office/drawing/2014/main" id="{C72CC1A2-E861-4B44-A0D2-BD38B689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7433" y="967792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1">
            <a:extLst xmlns:a="http://schemas.openxmlformats.org/drawingml/2006/main">
              <a:ext uri="{FF2B5EF4-FFF2-40B4-BE49-F238E27FC236}">
                <a16:creationId xmlns:a16="http://schemas.microsoft.com/office/drawing/2014/main" id="{28FEDC0F-E304-4BD3-9E72-2E9D53F8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138" y="1173676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1">
            <a:extLst xmlns:a="http://schemas.openxmlformats.org/drawingml/2006/main">
              <a:ext uri="{FF2B5EF4-FFF2-40B4-BE49-F238E27FC236}">
                <a16:creationId xmlns:a16="http://schemas.microsoft.com/office/drawing/2014/main" id="{89F7CD3B-4483-45BC-9757-32A7B28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561" y="1097112"/>
            <a:ext cx="47332" cy="122673"/>
          </a:xfrm>
          <a:custGeom xmlns:a="http://schemas.openxmlformats.org/drawingml/2006/main">
            <a:pathLst>
              <a:path w="47332" h="122673">
                <a:moveTo>
                  <a:pt x="0" y="14182"/>
                </a:moveTo>
                <a:lnTo>
                  <a:pt x="29250" y="0"/>
                </a:lnTo>
                <a:lnTo>
                  <a:pt x="32175" y="0"/>
                </a:lnTo>
                <a:lnTo>
                  <a:pt x="32175" y="101401"/>
                </a:lnTo>
                <a:cubicBezTo>
                  <a:pt x="32175" y="108137"/>
                  <a:pt x="32456" y="112332"/>
                  <a:pt x="33017" y="113987"/>
                </a:cubicBezTo>
                <a:cubicBezTo>
                  <a:pt x="33579" y="115642"/>
                  <a:pt x="34746" y="116912"/>
                  <a:pt x="36518" y="117798"/>
                </a:cubicBezTo>
                <a:cubicBezTo>
                  <a:pt x="38291" y="118685"/>
                  <a:pt x="41896" y="119187"/>
                  <a:pt x="47332" y="119305"/>
                </a:cubicBezTo>
                <a:lnTo>
                  <a:pt x="47332" y="122673"/>
                </a:lnTo>
                <a:lnTo>
                  <a:pt x="2127" y="122673"/>
                </a:lnTo>
                <a:lnTo>
                  <a:pt x="2127" y="119305"/>
                </a:lnTo>
                <a:cubicBezTo>
                  <a:pt x="7800" y="119187"/>
                  <a:pt x="11464" y="118700"/>
                  <a:pt x="13118" y="117843"/>
                </a:cubicBezTo>
                <a:cubicBezTo>
                  <a:pt x="14773" y="116986"/>
                  <a:pt x="15925" y="115834"/>
                  <a:pt x="16575" y="114386"/>
                </a:cubicBezTo>
                <a:cubicBezTo>
                  <a:pt x="17225" y="112938"/>
                  <a:pt x="17550" y="108610"/>
                  <a:pt x="17550" y="101401"/>
                </a:cubicBezTo>
                <a:lnTo>
                  <a:pt x="17550" y="36518"/>
                </a:lnTo>
                <a:cubicBezTo>
                  <a:pt x="17550" y="27812"/>
                  <a:pt x="17255" y="22224"/>
                  <a:pt x="16664" y="19755"/>
                </a:cubicBezTo>
                <a:cubicBezTo>
                  <a:pt x="16250" y="17871"/>
                  <a:pt x="15497" y="16486"/>
                  <a:pt x="14403" y="15600"/>
                </a:cubicBezTo>
                <a:cubicBezTo>
                  <a:pt x="13310" y="14714"/>
                  <a:pt x="11996" y="14271"/>
                  <a:pt x="10459" y="14271"/>
                </a:cubicBezTo>
                <a:cubicBezTo>
                  <a:pt x="8273" y="14271"/>
                  <a:pt x="5230" y="15186"/>
                  <a:pt x="1330" y="17018"/>
                </a:cubicBezTo>
                <a:lnTo>
                  <a:pt x="0" y="14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1">
            <a:extLst xmlns:a="http://schemas.openxmlformats.org/drawingml/2006/main">
              <a:ext uri="{FF2B5EF4-FFF2-40B4-BE49-F238E27FC236}">
                <a16:creationId xmlns:a16="http://schemas.microsoft.com/office/drawing/2014/main" id="{44265A29-F9ED-46B4-9320-43CF806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561" y="1097112"/>
            <a:ext cx="47332" cy="122673"/>
          </a:xfrm>
          <a:custGeom xmlns:a="http://schemas.openxmlformats.org/drawingml/2006/main">
            <a:pathLst>
              <a:path w="47332" h="122673" fill="none">
                <a:moveTo>
                  <a:pt x="0" y="14182"/>
                </a:moveTo>
                <a:lnTo>
                  <a:pt x="29250" y="0"/>
                </a:lnTo>
                <a:lnTo>
                  <a:pt x="32175" y="0"/>
                </a:lnTo>
                <a:lnTo>
                  <a:pt x="32175" y="101401"/>
                </a:lnTo>
                <a:cubicBezTo>
                  <a:pt x="32175" y="108137"/>
                  <a:pt x="32456" y="112332"/>
                  <a:pt x="33017" y="113987"/>
                </a:cubicBezTo>
                <a:cubicBezTo>
                  <a:pt x="33579" y="115642"/>
                  <a:pt x="34746" y="116912"/>
                  <a:pt x="36518" y="117798"/>
                </a:cubicBezTo>
                <a:cubicBezTo>
                  <a:pt x="38291" y="118685"/>
                  <a:pt x="41896" y="119187"/>
                  <a:pt x="47332" y="119305"/>
                </a:cubicBezTo>
                <a:lnTo>
                  <a:pt x="47332" y="122673"/>
                </a:lnTo>
                <a:lnTo>
                  <a:pt x="2127" y="122673"/>
                </a:lnTo>
                <a:lnTo>
                  <a:pt x="2127" y="119305"/>
                </a:lnTo>
                <a:cubicBezTo>
                  <a:pt x="7800" y="119187"/>
                  <a:pt x="11464" y="118700"/>
                  <a:pt x="13118" y="117843"/>
                </a:cubicBezTo>
                <a:cubicBezTo>
                  <a:pt x="14773" y="116986"/>
                  <a:pt x="15925" y="115834"/>
                  <a:pt x="16575" y="114386"/>
                </a:cubicBezTo>
                <a:cubicBezTo>
                  <a:pt x="17225" y="112938"/>
                  <a:pt x="17550" y="108610"/>
                  <a:pt x="17550" y="101401"/>
                </a:cubicBezTo>
                <a:lnTo>
                  <a:pt x="17550" y="36518"/>
                </a:lnTo>
                <a:cubicBezTo>
                  <a:pt x="17550" y="27812"/>
                  <a:pt x="17255" y="22224"/>
                  <a:pt x="16664" y="19755"/>
                </a:cubicBezTo>
                <a:cubicBezTo>
                  <a:pt x="16250" y="17871"/>
                  <a:pt x="15497" y="16486"/>
                  <a:pt x="14403" y="15600"/>
                </a:cubicBezTo>
                <a:cubicBezTo>
                  <a:pt x="13310" y="14714"/>
                  <a:pt x="11996" y="14271"/>
                  <a:pt x="10459" y="14271"/>
                </a:cubicBezTo>
                <a:cubicBezTo>
                  <a:pt x="8273" y="14271"/>
                  <a:pt x="5230" y="15186"/>
                  <a:pt x="1330" y="17018"/>
                </a:cubicBezTo>
                <a:lnTo>
                  <a:pt x="0" y="141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9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93033-6593-4014-93D4-43FB7FD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284" y="1249919"/>
            <a:ext cx="90764" cy="9076"/>
          </a:xfrm>
          <a:custGeom xmlns:a="http://schemas.openxmlformats.org/drawingml/2006/main">
            <a:pathLst>
              <a:path w="90764" h="9076">
                <a:moveTo>
                  <a:pt x="90764" y="9076"/>
                </a:moveTo>
                <a:lnTo>
                  <a:pt x="0" y="9076"/>
                </a:lnTo>
                <a:lnTo>
                  <a:pt x="0" y="0"/>
                </a:lnTo>
                <a:lnTo>
                  <a:pt x="90764" y="0"/>
                </a:lnTo>
                <a:lnTo>
                  <a:pt x="90764" y="9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1">
            <a:extLst xmlns:a="http://schemas.openxmlformats.org/drawingml/2006/main">
              <a:ext uri="{FF2B5EF4-FFF2-40B4-BE49-F238E27FC236}">
                <a16:creationId xmlns:a16="http://schemas.microsoft.com/office/drawing/2014/main" id="{600CAAD0-41E6-4F84-9C9C-2C32D8F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26" y="1699482"/>
            <a:ext cx="44236" cy="114648"/>
          </a:xfrm>
          <a:custGeom xmlns:a="http://schemas.openxmlformats.org/drawingml/2006/main">
            <a:pathLst>
              <a:path w="44236" h="114648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3">
            <a:extLst xmlns:a="http://schemas.openxmlformats.org/drawingml/2006/main">
              <a:ext uri="{FF2B5EF4-FFF2-40B4-BE49-F238E27FC236}">
                <a16:creationId xmlns:a16="http://schemas.microsoft.com/office/drawing/2014/main" id="{4E118F38-299E-42AF-9616-8B8B732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146" y="1939657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2">
            <a:extLst xmlns:a="http://schemas.openxmlformats.org/drawingml/2006/main">
              <a:ext uri="{FF2B5EF4-FFF2-40B4-BE49-F238E27FC236}">
                <a16:creationId xmlns:a16="http://schemas.microsoft.com/office/drawing/2014/main" id="{3D33FB5E-83F9-4F8F-9B0F-BF462342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6114" y="1889006"/>
            <a:ext cx="74140" cy="114648"/>
          </a:xfrm>
          <a:custGeom xmlns:a="http://schemas.openxmlformats.org/drawingml/2006/main">
            <a:pathLst>
              <a:path w="74140" h="114648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25">
            <a:extLst xmlns:a="http://schemas.openxmlformats.org/drawingml/2006/main">
              <a:ext uri="{FF2B5EF4-FFF2-40B4-BE49-F238E27FC236}">
                <a16:creationId xmlns:a16="http://schemas.microsoft.com/office/drawing/2014/main" id="{22605F68-4E49-443A-A67A-1F384854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412" y="1867797"/>
            <a:ext cx="154825" cy="116636"/>
          </a:xfrm>
          <a:custGeom xmlns:a="http://schemas.openxmlformats.org/drawingml/2006/main">
            <a:pathLst>
              <a:path w="154825" h="116636">
                <a:moveTo>
                  <a:pt x="74140" y="92779"/>
                </a:moveTo>
                <a:lnTo>
                  <a:pt x="66271" y="114648"/>
                </a:lnTo>
                <a:lnTo>
                  <a:pt x="0" y="114648"/>
                </a:lnTo>
                <a:lnTo>
                  <a:pt x="0" y="111521"/>
                </a:lnTo>
                <a:cubicBezTo>
                  <a:pt x="19495" y="93757"/>
                  <a:pt x="33218" y="79249"/>
                  <a:pt x="41171" y="67995"/>
                </a:cubicBezTo>
                <a:cubicBezTo>
                  <a:pt x="49123" y="56739"/>
                  <a:pt x="53099" y="46445"/>
                  <a:pt x="53099" y="37112"/>
                </a:cubicBezTo>
                <a:cubicBezTo>
                  <a:pt x="53099" y="30012"/>
                  <a:pt x="50918" y="24178"/>
                  <a:pt x="46555" y="19609"/>
                </a:cubicBezTo>
                <a:cubicBezTo>
                  <a:pt x="42192" y="15041"/>
                  <a:pt x="36973" y="12757"/>
                  <a:pt x="30899" y="12757"/>
                </a:cubicBezTo>
                <a:cubicBezTo>
                  <a:pt x="25376" y="12757"/>
                  <a:pt x="20420" y="14359"/>
                  <a:pt x="16029" y="17562"/>
                </a:cubicBezTo>
                <a:cubicBezTo>
                  <a:pt x="11639" y="20763"/>
                  <a:pt x="8394" y="25457"/>
                  <a:pt x="6296" y="31644"/>
                </a:cubicBezTo>
                <a:lnTo>
                  <a:pt x="3231" y="31644"/>
                </a:lnTo>
                <a:cubicBezTo>
                  <a:pt x="4611" y="21453"/>
                  <a:pt x="8160" y="13632"/>
                  <a:pt x="13875" y="8180"/>
                </a:cubicBezTo>
                <a:cubicBezTo>
                  <a:pt x="19591" y="2727"/>
                  <a:pt x="26729" y="0"/>
                  <a:pt x="35289" y="0"/>
                </a:cubicBezTo>
                <a:cubicBezTo>
                  <a:pt x="44401" y="0"/>
                  <a:pt x="52009" y="2927"/>
                  <a:pt x="58111" y="8781"/>
                </a:cubicBezTo>
                <a:cubicBezTo>
                  <a:pt x="64213" y="14635"/>
                  <a:pt x="67265" y="21538"/>
                  <a:pt x="67265" y="29490"/>
                </a:cubicBezTo>
                <a:cubicBezTo>
                  <a:pt x="67265" y="35179"/>
                  <a:pt x="65939" y="40867"/>
                  <a:pt x="63288" y="46555"/>
                </a:cubicBezTo>
                <a:cubicBezTo>
                  <a:pt x="59202" y="55502"/>
                  <a:pt x="52575" y="64973"/>
                  <a:pt x="43407" y="74969"/>
                </a:cubicBezTo>
                <a:cubicBezTo>
                  <a:pt x="29656" y="89959"/>
                  <a:pt x="21069" y="98933"/>
                  <a:pt x="17645" y="101891"/>
                </a:cubicBezTo>
                <a:lnTo>
                  <a:pt x="46969" y="101891"/>
                </a:lnTo>
                <a:cubicBezTo>
                  <a:pt x="52934" y="101891"/>
                  <a:pt x="57117" y="101670"/>
                  <a:pt x="59519" y="101228"/>
                </a:cubicBezTo>
                <a:cubicBezTo>
                  <a:pt x="61922" y="100786"/>
                  <a:pt x="64089" y="99889"/>
                  <a:pt x="66022" y="98536"/>
                </a:cubicBezTo>
                <a:cubicBezTo>
                  <a:pt x="67955" y="97183"/>
                  <a:pt x="69639" y="95264"/>
                  <a:pt x="71075" y="92779"/>
                </a:cubicBezTo>
                <a:lnTo>
                  <a:pt x="74140" y="92779"/>
                </a:lnTo>
                <a:close/>
                <a:moveTo>
                  <a:pt x="154825" y="2319"/>
                </a:moveTo>
                <a:lnTo>
                  <a:pt x="148364" y="16402"/>
                </a:lnTo>
                <a:lnTo>
                  <a:pt x="114566" y="16402"/>
                </a:lnTo>
                <a:lnTo>
                  <a:pt x="107193" y="31292"/>
                </a:lnTo>
                <a:cubicBezTo>
                  <a:pt x="121828" y="33451"/>
                  <a:pt x="133425" y="38903"/>
                  <a:pt x="141985" y="47647"/>
                </a:cubicBezTo>
                <a:cubicBezTo>
                  <a:pt x="149330" y="55174"/>
                  <a:pt x="153003" y="64029"/>
                  <a:pt x="153003" y="74213"/>
                </a:cubicBezTo>
                <a:cubicBezTo>
                  <a:pt x="153003" y="80136"/>
                  <a:pt x="151802" y="85615"/>
                  <a:pt x="149399" y="90651"/>
                </a:cubicBezTo>
                <a:cubicBezTo>
                  <a:pt x="146997" y="95687"/>
                  <a:pt x="143973" y="99976"/>
                  <a:pt x="140328" y="103519"/>
                </a:cubicBezTo>
                <a:cubicBezTo>
                  <a:pt x="136684" y="107061"/>
                  <a:pt x="132625" y="109911"/>
                  <a:pt x="128151" y="112070"/>
                </a:cubicBezTo>
                <a:cubicBezTo>
                  <a:pt x="121800" y="115114"/>
                  <a:pt x="115284" y="116636"/>
                  <a:pt x="108601" y="116636"/>
                </a:cubicBezTo>
                <a:cubicBezTo>
                  <a:pt x="101864" y="116636"/>
                  <a:pt x="96963" y="115490"/>
                  <a:pt x="93898" y="113198"/>
                </a:cubicBezTo>
                <a:cubicBezTo>
                  <a:pt x="90833" y="110907"/>
                  <a:pt x="89300" y="108380"/>
                  <a:pt x="89300" y="105619"/>
                </a:cubicBezTo>
                <a:cubicBezTo>
                  <a:pt x="89300" y="104072"/>
                  <a:pt x="89935" y="102706"/>
                  <a:pt x="91205" y="101518"/>
                </a:cubicBezTo>
                <a:cubicBezTo>
                  <a:pt x="92476" y="100331"/>
                  <a:pt x="94077" y="99737"/>
                  <a:pt x="96010" y="99737"/>
                </a:cubicBezTo>
                <a:cubicBezTo>
                  <a:pt x="97446" y="99737"/>
                  <a:pt x="98702" y="99958"/>
                  <a:pt x="99779" y="100400"/>
                </a:cubicBezTo>
                <a:cubicBezTo>
                  <a:pt x="100856" y="100842"/>
                  <a:pt x="102692" y="101974"/>
                  <a:pt x="105288" y="103796"/>
                </a:cubicBezTo>
                <a:cubicBezTo>
                  <a:pt x="109430" y="106668"/>
                  <a:pt x="113627" y="108131"/>
                  <a:pt x="117879" y="108187"/>
                </a:cubicBezTo>
                <a:cubicBezTo>
                  <a:pt x="124341" y="108187"/>
                  <a:pt x="130015" y="105737"/>
                  <a:pt x="134903" y="100837"/>
                </a:cubicBezTo>
                <a:cubicBezTo>
                  <a:pt x="139790" y="95936"/>
                  <a:pt x="142234" y="89969"/>
                  <a:pt x="142234" y="82937"/>
                </a:cubicBezTo>
                <a:cubicBezTo>
                  <a:pt x="142234" y="76127"/>
                  <a:pt x="140052" y="69773"/>
                  <a:pt x="135690" y="63876"/>
                </a:cubicBezTo>
                <a:cubicBezTo>
                  <a:pt x="131327" y="57977"/>
                  <a:pt x="125307" y="53422"/>
                  <a:pt x="117631" y="50210"/>
                </a:cubicBezTo>
                <a:cubicBezTo>
                  <a:pt x="111611" y="47720"/>
                  <a:pt x="103410" y="46281"/>
                  <a:pt x="93028" y="45892"/>
                </a:cubicBezTo>
                <a:lnTo>
                  <a:pt x="114566" y="2319"/>
                </a:lnTo>
                <a:lnTo>
                  <a:pt x="154825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3">
            <a:extLst xmlns:a="http://schemas.openxmlformats.org/drawingml/2006/main">
              <a:ext uri="{FF2B5EF4-FFF2-40B4-BE49-F238E27FC236}">
                <a16:creationId xmlns:a16="http://schemas.microsoft.com/office/drawing/2014/main" id="{40D8803F-34D8-4ACE-AC73-2BD2D025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723" y="874720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8">
            <a:extLst xmlns:a="http://schemas.openxmlformats.org/drawingml/2006/main">
              <a:ext uri="{FF2B5EF4-FFF2-40B4-BE49-F238E27FC236}">
                <a16:creationId xmlns:a16="http://schemas.microsoft.com/office/drawing/2014/main" id="{A76B53E3-212B-4FFA-A041-98990C82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6560" y="1113211"/>
            <a:ext cx="64779" cy="116636"/>
          </a:xfrm>
          <a:custGeom xmlns:a="http://schemas.openxmlformats.org/drawingml/2006/main">
            <a:pathLst>
              <a:path w="64779" h="116636">
                <a:moveTo>
                  <a:pt x="22283" y="58070"/>
                </a:moveTo>
                <a:cubicBezTo>
                  <a:pt x="13392" y="50780"/>
                  <a:pt x="7663" y="44926"/>
                  <a:pt x="5095" y="40508"/>
                </a:cubicBezTo>
                <a:cubicBezTo>
                  <a:pt x="2527" y="36090"/>
                  <a:pt x="1243" y="31506"/>
                  <a:pt x="1243" y="26757"/>
                </a:cubicBezTo>
                <a:cubicBezTo>
                  <a:pt x="1243" y="19467"/>
                  <a:pt x="4059" y="13185"/>
                  <a:pt x="9692" y="7911"/>
                </a:cubicBezTo>
                <a:cubicBezTo>
                  <a:pt x="15325" y="2637"/>
                  <a:pt x="22808" y="0"/>
                  <a:pt x="32141" y="0"/>
                </a:cubicBezTo>
                <a:cubicBezTo>
                  <a:pt x="41198" y="0"/>
                  <a:pt x="48488" y="2458"/>
                  <a:pt x="54011" y="7373"/>
                </a:cubicBezTo>
                <a:cubicBezTo>
                  <a:pt x="59533" y="12288"/>
                  <a:pt x="62294" y="17893"/>
                  <a:pt x="62294" y="24189"/>
                </a:cubicBezTo>
                <a:cubicBezTo>
                  <a:pt x="62294" y="28386"/>
                  <a:pt x="60803" y="32666"/>
                  <a:pt x="57821" y="37029"/>
                </a:cubicBezTo>
                <a:cubicBezTo>
                  <a:pt x="54839" y="41391"/>
                  <a:pt x="48626" y="46527"/>
                  <a:pt x="39182" y="52437"/>
                </a:cubicBezTo>
                <a:cubicBezTo>
                  <a:pt x="48902" y="59947"/>
                  <a:pt x="55336" y="65856"/>
                  <a:pt x="58484" y="70164"/>
                </a:cubicBezTo>
                <a:cubicBezTo>
                  <a:pt x="62681" y="75797"/>
                  <a:pt x="64779" y="81734"/>
                  <a:pt x="64779" y="87974"/>
                </a:cubicBezTo>
                <a:cubicBezTo>
                  <a:pt x="64779" y="95871"/>
                  <a:pt x="61770" y="102623"/>
                  <a:pt x="55750" y="108228"/>
                </a:cubicBezTo>
                <a:cubicBezTo>
                  <a:pt x="49731" y="113833"/>
                  <a:pt x="41833" y="116636"/>
                  <a:pt x="32058" y="116636"/>
                </a:cubicBezTo>
                <a:cubicBezTo>
                  <a:pt x="21400" y="116636"/>
                  <a:pt x="13088" y="113295"/>
                  <a:pt x="7124" y="106613"/>
                </a:cubicBezTo>
                <a:cubicBezTo>
                  <a:pt x="2375" y="101256"/>
                  <a:pt x="0" y="95402"/>
                  <a:pt x="0" y="89051"/>
                </a:cubicBezTo>
                <a:cubicBezTo>
                  <a:pt x="0" y="84081"/>
                  <a:pt x="1671" y="79152"/>
                  <a:pt x="5012" y="74264"/>
                </a:cubicBezTo>
                <a:cubicBezTo>
                  <a:pt x="8353" y="69377"/>
                  <a:pt x="14110" y="63979"/>
                  <a:pt x="22283" y="58070"/>
                </a:cubicBezTo>
                <a:moveTo>
                  <a:pt x="35289" y="49206"/>
                </a:moveTo>
                <a:cubicBezTo>
                  <a:pt x="41916" y="43219"/>
                  <a:pt x="46113" y="38494"/>
                  <a:pt x="47880" y="35030"/>
                </a:cubicBezTo>
                <a:cubicBezTo>
                  <a:pt x="49648" y="31565"/>
                  <a:pt x="50531" y="27643"/>
                  <a:pt x="50531" y="23265"/>
                </a:cubicBezTo>
                <a:cubicBezTo>
                  <a:pt x="50531" y="17443"/>
                  <a:pt x="48902" y="12884"/>
                  <a:pt x="45644" y="9586"/>
                </a:cubicBezTo>
                <a:cubicBezTo>
                  <a:pt x="42386" y="6288"/>
                  <a:pt x="37940" y="4639"/>
                  <a:pt x="32307" y="4639"/>
                </a:cubicBezTo>
                <a:cubicBezTo>
                  <a:pt x="26674" y="4639"/>
                  <a:pt x="22090" y="6274"/>
                  <a:pt x="18556" y="9545"/>
                </a:cubicBezTo>
                <a:cubicBezTo>
                  <a:pt x="15021" y="12815"/>
                  <a:pt x="13254" y="16640"/>
                  <a:pt x="13254" y="21020"/>
                </a:cubicBezTo>
                <a:cubicBezTo>
                  <a:pt x="13254" y="23902"/>
                  <a:pt x="13986" y="26784"/>
                  <a:pt x="15449" y="29666"/>
                </a:cubicBezTo>
                <a:cubicBezTo>
                  <a:pt x="16913" y="32549"/>
                  <a:pt x="18998" y="35293"/>
                  <a:pt x="21704" y="37898"/>
                </a:cubicBezTo>
                <a:lnTo>
                  <a:pt x="35289" y="49206"/>
                </a:lnTo>
                <a:moveTo>
                  <a:pt x="26177" y="61217"/>
                </a:moveTo>
                <a:cubicBezTo>
                  <a:pt x="21593" y="65071"/>
                  <a:pt x="18197" y="69269"/>
                  <a:pt x="15988" y="73811"/>
                </a:cubicBezTo>
                <a:cubicBezTo>
                  <a:pt x="13779" y="78352"/>
                  <a:pt x="12674" y="83264"/>
                  <a:pt x="12674" y="88549"/>
                </a:cubicBezTo>
                <a:cubicBezTo>
                  <a:pt x="12674" y="95649"/>
                  <a:pt x="14621" y="101332"/>
                  <a:pt x="18514" y="105598"/>
                </a:cubicBezTo>
                <a:cubicBezTo>
                  <a:pt x="22408" y="109864"/>
                  <a:pt x="27364" y="111997"/>
                  <a:pt x="33384" y="111997"/>
                </a:cubicBezTo>
                <a:cubicBezTo>
                  <a:pt x="39348" y="111997"/>
                  <a:pt x="44125" y="110319"/>
                  <a:pt x="47715" y="106962"/>
                </a:cubicBezTo>
                <a:cubicBezTo>
                  <a:pt x="51304" y="103604"/>
                  <a:pt x="53099" y="99530"/>
                  <a:pt x="53099" y="94741"/>
                </a:cubicBezTo>
                <a:cubicBezTo>
                  <a:pt x="53099" y="90777"/>
                  <a:pt x="52050" y="87226"/>
                  <a:pt x="49951" y="84089"/>
                </a:cubicBezTo>
                <a:cubicBezTo>
                  <a:pt x="46030" y="78254"/>
                  <a:pt x="38106" y="70630"/>
                  <a:pt x="26177" y="61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5">
            <a:extLst xmlns:a="http://schemas.openxmlformats.org/drawingml/2006/main">
              <a:ext uri="{FF2B5EF4-FFF2-40B4-BE49-F238E27FC236}">
                <a16:creationId xmlns:a16="http://schemas.microsoft.com/office/drawing/2014/main" id="{EB649314-B4FF-4F37-881A-2641F42A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245" y="1159997"/>
            <a:ext cx="65525" cy="114317"/>
          </a:xfrm>
          <a:custGeom xmlns:a="http://schemas.openxmlformats.org/drawingml/2006/main">
            <a:pathLst>
              <a:path w="65525" h="114317">
                <a:moveTo>
                  <a:pt x="65525" y="0"/>
                </a:moveTo>
                <a:lnTo>
                  <a:pt x="59064" y="14082"/>
                </a:lnTo>
                <a:lnTo>
                  <a:pt x="25266" y="14082"/>
                </a:lnTo>
                <a:lnTo>
                  <a:pt x="17893" y="28973"/>
                </a:lnTo>
                <a:cubicBezTo>
                  <a:pt x="32528" y="31132"/>
                  <a:pt x="44125" y="36583"/>
                  <a:pt x="52685" y="45328"/>
                </a:cubicBezTo>
                <a:cubicBezTo>
                  <a:pt x="60030" y="52854"/>
                  <a:pt x="63703" y="61709"/>
                  <a:pt x="63703" y="71893"/>
                </a:cubicBezTo>
                <a:cubicBezTo>
                  <a:pt x="63703" y="77816"/>
                  <a:pt x="62501" y="83296"/>
                  <a:pt x="60099" y="88331"/>
                </a:cubicBezTo>
                <a:cubicBezTo>
                  <a:pt x="57697" y="93367"/>
                  <a:pt x="54673" y="97657"/>
                  <a:pt x="51028" y="101200"/>
                </a:cubicBezTo>
                <a:cubicBezTo>
                  <a:pt x="47383" y="104741"/>
                  <a:pt x="43324" y="107591"/>
                  <a:pt x="38851" y="109750"/>
                </a:cubicBezTo>
                <a:cubicBezTo>
                  <a:pt x="32500" y="112795"/>
                  <a:pt x="25984" y="114317"/>
                  <a:pt x="19301" y="114317"/>
                </a:cubicBezTo>
                <a:cubicBezTo>
                  <a:pt x="12564" y="114317"/>
                  <a:pt x="7663" y="113171"/>
                  <a:pt x="4598" y="110879"/>
                </a:cubicBezTo>
                <a:cubicBezTo>
                  <a:pt x="1533" y="108587"/>
                  <a:pt x="0" y="106060"/>
                  <a:pt x="0" y="103299"/>
                </a:cubicBezTo>
                <a:cubicBezTo>
                  <a:pt x="0" y="101753"/>
                  <a:pt x="635" y="100386"/>
                  <a:pt x="1905" y="99199"/>
                </a:cubicBezTo>
                <a:cubicBezTo>
                  <a:pt x="3175" y="98011"/>
                  <a:pt x="4777" y="97418"/>
                  <a:pt x="6710" y="97418"/>
                </a:cubicBezTo>
                <a:cubicBezTo>
                  <a:pt x="8146" y="97418"/>
                  <a:pt x="9402" y="97639"/>
                  <a:pt x="10479" y="98080"/>
                </a:cubicBezTo>
                <a:cubicBezTo>
                  <a:pt x="11556" y="98522"/>
                  <a:pt x="13392" y="99654"/>
                  <a:pt x="15988" y="101477"/>
                </a:cubicBezTo>
                <a:cubicBezTo>
                  <a:pt x="20130" y="104348"/>
                  <a:pt x="24327" y="105812"/>
                  <a:pt x="28579" y="105867"/>
                </a:cubicBezTo>
                <a:cubicBezTo>
                  <a:pt x="35041" y="105867"/>
                  <a:pt x="40715" y="103417"/>
                  <a:pt x="45602" y="98518"/>
                </a:cubicBezTo>
                <a:cubicBezTo>
                  <a:pt x="50490" y="93617"/>
                  <a:pt x="52934" y="87650"/>
                  <a:pt x="52934" y="80617"/>
                </a:cubicBezTo>
                <a:cubicBezTo>
                  <a:pt x="52934" y="73807"/>
                  <a:pt x="50752" y="67454"/>
                  <a:pt x="46389" y="61557"/>
                </a:cubicBezTo>
                <a:cubicBezTo>
                  <a:pt x="42027" y="55658"/>
                  <a:pt x="36007" y="51103"/>
                  <a:pt x="28331" y="47891"/>
                </a:cubicBezTo>
                <a:cubicBezTo>
                  <a:pt x="22311" y="45400"/>
                  <a:pt x="14110" y="43961"/>
                  <a:pt x="3728" y="43573"/>
                </a:cubicBezTo>
                <a:lnTo>
                  <a:pt x="25266" y="0"/>
                </a:lnTo>
                <a:lnTo>
                  <a:pt x="655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16">
            <a:extLst xmlns:a="http://schemas.openxmlformats.org/drawingml/2006/main">
              <a:ext uri="{FF2B5EF4-FFF2-40B4-BE49-F238E27FC236}">
                <a16:creationId xmlns:a16="http://schemas.microsoft.com/office/drawing/2014/main" id="{EAE8C8A2-FA67-4375-872B-889F7425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860" y="1371318"/>
            <a:ext cx="143227" cy="116636"/>
          </a:xfrm>
          <a:custGeom xmlns:a="http://schemas.openxmlformats.org/drawingml/2006/main">
            <a:pathLst>
              <a:path w="143227" h="116636">
                <a:moveTo>
                  <a:pt x="0" y="13254"/>
                </a:moveTo>
                <a:lnTo>
                  <a:pt x="27337" y="0"/>
                </a:lnTo>
                <a:lnTo>
                  <a:pt x="30070" y="0"/>
                </a:lnTo>
                <a:lnTo>
                  <a:pt x="30070" y="94767"/>
                </a:lnTo>
                <a:cubicBezTo>
                  <a:pt x="30070" y="101063"/>
                  <a:pt x="30333" y="104984"/>
                  <a:pt x="30857" y="106530"/>
                </a:cubicBezTo>
                <a:cubicBezTo>
                  <a:pt x="31382" y="108076"/>
                  <a:pt x="32473" y="109264"/>
                  <a:pt x="34129" y="110092"/>
                </a:cubicBezTo>
                <a:cubicBezTo>
                  <a:pt x="35786" y="110920"/>
                  <a:pt x="39155" y="111390"/>
                  <a:pt x="44236" y="111500"/>
                </a:cubicBezTo>
                <a:lnTo>
                  <a:pt x="44236" y="114648"/>
                </a:lnTo>
                <a:lnTo>
                  <a:pt x="1988" y="114648"/>
                </a:lnTo>
                <a:lnTo>
                  <a:pt x="1988" y="111500"/>
                </a:lnTo>
                <a:cubicBezTo>
                  <a:pt x="7290" y="111390"/>
                  <a:pt x="10714" y="110934"/>
                  <a:pt x="12260" y="110133"/>
                </a:cubicBezTo>
                <a:cubicBezTo>
                  <a:pt x="13806" y="109333"/>
                  <a:pt x="14883" y="108256"/>
                  <a:pt x="15491" y="106903"/>
                </a:cubicBezTo>
                <a:cubicBezTo>
                  <a:pt x="16098" y="105550"/>
                  <a:pt x="16402" y="101504"/>
                  <a:pt x="16402" y="94767"/>
                </a:cubicBezTo>
                <a:lnTo>
                  <a:pt x="16402" y="34129"/>
                </a:lnTo>
                <a:cubicBezTo>
                  <a:pt x="16402" y="25992"/>
                  <a:pt x="16126" y="20770"/>
                  <a:pt x="15574" y="18463"/>
                </a:cubicBezTo>
                <a:cubicBezTo>
                  <a:pt x="15187" y="16702"/>
                  <a:pt x="14483" y="15408"/>
                  <a:pt x="13461" y="14580"/>
                </a:cubicBezTo>
                <a:cubicBezTo>
                  <a:pt x="12440" y="13751"/>
                  <a:pt x="11211" y="13337"/>
                  <a:pt x="9775" y="13337"/>
                </a:cubicBezTo>
                <a:cubicBezTo>
                  <a:pt x="7732" y="13337"/>
                  <a:pt x="4887" y="14193"/>
                  <a:pt x="1243" y="15905"/>
                </a:cubicBezTo>
                <a:lnTo>
                  <a:pt x="0" y="13254"/>
                </a:lnTo>
                <a:close/>
                <a:moveTo>
                  <a:pt x="140991" y="0"/>
                </a:moveTo>
                <a:lnTo>
                  <a:pt x="140991" y="3314"/>
                </a:lnTo>
                <a:cubicBezTo>
                  <a:pt x="133701" y="4026"/>
                  <a:pt x="127751" y="5466"/>
                  <a:pt x="123139" y="7634"/>
                </a:cubicBezTo>
                <a:cubicBezTo>
                  <a:pt x="118528" y="9800"/>
                  <a:pt x="113972" y="13105"/>
                  <a:pt x="109471" y="17549"/>
                </a:cubicBezTo>
                <a:cubicBezTo>
                  <a:pt x="104970" y="21991"/>
                  <a:pt x="101242" y="26941"/>
                  <a:pt x="98288" y="32400"/>
                </a:cubicBezTo>
                <a:cubicBezTo>
                  <a:pt x="95333" y="37857"/>
                  <a:pt x="92862" y="44343"/>
                  <a:pt x="90874" y="51859"/>
                </a:cubicBezTo>
                <a:cubicBezTo>
                  <a:pt x="98826" y="46335"/>
                  <a:pt x="106806" y="43573"/>
                  <a:pt x="114814" y="43573"/>
                </a:cubicBezTo>
                <a:cubicBezTo>
                  <a:pt x="122490" y="43573"/>
                  <a:pt x="129145" y="46672"/>
                  <a:pt x="134778" y="52871"/>
                </a:cubicBezTo>
                <a:cubicBezTo>
                  <a:pt x="140411" y="59071"/>
                  <a:pt x="143227" y="67041"/>
                  <a:pt x="143227" y="76783"/>
                </a:cubicBezTo>
                <a:cubicBezTo>
                  <a:pt x="143227" y="86192"/>
                  <a:pt x="140383" y="94772"/>
                  <a:pt x="134695" y="102523"/>
                </a:cubicBezTo>
                <a:cubicBezTo>
                  <a:pt x="127847" y="111932"/>
                  <a:pt x="118790" y="116636"/>
                  <a:pt x="107524" y="116636"/>
                </a:cubicBezTo>
                <a:cubicBezTo>
                  <a:pt x="99848" y="116636"/>
                  <a:pt x="93331" y="114096"/>
                  <a:pt x="87974" y="109015"/>
                </a:cubicBezTo>
                <a:cubicBezTo>
                  <a:pt x="77482" y="99130"/>
                  <a:pt x="72235" y="86317"/>
                  <a:pt x="72235" y="70578"/>
                </a:cubicBezTo>
                <a:cubicBezTo>
                  <a:pt x="72235" y="60527"/>
                  <a:pt x="74251" y="50973"/>
                  <a:pt x="78282" y="41916"/>
                </a:cubicBezTo>
                <a:cubicBezTo>
                  <a:pt x="82314" y="32859"/>
                  <a:pt x="88071" y="24824"/>
                  <a:pt x="95554" y="17810"/>
                </a:cubicBezTo>
                <a:cubicBezTo>
                  <a:pt x="103037" y="10797"/>
                  <a:pt x="110203" y="6075"/>
                  <a:pt x="117051" y="3645"/>
                </a:cubicBezTo>
                <a:cubicBezTo>
                  <a:pt x="123899" y="1215"/>
                  <a:pt x="130277" y="0"/>
                  <a:pt x="136186" y="0"/>
                </a:cubicBezTo>
                <a:lnTo>
                  <a:pt x="140991" y="0"/>
                </a:lnTo>
                <a:moveTo>
                  <a:pt x="89466" y="57914"/>
                </a:moveTo>
                <a:cubicBezTo>
                  <a:pt x="88471" y="65380"/>
                  <a:pt x="87974" y="71407"/>
                  <a:pt x="87974" y="75996"/>
                </a:cubicBezTo>
                <a:cubicBezTo>
                  <a:pt x="87974" y="81305"/>
                  <a:pt x="88955" y="87070"/>
                  <a:pt x="90915" y="93291"/>
                </a:cubicBezTo>
                <a:cubicBezTo>
                  <a:pt x="92876" y="99513"/>
                  <a:pt x="95789" y="104449"/>
                  <a:pt x="99655" y="108099"/>
                </a:cubicBezTo>
                <a:cubicBezTo>
                  <a:pt x="102471" y="110698"/>
                  <a:pt x="105895" y="111997"/>
                  <a:pt x="109927" y="111997"/>
                </a:cubicBezTo>
                <a:cubicBezTo>
                  <a:pt x="114731" y="111997"/>
                  <a:pt x="119025" y="109730"/>
                  <a:pt x="122808" y="105197"/>
                </a:cubicBezTo>
                <a:cubicBezTo>
                  <a:pt x="126591" y="100661"/>
                  <a:pt x="128482" y="94190"/>
                  <a:pt x="128482" y="85784"/>
                </a:cubicBezTo>
                <a:cubicBezTo>
                  <a:pt x="128482" y="76328"/>
                  <a:pt x="126605" y="68145"/>
                  <a:pt x="122849" y="61233"/>
                </a:cubicBezTo>
                <a:cubicBezTo>
                  <a:pt x="119094" y="54319"/>
                  <a:pt x="113765" y="50863"/>
                  <a:pt x="106862" y="50863"/>
                </a:cubicBezTo>
                <a:cubicBezTo>
                  <a:pt x="104763" y="50863"/>
                  <a:pt x="102513" y="51305"/>
                  <a:pt x="100110" y="52191"/>
                </a:cubicBezTo>
                <a:cubicBezTo>
                  <a:pt x="97708" y="53074"/>
                  <a:pt x="94160" y="54982"/>
                  <a:pt x="89466" y="579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3">
            <a:extLst xmlns:a="http://schemas.openxmlformats.org/drawingml/2006/main">
              <a:ext uri="{FF2B5EF4-FFF2-40B4-BE49-F238E27FC236}">
                <a16:creationId xmlns:a16="http://schemas.microsoft.com/office/drawing/2014/main" id="{0FEB4FDB-230A-4FE9-AB57-66092567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921" y="1332057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7">
            <a:extLst xmlns:a="http://schemas.openxmlformats.org/drawingml/2006/main">
              <a:ext uri="{FF2B5EF4-FFF2-40B4-BE49-F238E27FC236}">
                <a16:creationId xmlns:a16="http://schemas.microsoft.com/office/drawing/2014/main" id="{8494C901-1B7F-49C7-8942-B3CF31BA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7014" y="1811589"/>
            <a:ext cx="70992" cy="114648"/>
          </a:xfrm>
          <a:custGeom xmlns:a="http://schemas.openxmlformats.org/drawingml/2006/main">
            <a:pathLst>
              <a:path w="70992" h="114648">
                <a:moveTo>
                  <a:pt x="10769" y="0"/>
                </a:moveTo>
                <a:lnTo>
                  <a:pt x="70992" y="0"/>
                </a:lnTo>
                <a:lnTo>
                  <a:pt x="70992" y="3122"/>
                </a:lnTo>
                <a:lnTo>
                  <a:pt x="33549" y="114648"/>
                </a:lnTo>
                <a:lnTo>
                  <a:pt x="24272" y="114648"/>
                </a:lnTo>
                <a:lnTo>
                  <a:pt x="57821" y="13585"/>
                </a:lnTo>
                <a:lnTo>
                  <a:pt x="26922" y="13585"/>
                </a:lnTo>
                <a:cubicBezTo>
                  <a:pt x="20682" y="13585"/>
                  <a:pt x="16236" y="14331"/>
                  <a:pt x="13585" y="15822"/>
                </a:cubicBezTo>
                <a:cubicBezTo>
                  <a:pt x="8947" y="18362"/>
                  <a:pt x="5219" y="22283"/>
                  <a:pt x="2402" y="27585"/>
                </a:cubicBezTo>
                <a:lnTo>
                  <a:pt x="0" y="26674"/>
                </a:lnTo>
                <a:lnTo>
                  <a:pt x="107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47">
            <a:extLst xmlns:a="http://schemas.openxmlformats.org/drawingml/2006/main">
              <a:ext uri="{FF2B5EF4-FFF2-40B4-BE49-F238E27FC236}">
                <a16:creationId xmlns:a16="http://schemas.microsoft.com/office/drawing/2014/main" id="{17B8C0B9-F1BF-464A-9B97-299591F2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072" y="1702753"/>
            <a:ext cx="159463" cy="116967"/>
          </a:xfrm>
          <a:custGeom xmlns:a="http://schemas.openxmlformats.org/drawingml/2006/main">
            <a:pathLst>
              <a:path w="159463" h="116967">
                <a:moveTo>
                  <a:pt x="76294" y="73229"/>
                </a:moveTo>
                <a:lnTo>
                  <a:pt x="76294" y="84992"/>
                </a:lnTo>
                <a:lnTo>
                  <a:pt x="61217" y="84992"/>
                </a:lnTo>
                <a:lnTo>
                  <a:pt x="61217" y="114648"/>
                </a:lnTo>
                <a:lnTo>
                  <a:pt x="47549" y="114648"/>
                </a:lnTo>
                <a:lnTo>
                  <a:pt x="47549" y="84992"/>
                </a:lnTo>
                <a:lnTo>
                  <a:pt x="0" y="84992"/>
                </a:lnTo>
                <a:lnTo>
                  <a:pt x="0" y="74389"/>
                </a:lnTo>
                <a:lnTo>
                  <a:pt x="52105" y="0"/>
                </a:lnTo>
                <a:lnTo>
                  <a:pt x="61217" y="0"/>
                </a:lnTo>
                <a:lnTo>
                  <a:pt x="61217" y="73229"/>
                </a:lnTo>
                <a:lnTo>
                  <a:pt x="76294" y="73229"/>
                </a:lnTo>
                <a:moveTo>
                  <a:pt x="47549" y="73229"/>
                </a:moveTo>
                <a:lnTo>
                  <a:pt x="47549" y="17510"/>
                </a:lnTo>
                <a:lnTo>
                  <a:pt x="8118" y="73229"/>
                </a:lnTo>
                <a:lnTo>
                  <a:pt x="47549" y="73229"/>
                </a:lnTo>
                <a:close/>
                <a:moveTo>
                  <a:pt x="99240" y="2319"/>
                </a:moveTo>
                <a:lnTo>
                  <a:pt x="159463" y="2319"/>
                </a:lnTo>
                <a:lnTo>
                  <a:pt x="159463" y="5441"/>
                </a:lnTo>
                <a:lnTo>
                  <a:pt x="122020" y="116967"/>
                </a:lnTo>
                <a:lnTo>
                  <a:pt x="112742" y="116967"/>
                </a:lnTo>
                <a:lnTo>
                  <a:pt x="146292" y="15905"/>
                </a:lnTo>
                <a:lnTo>
                  <a:pt x="115393" y="15905"/>
                </a:lnTo>
                <a:cubicBezTo>
                  <a:pt x="109153" y="15905"/>
                  <a:pt x="104707" y="16650"/>
                  <a:pt x="102056" y="18142"/>
                </a:cubicBezTo>
                <a:cubicBezTo>
                  <a:pt x="97417" y="20682"/>
                  <a:pt x="93690" y="24603"/>
                  <a:pt x="90873" y="29905"/>
                </a:cubicBezTo>
                <a:lnTo>
                  <a:pt x="88471" y="28993"/>
                </a:lnTo>
                <a:lnTo>
                  <a:pt x="99240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DEBD15DF-A07B-4A32-ACFA-CBA87F62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8952" y="117195"/>
            <a:ext cx="629611" cy="103299"/>
          </a:xfrm>
          <a:custGeom xmlns:a="http://schemas.openxmlformats.org/drawingml/2006/main">
            <a:pathLst>
              <a:path w="629611" h="103299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9929" y="0"/>
                </a:moveTo>
                <a:cubicBezTo>
                  <a:pt x="101923" y="0"/>
                  <a:pt x="103621" y="704"/>
                  <a:pt x="105022" y="2113"/>
                </a:cubicBezTo>
                <a:cubicBezTo>
                  <a:pt x="106423" y="3520"/>
                  <a:pt x="107124" y="5226"/>
                  <a:pt x="107124" y="7231"/>
                </a:cubicBezTo>
                <a:cubicBezTo>
                  <a:pt x="107124" y="9236"/>
                  <a:pt x="106423" y="10955"/>
                  <a:pt x="105022" y="12387"/>
                </a:cubicBezTo>
                <a:cubicBezTo>
                  <a:pt x="103621" y="13818"/>
                  <a:pt x="101923" y="14533"/>
                  <a:pt x="99929" y="14533"/>
                </a:cubicBezTo>
                <a:cubicBezTo>
                  <a:pt x="97934" y="14533"/>
                  <a:pt x="96224" y="13818"/>
                  <a:pt x="94799" y="12387"/>
                </a:cubicBezTo>
                <a:cubicBezTo>
                  <a:pt x="93374" y="10955"/>
                  <a:pt x="92662" y="9236"/>
                  <a:pt x="92662" y="7231"/>
                </a:cubicBezTo>
                <a:cubicBezTo>
                  <a:pt x="92662" y="5226"/>
                  <a:pt x="93363" y="3520"/>
                  <a:pt x="94764" y="2113"/>
                </a:cubicBezTo>
                <a:cubicBezTo>
                  <a:pt x="96165" y="704"/>
                  <a:pt x="97886" y="0"/>
                  <a:pt x="99929" y="0"/>
                </a:cubicBezTo>
                <a:moveTo>
                  <a:pt x="105842" y="34196"/>
                </a:moveTo>
                <a:lnTo>
                  <a:pt x="105842" y="86486"/>
                </a:lnTo>
                <a:cubicBezTo>
                  <a:pt x="105842" y="90595"/>
                  <a:pt x="106138" y="93330"/>
                  <a:pt x="106732" y="94692"/>
                </a:cubicBezTo>
                <a:cubicBezTo>
                  <a:pt x="107326" y="96053"/>
                  <a:pt x="108204" y="97069"/>
                  <a:pt x="109368" y="97738"/>
                </a:cubicBezTo>
                <a:cubicBezTo>
                  <a:pt x="110532" y="98406"/>
                  <a:pt x="112657" y="98740"/>
                  <a:pt x="115744" y="98740"/>
                </a:cubicBezTo>
                <a:lnTo>
                  <a:pt x="115744" y="101304"/>
                </a:lnTo>
                <a:lnTo>
                  <a:pt x="84042" y="101304"/>
                </a:lnTo>
                <a:lnTo>
                  <a:pt x="84042" y="98740"/>
                </a:lnTo>
                <a:cubicBezTo>
                  <a:pt x="87224" y="98740"/>
                  <a:pt x="89361" y="98430"/>
                  <a:pt x="90454" y="97809"/>
                </a:cubicBezTo>
                <a:cubicBezTo>
                  <a:pt x="91546" y="97187"/>
                  <a:pt x="92413" y="96160"/>
                  <a:pt x="93054" y="94728"/>
                </a:cubicBezTo>
                <a:cubicBezTo>
                  <a:pt x="93695" y="93294"/>
                  <a:pt x="94016" y="90547"/>
                  <a:pt x="94016" y="86486"/>
                </a:cubicBezTo>
                <a:lnTo>
                  <a:pt x="94016" y="61552"/>
                </a:lnTo>
                <a:cubicBezTo>
                  <a:pt x="94016" y="54446"/>
                  <a:pt x="93802" y="49843"/>
                  <a:pt x="93374" y="47745"/>
                </a:cubicBezTo>
                <a:cubicBezTo>
                  <a:pt x="93042" y="46217"/>
                  <a:pt x="92520" y="45157"/>
                  <a:pt x="91807" y="44563"/>
                </a:cubicBezTo>
                <a:cubicBezTo>
                  <a:pt x="91095" y="43968"/>
                  <a:pt x="90121" y="43671"/>
                  <a:pt x="88886" y="43671"/>
                </a:cubicBezTo>
                <a:cubicBezTo>
                  <a:pt x="87556" y="43671"/>
                  <a:pt x="85942" y="44027"/>
                  <a:pt x="84042" y="44739"/>
                </a:cubicBezTo>
                <a:lnTo>
                  <a:pt x="83045" y="42175"/>
                </a:lnTo>
                <a:lnTo>
                  <a:pt x="102707" y="34196"/>
                </a:lnTo>
                <a:lnTo>
                  <a:pt x="105842" y="34196"/>
                </a:lnTo>
                <a:close/>
                <a:moveTo>
                  <a:pt x="142765" y="47945"/>
                </a:moveTo>
                <a:cubicBezTo>
                  <a:pt x="150411" y="38779"/>
                  <a:pt x="157702" y="34196"/>
                  <a:pt x="164636" y="34196"/>
                </a:cubicBezTo>
                <a:cubicBezTo>
                  <a:pt x="168198" y="34196"/>
                  <a:pt x="171261" y="35084"/>
                  <a:pt x="173826" y="36860"/>
                </a:cubicBezTo>
                <a:cubicBezTo>
                  <a:pt x="176391" y="38636"/>
                  <a:pt x="178433" y="41560"/>
                  <a:pt x="179953" y="45634"/>
                </a:cubicBezTo>
                <a:cubicBezTo>
                  <a:pt x="180998" y="48476"/>
                  <a:pt x="181520" y="52834"/>
                  <a:pt x="181520" y="58707"/>
                </a:cubicBezTo>
                <a:lnTo>
                  <a:pt x="181520" y="86486"/>
                </a:lnTo>
                <a:cubicBezTo>
                  <a:pt x="181520" y="90642"/>
                  <a:pt x="181852" y="93461"/>
                  <a:pt x="182517" y="94942"/>
                </a:cubicBezTo>
                <a:cubicBezTo>
                  <a:pt x="183040" y="96137"/>
                  <a:pt x="183883" y="97069"/>
                  <a:pt x="185046" y="97738"/>
                </a:cubicBezTo>
                <a:cubicBezTo>
                  <a:pt x="186210" y="98406"/>
                  <a:pt x="188359" y="98740"/>
                  <a:pt x="191494" y="98740"/>
                </a:cubicBezTo>
                <a:lnTo>
                  <a:pt x="191494" y="101304"/>
                </a:lnTo>
                <a:lnTo>
                  <a:pt x="159222" y="101304"/>
                </a:lnTo>
                <a:lnTo>
                  <a:pt x="159222" y="98740"/>
                </a:lnTo>
                <a:lnTo>
                  <a:pt x="160575" y="98740"/>
                </a:lnTo>
                <a:cubicBezTo>
                  <a:pt x="163615" y="98740"/>
                  <a:pt x="165740" y="98275"/>
                  <a:pt x="166951" y="97344"/>
                </a:cubicBezTo>
                <a:cubicBezTo>
                  <a:pt x="168162" y="96412"/>
                  <a:pt x="169005" y="95038"/>
                  <a:pt x="169480" y="93223"/>
                </a:cubicBezTo>
                <a:cubicBezTo>
                  <a:pt x="169670" y="92506"/>
                  <a:pt x="169765" y="90261"/>
                  <a:pt x="169765" y="86486"/>
                </a:cubicBezTo>
                <a:lnTo>
                  <a:pt x="169765" y="59816"/>
                </a:lnTo>
                <a:cubicBezTo>
                  <a:pt x="169765" y="53888"/>
                  <a:pt x="168993" y="49584"/>
                  <a:pt x="167450" y="46905"/>
                </a:cubicBezTo>
                <a:cubicBezTo>
                  <a:pt x="165906" y="44226"/>
                  <a:pt x="163306" y="42887"/>
                  <a:pt x="159649" y="42887"/>
                </a:cubicBezTo>
                <a:cubicBezTo>
                  <a:pt x="153997" y="42887"/>
                  <a:pt x="148369" y="45974"/>
                  <a:pt x="142765" y="52148"/>
                </a:cubicBezTo>
                <a:lnTo>
                  <a:pt x="142765" y="86486"/>
                </a:lnTo>
                <a:cubicBezTo>
                  <a:pt x="142765" y="90929"/>
                  <a:pt x="143026" y="93676"/>
                  <a:pt x="143549" y="94728"/>
                </a:cubicBezTo>
                <a:cubicBezTo>
                  <a:pt x="144214" y="96113"/>
                  <a:pt x="145128" y="97128"/>
                  <a:pt x="146291" y="97774"/>
                </a:cubicBezTo>
                <a:cubicBezTo>
                  <a:pt x="147455" y="98418"/>
                  <a:pt x="149818" y="98740"/>
                  <a:pt x="153380" y="98740"/>
                </a:cubicBezTo>
                <a:lnTo>
                  <a:pt x="153380" y="101304"/>
                </a:lnTo>
                <a:lnTo>
                  <a:pt x="121108" y="101304"/>
                </a:lnTo>
                <a:lnTo>
                  <a:pt x="121108" y="98740"/>
                </a:lnTo>
                <a:lnTo>
                  <a:pt x="122533" y="98740"/>
                </a:lnTo>
                <a:cubicBezTo>
                  <a:pt x="125857" y="98740"/>
                  <a:pt x="128101" y="97892"/>
                  <a:pt x="129265" y="96197"/>
                </a:cubicBezTo>
                <a:cubicBezTo>
                  <a:pt x="130428" y="94501"/>
                  <a:pt x="131010" y="91264"/>
                  <a:pt x="131010" y="86486"/>
                </a:cubicBezTo>
                <a:lnTo>
                  <a:pt x="131010" y="62407"/>
                </a:lnTo>
                <a:cubicBezTo>
                  <a:pt x="131010" y="54570"/>
                  <a:pt x="130832" y="49797"/>
                  <a:pt x="130476" y="48088"/>
                </a:cubicBezTo>
                <a:cubicBezTo>
                  <a:pt x="130120" y="46378"/>
                  <a:pt x="129574" y="45214"/>
                  <a:pt x="128837" y="44597"/>
                </a:cubicBezTo>
                <a:cubicBezTo>
                  <a:pt x="128101" y="43979"/>
                  <a:pt x="127116" y="43671"/>
                  <a:pt x="125881" y="43671"/>
                </a:cubicBezTo>
                <a:cubicBezTo>
                  <a:pt x="124551" y="43671"/>
                  <a:pt x="122960" y="44027"/>
                  <a:pt x="121108" y="44739"/>
                </a:cubicBezTo>
                <a:lnTo>
                  <a:pt x="120039" y="42175"/>
                </a:lnTo>
                <a:lnTo>
                  <a:pt x="139702" y="34196"/>
                </a:lnTo>
                <a:lnTo>
                  <a:pt x="142765" y="34196"/>
                </a:lnTo>
                <a:lnTo>
                  <a:pt x="142765" y="47945"/>
                </a:lnTo>
                <a:close/>
                <a:moveTo>
                  <a:pt x="207666" y="60697"/>
                </a:moveTo>
                <a:cubicBezTo>
                  <a:pt x="207618" y="70341"/>
                  <a:pt x="209969" y="77906"/>
                  <a:pt x="214719" y="83390"/>
                </a:cubicBezTo>
                <a:cubicBezTo>
                  <a:pt x="219468" y="88874"/>
                  <a:pt x="225049" y="91616"/>
                  <a:pt x="231460" y="91616"/>
                </a:cubicBezTo>
                <a:cubicBezTo>
                  <a:pt x="235735" y="91616"/>
                  <a:pt x="239451" y="90435"/>
                  <a:pt x="242609" y="88074"/>
                </a:cubicBezTo>
                <a:cubicBezTo>
                  <a:pt x="245768" y="85712"/>
                  <a:pt x="248416" y="81669"/>
                  <a:pt x="250553" y="75943"/>
                </a:cubicBezTo>
                <a:lnTo>
                  <a:pt x="252761" y="77374"/>
                </a:lnTo>
                <a:cubicBezTo>
                  <a:pt x="251764" y="83915"/>
                  <a:pt x="248867" y="89871"/>
                  <a:pt x="244070" y="95242"/>
                </a:cubicBezTo>
                <a:cubicBezTo>
                  <a:pt x="239273" y="100614"/>
                  <a:pt x="233265" y="103299"/>
                  <a:pt x="226046" y="103299"/>
                </a:cubicBezTo>
                <a:cubicBezTo>
                  <a:pt x="218210" y="103299"/>
                  <a:pt x="211501" y="100254"/>
                  <a:pt x="205920" y="94165"/>
                </a:cubicBezTo>
                <a:cubicBezTo>
                  <a:pt x="200340" y="88074"/>
                  <a:pt x="197550" y="79885"/>
                  <a:pt x="197550" y="69600"/>
                </a:cubicBezTo>
                <a:cubicBezTo>
                  <a:pt x="197550" y="58463"/>
                  <a:pt x="200411" y="49778"/>
                  <a:pt x="206134" y="43546"/>
                </a:cubicBezTo>
                <a:cubicBezTo>
                  <a:pt x="211857" y="37312"/>
                  <a:pt x="219041" y="34196"/>
                  <a:pt x="227685" y="34196"/>
                </a:cubicBezTo>
                <a:cubicBezTo>
                  <a:pt x="234999" y="34196"/>
                  <a:pt x="241007" y="36600"/>
                  <a:pt x="245708" y="41409"/>
                </a:cubicBezTo>
                <a:cubicBezTo>
                  <a:pt x="250410" y="46216"/>
                  <a:pt x="252761" y="52646"/>
                  <a:pt x="252761" y="60697"/>
                </a:cubicBezTo>
                <a:lnTo>
                  <a:pt x="207666" y="60697"/>
                </a:lnTo>
                <a:moveTo>
                  <a:pt x="207666" y="56565"/>
                </a:moveTo>
                <a:lnTo>
                  <a:pt x="237872" y="56565"/>
                </a:lnTo>
                <a:cubicBezTo>
                  <a:pt x="237635" y="52420"/>
                  <a:pt x="237136" y="49500"/>
                  <a:pt x="236376" y="47805"/>
                </a:cubicBezTo>
                <a:cubicBezTo>
                  <a:pt x="235189" y="45166"/>
                  <a:pt x="233419" y="43093"/>
                  <a:pt x="231068" y="41587"/>
                </a:cubicBezTo>
                <a:cubicBezTo>
                  <a:pt x="228718" y="40079"/>
                  <a:pt x="226260" y="39325"/>
                  <a:pt x="223695" y="39325"/>
                </a:cubicBezTo>
                <a:cubicBezTo>
                  <a:pt x="219753" y="39325"/>
                  <a:pt x="216227" y="40844"/>
                  <a:pt x="213116" y="43882"/>
                </a:cubicBezTo>
                <a:cubicBezTo>
                  <a:pt x="210005" y="46920"/>
                  <a:pt x="208188" y="51148"/>
                  <a:pt x="207666" y="56565"/>
                </a:cubicBezTo>
                <a:close/>
                <a:moveTo>
                  <a:pt x="262682" y="63119"/>
                </a:moveTo>
                <a:lnTo>
                  <a:pt x="299514" y="63119"/>
                </a:lnTo>
                <a:lnTo>
                  <a:pt x="299514" y="73948"/>
                </a:lnTo>
                <a:lnTo>
                  <a:pt x="262682" y="73948"/>
                </a:lnTo>
                <a:lnTo>
                  <a:pt x="262682" y="63119"/>
                </a:lnTo>
                <a:close/>
                <a:moveTo>
                  <a:pt x="328864" y="14533"/>
                </a:moveTo>
                <a:lnTo>
                  <a:pt x="328864" y="36048"/>
                </a:lnTo>
                <a:lnTo>
                  <a:pt x="344110" y="36048"/>
                </a:lnTo>
                <a:lnTo>
                  <a:pt x="344110" y="40892"/>
                </a:lnTo>
                <a:lnTo>
                  <a:pt x="328864" y="41035"/>
                </a:lnTo>
                <a:lnTo>
                  <a:pt x="328864" y="83410"/>
                </a:lnTo>
                <a:cubicBezTo>
                  <a:pt x="328864" y="87641"/>
                  <a:pt x="329470" y="90494"/>
                  <a:pt x="330681" y="91970"/>
                </a:cubicBezTo>
                <a:cubicBezTo>
                  <a:pt x="331892" y="93443"/>
                  <a:pt x="333447" y="94180"/>
                  <a:pt x="335347" y="94180"/>
                </a:cubicBezTo>
                <a:cubicBezTo>
                  <a:pt x="336914" y="94180"/>
                  <a:pt x="338434" y="93688"/>
                  <a:pt x="339906" y="92702"/>
                </a:cubicBezTo>
                <a:cubicBezTo>
                  <a:pt x="341379" y="91717"/>
                  <a:pt x="342519" y="90262"/>
                  <a:pt x="343326" y="88339"/>
                </a:cubicBezTo>
                <a:lnTo>
                  <a:pt x="346104" y="88339"/>
                </a:lnTo>
                <a:cubicBezTo>
                  <a:pt x="344442" y="93017"/>
                  <a:pt x="342091" y="96537"/>
                  <a:pt x="339052" y="98900"/>
                </a:cubicBezTo>
                <a:cubicBezTo>
                  <a:pt x="336012" y="101263"/>
                  <a:pt x="332877" y="102444"/>
                  <a:pt x="329648" y="102444"/>
                </a:cubicBezTo>
                <a:cubicBezTo>
                  <a:pt x="327463" y="102444"/>
                  <a:pt x="325326" y="101837"/>
                  <a:pt x="323236" y="100621"/>
                </a:cubicBezTo>
                <a:cubicBezTo>
                  <a:pt x="321146" y="99405"/>
                  <a:pt x="319603" y="97666"/>
                  <a:pt x="318605" y="95403"/>
                </a:cubicBezTo>
                <a:cubicBezTo>
                  <a:pt x="317608" y="93139"/>
                  <a:pt x="317109" y="89648"/>
                  <a:pt x="317109" y="84930"/>
                </a:cubicBezTo>
                <a:lnTo>
                  <a:pt x="317109" y="40892"/>
                </a:lnTo>
                <a:lnTo>
                  <a:pt x="306779" y="40892"/>
                </a:lnTo>
                <a:lnTo>
                  <a:pt x="306779" y="38608"/>
                </a:lnTo>
                <a:cubicBezTo>
                  <a:pt x="309392" y="37569"/>
                  <a:pt x="312063" y="35810"/>
                  <a:pt x="314794" y="33332"/>
                </a:cubicBezTo>
                <a:cubicBezTo>
                  <a:pt x="317525" y="30853"/>
                  <a:pt x="319959" y="27899"/>
                  <a:pt x="322096" y="24469"/>
                </a:cubicBezTo>
                <a:cubicBezTo>
                  <a:pt x="323189" y="22658"/>
                  <a:pt x="324708" y="19346"/>
                  <a:pt x="326656" y="14533"/>
                </a:cubicBezTo>
                <a:lnTo>
                  <a:pt x="328864" y="14533"/>
                </a:lnTo>
                <a:close/>
                <a:moveTo>
                  <a:pt x="407535" y="36048"/>
                </a:moveTo>
                <a:lnTo>
                  <a:pt x="407535" y="75800"/>
                </a:lnTo>
                <a:cubicBezTo>
                  <a:pt x="407535" y="83258"/>
                  <a:pt x="407713" y="87820"/>
                  <a:pt x="408070" y="89485"/>
                </a:cubicBezTo>
                <a:cubicBezTo>
                  <a:pt x="408426" y="91149"/>
                  <a:pt x="408996" y="92312"/>
                  <a:pt x="409779" y="92974"/>
                </a:cubicBezTo>
                <a:cubicBezTo>
                  <a:pt x="410563" y="93636"/>
                  <a:pt x="411477" y="93967"/>
                  <a:pt x="412522" y="93967"/>
                </a:cubicBezTo>
                <a:cubicBezTo>
                  <a:pt x="413994" y="93967"/>
                  <a:pt x="415657" y="93563"/>
                  <a:pt x="417509" y="92756"/>
                </a:cubicBezTo>
                <a:lnTo>
                  <a:pt x="418506" y="95320"/>
                </a:lnTo>
                <a:lnTo>
                  <a:pt x="398986" y="103299"/>
                </a:lnTo>
                <a:lnTo>
                  <a:pt x="395780" y="103299"/>
                </a:lnTo>
                <a:lnTo>
                  <a:pt x="395780" y="89543"/>
                </a:lnTo>
                <a:cubicBezTo>
                  <a:pt x="390176" y="95594"/>
                  <a:pt x="385902" y="99400"/>
                  <a:pt x="382957" y="100959"/>
                </a:cubicBezTo>
                <a:cubicBezTo>
                  <a:pt x="380013" y="102519"/>
                  <a:pt x="376902" y="103299"/>
                  <a:pt x="373625" y="103299"/>
                </a:cubicBezTo>
                <a:cubicBezTo>
                  <a:pt x="369968" y="103299"/>
                  <a:pt x="366797" y="102242"/>
                  <a:pt x="364114" y="100129"/>
                </a:cubicBezTo>
                <a:cubicBezTo>
                  <a:pt x="361431" y="98016"/>
                  <a:pt x="359566" y="95296"/>
                  <a:pt x="358522" y="91972"/>
                </a:cubicBezTo>
                <a:cubicBezTo>
                  <a:pt x="357477" y="88647"/>
                  <a:pt x="356954" y="83945"/>
                  <a:pt x="356954" y="77866"/>
                </a:cubicBezTo>
                <a:lnTo>
                  <a:pt x="356954" y="48729"/>
                </a:lnTo>
                <a:cubicBezTo>
                  <a:pt x="356954" y="45619"/>
                  <a:pt x="356622" y="43467"/>
                  <a:pt x="355957" y="42273"/>
                </a:cubicBezTo>
                <a:cubicBezTo>
                  <a:pt x="355292" y="41076"/>
                  <a:pt x="354306" y="40155"/>
                  <a:pt x="353000" y="39510"/>
                </a:cubicBezTo>
                <a:cubicBezTo>
                  <a:pt x="351694" y="38864"/>
                  <a:pt x="349331" y="38565"/>
                  <a:pt x="345912" y="38613"/>
                </a:cubicBezTo>
                <a:lnTo>
                  <a:pt x="345912" y="36048"/>
                </a:lnTo>
                <a:lnTo>
                  <a:pt x="368780" y="36048"/>
                </a:lnTo>
                <a:lnTo>
                  <a:pt x="368780" y="79772"/>
                </a:lnTo>
                <a:cubicBezTo>
                  <a:pt x="368780" y="85859"/>
                  <a:pt x="369837" y="89853"/>
                  <a:pt x="371950" y="91756"/>
                </a:cubicBezTo>
                <a:cubicBezTo>
                  <a:pt x="374064" y="93657"/>
                  <a:pt x="376617" y="94608"/>
                  <a:pt x="379609" y="94608"/>
                </a:cubicBezTo>
                <a:cubicBezTo>
                  <a:pt x="381651" y="94608"/>
                  <a:pt x="383966" y="93966"/>
                  <a:pt x="386555" y="92682"/>
                </a:cubicBezTo>
                <a:cubicBezTo>
                  <a:pt x="389143" y="91398"/>
                  <a:pt x="392218" y="88949"/>
                  <a:pt x="395780" y="85335"/>
                </a:cubicBezTo>
                <a:lnTo>
                  <a:pt x="395780" y="48444"/>
                </a:lnTo>
                <a:cubicBezTo>
                  <a:pt x="395780" y="44658"/>
                  <a:pt x="395104" y="42097"/>
                  <a:pt x="393750" y="40761"/>
                </a:cubicBezTo>
                <a:cubicBezTo>
                  <a:pt x="392397" y="39425"/>
                  <a:pt x="389583" y="38709"/>
                  <a:pt x="385308" y="38613"/>
                </a:cubicBezTo>
                <a:lnTo>
                  <a:pt x="385308" y="36048"/>
                </a:lnTo>
                <a:lnTo>
                  <a:pt x="407535" y="36048"/>
                </a:lnTo>
                <a:close/>
                <a:moveTo>
                  <a:pt x="442300" y="47945"/>
                </a:moveTo>
                <a:cubicBezTo>
                  <a:pt x="449946" y="38779"/>
                  <a:pt x="457236" y="34196"/>
                  <a:pt x="464170" y="34196"/>
                </a:cubicBezTo>
                <a:cubicBezTo>
                  <a:pt x="467733" y="34196"/>
                  <a:pt x="470796" y="35084"/>
                  <a:pt x="473361" y="36860"/>
                </a:cubicBezTo>
                <a:cubicBezTo>
                  <a:pt x="475925" y="38636"/>
                  <a:pt x="477967" y="41560"/>
                  <a:pt x="479487" y="45634"/>
                </a:cubicBezTo>
                <a:cubicBezTo>
                  <a:pt x="480532" y="48476"/>
                  <a:pt x="481055" y="52834"/>
                  <a:pt x="481055" y="58707"/>
                </a:cubicBezTo>
                <a:lnTo>
                  <a:pt x="481055" y="86486"/>
                </a:lnTo>
                <a:cubicBezTo>
                  <a:pt x="481055" y="90642"/>
                  <a:pt x="481387" y="93461"/>
                  <a:pt x="482052" y="94942"/>
                </a:cubicBezTo>
                <a:cubicBezTo>
                  <a:pt x="482574" y="96137"/>
                  <a:pt x="483417" y="97069"/>
                  <a:pt x="484581" y="97738"/>
                </a:cubicBezTo>
                <a:cubicBezTo>
                  <a:pt x="485745" y="98406"/>
                  <a:pt x="487894" y="98740"/>
                  <a:pt x="491028" y="98740"/>
                </a:cubicBezTo>
                <a:lnTo>
                  <a:pt x="491028" y="101304"/>
                </a:lnTo>
                <a:lnTo>
                  <a:pt x="458756" y="101304"/>
                </a:lnTo>
                <a:lnTo>
                  <a:pt x="458756" y="98740"/>
                </a:lnTo>
                <a:lnTo>
                  <a:pt x="460110" y="98740"/>
                </a:lnTo>
                <a:cubicBezTo>
                  <a:pt x="463149" y="98740"/>
                  <a:pt x="465275" y="98275"/>
                  <a:pt x="466486" y="97344"/>
                </a:cubicBezTo>
                <a:cubicBezTo>
                  <a:pt x="467697" y="96412"/>
                  <a:pt x="468540" y="95038"/>
                  <a:pt x="469015" y="93223"/>
                </a:cubicBezTo>
                <a:cubicBezTo>
                  <a:pt x="469205" y="92506"/>
                  <a:pt x="469300" y="90261"/>
                  <a:pt x="469300" y="86486"/>
                </a:cubicBezTo>
                <a:lnTo>
                  <a:pt x="469300" y="59816"/>
                </a:lnTo>
                <a:cubicBezTo>
                  <a:pt x="469300" y="53888"/>
                  <a:pt x="468528" y="49584"/>
                  <a:pt x="466984" y="46905"/>
                </a:cubicBezTo>
                <a:cubicBezTo>
                  <a:pt x="465441" y="44226"/>
                  <a:pt x="462841" y="42887"/>
                  <a:pt x="459184" y="42887"/>
                </a:cubicBezTo>
                <a:cubicBezTo>
                  <a:pt x="453532" y="42887"/>
                  <a:pt x="447904" y="45974"/>
                  <a:pt x="442300" y="52148"/>
                </a:cubicBezTo>
                <a:lnTo>
                  <a:pt x="442300" y="86486"/>
                </a:lnTo>
                <a:cubicBezTo>
                  <a:pt x="442300" y="90929"/>
                  <a:pt x="442561" y="93676"/>
                  <a:pt x="443083" y="94728"/>
                </a:cubicBezTo>
                <a:cubicBezTo>
                  <a:pt x="443748" y="96113"/>
                  <a:pt x="444662" y="97128"/>
                  <a:pt x="445826" y="97774"/>
                </a:cubicBezTo>
                <a:cubicBezTo>
                  <a:pt x="446990" y="98418"/>
                  <a:pt x="449352" y="98740"/>
                  <a:pt x="452914" y="98740"/>
                </a:cubicBezTo>
                <a:lnTo>
                  <a:pt x="452914" y="101304"/>
                </a:lnTo>
                <a:lnTo>
                  <a:pt x="420642" y="101304"/>
                </a:lnTo>
                <a:lnTo>
                  <a:pt x="420642" y="98740"/>
                </a:lnTo>
                <a:lnTo>
                  <a:pt x="422067" y="98740"/>
                </a:lnTo>
                <a:cubicBezTo>
                  <a:pt x="425392" y="98740"/>
                  <a:pt x="427636" y="97892"/>
                  <a:pt x="428799" y="96197"/>
                </a:cubicBezTo>
                <a:cubicBezTo>
                  <a:pt x="429963" y="94501"/>
                  <a:pt x="430545" y="91264"/>
                  <a:pt x="430545" y="86486"/>
                </a:cubicBezTo>
                <a:lnTo>
                  <a:pt x="430545" y="62407"/>
                </a:lnTo>
                <a:cubicBezTo>
                  <a:pt x="430545" y="54570"/>
                  <a:pt x="430367" y="49797"/>
                  <a:pt x="430011" y="48088"/>
                </a:cubicBezTo>
                <a:cubicBezTo>
                  <a:pt x="429654" y="46378"/>
                  <a:pt x="429108" y="45214"/>
                  <a:pt x="428372" y="44597"/>
                </a:cubicBezTo>
                <a:cubicBezTo>
                  <a:pt x="427636" y="43979"/>
                  <a:pt x="426650" y="43671"/>
                  <a:pt x="425415" y="43671"/>
                </a:cubicBezTo>
                <a:cubicBezTo>
                  <a:pt x="424086" y="43671"/>
                  <a:pt x="422495" y="44027"/>
                  <a:pt x="420642" y="44739"/>
                </a:cubicBezTo>
                <a:lnTo>
                  <a:pt x="419574" y="42175"/>
                </a:lnTo>
                <a:lnTo>
                  <a:pt x="439236" y="34196"/>
                </a:lnTo>
                <a:lnTo>
                  <a:pt x="442300" y="34196"/>
                </a:lnTo>
                <a:lnTo>
                  <a:pt x="442300" y="47945"/>
                </a:lnTo>
                <a:close/>
                <a:moveTo>
                  <a:pt x="507201" y="60697"/>
                </a:moveTo>
                <a:cubicBezTo>
                  <a:pt x="507154" y="70341"/>
                  <a:pt x="509504" y="77906"/>
                  <a:pt x="514254" y="83390"/>
                </a:cubicBezTo>
                <a:cubicBezTo>
                  <a:pt x="519003" y="88874"/>
                  <a:pt x="524584" y="91616"/>
                  <a:pt x="530995" y="91616"/>
                </a:cubicBezTo>
                <a:cubicBezTo>
                  <a:pt x="535270" y="91616"/>
                  <a:pt x="538986" y="90435"/>
                  <a:pt x="542145" y="88074"/>
                </a:cubicBezTo>
                <a:cubicBezTo>
                  <a:pt x="545303" y="85712"/>
                  <a:pt x="547951" y="81669"/>
                  <a:pt x="550088" y="75943"/>
                </a:cubicBezTo>
                <a:lnTo>
                  <a:pt x="552296" y="77374"/>
                </a:lnTo>
                <a:cubicBezTo>
                  <a:pt x="551299" y="83915"/>
                  <a:pt x="548402" y="89871"/>
                  <a:pt x="543605" y="95242"/>
                </a:cubicBezTo>
                <a:cubicBezTo>
                  <a:pt x="538808" y="100614"/>
                  <a:pt x="532800" y="103299"/>
                  <a:pt x="525581" y="103299"/>
                </a:cubicBezTo>
                <a:cubicBezTo>
                  <a:pt x="517745" y="103299"/>
                  <a:pt x="511036" y="100254"/>
                  <a:pt x="505456" y="94165"/>
                </a:cubicBezTo>
                <a:cubicBezTo>
                  <a:pt x="499875" y="88074"/>
                  <a:pt x="497085" y="79885"/>
                  <a:pt x="497085" y="69600"/>
                </a:cubicBezTo>
                <a:cubicBezTo>
                  <a:pt x="497085" y="58463"/>
                  <a:pt x="499946" y="49778"/>
                  <a:pt x="505669" y="43546"/>
                </a:cubicBezTo>
                <a:cubicBezTo>
                  <a:pt x="511392" y="37312"/>
                  <a:pt x="518576" y="34196"/>
                  <a:pt x="527220" y="34196"/>
                </a:cubicBezTo>
                <a:cubicBezTo>
                  <a:pt x="534534" y="34196"/>
                  <a:pt x="540542" y="36600"/>
                  <a:pt x="545244" y="41409"/>
                </a:cubicBezTo>
                <a:cubicBezTo>
                  <a:pt x="549946" y="46216"/>
                  <a:pt x="552296" y="52646"/>
                  <a:pt x="552296" y="60697"/>
                </a:cubicBezTo>
                <a:lnTo>
                  <a:pt x="507201" y="60697"/>
                </a:lnTo>
                <a:moveTo>
                  <a:pt x="507201" y="56565"/>
                </a:moveTo>
                <a:lnTo>
                  <a:pt x="537407" y="56565"/>
                </a:lnTo>
                <a:cubicBezTo>
                  <a:pt x="537170" y="52420"/>
                  <a:pt x="536671" y="49500"/>
                  <a:pt x="535911" y="47805"/>
                </a:cubicBezTo>
                <a:cubicBezTo>
                  <a:pt x="534724" y="45166"/>
                  <a:pt x="532955" y="43093"/>
                  <a:pt x="530604" y="41587"/>
                </a:cubicBezTo>
                <a:cubicBezTo>
                  <a:pt x="528253" y="40079"/>
                  <a:pt x="525795" y="39325"/>
                  <a:pt x="523230" y="39325"/>
                </a:cubicBezTo>
                <a:cubicBezTo>
                  <a:pt x="519288" y="39325"/>
                  <a:pt x="515762" y="40844"/>
                  <a:pt x="512651" y="43882"/>
                </a:cubicBezTo>
                <a:cubicBezTo>
                  <a:pt x="509540" y="46920"/>
                  <a:pt x="507723" y="51148"/>
                  <a:pt x="507201" y="56565"/>
                </a:cubicBezTo>
                <a:close/>
                <a:moveTo>
                  <a:pt x="606957" y="93971"/>
                </a:moveTo>
                <a:cubicBezTo>
                  <a:pt x="603774" y="97294"/>
                  <a:pt x="600664" y="99680"/>
                  <a:pt x="597624" y="101129"/>
                </a:cubicBezTo>
                <a:cubicBezTo>
                  <a:pt x="594584" y="102576"/>
                  <a:pt x="591307" y="103299"/>
                  <a:pt x="587793" y="103299"/>
                </a:cubicBezTo>
                <a:cubicBezTo>
                  <a:pt x="580669" y="103299"/>
                  <a:pt x="574447" y="100326"/>
                  <a:pt x="569128" y="94379"/>
                </a:cubicBezTo>
                <a:cubicBezTo>
                  <a:pt x="563808" y="88430"/>
                  <a:pt x="561149" y="80786"/>
                  <a:pt x="561149" y="71448"/>
                </a:cubicBezTo>
                <a:cubicBezTo>
                  <a:pt x="561149" y="62111"/>
                  <a:pt x="564093" y="53568"/>
                  <a:pt x="569983" y="45819"/>
                </a:cubicBezTo>
                <a:cubicBezTo>
                  <a:pt x="575872" y="38070"/>
                  <a:pt x="583447" y="34196"/>
                  <a:pt x="592708" y="34196"/>
                </a:cubicBezTo>
                <a:cubicBezTo>
                  <a:pt x="598455" y="34196"/>
                  <a:pt x="603205" y="36023"/>
                  <a:pt x="606957" y="39679"/>
                </a:cubicBezTo>
                <a:lnTo>
                  <a:pt x="606957" y="27499"/>
                </a:lnTo>
                <a:cubicBezTo>
                  <a:pt x="606957" y="20074"/>
                  <a:pt x="606778" y="15510"/>
                  <a:pt x="606422" y="13807"/>
                </a:cubicBezTo>
                <a:cubicBezTo>
                  <a:pt x="606066" y="12105"/>
                  <a:pt x="605508" y="10946"/>
                  <a:pt x="604748" y="10330"/>
                </a:cubicBezTo>
                <a:cubicBezTo>
                  <a:pt x="603988" y="9713"/>
                  <a:pt x="603038" y="9404"/>
                  <a:pt x="601898" y="9404"/>
                </a:cubicBezTo>
                <a:cubicBezTo>
                  <a:pt x="600664" y="9404"/>
                  <a:pt x="599025" y="9784"/>
                  <a:pt x="596983" y="10544"/>
                </a:cubicBezTo>
                <a:lnTo>
                  <a:pt x="596057" y="7979"/>
                </a:lnTo>
                <a:lnTo>
                  <a:pt x="615505" y="0"/>
                </a:lnTo>
                <a:lnTo>
                  <a:pt x="618711" y="0"/>
                </a:lnTo>
                <a:lnTo>
                  <a:pt x="618711" y="75515"/>
                </a:lnTo>
                <a:cubicBezTo>
                  <a:pt x="618711" y="83131"/>
                  <a:pt x="618889" y="87778"/>
                  <a:pt x="619246" y="89456"/>
                </a:cubicBezTo>
                <a:cubicBezTo>
                  <a:pt x="619602" y="91135"/>
                  <a:pt x="620172" y="92307"/>
                  <a:pt x="620955" y="92972"/>
                </a:cubicBezTo>
                <a:cubicBezTo>
                  <a:pt x="621739" y="93635"/>
                  <a:pt x="622653" y="93967"/>
                  <a:pt x="623698" y="93967"/>
                </a:cubicBezTo>
                <a:cubicBezTo>
                  <a:pt x="624980" y="93967"/>
                  <a:pt x="626690" y="93563"/>
                  <a:pt x="628827" y="92756"/>
                </a:cubicBezTo>
                <a:lnTo>
                  <a:pt x="629611" y="95320"/>
                </a:lnTo>
                <a:lnTo>
                  <a:pt x="610234" y="103299"/>
                </a:lnTo>
                <a:lnTo>
                  <a:pt x="606957" y="103299"/>
                </a:lnTo>
                <a:lnTo>
                  <a:pt x="606957" y="93971"/>
                </a:lnTo>
                <a:moveTo>
                  <a:pt x="606957" y="88995"/>
                </a:moveTo>
                <a:lnTo>
                  <a:pt x="606957" y="55454"/>
                </a:lnTo>
                <a:cubicBezTo>
                  <a:pt x="606672" y="52232"/>
                  <a:pt x="605817" y="49295"/>
                  <a:pt x="604392" y="46643"/>
                </a:cubicBezTo>
                <a:cubicBezTo>
                  <a:pt x="602967" y="43989"/>
                  <a:pt x="601079" y="41988"/>
                  <a:pt x="598728" y="40638"/>
                </a:cubicBezTo>
                <a:cubicBezTo>
                  <a:pt x="596377" y="39288"/>
                  <a:pt x="594086" y="38613"/>
                  <a:pt x="591853" y="38613"/>
                </a:cubicBezTo>
                <a:cubicBezTo>
                  <a:pt x="587674" y="38613"/>
                  <a:pt x="583946" y="40484"/>
                  <a:pt x="580669" y="44227"/>
                </a:cubicBezTo>
                <a:cubicBezTo>
                  <a:pt x="576347" y="49153"/>
                  <a:pt x="574186" y="56354"/>
                  <a:pt x="574186" y="65829"/>
                </a:cubicBezTo>
                <a:cubicBezTo>
                  <a:pt x="574186" y="75399"/>
                  <a:pt x="576275" y="82731"/>
                  <a:pt x="580455" y="87824"/>
                </a:cubicBezTo>
                <a:cubicBezTo>
                  <a:pt x="584634" y="92917"/>
                  <a:pt x="589289" y="95463"/>
                  <a:pt x="594418" y="95463"/>
                </a:cubicBezTo>
                <a:cubicBezTo>
                  <a:pt x="598740" y="95463"/>
                  <a:pt x="602920" y="93307"/>
                  <a:pt x="606957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Pre-trained">
            <a:extLst xmlns:a="http://schemas.openxmlformats.org/drawingml/2006/main">
              <a:ext uri="{FF2B5EF4-FFF2-40B4-BE49-F238E27FC236}">
                <a16:creationId xmlns:a16="http://schemas.microsoft.com/office/drawing/2014/main" id="{006A9229-C953-4946-A561-B34DA812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039" y="318975"/>
            <a:ext cx="645443" cy="103299"/>
          </a:xfrm>
          <a:custGeom xmlns:a="http://schemas.openxmlformats.org/drawingml/2006/main">
            <a:pathLst>
              <a:path w="645443" h="103299">
                <a:moveTo>
                  <a:pt x="27499" y="56107"/>
                </a:moveTo>
                <a:lnTo>
                  <a:pt x="27499" y="84207"/>
                </a:lnTo>
                <a:cubicBezTo>
                  <a:pt x="27499" y="90256"/>
                  <a:pt x="28164" y="94013"/>
                  <a:pt x="29494" y="95478"/>
                </a:cubicBezTo>
                <a:cubicBezTo>
                  <a:pt x="31298" y="97558"/>
                  <a:pt x="34029" y="98597"/>
                  <a:pt x="37686" y="98597"/>
                </a:cubicBezTo>
                <a:lnTo>
                  <a:pt x="41391" y="98597"/>
                </a:lnTo>
                <a:lnTo>
                  <a:pt x="41391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74"/>
                  <a:pt x="12396" y="94628"/>
                </a:cubicBezTo>
                <a:cubicBezTo>
                  <a:pt x="13346" y="93163"/>
                  <a:pt x="13821" y="89689"/>
                  <a:pt x="13821" y="84207"/>
                </a:cubicBezTo>
                <a:lnTo>
                  <a:pt x="13821" y="21800"/>
                </a:lnTo>
                <a:cubicBezTo>
                  <a:pt x="13821" y="15750"/>
                  <a:pt x="13180" y="11993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35407" y="4702"/>
                </a:lnTo>
                <a:cubicBezTo>
                  <a:pt x="44051" y="4702"/>
                  <a:pt x="50866" y="5594"/>
                  <a:pt x="55853" y="7378"/>
                </a:cubicBezTo>
                <a:cubicBezTo>
                  <a:pt x="60840" y="9160"/>
                  <a:pt x="65043" y="12168"/>
                  <a:pt x="68462" y="16401"/>
                </a:cubicBezTo>
                <a:cubicBezTo>
                  <a:pt x="71882" y="20634"/>
                  <a:pt x="73592" y="25651"/>
                  <a:pt x="73592" y="31453"/>
                </a:cubicBezTo>
                <a:cubicBezTo>
                  <a:pt x="73592" y="39347"/>
                  <a:pt x="70991" y="45768"/>
                  <a:pt x="65791" y="50715"/>
                </a:cubicBezTo>
                <a:cubicBezTo>
                  <a:pt x="60590" y="55660"/>
                  <a:pt x="53241" y="58133"/>
                  <a:pt x="43742" y="58133"/>
                </a:cubicBezTo>
                <a:cubicBezTo>
                  <a:pt x="41415" y="58133"/>
                  <a:pt x="38898" y="57964"/>
                  <a:pt x="36190" y="57627"/>
                </a:cubicBezTo>
                <a:cubicBezTo>
                  <a:pt x="33483" y="57289"/>
                  <a:pt x="30586" y="56782"/>
                  <a:pt x="27499" y="56107"/>
                </a:cubicBezTo>
                <a:moveTo>
                  <a:pt x="27499" y="52008"/>
                </a:moveTo>
                <a:cubicBezTo>
                  <a:pt x="30016" y="52483"/>
                  <a:pt x="32248" y="52839"/>
                  <a:pt x="34196" y="53077"/>
                </a:cubicBezTo>
                <a:cubicBezTo>
                  <a:pt x="36143" y="53313"/>
                  <a:pt x="37805" y="53431"/>
                  <a:pt x="39182" y="53431"/>
                </a:cubicBezTo>
                <a:cubicBezTo>
                  <a:pt x="44122" y="53431"/>
                  <a:pt x="48384" y="51523"/>
                  <a:pt x="51970" y="47707"/>
                </a:cubicBezTo>
                <a:cubicBezTo>
                  <a:pt x="55556" y="43890"/>
                  <a:pt x="57349" y="38946"/>
                  <a:pt x="57349" y="32875"/>
                </a:cubicBezTo>
                <a:cubicBezTo>
                  <a:pt x="57349" y="28703"/>
                  <a:pt x="56494" y="24827"/>
                  <a:pt x="54784" y="21248"/>
                </a:cubicBezTo>
                <a:cubicBezTo>
                  <a:pt x="53074" y="17668"/>
                  <a:pt x="50652" y="14989"/>
                  <a:pt x="47518" y="13211"/>
                </a:cubicBezTo>
                <a:cubicBezTo>
                  <a:pt x="44383" y="11433"/>
                  <a:pt x="40821" y="10544"/>
                  <a:pt x="36832" y="10544"/>
                </a:cubicBezTo>
                <a:cubicBezTo>
                  <a:pt x="34409" y="10544"/>
                  <a:pt x="31298" y="10994"/>
                  <a:pt x="27499" y="11895"/>
                </a:cubicBezTo>
                <a:lnTo>
                  <a:pt x="27499" y="52008"/>
                </a:lnTo>
                <a:close/>
                <a:moveTo>
                  <a:pt x="102351" y="34196"/>
                </a:moveTo>
                <a:lnTo>
                  <a:pt x="102351" y="48871"/>
                </a:lnTo>
                <a:cubicBezTo>
                  <a:pt x="107813" y="39087"/>
                  <a:pt x="113417" y="34196"/>
                  <a:pt x="119164" y="34196"/>
                </a:cubicBezTo>
                <a:cubicBezTo>
                  <a:pt x="121776" y="34196"/>
                  <a:pt x="123937" y="34991"/>
                  <a:pt x="125647" y="36582"/>
                </a:cubicBezTo>
                <a:cubicBezTo>
                  <a:pt x="127357" y="38173"/>
                  <a:pt x="128212" y="40014"/>
                  <a:pt x="128212" y="42103"/>
                </a:cubicBezTo>
                <a:cubicBezTo>
                  <a:pt x="128212" y="43956"/>
                  <a:pt x="127594" y="45523"/>
                  <a:pt x="126360" y="46805"/>
                </a:cubicBezTo>
                <a:cubicBezTo>
                  <a:pt x="125125" y="48088"/>
                  <a:pt x="123652" y="48729"/>
                  <a:pt x="121943" y="48729"/>
                </a:cubicBezTo>
                <a:cubicBezTo>
                  <a:pt x="120280" y="48729"/>
                  <a:pt x="118416" y="47921"/>
                  <a:pt x="116350" y="46307"/>
                </a:cubicBezTo>
                <a:cubicBezTo>
                  <a:pt x="114284" y="44692"/>
                  <a:pt x="112753" y="43884"/>
                  <a:pt x="111755" y="43884"/>
                </a:cubicBezTo>
                <a:cubicBezTo>
                  <a:pt x="110900" y="43884"/>
                  <a:pt x="109974" y="44356"/>
                  <a:pt x="108977" y="45298"/>
                </a:cubicBezTo>
                <a:cubicBezTo>
                  <a:pt x="106840" y="47232"/>
                  <a:pt x="104631" y="50415"/>
                  <a:pt x="102351" y="54847"/>
                </a:cubicBezTo>
                <a:lnTo>
                  <a:pt x="102351" y="86059"/>
                </a:lnTo>
                <a:cubicBezTo>
                  <a:pt x="102351" y="89671"/>
                  <a:pt x="102803" y="92404"/>
                  <a:pt x="103705" y="94256"/>
                </a:cubicBezTo>
                <a:cubicBezTo>
                  <a:pt x="104322" y="95540"/>
                  <a:pt x="105415" y="96609"/>
                  <a:pt x="106982" y="97462"/>
                </a:cubicBezTo>
                <a:cubicBezTo>
                  <a:pt x="108549" y="98314"/>
                  <a:pt x="110805" y="98740"/>
                  <a:pt x="113750" y="98740"/>
                </a:cubicBezTo>
                <a:lnTo>
                  <a:pt x="113750" y="101304"/>
                </a:lnTo>
                <a:lnTo>
                  <a:pt x="80338" y="101304"/>
                </a:lnTo>
                <a:lnTo>
                  <a:pt x="80338" y="98740"/>
                </a:lnTo>
                <a:cubicBezTo>
                  <a:pt x="83662" y="98740"/>
                  <a:pt x="86132" y="98211"/>
                  <a:pt x="87747" y="97155"/>
                </a:cubicBezTo>
                <a:cubicBezTo>
                  <a:pt x="88934" y="96386"/>
                  <a:pt x="89765" y="95161"/>
                  <a:pt x="90240" y="93479"/>
                </a:cubicBezTo>
                <a:cubicBezTo>
                  <a:pt x="90478" y="92661"/>
                  <a:pt x="90597" y="90330"/>
                  <a:pt x="90597" y="86486"/>
                </a:cubicBezTo>
                <a:lnTo>
                  <a:pt x="90597" y="61410"/>
                </a:lnTo>
                <a:cubicBezTo>
                  <a:pt x="90597" y="53811"/>
                  <a:pt x="90442" y="49287"/>
                  <a:pt x="90134" y="47838"/>
                </a:cubicBezTo>
                <a:cubicBezTo>
                  <a:pt x="89825" y="46390"/>
                  <a:pt x="89255" y="45333"/>
                  <a:pt x="88424" y="44668"/>
                </a:cubicBezTo>
                <a:cubicBezTo>
                  <a:pt x="87593" y="44003"/>
                  <a:pt x="86560" y="43671"/>
                  <a:pt x="85325" y="43671"/>
                </a:cubicBezTo>
                <a:cubicBezTo>
                  <a:pt x="83852" y="43671"/>
                  <a:pt x="82190" y="44027"/>
                  <a:pt x="80338" y="44739"/>
                </a:cubicBezTo>
                <a:lnTo>
                  <a:pt x="79626" y="42175"/>
                </a:lnTo>
                <a:lnTo>
                  <a:pt x="99359" y="34196"/>
                </a:lnTo>
                <a:lnTo>
                  <a:pt x="102351" y="34196"/>
                </a:lnTo>
                <a:close/>
                <a:moveTo>
                  <a:pt x="142816" y="60697"/>
                </a:moveTo>
                <a:cubicBezTo>
                  <a:pt x="142768" y="70341"/>
                  <a:pt x="145119" y="77906"/>
                  <a:pt x="149869" y="83390"/>
                </a:cubicBezTo>
                <a:cubicBezTo>
                  <a:pt x="154618" y="88874"/>
                  <a:pt x="160198" y="91616"/>
                  <a:pt x="166610" y="91616"/>
                </a:cubicBezTo>
                <a:cubicBezTo>
                  <a:pt x="170885" y="91616"/>
                  <a:pt x="174601" y="90435"/>
                  <a:pt x="177759" y="88074"/>
                </a:cubicBezTo>
                <a:cubicBezTo>
                  <a:pt x="180918" y="85712"/>
                  <a:pt x="183565" y="81669"/>
                  <a:pt x="185703" y="75943"/>
                </a:cubicBezTo>
                <a:lnTo>
                  <a:pt x="187911" y="77374"/>
                </a:lnTo>
                <a:cubicBezTo>
                  <a:pt x="186914" y="83915"/>
                  <a:pt x="184017" y="89871"/>
                  <a:pt x="179220" y="95242"/>
                </a:cubicBezTo>
                <a:cubicBezTo>
                  <a:pt x="174423" y="100614"/>
                  <a:pt x="168415" y="103299"/>
                  <a:pt x="161196" y="103299"/>
                </a:cubicBezTo>
                <a:cubicBezTo>
                  <a:pt x="153359" y="103299"/>
                  <a:pt x="146651" y="100254"/>
                  <a:pt x="141070" y="94165"/>
                </a:cubicBezTo>
                <a:cubicBezTo>
                  <a:pt x="135490" y="88074"/>
                  <a:pt x="132699" y="79885"/>
                  <a:pt x="132699" y="69600"/>
                </a:cubicBezTo>
                <a:cubicBezTo>
                  <a:pt x="132699" y="58463"/>
                  <a:pt x="135561" y="49778"/>
                  <a:pt x="141284" y="43546"/>
                </a:cubicBezTo>
                <a:cubicBezTo>
                  <a:pt x="147007" y="37312"/>
                  <a:pt x="154190" y="34196"/>
                  <a:pt x="162834" y="34196"/>
                </a:cubicBezTo>
                <a:cubicBezTo>
                  <a:pt x="170148" y="34196"/>
                  <a:pt x="176156" y="36600"/>
                  <a:pt x="180858" y="41409"/>
                </a:cubicBezTo>
                <a:cubicBezTo>
                  <a:pt x="185560" y="46216"/>
                  <a:pt x="187911" y="52646"/>
                  <a:pt x="187911" y="60697"/>
                </a:cubicBezTo>
                <a:lnTo>
                  <a:pt x="142816" y="60697"/>
                </a:lnTo>
                <a:moveTo>
                  <a:pt x="142816" y="56565"/>
                </a:moveTo>
                <a:lnTo>
                  <a:pt x="173022" y="56565"/>
                </a:lnTo>
                <a:cubicBezTo>
                  <a:pt x="172784" y="52420"/>
                  <a:pt x="172286" y="49500"/>
                  <a:pt x="171526" y="47805"/>
                </a:cubicBezTo>
                <a:cubicBezTo>
                  <a:pt x="170338" y="45166"/>
                  <a:pt x="168569" y="43093"/>
                  <a:pt x="166218" y="41587"/>
                </a:cubicBezTo>
                <a:cubicBezTo>
                  <a:pt x="163867" y="40079"/>
                  <a:pt x="161410" y="39325"/>
                  <a:pt x="158845" y="39325"/>
                </a:cubicBezTo>
                <a:cubicBezTo>
                  <a:pt x="154903" y="39325"/>
                  <a:pt x="151376" y="40844"/>
                  <a:pt x="148266" y="43882"/>
                </a:cubicBezTo>
                <a:cubicBezTo>
                  <a:pt x="145155" y="46920"/>
                  <a:pt x="143338" y="51148"/>
                  <a:pt x="142816" y="56565"/>
                </a:cubicBezTo>
                <a:close/>
                <a:moveTo>
                  <a:pt x="197832" y="63119"/>
                </a:moveTo>
                <a:lnTo>
                  <a:pt x="234663" y="63119"/>
                </a:lnTo>
                <a:lnTo>
                  <a:pt x="234663" y="73948"/>
                </a:lnTo>
                <a:lnTo>
                  <a:pt x="197832" y="73948"/>
                </a:lnTo>
                <a:lnTo>
                  <a:pt x="197832" y="63119"/>
                </a:lnTo>
                <a:close/>
                <a:moveTo>
                  <a:pt x="264013" y="14533"/>
                </a:moveTo>
                <a:lnTo>
                  <a:pt x="264013" y="36048"/>
                </a:lnTo>
                <a:lnTo>
                  <a:pt x="279258" y="36048"/>
                </a:lnTo>
                <a:lnTo>
                  <a:pt x="279258" y="40892"/>
                </a:lnTo>
                <a:lnTo>
                  <a:pt x="264013" y="41035"/>
                </a:lnTo>
                <a:lnTo>
                  <a:pt x="264013" y="83410"/>
                </a:lnTo>
                <a:cubicBezTo>
                  <a:pt x="264013" y="87641"/>
                  <a:pt x="264618" y="90494"/>
                  <a:pt x="265829" y="91970"/>
                </a:cubicBezTo>
                <a:cubicBezTo>
                  <a:pt x="267041" y="93443"/>
                  <a:pt x="268596" y="94180"/>
                  <a:pt x="270496" y="94180"/>
                </a:cubicBezTo>
                <a:cubicBezTo>
                  <a:pt x="272063" y="94180"/>
                  <a:pt x="273583" y="93688"/>
                  <a:pt x="275055" y="92702"/>
                </a:cubicBezTo>
                <a:cubicBezTo>
                  <a:pt x="276527" y="91717"/>
                  <a:pt x="277667" y="90262"/>
                  <a:pt x="278475" y="88339"/>
                </a:cubicBezTo>
                <a:lnTo>
                  <a:pt x="281253" y="88339"/>
                </a:lnTo>
                <a:cubicBezTo>
                  <a:pt x="279591" y="93017"/>
                  <a:pt x="277240" y="96537"/>
                  <a:pt x="274200" y="98900"/>
                </a:cubicBezTo>
                <a:cubicBezTo>
                  <a:pt x="271161" y="101263"/>
                  <a:pt x="268026" y="102444"/>
                  <a:pt x="264796" y="102444"/>
                </a:cubicBezTo>
                <a:cubicBezTo>
                  <a:pt x="262612" y="102444"/>
                  <a:pt x="260474" y="101837"/>
                  <a:pt x="258385" y="100621"/>
                </a:cubicBezTo>
                <a:cubicBezTo>
                  <a:pt x="256295" y="99405"/>
                  <a:pt x="254751" y="97666"/>
                  <a:pt x="253754" y="95403"/>
                </a:cubicBezTo>
                <a:cubicBezTo>
                  <a:pt x="252757" y="93139"/>
                  <a:pt x="252258" y="89648"/>
                  <a:pt x="252258" y="84930"/>
                </a:cubicBezTo>
                <a:lnTo>
                  <a:pt x="252258" y="40892"/>
                </a:lnTo>
                <a:lnTo>
                  <a:pt x="241928" y="40892"/>
                </a:lnTo>
                <a:lnTo>
                  <a:pt x="241928" y="38608"/>
                </a:lnTo>
                <a:cubicBezTo>
                  <a:pt x="244540" y="37569"/>
                  <a:pt x="247212" y="35810"/>
                  <a:pt x="249943" y="33332"/>
                </a:cubicBezTo>
                <a:cubicBezTo>
                  <a:pt x="252674" y="30853"/>
                  <a:pt x="255108" y="27899"/>
                  <a:pt x="257245" y="24469"/>
                </a:cubicBezTo>
                <a:cubicBezTo>
                  <a:pt x="258337" y="22658"/>
                  <a:pt x="259857" y="19346"/>
                  <a:pt x="261804" y="14533"/>
                </a:cubicBezTo>
                <a:lnTo>
                  <a:pt x="264013" y="14533"/>
                </a:lnTo>
                <a:close/>
                <a:moveTo>
                  <a:pt x="304569" y="34196"/>
                </a:moveTo>
                <a:lnTo>
                  <a:pt x="304569" y="48871"/>
                </a:lnTo>
                <a:cubicBezTo>
                  <a:pt x="310031" y="39087"/>
                  <a:pt x="315635" y="34196"/>
                  <a:pt x="321382" y="34196"/>
                </a:cubicBezTo>
                <a:cubicBezTo>
                  <a:pt x="323994" y="34196"/>
                  <a:pt x="326155" y="34991"/>
                  <a:pt x="327865" y="36582"/>
                </a:cubicBezTo>
                <a:cubicBezTo>
                  <a:pt x="329574" y="38173"/>
                  <a:pt x="330429" y="40014"/>
                  <a:pt x="330429" y="42103"/>
                </a:cubicBezTo>
                <a:cubicBezTo>
                  <a:pt x="330429" y="43956"/>
                  <a:pt x="329812" y="45523"/>
                  <a:pt x="328577" y="46805"/>
                </a:cubicBezTo>
                <a:cubicBezTo>
                  <a:pt x="327342" y="48088"/>
                  <a:pt x="325870" y="48729"/>
                  <a:pt x="324160" y="48729"/>
                </a:cubicBezTo>
                <a:cubicBezTo>
                  <a:pt x="322498" y="48729"/>
                  <a:pt x="320634" y="47921"/>
                  <a:pt x="318568" y="46307"/>
                </a:cubicBezTo>
                <a:cubicBezTo>
                  <a:pt x="316502" y="44692"/>
                  <a:pt x="314970" y="43884"/>
                  <a:pt x="313973" y="43884"/>
                </a:cubicBezTo>
                <a:cubicBezTo>
                  <a:pt x="313118" y="43884"/>
                  <a:pt x="312192" y="44356"/>
                  <a:pt x="311194" y="45298"/>
                </a:cubicBezTo>
                <a:cubicBezTo>
                  <a:pt x="309057" y="47232"/>
                  <a:pt x="306849" y="50415"/>
                  <a:pt x="304569" y="54847"/>
                </a:cubicBezTo>
                <a:lnTo>
                  <a:pt x="304569" y="86059"/>
                </a:lnTo>
                <a:cubicBezTo>
                  <a:pt x="304569" y="89671"/>
                  <a:pt x="305020" y="92404"/>
                  <a:pt x="305922" y="94256"/>
                </a:cubicBezTo>
                <a:cubicBezTo>
                  <a:pt x="306540" y="95540"/>
                  <a:pt x="307632" y="96609"/>
                  <a:pt x="309200" y="97462"/>
                </a:cubicBezTo>
                <a:cubicBezTo>
                  <a:pt x="310767" y="98314"/>
                  <a:pt x="313023" y="98740"/>
                  <a:pt x="315967" y="98740"/>
                </a:cubicBezTo>
                <a:lnTo>
                  <a:pt x="315967" y="101304"/>
                </a:lnTo>
                <a:lnTo>
                  <a:pt x="282555" y="101304"/>
                </a:lnTo>
                <a:lnTo>
                  <a:pt x="282555" y="98740"/>
                </a:lnTo>
                <a:cubicBezTo>
                  <a:pt x="285880" y="98740"/>
                  <a:pt x="288350" y="98211"/>
                  <a:pt x="289965" y="97155"/>
                </a:cubicBezTo>
                <a:cubicBezTo>
                  <a:pt x="291152" y="96386"/>
                  <a:pt x="291983" y="95161"/>
                  <a:pt x="292458" y="93479"/>
                </a:cubicBezTo>
                <a:cubicBezTo>
                  <a:pt x="292695" y="92661"/>
                  <a:pt x="292814" y="90330"/>
                  <a:pt x="292814" y="86486"/>
                </a:cubicBezTo>
                <a:lnTo>
                  <a:pt x="292814" y="61410"/>
                </a:lnTo>
                <a:cubicBezTo>
                  <a:pt x="292814" y="53811"/>
                  <a:pt x="292660" y="49287"/>
                  <a:pt x="292351" y="47838"/>
                </a:cubicBezTo>
                <a:cubicBezTo>
                  <a:pt x="292042" y="46390"/>
                  <a:pt x="291472" y="45333"/>
                  <a:pt x="290641" y="44668"/>
                </a:cubicBezTo>
                <a:cubicBezTo>
                  <a:pt x="289810" y="44003"/>
                  <a:pt x="288777" y="43671"/>
                  <a:pt x="287542" y="43671"/>
                </a:cubicBezTo>
                <a:cubicBezTo>
                  <a:pt x="286070" y="43671"/>
                  <a:pt x="284408" y="44027"/>
                  <a:pt x="282555" y="44739"/>
                </a:cubicBezTo>
                <a:lnTo>
                  <a:pt x="281843" y="42175"/>
                </a:lnTo>
                <a:lnTo>
                  <a:pt x="301577" y="34196"/>
                </a:lnTo>
                <a:lnTo>
                  <a:pt x="304569" y="34196"/>
                </a:lnTo>
                <a:close/>
                <a:moveTo>
                  <a:pt x="371036" y="91976"/>
                </a:moveTo>
                <a:cubicBezTo>
                  <a:pt x="364339" y="97152"/>
                  <a:pt x="360136" y="100142"/>
                  <a:pt x="358426" y="100948"/>
                </a:cubicBezTo>
                <a:cubicBezTo>
                  <a:pt x="355862" y="102136"/>
                  <a:pt x="353131" y="102729"/>
                  <a:pt x="350234" y="102729"/>
                </a:cubicBezTo>
                <a:cubicBezTo>
                  <a:pt x="345722" y="102729"/>
                  <a:pt x="342005" y="101186"/>
                  <a:pt x="339084" y="98099"/>
                </a:cubicBezTo>
                <a:cubicBezTo>
                  <a:pt x="336163" y="95012"/>
                  <a:pt x="334703" y="90951"/>
                  <a:pt x="334703" y="85916"/>
                </a:cubicBezTo>
                <a:cubicBezTo>
                  <a:pt x="334703" y="82734"/>
                  <a:pt x="335415" y="79980"/>
                  <a:pt x="336840" y="77653"/>
                </a:cubicBezTo>
                <a:cubicBezTo>
                  <a:pt x="338788" y="74423"/>
                  <a:pt x="342171" y="71383"/>
                  <a:pt x="346992" y="68534"/>
                </a:cubicBezTo>
                <a:cubicBezTo>
                  <a:pt x="351813" y="65684"/>
                  <a:pt x="359827" y="62217"/>
                  <a:pt x="371036" y="58133"/>
                </a:cubicBezTo>
                <a:lnTo>
                  <a:pt x="371036" y="55577"/>
                </a:lnTo>
                <a:cubicBezTo>
                  <a:pt x="371036" y="49094"/>
                  <a:pt x="370003" y="44646"/>
                  <a:pt x="367937" y="42232"/>
                </a:cubicBezTo>
                <a:cubicBezTo>
                  <a:pt x="365871" y="39819"/>
                  <a:pt x="362867" y="38613"/>
                  <a:pt x="358925" y="38613"/>
                </a:cubicBezTo>
                <a:cubicBezTo>
                  <a:pt x="355933" y="38613"/>
                  <a:pt x="353558" y="39420"/>
                  <a:pt x="351801" y="41035"/>
                </a:cubicBezTo>
                <a:cubicBezTo>
                  <a:pt x="349996" y="42650"/>
                  <a:pt x="349094" y="44502"/>
                  <a:pt x="349094" y="46592"/>
                </a:cubicBezTo>
                <a:lnTo>
                  <a:pt x="349236" y="50723"/>
                </a:lnTo>
                <a:cubicBezTo>
                  <a:pt x="349236" y="52908"/>
                  <a:pt x="348678" y="54594"/>
                  <a:pt x="347562" y="55782"/>
                </a:cubicBezTo>
                <a:cubicBezTo>
                  <a:pt x="346446" y="56969"/>
                  <a:pt x="344985" y="57563"/>
                  <a:pt x="343181" y="57563"/>
                </a:cubicBezTo>
                <a:cubicBezTo>
                  <a:pt x="341423" y="57563"/>
                  <a:pt x="339987" y="56944"/>
                  <a:pt x="338871" y="55706"/>
                </a:cubicBezTo>
                <a:cubicBezTo>
                  <a:pt x="337755" y="54467"/>
                  <a:pt x="337196" y="52775"/>
                  <a:pt x="337196" y="50632"/>
                </a:cubicBezTo>
                <a:cubicBezTo>
                  <a:pt x="337196" y="46534"/>
                  <a:pt x="339286" y="42770"/>
                  <a:pt x="343466" y="39341"/>
                </a:cubicBezTo>
                <a:cubicBezTo>
                  <a:pt x="347645" y="35911"/>
                  <a:pt x="353511" y="34196"/>
                  <a:pt x="361062" y="34196"/>
                </a:cubicBezTo>
                <a:cubicBezTo>
                  <a:pt x="366856" y="34196"/>
                  <a:pt x="371606" y="35168"/>
                  <a:pt x="375310" y="37112"/>
                </a:cubicBezTo>
                <a:cubicBezTo>
                  <a:pt x="378112" y="38583"/>
                  <a:pt x="380178" y="40884"/>
                  <a:pt x="381508" y="44016"/>
                </a:cubicBezTo>
                <a:cubicBezTo>
                  <a:pt x="382363" y="46055"/>
                  <a:pt x="382791" y="50229"/>
                  <a:pt x="382791" y="56539"/>
                </a:cubicBezTo>
                <a:lnTo>
                  <a:pt x="382791" y="78668"/>
                </a:lnTo>
                <a:cubicBezTo>
                  <a:pt x="382791" y="84882"/>
                  <a:pt x="382909" y="88689"/>
                  <a:pt x="383147" y="90089"/>
                </a:cubicBezTo>
                <a:cubicBezTo>
                  <a:pt x="383384" y="91488"/>
                  <a:pt x="383776" y="92425"/>
                  <a:pt x="384322" y="92900"/>
                </a:cubicBezTo>
                <a:cubicBezTo>
                  <a:pt x="384868" y="93374"/>
                  <a:pt x="385498" y="93610"/>
                  <a:pt x="386210" y="93610"/>
                </a:cubicBezTo>
                <a:cubicBezTo>
                  <a:pt x="386970" y="93610"/>
                  <a:pt x="387635" y="93444"/>
                  <a:pt x="388205" y="93112"/>
                </a:cubicBezTo>
                <a:cubicBezTo>
                  <a:pt x="389202" y="92494"/>
                  <a:pt x="391126" y="90761"/>
                  <a:pt x="393975" y="87911"/>
                </a:cubicBezTo>
                <a:lnTo>
                  <a:pt x="393975" y="91901"/>
                </a:lnTo>
                <a:cubicBezTo>
                  <a:pt x="388656" y="99025"/>
                  <a:pt x="383574" y="102587"/>
                  <a:pt x="378730" y="102587"/>
                </a:cubicBezTo>
                <a:cubicBezTo>
                  <a:pt x="376403" y="102587"/>
                  <a:pt x="374550" y="101785"/>
                  <a:pt x="373173" y="100182"/>
                </a:cubicBezTo>
                <a:cubicBezTo>
                  <a:pt x="371796" y="98578"/>
                  <a:pt x="371083" y="95843"/>
                  <a:pt x="371036" y="91976"/>
                </a:cubicBezTo>
                <a:moveTo>
                  <a:pt x="371036" y="87357"/>
                </a:moveTo>
                <a:lnTo>
                  <a:pt x="371036" y="62549"/>
                </a:lnTo>
                <a:cubicBezTo>
                  <a:pt x="363864" y="65393"/>
                  <a:pt x="359234" y="67407"/>
                  <a:pt x="357144" y="68592"/>
                </a:cubicBezTo>
                <a:cubicBezTo>
                  <a:pt x="353392" y="70677"/>
                  <a:pt x="350708" y="72857"/>
                  <a:pt x="349094" y="75132"/>
                </a:cubicBezTo>
                <a:cubicBezTo>
                  <a:pt x="347479" y="77406"/>
                  <a:pt x="346671" y="79894"/>
                  <a:pt x="346671" y="82595"/>
                </a:cubicBezTo>
                <a:cubicBezTo>
                  <a:pt x="346671" y="86007"/>
                  <a:pt x="347693" y="88839"/>
                  <a:pt x="349735" y="91090"/>
                </a:cubicBezTo>
                <a:cubicBezTo>
                  <a:pt x="351777" y="93340"/>
                  <a:pt x="354128" y="94465"/>
                  <a:pt x="356788" y="94465"/>
                </a:cubicBezTo>
                <a:cubicBezTo>
                  <a:pt x="360397" y="94465"/>
                  <a:pt x="365147" y="92096"/>
                  <a:pt x="371036" y="87357"/>
                </a:cubicBezTo>
                <a:close/>
                <a:moveTo>
                  <a:pt x="415295" y="0"/>
                </a:moveTo>
                <a:cubicBezTo>
                  <a:pt x="417290" y="0"/>
                  <a:pt x="418988" y="704"/>
                  <a:pt x="420389" y="2113"/>
                </a:cubicBezTo>
                <a:cubicBezTo>
                  <a:pt x="421790" y="3520"/>
                  <a:pt x="422491" y="5226"/>
                  <a:pt x="422491" y="7231"/>
                </a:cubicBezTo>
                <a:cubicBezTo>
                  <a:pt x="422491" y="9236"/>
                  <a:pt x="421790" y="10955"/>
                  <a:pt x="420389" y="12387"/>
                </a:cubicBezTo>
                <a:cubicBezTo>
                  <a:pt x="418988" y="13818"/>
                  <a:pt x="417290" y="14533"/>
                  <a:pt x="415295" y="14533"/>
                </a:cubicBezTo>
                <a:cubicBezTo>
                  <a:pt x="413301" y="14533"/>
                  <a:pt x="411591" y="13818"/>
                  <a:pt x="410166" y="12387"/>
                </a:cubicBezTo>
                <a:cubicBezTo>
                  <a:pt x="408741" y="10955"/>
                  <a:pt x="408029" y="9236"/>
                  <a:pt x="408029" y="7231"/>
                </a:cubicBezTo>
                <a:cubicBezTo>
                  <a:pt x="408029" y="5226"/>
                  <a:pt x="408729" y="3520"/>
                  <a:pt x="410130" y="2113"/>
                </a:cubicBezTo>
                <a:cubicBezTo>
                  <a:pt x="411531" y="704"/>
                  <a:pt x="413253" y="0"/>
                  <a:pt x="415295" y="0"/>
                </a:cubicBezTo>
                <a:moveTo>
                  <a:pt x="421208" y="34196"/>
                </a:moveTo>
                <a:lnTo>
                  <a:pt x="421208" y="86486"/>
                </a:lnTo>
                <a:cubicBezTo>
                  <a:pt x="421208" y="90595"/>
                  <a:pt x="421505" y="93330"/>
                  <a:pt x="422099" y="94692"/>
                </a:cubicBezTo>
                <a:cubicBezTo>
                  <a:pt x="422693" y="96053"/>
                  <a:pt x="423571" y="97069"/>
                  <a:pt x="424735" y="97738"/>
                </a:cubicBezTo>
                <a:cubicBezTo>
                  <a:pt x="425898" y="98406"/>
                  <a:pt x="428024" y="98740"/>
                  <a:pt x="431111" y="98740"/>
                </a:cubicBezTo>
                <a:lnTo>
                  <a:pt x="431111" y="101304"/>
                </a:lnTo>
                <a:lnTo>
                  <a:pt x="399409" y="101304"/>
                </a:lnTo>
                <a:lnTo>
                  <a:pt x="399409" y="98740"/>
                </a:lnTo>
                <a:cubicBezTo>
                  <a:pt x="402591" y="98740"/>
                  <a:pt x="404728" y="98430"/>
                  <a:pt x="405820" y="97809"/>
                </a:cubicBezTo>
                <a:cubicBezTo>
                  <a:pt x="406913" y="97187"/>
                  <a:pt x="407779" y="96160"/>
                  <a:pt x="408421" y="94728"/>
                </a:cubicBezTo>
                <a:cubicBezTo>
                  <a:pt x="409062" y="93294"/>
                  <a:pt x="409382" y="90547"/>
                  <a:pt x="409382" y="86486"/>
                </a:cubicBezTo>
                <a:lnTo>
                  <a:pt x="409382" y="61552"/>
                </a:lnTo>
                <a:cubicBezTo>
                  <a:pt x="409382" y="54446"/>
                  <a:pt x="409169" y="49843"/>
                  <a:pt x="408741" y="47745"/>
                </a:cubicBezTo>
                <a:cubicBezTo>
                  <a:pt x="408409" y="46217"/>
                  <a:pt x="407886" y="45157"/>
                  <a:pt x="407174" y="44563"/>
                </a:cubicBezTo>
                <a:cubicBezTo>
                  <a:pt x="406461" y="43968"/>
                  <a:pt x="405488" y="43671"/>
                  <a:pt x="404253" y="43671"/>
                </a:cubicBezTo>
                <a:cubicBezTo>
                  <a:pt x="402923" y="43671"/>
                  <a:pt x="401308" y="44027"/>
                  <a:pt x="399409" y="44739"/>
                </a:cubicBezTo>
                <a:lnTo>
                  <a:pt x="398411" y="42175"/>
                </a:lnTo>
                <a:lnTo>
                  <a:pt x="418074" y="34196"/>
                </a:lnTo>
                <a:lnTo>
                  <a:pt x="421208" y="34196"/>
                </a:lnTo>
                <a:close/>
                <a:moveTo>
                  <a:pt x="458133" y="47945"/>
                </a:moveTo>
                <a:cubicBezTo>
                  <a:pt x="465779" y="38779"/>
                  <a:pt x="473069" y="34196"/>
                  <a:pt x="480004" y="34196"/>
                </a:cubicBezTo>
                <a:cubicBezTo>
                  <a:pt x="483566" y="34196"/>
                  <a:pt x="486629" y="35084"/>
                  <a:pt x="489194" y="36860"/>
                </a:cubicBezTo>
                <a:cubicBezTo>
                  <a:pt x="491758" y="38636"/>
                  <a:pt x="493800" y="41560"/>
                  <a:pt x="495320" y="45634"/>
                </a:cubicBezTo>
                <a:cubicBezTo>
                  <a:pt x="496365" y="48476"/>
                  <a:pt x="496888" y="52834"/>
                  <a:pt x="496888" y="58707"/>
                </a:cubicBezTo>
                <a:lnTo>
                  <a:pt x="496888" y="86486"/>
                </a:lnTo>
                <a:cubicBezTo>
                  <a:pt x="496888" y="90642"/>
                  <a:pt x="497220" y="93461"/>
                  <a:pt x="497885" y="94942"/>
                </a:cubicBezTo>
                <a:cubicBezTo>
                  <a:pt x="498407" y="96137"/>
                  <a:pt x="499250" y="97069"/>
                  <a:pt x="500414" y="97738"/>
                </a:cubicBezTo>
                <a:cubicBezTo>
                  <a:pt x="501578" y="98406"/>
                  <a:pt x="503727" y="98740"/>
                  <a:pt x="506861" y="98740"/>
                </a:cubicBezTo>
                <a:lnTo>
                  <a:pt x="506861" y="101304"/>
                </a:lnTo>
                <a:lnTo>
                  <a:pt x="474589" y="101304"/>
                </a:lnTo>
                <a:lnTo>
                  <a:pt x="474589" y="98740"/>
                </a:lnTo>
                <a:lnTo>
                  <a:pt x="475943" y="98740"/>
                </a:lnTo>
                <a:cubicBezTo>
                  <a:pt x="478982" y="98740"/>
                  <a:pt x="481108" y="98275"/>
                  <a:pt x="482319" y="97344"/>
                </a:cubicBezTo>
                <a:cubicBezTo>
                  <a:pt x="483530" y="96412"/>
                  <a:pt x="484373" y="95038"/>
                  <a:pt x="484848" y="93223"/>
                </a:cubicBezTo>
                <a:cubicBezTo>
                  <a:pt x="485038" y="92506"/>
                  <a:pt x="485133" y="90261"/>
                  <a:pt x="485133" y="86486"/>
                </a:cubicBezTo>
                <a:lnTo>
                  <a:pt x="485133" y="59816"/>
                </a:lnTo>
                <a:cubicBezTo>
                  <a:pt x="485133" y="53888"/>
                  <a:pt x="484361" y="49584"/>
                  <a:pt x="482818" y="46905"/>
                </a:cubicBezTo>
                <a:cubicBezTo>
                  <a:pt x="481274" y="44226"/>
                  <a:pt x="478674" y="42887"/>
                  <a:pt x="475017" y="42887"/>
                </a:cubicBezTo>
                <a:cubicBezTo>
                  <a:pt x="469365" y="42887"/>
                  <a:pt x="463737" y="45974"/>
                  <a:pt x="458133" y="52148"/>
                </a:cubicBezTo>
                <a:lnTo>
                  <a:pt x="458133" y="86486"/>
                </a:lnTo>
                <a:cubicBezTo>
                  <a:pt x="458133" y="90929"/>
                  <a:pt x="458394" y="93676"/>
                  <a:pt x="458916" y="94728"/>
                </a:cubicBezTo>
                <a:cubicBezTo>
                  <a:pt x="459581" y="96113"/>
                  <a:pt x="460495" y="97128"/>
                  <a:pt x="461659" y="97774"/>
                </a:cubicBezTo>
                <a:cubicBezTo>
                  <a:pt x="462823" y="98418"/>
                  <a:pt x="465185" y="98740"/>
                  <a:pt x="468747" y="98740"/>
                </a:cubicBezTo>
                <a:lnTo>
                  <a:pt x="468747" y="101304"/>
                </a:lnTo>
                <a:lnTo>
                  <a:pt x="436475" y="101304"/>
                </a:lnTo>
                <a:lnTo>
                  <a:pt x="436475" y="98740"/>
                </a:lnTo>
                <a:lnTo>
                  <a:pt x="437900" y="98740"/>
                </a:lnTo>
                <a:cubicBezTo>
                  <a:pt x="441225" y="98740"/>
                  <a:pt x="443469" y="97892"/>
                  <a:pt x="444632" y="96197"/>
                </a:cubicBezTo>
                <a:cubicBezTo>
                  <a:pt x="445796" y="94501"/>
                  <a:pt x="446378" y="91264"/>
                  <a:pt x="446378" y="86486"/>
                </a:cubicBezTo>
                <a:lnTo>
                  <a:pt x="446378" y="62407"/>
                </a:lnTo>
                <a:cubicBezTo>
                  <a:pt x="446378" y="54570"/>
                  <a:pt x="446200" y="49797"/>
                  <a:pt x="445844" y="48088"/>
                </a:cubicBezTo>
                <a:cubicBezTo>
                  <a:pt x="445487" y="46378"/>
                  <a:pt x="444941" y="45214"/>
                  <a:pt x="444205" y="44597"/>
                </a:cubicBezTo>
                <a:cubicBezTo>
                  <a:pt x="443469" y="43979"/>
                  <a:pt x="442483" y="43671"/>
                  <a:pt x="441249" y="43671"/>
                </a:cubicBezTo>
                <a:cubicBezTo>
                  <a:pt x="439919" y="43671"/>
                  <a:pt x="438328" y="44027"/>
                  <a:pt x="436475" y="44739"/>
                </a:cubicBezTo>
                <a:lnTo>
                  <a:pt x="435407" y="42175"/>
                </a:lnTo>
                <a:lnTo>
                  <a:pt x="455069" y="34196"/>
                </a:lnTo>
                <a:lnTo>
                  <a:pt x="458133" y="34196"/>
                </a:lnTo>
                <a:lnTo>
                  <a:pt x="458133" y="47945"/>
                </a:lnTo>
                <a:close/>
                <a:moveTo>
                  <a:pt x="523033" y="60697"/>
                </a:moveTo>
                <a:cubicBezTo>
                  <a:pt x="522985" y="70341"/>
                  <a:pt x="525336" y="77906"/>
                  <a:pt x="530085" y="83390"/>
                </a:cubicBezTo>
                <a:cubicBezTo>
                  <a:pt x="534835" y="88874"/>
                  <a:pt x="540415" y="91616"/>
                  <a:pt x="546827" y="91616"/>
                </a:cubicBezTo>
                <a:cubicBezTo>
                  <a:pt x="551102" y="91616"/>
                  <a:pt x="554818" y="90435"/>
                  <a:pt x="557976" y="88074"/>
                </a:cubicBezTo>
                <a:cubicBezTo>
                  <a:pt x="561135" y="85712"/>
                  <a:pt x="563782" y="81669"/>
                  <a:pt x="565920" y="75943"/>
                </a:cubicBezTo>
                <a:lnTo>
                  <a:pt x="568128" y="77374"/>
                </a:lnTo>
                <a:cubicBezTo>
                  <a:pt x="567131" y="83915"/>
                  <a:pt x="564234" y="89871"/>
                  <a:pt x="559437" y="95242"/>
                </a:cubicBezTo>
                <a:cubicBezTo>
                  <a:pt x="554640" y="100614"/>
                  <a:pt x="548632" y="103299"/>
                  <a:pt x="541413" y="103299"/>
                </a:cubicBezTo>
                <a:cubicBezTo>
                  <a:pt x="533576" y="103299"/>
                  <a:pt x="526868" y="100254"/>
                  <a:pt x="521287" y="94165"/>
                </a:cubicBezTo>
                <a:cubicBezTo>
                  <a:pt x="515707" y="88074"/>
                  <a:pt x="512916" y="79885"/>
                  <a:pt x="512916" y="69600"/>
                </a:cubicBezTo>
                <a:cubicBezTo>
                  <a:pt x="512916" y="58463"/>
                  <a:pt x="515778" y="49778"/>
                  <a:pt x="521501" y="43546"/>
                </a:cubicBezTo>
                <a:cubicBezTo>
                  <a:pt x="527224" y="37312"/>
                  <a:pt x="534407" y="34196"/>
                  <a:pt x="543051" y="34196"/>
                </a:cubicBezTo>
                <a:cubicBezTo>
                  <a:pt x="550365" y="34196"/>
                  <a:pt x="556373" y="36600"/>
                  <a:pt x="561075" y="41409"/>
                </a:cubicBezTo>
                <a:cubicBezTo>
                  <a:pt x="565777" y="46216"/>
                  <a:pt x="568128" y="52646"/>
                  <a:pt x="568128" y="60697"/>
                </a:cubicBezTo>
                <a:lnTo>
                  <a:pt x="523033" y="60697"/>
                </a:lnTo>
                <a:moveTo>
                  <a:pt x="523033" y="56565"/>
                </a:moveTo>
                <a:lnTo>
                  <a:pt x="553239" y="56565"/>
                </a:lnTo>
                <a:cubicBezTo>
                  <a:pt x="553001" y="52420"/>
                  <a:pt x="552503" y="49500"/>
                  <a:pt x="551743" y="47805"/>
                </a:cubicBezTo>
                <a:cubicBezTo>
                  <a:pt x="550555" y="45166"/>
                  <a:pt x="548786" y="43093"/>
                  <a:pt x="546435" y="41587"/>
                </a:cubicBezTo>
                <a:cubicBezTo>
                  <a:pt x="544084" y="40079"/>
                  <a:pt x="541626" y="39325"/>
                  <a:pt x="539062" y="39325"/>
                </a:cubicBezTo>
                <a:cubicBezTo>
                  <a:pt x="535120" y="39325"/>
                  <a:pt x="531593" y="40844"/>
                  <a:pt x="528483" y="43882"/>
                </a:cubicBezTo>
                <a:cubicBezTo>
                  <a:pt x="525372" y="46920"/>
                  <a:pt x="523555" y="51148"/>
                  <a:pt x="523033" y="56565"/>
                </a:cubicBezTo>
                <a:close/>
                <a:moveTo>
                  <a:pt x="622788" y="93971"/>
                </a:moveTo>
                <a:cubicBezTo>
                  <a:pt x="619606" y="97294"/>
                  <a:pt x="616495" y="99680"/>
                  <a:pt x="613456" y="101129"/>
                </a:cubicBezTo>
                <a:cubicBezTo>
                  <a:pt x="610416" y="102576"/>
                  <a:pt x="607139" y="103299"/>
                  <a:pt x="603625" y="103299"/>
                </a:cubicBezTo>
                <a:cubicBezTo>
                  <a:pt x="596501" y="103299"/>
                  <a:pt x="590279" y="100326"/>
                  <a:pt x="584960" y="94379"/>
                </a:cubicBezTo>
                <a:cubicBezTo>
                  <a:pt x="579640" y="88430"/>
                  <a:pt x="576981" y="80786"/>
                  <a:pt x="576981" y="71448"/>
                </a:cubicBezTo>
                <a:cubicBezTo>
                  <a:pt x="576981" y="62111"/>
                  <a:pt x="579925" y="53568"/>
                  <a:pt x="585814" y="45819"/>
                </a:cubicBezTo>
                <a:cubicBezTo>
                  <a:pt x="591704" y="38070"/>
                  <a:pt x="599279" y="34196"/>
                  <a:pt x="608540" y="34196"/>
                </a:cubicBezTo>
                <a:cubicBezTo>
                  <a:pt x="614287" y="34196"/>
                  <a:pt x="619036" y="36023"/>
                  <a:pt x="622788" y="39679"/>
                </a:cubicBezTo>
                <a:lnTo>
                  <a:pt x="622788" y="27499"/>
                </a:lnTo>
                <a:cubicBezTo>
                  <a:pt x="622788" y="20074"/>
                  <a:pt x="622610" y="15510"/>
                  <a:pt x="622254" y="13807"/>
                </a:cubicBezTo>
                <a:cubicBezTo>
                  <a:pt x="621898" y="12105"/>
                  <a:pt x="621340" y="10946"/>
                  <a:pt x="620580" y="10330"/>
                </a:cubicBezTo>
                <a:cubicBezTo>
                  <a:pt x="619820" y="9713"/>
                  <a:pt x="618870" y="9404"/>
                  <a:pt x="617730" y="9404"/>
                </a:cubicBezTo>
                <a:cubicBezTo>
                  <a:pt x="616496" y="9404"/>
                  <a:pt x="614857" y="9784"/>
                  <a:pt x="612815" y="10544"/>
                </a:cubicBezTo>
                <a:lnTo>
                  <a:pt x="611889" y="7979"/>
                </a:lnTo>
                <a:lnTo>
                  <a:pt x="631337" y="0"/>
                </a:lnTo>
                <a:lnTo>
                  <a:pt x="634543" y="0"/>
                </a:lnTo>
                <a:lnTo>
                  <a:pt x="634543" y="75515"/>
                </a:lnTo>
                <a:cubicBezTo>
                  <a:pt x="634543" y="83131"/>
                  <a:pt x="634721" y="87778"/>
                  <a:pt x="635077" y="89456"/>
                </a:cubicBezTo>
                <a:cubicBezTo>
                  <a:pt x="635434" y="91135"/>
                  <a:pt x="636004" y="92307"/>
                  <a:pt x="636787" y="92972"/>
                </a:cubicBezTo>
                <a:cubicBezTo>
                  <a:pt x="637571" y="93635"/>
                  <a:pt x="638485" y="93967"/>
                  <a:pt x="639530" y="93967"/>
                </a:cubicBezTo>
                <a:cubicBezTo>
                  <a:pt x="640812" y="93967"/>
                  <a:pt x="642522" y="93563"/>
                  <a:pt x="644659" y="92756"/>
                </a:cubicBezTo>
                <a:lnTo>
                  <a:pt x="645443" y="95320"/>
                </a:lnTo>
                <a:lnTo>
                  <a:pt x="626065" y="103299"/>
                </a:lnTo>
                <a:lnTo>
                  <a:pt x="622788" y="103299"/>
                </a:lnTo>
                <a:lnTo>
                  <a:pt x="622788" y="93971"/>
                </a:lnTo>
                <a:moveTo>
                  <a:pt x="622788" y="88995"/>
                </a:moveTo>
                <a:lnTo>
                  <a:pt x="622788" y="55454"/>
                </a:lnTo>
                <a:cubicBezTo>
                  <a:pt x="622503" y="52232"/>
                  <a:pt x="621649" y="49295"/>
                  <a:pt x="620224" y="46643"/>
                </a:cubicBezTo>
                <a:cubicBezTo>
                  <a:pt x="618799" y="43989"/>
                  <a:pt x="616911" y="41988"/>
                  <a:pt x="614560" y="40638"/>
                </a:cubicBezTo>
                <a:cubicBezTo>
                  <a:pt x="612209" y="39288"/>
                  <a:pt x="609918" y="38613"/>
                  <a:pt x="607685" y="38613"/>
                </a:cubicBezTo>
                <a:cubicBezTo>
                  <a:pt x="603506" y="38613"/>
                  <a:pt x="599778" y="40484"/>
                  <a:pt x="596501" y="44227"/>
                </a:cubicBezTo>
                <a:cubicBezTo>
                  <a:pt x="592179" y="49153"/>
                  <a:pt x="590018" y="56354"/>
                  <a:pt x="590018" y="65829"/>
                </a:cubicBezTo>
                <a:cubicBezTo>
                  <a:pt x="590018" y="75399"/>
                  <a:pt x="592107" y="82731"/>
                  <a:pt x="596287" y="87824"/>
                </a:cubicBezTo>
                <a:cubicBezTo>
                  <a:pt x="600466" y="92917"/>
                  <a:pt x="605121" y="95463"/>
                  <a:pt x="610250" y="95463"/>
                </a:cubicBezTo>
                <a:cubicBezTo>
                  <a:pt x="614572" y="95463"/>
                  <a:pt x="618751" y="93307"/>
                  <a:pt x="622788" y="88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Pre-trained">
            <a:extLst xmlns:a="http://schemas.openxmlformats.org/drawingml/2006/main">
              <a:ext uri="{FF2B5EF4-FFF2-40B4-BE49-F238E27FC236}">
                <a16:creationId xmlns:a16="http://schemas.microsoft.com/office/drawing/2014/main" id="{5868E600-E31A-412B-9E62-DF9EB38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039" y="318975"/>
            <a:ext cx="645443" cy="103299"/>
          </a:xfrm>
          <a:custGeom xmlns:a="http://schemas.openxmlformats.org/drawingml/2006/main">
            <a:pathLst>
              <a:path w="645443" h="103299" fill="none">
                <a:moveTo>
                  <a:pt x="27499" y="56107"/>
                </a:moveTo>
                <a:lnTo>
                  <a:pt x="27499" y="84207"/>
                </a:lnTo>
                <a:cubicBezTo>
                  <a:pt x="27499" y="90256"/>
                  <a:pt x="28164" y="94013"/>
                  <a:pt x="29494" y="95478"/>
                </a:cubicBezTo>
                <a:cubicBezTo>
                  <a:pt x="31298" y="97558"/>
                  <a:pt x="34029" y="98597"/>
                  <a:pt x="37686" y="98597"/>
                </a:cubicBezTo>
                <a:lnTo>
                  <a:pt x="41391" y="98597"/>
                </a:lnTo>
                <a:lnTo>
                  <a:pt x="41391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633" y="98597"/>
                </a:lnTo>
                <a:cubicBezTo>
                  <a:pt x="7718" y="98597"/>
                  <a:pt x="10639" y="97274"/>
                  <a:pt x="12396" y="94628"/>
                </a:cubicBezTo>
                <a:cubicBezTo>
                  <a:pt x="13346" y="93163"/>
                  <a:pt x="13821" y="89689"/>
                  <a:pt x="13821" y="84207"/>
                </a:cubicBezTo>
                <a:lnTo>
                  <a:pt x="13821" y="21800"/>
                </a:lnTo>
                <a:cubicBezTo>
                  <a:pt x="13821" y="15750"/>
                  <a:pt x="13180" y="11993"/>
                  <a:pt x="11897" y="10528"/>
                </a:cubicBezTo>
                <a:cubicBezTo>
                  <a:pt x="10045" y="8449"/>
                  <a:pt x="7290" y="7409"/>
                  <a:pt x="3633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35407" y="4702"/>
                </a:lnTo>
                <a:cubicBezTo>
                  <a:pt x="44051" y="4702"/>
                  <a:pt x="50866" y="5594"/>
                  <a:pt x="55853" y="7378"/>
                </a:cubicBezTo>
                <a:cubicBezTo>
                  <a:pt x="60840" y="9160"/>
                  <a:pt x="65043" y="12168"/>
                  <a:pt x="68462" y="16401"/>
                </a:cubicBezTo>
                <a:cubicBezTo>
                  <a:pt x="71882" y="20634"/>
                  <a:pt x="73592" y="25651"/>
                  <a:pt x="73592" y="31453"/>
                </a:cubicBezTo>
                <a:cubicBezTo>
                  <a:pt x="73592" y="39347"/>
                  <a:pt x="70991" y="45768"/>
                  <a:pt x="65791" y="50715"/>
                </a:cubicBezTo>
                <a:cubicBezTo>
                  <a:pt x="60590" y="55660"/>
                  <a:pt x="53241" y="58133"/>
                  <a:pt x="43742" y="58133"/>
                </a:cubicBezTo>
                <a:cubicBezTo>
                  <a:pt x="41415" y="58133"/>
                  <a:pt x="38898" y="57964"/>
                  <a:pt x="36190" y="57627"/>
                </a:cubicBezTo>
                <a:cubicBezTo>
                  <a:pt x="33483" y="57289"/>
                  <a:pt x="30586" y="56782"/>
                  <a:pt x="27499" y="56107"/>
                </a:cubicBezTo>
                <a:moveTo>
                  <a:pt x="27499" y="52008"/>
                </a:moveTo>
                <a:cubicBezTo>
                  <a:pt x="30016" y="52483"/>
                  <a:pt x="32248" y="52839"/>
                  <a:pt x="34196" y="53077"/>
                </a:cubicBezTo>
                <a:cubicBezTo>
                  <a:pt x="36143" y="53313"/>
                  <a:pt x="37805" y="53431"/>
                  <a:pt x="39182" y="53431"/>
                </a:cubicBezTo>
                <a:cubicBezTo>
                  <a:pt x="44122" y="53431"/>
                  <a:pt x="48384" y="51523"/>
                  <a:pt x="51970" y="47707"/>
                </a:cubicBezTo>
                <a:cubicBezTo>
                  <a:pt x="55556" y="43890"/>
                  <a:pt x="57349" y="38946"/>
                  <a:pt x="57349" y="32875"/>
                </a:cubicBezTo>
                <a:cubicBezTo>
                  <a:pt x="57349" y="28703"/>
                  <a:pt x="56494" y="24827"/>
                  <a:pt x="54784" y="21248"/>
                </a:cubicBezTo>
                <a:cubicBezTo>
                  <a:pt x="53074" y="17668"/>
                  <a:pt x="50652" y="14989"/>
                  <a:pt x="47518" y="13211"/>
                </a:cubicBezTo>
                <a:cubicBezTo>
                  <a:pt x="44383" y="11433"/>
                  <a:pt x="40821" y="10544"/>
                  <a:pt x="36832" y="10544"/>
                </a:cubicBezTo>
                <a:cubicBezTo>
                  <a:pt x="34409" y="10544"/>
                  <a:pt x="31298" y="10994"/>
                  <a:pt x="27499" y="11895"/>
                </a:cubicBezTo>
                <a:lnTo>
                  <a:pt x="27499" y="52008"/>
                </a:lnTo>
                <a:close/>
                <a:moveTo>
                  <a:pt x="102351" y="34196"/>
                </a:moveTo>
                <a:lnTo>
                  <a:pt x="102351" y="48871"/>
                </a:lnTo>
                <a:cubicBezTo>
                  <a:pt x="107813" y="39087"/>
                  <a:pt x="113417" y="34196"/>
                  <a:pt x="119164" y="34196"/>
                </a:cubicBezTo>
                <a:cubicBezTo>
                  <a:pt x="121776" y="34196"/>
                  <a:pt x="123937" y="34991"/>
                  <a:pt x="125647" y="36582"/>
                </a:cubicBezTo>
                <a:cubicBezTo>
                  <a:pt x="127357" y="38173"/>
                  <a:pt x="128212" y="40014"/>
                  <a:pt x="128212" y="42103"/>
                </a:cubicBezTo>
                <a:cubicBezTo>
                  <a:pt x="128212" y="43956"/>
                  <a:pt x="127594" y="45523"/>
                  <a:pt x="126360" y="46805"/>
                </a:cubicBezTo>
                <a:cubicBezTo>
                  <a:pt x="125125" y="48088"/>
                  <a:pt x="123652" y="48729"/>
                  <a:pt x="121943" y="48729"/>
                </a:cubicBezTo>
                <a:cubicBezTo>
                  <a:pt x="120280" y="48729"/>
                  <a:pt x="118416" y="47921"/>
                  <a:pt x="116350" y="46307"/>
                </a:cubicBezTo>
                <a:cubicBezTo>
                  <a:pt x="114284" y="44692"/>
                  <a:pt x="112753" y="43884"/>
                  <a:pt x="111755" y="43884"/>
                </a:cubicBezTo>
                <a:cubicBezTo>
                  <a:pt x="110900" y="43884"/>
                  <a:pt x="109974" y="44356"/>
                  <a:pt x="108977" y="45298"/>
                </a:cubicBezTo>
                <a:cubicBezTo>
                  <a:pt x="106840" y="47232"/>
                  <a:pt x="104631" y="50415"/>
                  <a:pt x="102351" y="54847"/>
                </a:cubicBezTo>
                <a:lnTo>
                  <a:pt x="102351" y="86059"/>
                </a:lnTo>
                <a:cubicBezTo>
                  <a:pt x="102351" y="89671"/>
                  <a:pt x="102803" y="92404"/>
                  <a:pt x="103705" y="94256"/>
                </a:cubicBezTo>
                <a:cubicBezTo>
                  <a:pt x="104322" y="95540"/>
                  <a:pt x="105415" y="96609"/>
                  <a:pt x="106982" y="97462"/>
                </a:cubicBezTo>
                <a:cubicBezTo>
                  <a:pt x="108549" y="98314"/>
                  <a:pt x="110805" y="98740"/>
                  <a:pt x="113750" y="98740"/>
                </a:cubicBezTo>
                <a:lnTo>
                  <a:pt x="113750" y="101304"/>
                </a:lnTo>
                <a:lnTo>
                  <a:pt x="80338" y="101304"/>
                </a:lnTo>
                <a:lnTo>
                  <a:pt x="80338" y="98740"/>
                </a:lnTo>
                <a:cubicBezTo>
                  <a:pt x="83662" y="98740"/>
                  <a:pt x="86132" y="98211"/>
                  <a:pt x="87747" y="97155"/>
                </a:cubicBezTo>
                <a:cubicBezTo>
                  <a:pt x="88934" y="96386"/>
                  <a:pt x="89765" y="95161"/>
                  <a:pt x="90240" y="93479"/>
                </a:cubicBezTo>
                <a:cubicBezTo>
                  <a:pt x="90478" y="92661"/>
                  <a:pt x="90597" y="90330"/>
                  <a:pt x="90597" y="86486"/>
                </a:cubicBezTo>
                <a:lnTo>
                  <a:pt x="90597" y="61410"/>
                </a:lnTo>
                <a:cubicBezTo>
                  <a:pt x="90597" y="53811"/>
                  <a:pt x="90442" y="49287"/>
                  <a:pt x="90134" y="47838"/>
                </a:cubicBezTo>
                <a:cubicBezTo>
                  <a:pt x="89825" y="46390"/>
                  <a:pt x="89255" y="45333"/>
                  <a:pt x="88424" y="44668"/>
                </a:cubicBezTo>
                <a:cubicBezTo>
                  <a:pt x="87593" y="44003"/>
                  <a:pt x="86560" y="43671"/>
                  <a:pt x="85325" y="43671"/>
                </a:cubicBezTo>
                <a:cubicBezTo>
                  <a:pt x="83852" y="43671"/>
                  <a:pt x="82190" y="44027"/>
                  <a:pt x="80338" y="44739"/>
                </a:cubicBezTo>
                <a:lnTo>
                  <a:pt x="79626" y="42175"/>
                </a:lnTo>
                <a:lnTo>
                  <a:pt x="99359" y="34196"/>
                </a:lnTo>
                <a:lnTo>
                  <a:pt x="102351" y="34196"/>
                </a:lnTo>
                <a:close/>
                <a:moveTo>
                  <a:pt x="142816" y="60697"/>
                </a:moveTo>
                <a:cubicBezTo>
                  <a:pt x="142768" y="70341"/>
                  <a:pt x="145119" y="77906"/>
                  <a:pt x="149869" y="83390"/>
                </a:cubicBezTo>
                <a:cubicBezTo>
                  <a:pt x="154618" y="88874"/>
                  <a:pt x="160198" y="91616"/>
                  <a:pt x="166610" y="91616"/>
                </a:cubicBezTo>
                <a:cubicBezTo>
                  <a:pt x="170885" y="91616"/>
                  <a:pt x="174601" y="90435"/>
                  <a:pt x="177759" y="88074"/>
                </a:cubicBezTo>
                <a:cubicBezTo>
                  <a:pt x="180918" y="85712"/>
                  <a:pt x="183565" y="81669"/>
                  <a:pt x="185703" y="75943"/>
                </a:cubicBezTo>
                <a:lnTo>
                  <a:pt x="187911" y="77374"/>
                </a:lnTo>
                <a:cubicBezTo>
                  <a:pt x="186914" y="83915"/>
                  <a:pt x="184017" y="89871"/>
                  <a:pt x="179220" y="95242"/>
                </a:cubicBezTo>
                <a:cubicBezTo>
                  <a:pt x="174423" y="100614"/>
                  <a:pt x="168415" y="103299"/>
                  <a:pt x="161196" y="103299"/>
                </a:cubicBezTo>
                <a:cubicBezTo>
                  <a:pt x="153359" y="103299"/>
                  <a:pt x="146651" y="100254"/>
                  <a:pt x="141070" y="94165"/>
                </a:cubicBezTo>
                <a:cubicBezTo>
                  <a:pt x="135490" y="88074"/>
                  <a:pt x="132699" y="79885"/>
                  <a:pt x="132699" y="69600"/>
                </a:cubicBezTo>
                <a:cubicBezTo>
                  <a:pt x="132699" y="58463"/>
                  <a:pt x="135561" y="49778"/>
                  <a:pt x="141284" y="43546"/>
                </a:cubicBezTo>
                <a:cubicBezTo>
                  <a:pt x="147007" y="37312"/>
                  <a:pt x="154190" y="34196"/>
                  <a:pt x="162834" y="34196"/>
                </a:cubicBezTo>
                <a:cubicBezTo>
                  <a:pt x="170148" y="34196"/>
                  <a:pt x="176156" y="36600"/>
                  <a:pt x="180858" y="41409"/>
                </a:cubicBezTo>
                <a:cubicBezTo>
                  <a:pt x="185560" y="46216"/>
                  <a:pt x="187911" y="52646"/>
                  <a:pt x="187911" y="60697"/>
                </a:cubicBezTo>
                <a:lnTo>
                  <a:pt x="142816" y="60697"/>
                </a:lnTo>
                <a:moveTo>
                  <a:pt x="142816" y="56565"/>
                </a:moveTo>
                <a:lnTo>
                  <a:pt x="173022" y="56565"/>
                </a:lnTo>
                <a:cubicBezTo>
                  <a:pt x="172784" y="52420"/>
                  <a:pt x="172286" y="49500"/>
                  <a:pt x="171526" y="47805"/>
                </a:cubicBezTo>
                <a:cubicBezTo>
                  <a:pt x="170338" y="45166"/>
                  <a:pt x="168569" y="43093"/>
                  <a:pt x="166218" y="41587"/>
                </a:cubicBezTo>
                <a:cubicBezTo>
                  <a:pt x="163867" y="40079"/>
                  <a:pt x="161410" y="39325"/>
                  <a:pt x="158845" y="39325"/>
                </a:cubicBezTo>
                <a:cubicBezTo>
                  <a:pt x="154903" y="39325"/>
                  <a:pt x="151376" y="40844"/>
                  <a:pt x="148266" y="43882"/>
                </a:cubicBezTo>
                <a:cubicBezTo>
                  <a:pt x="145155" y="46920"/>
                  <a:pt x="143338" y="51148"/>
                  <a:pt x="142816" y="56565"/>
                </a:cubicBezTo>
                <a:close/>
                <a:moveTo>
                  <a:pt x="197832" y="63119"/>
                </a:moveTo>
                <a:lnTo>
                  <a:pt x="234663" y="63119"/>
                </a:lnTo>
                <a:lnTo>
                  <a:pt x="234663" y="73948"/>
                </a:lnTo>
                <a:lnTo>
                  <a:pt x="197832" y="73948"/>
                </a:lnTo>
                <a:lnTo>
                  <a:pt x="197832" y="63119"/>
                </a:lnTo>
                <a:close/>
                <a:moveTo>
                  <a:pt x="264013" y="14533"/>
                </a:moveTo>
                <a:lnTo>
                  <a:pt x="264013" y="36048"/>
                </a:lnTo>
                <a:lnTo>
                  <a:pt x="279258" y="36048"/>
                </a:lnTo>
                <a:lnTo>
                  <a:pt x="279258" y="40892"/>
                </a:lnTo>
                <a:lnTo>
                  <a:pt x="264013" y="41035"/>
                </a:lnTo>
                <a:lnTo>
                  <a:pt x="264013" y="83410"/>
                </a:lnTo>
                <a:cubicBezTo>
                  <a:pt x="264013" y="87641"/>
                  <a:pt x="264618" y="90494"/>
                  <a:pt x="265829" y="91970"/>
                </a:cubicBezTo>
                <a:cubicBezTo>
                  <a:pt x="267041" y="93443"/>
                  <a:pt x="268596" y="94180"/>
                  <a:pt x="270496" y="94180"/>
                </a:cubicBezTo>
                <a:cubicBezTo>
                  <a:pt x="272063" y="94180"/>
                  <a:pt x="273583" y="93688"/>
                  <a:pt x="275055" y="92702"/>
                </a:cubicBezTo>
                <a:cubicBezTo>
                  <a:pt x="276527" y="91717"/>
                  <a:pt x="277667" y="90262"/>
                  <a:pt x="278475" y="88339"/>
                </a:cubicBezTo>
                <a:lnTo>
                  <a:pt x="281253" y="88339"/>
                </a:lnTo>
                <a:cubicBezTo>
                  <a:pt x="279591" y="93017"/>
                  <a:pt x="277240" y="96537"/>
                  <a:pt x="274200" y="98900"/>
                </a:cubicBezTo>
                <a:cubicBezTo>
                  <a:pt x="271161" y="101263"/>
                  <a:pt x="268026" y="102444"/>
                  <a:pt x="264796" y="102444"/>
                </a:cubicBezTo>
                <a:cubicBezTo>
                  <a:pt x="262612" y="102444"/>
                  <a:pt x="260474" y="101837"/>
                  <a:pt x="258385" y="100621"/>
                </a:cubicBezTo>
                <a:cubicBezTo>
                  <a:pt x="256295" y="99405"/>
                  <a:pt x="254751" y="97666"/>
                  <a:pt x="253754" y="95403"/>
                </a:cubicBezTo>
                <a:cubicBezTo>
                  <a:pt x="252757" y="93139"/>
                  <a:pt x="252258" y="89648"/>
                  <a:pt x="252258" y="84930"/>
                </a:cubicBezTo>
                <a:lnTo>
                  <a:pt x="252258" y="40892"/>
                </a:lnTo>
                <a:lnTo>
                  <a:pt x="241928" y="40892"/>
                </a:lnTo>
                <a:lnTo>
                  <a:pt x="241928" y="38608"/>
                </a:lnTo>
                <a:cubicBezTo>
                  <a:pt x="244540" y="37569"/>
                  <a:pt x="247212" y="35810"/>
                  <a:pt x="249943" y="33332"/>
                </a:cubicBezTo>
                <a:cubicBezTo>
                  <a:pt x="252674" y="30853"/>
                  <a:pt x="255108" y="27899"/>
                  <a:pt x="257245" y="24469"/>
                </a:cubicBezTo>
                <a:cubicBezTo>
                  <a:pt x="258337" y="22658"/>
                  <a:pt x="259857" y="19346"/>
                  <a:pt x="261804" y="14533"/>
                </a:cubicBezTo>
                <a:lnTo>
                  <a:pt x="264013" y="14533"/>
                </a:lnTo>
                <a:close/>
                <a:moveTo>
                  <a:pt x="304569" y="34196"/>
                </a:moveTo>
                <a:lnTo>
                  <a:pt x="304569" y="48871"/>
                </a:lnTo>
                <a:cubicBezTo>
                  <a:pt x="310031" y="39087"/>
                  <a:pt x="315635" y="34196"/>
                  <a:pt x="321382" y="34196"/>
                </a:cubicBezTo>
                <a:cubicBezTo>
                  <a:pt x="323994" y="34196"/>
                  <a:pt x="326155" y="34991"/>
                  <a:pt x="327865" y="36582"/>
                </a:cubicBezTo>
                <a:cubicBezTo>
                  <a:pt x="329574" y="38173"/>
                  <a:pt x="330429" y="40014"/>
                  <a:pt x="330429" y="42103"/>
                </a:cubicBezTo>
                <a:cubicBezTo>
                  <a:pt x="330429" y="43956"/>
                  <a:pt x="329812" y="45523"/>
                  <a:pt x="328577" y="46805"/>
                </a:cubicBezTo>
                <a:cubicBezTo>
                  <a:pt x="327342" y="48088"/>
                  <a:pt x="325870" y="48729"/>
                  <a:pt x="324160" y="48729"/>
                </a:cubicBezTo>
                <a:cubicBezTo>
                  <a:pt x="322498" y="48729"/>
                  <a:pt x="320634" y="47921"/>
                  <a:pt x="318568" y="46307"/>
                </a:cubicBezTo>
                <a:cubicBezTo>
                  <a:pt x="316502" y="44692"/>
                  <a:pt x="314970" y="43884"/>
                  <a:pt x="313973" y="43884"/>
                </a:cubicBezTo>
                <a:cubicBezTo>
                  <a:pt x="313118" y="43884"/>
                  <a:pt x="312192" y="44356"/>
                  <a:pt x="311194" y="45298"/>
                </a:cubicBezTo>
                <a:cubicBezTo>
                  <a:pt x="309057" y="47232"/>
                  <a:pt x="306849" y="50415"/>
                  <a:pt x="304569" y="54847"/>
                </a:cubicBezTo>
                <a:lnTo>
                  <a:pt x="304569" y="86059"/>
                </a:lnTo>
                <a:cubicBezTo>
                  <a:pt x="304569" y="89671"/>
                  <a:pt x="305020" y="92404"/>
                  <a:pt x="305922" y="94256"/>
                </a:cubicBezTo>
                <a:cubicBezTo>
                  <a:pt x="306540" y="95540"/>
                  <a:pt x="307632" y="96609"/>
                  <a:pt x="309200" y="97462"/>
                </a:cubicBezTo>
                <a:cubicBezTo>
                  <a:pt x="310767" y="98314"/>
                  <a:pt x="313023" y="98740"/>
                  <a:pt x="315967" y="98740"/>
                </a:cubicBezTo>
                <a:lnTo>
                  <a:pt x="315967" y="101304"/>
                </a:lnTo>
                <a:lnTo>
                  <a:pt x="282555" y="101304"/>
                </a:lnTo>
                <a:lnTo>
                  <a:pt x="282555" y="98740"/>
                </a:lnTo>
                <a:cubicBezTo>
                  <a:pt x="285880" y="98740"/>
                  <a:pt x="288350" y="98211"/>
                  <a:pt x="289965" y="97155"/>
                </a:cubicBezTo>
                <a:cubicBezTo>
                  <a:pt x="291152" y="96386"/>
                  <a:pt x="291983" y="95161"/>
                  <a:pt x="292458" y="93479"/>
                </a:cubicBezTo>
                <a:cubicBezTo>
                  <a:pt x="292695" y="92661"/>
                  <a:pt x="292814" y="90330"/>
                  <a:pt x="292814" y="86486"/>
                </a:cubicBezTo>
                <a:lnTo>
                  <a:pt x="292814" y="61410"/>
                </a:lnTo>
                <a:cubicBezTo>
                  <a:pt x="292814" y="53811"/>
                  <a:pt x="292660" y="49287"/>
                  <a:pt x="292351" y="47838"/>
                </a:cubicBezTo>
                <a:cubicBezTo>
                  <a:pt x="292042" y="46390"/>
                  <a:pt x="291472" y="45333"/>
                  <a:pt x="290641" y="44668"/>
                </a:cubicBezTo>
                <a:cubicBezTo>
                  <a:pt x="289810" y="44003"/>
                  <a:pt x="288777" y="43671"/>
                  <a:pt x="287542" y="43671"/>
                </a:cubicBezTo>
                <a:cubicBezTo>
                  <a:pt x="286070" y="43671"/>
                  <a:pt x="284408" y="44027"/>
                  <a:pt x="282555" y="44739"/>
                </a:cubicBezTo>
                <a:lnTo>
                  <a:pt x="281843" y="42175"/>
                </a:lnTo>
                <a:lnTo>
                  <a:pt x="301577" y="34196"/>
                </a:lnTo>
                <a:lnTo>
                  <a:pt x="304569" y="34196"/>
                </a:lnTo>
                <a:close/>
                <a:moveTo>
                  <a:pt x="371036" y="91976"/>
                </a:moveTo>
                <a:cubicBezTo>
                  <a:pt x="364339" y="97152"/>
                  <a:pt x="360136" y="100142"/>
                  <a:pt x="358426" y="100948"/>
                </a:cubicBezTo>
                <a:cubicBezTo>
                  <a:pt x="355862" y="102136"/>
                  <a:pt x="353131" y="102729"/>
                  <a:pt x="350234" y="102729"/>
                </a:cubicBezTo>
                <a:cubicBezTo>
                  <a:pt x="345722" y="102729"/>
                  <a:pt x="342005" y="101186"/>
                  <a:pt x="339084" y="98099"/>
                </a:cubicBezTo>
                <a:cubicBezTo>
                  <a:pt x="336163" y="95012"/>
                  <a:pt x="334703" y="90951"/>
                  <a:pt x="334703" y="85916"/>
                </a:cubicBezTo>
                <a:cubicBezTo>
                  <a:pt x="334703" y="82734"/>
                  <a:pt x="335415" y="79980"/>
                  <a:pt x="336840" y="77653"/>
                </a:cubicBezTo>
                <a:cubicBezTo>
                  <a:pt x="338788" y="74423"/>
                  <a:pt x="342171" y="71383"/>
                  <a:pt x="346992" y="68534"/>
                </a:cubicBezTo>
                <a:cubicBezTo>
                  <a:pt x="351813" y="65684"/>
                  <a:pt x="359827" y="62217"/>
                  <a:pt x="371036" y="58133"/>
                </a:cubicBezTo>
                <a:lnTo>
                  <a:pt x="371036" y="55577"/>
                </a:lnTo>
                <a:cubicBezTo>
                  <a:pt x="371036" y="49094"/>
                  <a:pt x="370003" y="44646"/>
                  <a:pt x="367937" y="42232"/>
                </a:cubicBezTo>
                <a:cubicBezTo>
                  <a:pt x="365871" y="39819"/>
                  <a:pt x="362867" y="38613"/>
                  <a:pt x="358925" y="38613"/>
                </a:cubicBezTo>
                <a:cubicBezTo>
                  <a:pt x="355933" y="38613"/>
                  <a:pt x="353558" y="39420"/>
                  <a:pt x="351801" y="41035"/>
                </a:cubicBezTo>
                <a:cubicBezTo>
                  <a:pt x="349996" y="42650"/>
                  <a:pt x="349094" y="44502"/>
                  <a:pt x="349094" y="46592"/>
                </a:cubicBezTo>
                <a:lnTo>
                  <a:pt x="349236" y="50723"/>
                </a:lnTo>
                <a:cubicBezTo>
                  <a:pt x="349236" y="52908"/>
                  <a:pt x="348678" y="54594"/>
                  <a:pt x="347562" y="55782"/>
                </a:cubicBezTo>
                <a:cubicBezTo>
                  <a:pt x="346446" y="56969"/>
                  <a:pt x="344985" y="57563"/>
                  <a:pt x="343181" y="57563"/>
                </a:cubicBezTo>
                <a:cubicBezTo>
                  <a:pt x="341423" y="57563"/>
                  <a:pt x="339987" y="56944"/>
                  <a:pt x="338871" y="55706"/>
                </a:cubicBezTo>
                <a:cubicBezTo>
                  <a:pt x="337755" y="54467"/>
                  <a:pt x="337196" y="52775"/>
                  <a:pt x="337196" y="50632"/>
                </a:cubicBezTo>
                <a:cubicBezTo>
                  <a:pt x="337196" y="46534"/>
                  <a:pt x="339286" y="42770"/>
                  <a:pt x="343466" y="39341"/>
                </a:cubicBezTo>
                <a:cubicBezTo>
                  <a:pt x="347645" y="35911"/>
                  <a:pt x="353511" y="34196"/>
                  <a:pt x="361062" y="34196"/>
                </a:cubicBezTo>
                <a:cubicBezTo>
                  <a:pt x="366856" y="34196"/>
                  <a:pt x="371606" y="35168"/>
                  <a:pt x="375310" y="37112"/>
                </a:cubicBezTo>
                <a:cubicBezTo>
                  <a:pt x="378112" y="38583"/>
                  <a:pt x="380178" y="40884"/>
                  <a:pt x="381508" y="44016"/>
                </a:cubicBezTo>
                <a:cubicBezTo>
                  <a:pt x="382363" y="46055"/>
                  <a:pt x="382791" y="50229"/>
                  <a:pt x="382791" y="56539"/>
                </a:cubicBezTo>
                <a:lnTo>
                  <a:pt x="382791" y="78668"/>
                </a:lnTo>
                <a:cubicBezTo>
                  <a:pt x="382791" y="84882"/>
                  <a:pt x="382909" y="88689"/>
                  <a:pt x="383147" y="90089"/>
                </a:cubicBezTo>
                <a:cubicBezTo>
                  <a:pt x="383384" y="91488"/>
                  <a:pt x="383776" y="92425"/>
                  <a:pt x="384322" y="92900"/>
                </a:cubicBezTo>
                <a:cubicBezTo>
                  <a:pt x="384868" y="93374"/>
                  <a:pt x="385498" y="93610"/>
                  <a:pt x="386210" y="93610"/>
                </a:cubicBezTo>
                <a:cubicBezTo>
                  <a:pt x="386970" y="93610"/>
                  <a:pt x="387635" y="93444"/>
                  <a:pt x="388205" y="93112"/>
                </a:cubicBezTo>
                <a:cubicBezTo>
                  <a:pt x="389202" y="92494"/>
                  <a:pt x="391126" y="90761"/>
                  <a:pt x="393975" y="87911"/>
                </a:cubicBezTo>
                <a:lnTo>
                  <a:pt x="393975" y="91901"/>
                </a:lnTo>
                <a:cubicBezTo>
                  <a:pt x="388656" y="99025"/>
                  <a:pt x="383574" y="102587"/>
                  <a:pt x="378730" y="102587"/>
                </a:cubicBezTo>
                <a:cubicBezTo>
                  <a:pt x="376403" y="102587"/>
                  <a:pt x="374550" y="101785"/>
                  <a:pt x="373173" y="100182"/>
                </a:cubicBezTo>
                <a:cubicBezTo>
                  <a:pt x="371796" y="98578"/>
                  <a:pt x="371083" y="95843"/>
                  <a:pt x="371036" y="91976"/>
                </a:cubicBezTo>
                <a:moveTo>
                  <a:pt x="371036" y="87357"/>
                </a:moveTo>
                <a:lnTo>
                  <a:pt x="371036" y="62549"/>
                </a:lnTo>
                <a:cubicBezTo>
                  <a:pt x="363864" y="65393"/>
                  <a:pt x="359234" y="67407"/>
                  <a:pt x="357144" y="68592"/>
                </a:cubicBezTo>
                <a:cubicBezTo>
                  <a:pt x="353392" y="70677"/>
                  <a:pt x="350708" y="72857"/>
                  <a:pt x="349094" y="75132"/>
                </a:cubicBezTo>
                <a:cubicBezTo>
                  <a:pt x="347479" y="77406"/>
                  <a:pt x="346671" y="79894"/>
                  <a:pt x="346671" y="82595"/>
                </a:cubicBezTo>
                <a:cubicBezTo>
                  <a:pt x="346671" y="86007"/>
                  <a:pt x="347693" y="88839"/>
                  <a:pt x="349735" y="91090"/>
                </a:cubicBezTo>
                <a:cubicBezTo>
                  <a:pt x="351777" y="93340"/>
                  <a:pt x="354128" y="94465"/>
                  <a:pt x="356788" y="94465"/>
                </a:cubicBezTo>
                <a:cubicBezTo>
                  <a:pt x="360397" y="94465"/>
                  <a:pt x="365147" y="92096"/>
                  <a:pt x="371036" y="87357"/>
                </a:cubicBezTo>
                <a:close/>
                <a:moveTo>
                  <a:pt x="415295" y="0"/>
                </a:moveTo>
                <a:cubicBezTo>
                  <a:pt x="417290" y="0"/>
                  <a:pt x="418988" y="704"/>
                  <a:pt x="420389" y="2113"/>
                </a:cubicBezTo>
                <a:cubicBezTo>
                  <a:pt x="421790" y="3520"/>
                  <a:pt x="422491" y="5226"/>
                  <a:pt x="422491" y="7231"/>
                </a:cubicBezTo>
                <a:cubicBezTo>
                  <a:pt x="422491" y="9236"/>
                  <a:pt x="421790" y="10955"/>
                  <a:pt x="420389" y="12387"/>
                </a:cubicBezTo>
                <a:cubicBezTo>
                  <a:pt x="418988" y="13818"/>
                  <a:pt x="417290" y="14533"/>
                  <a:pt x="415295" y="14533"/>
                </a:cubicBezTo>
                <a:cubicBezTo>
                  <a:pt x="413301" y="14533"/>
                  <a:pt x="411591" y="13818"/>
                  <a:pt x="410166" y="12387"/>
                </a:cubicBezTo>
                <a:cubicBezTo>
                  <a:pt x="408741" y="10955"/>
                  <a:pt x="408029" y="9236"/>
                  <a:pt x="408029" y="7231"/>
                </a:cubicBezTo>
                <a:cubicBezTo>
                  <a:pt x="408029" y="5226"/>
                  <a:pt x="408729" y="3520"/>
                  <a:pt x="410130" y="2113"/>
                </a:cubicBezTo>
                <a:cubicBezTo>
                  <a:pt x="411531" y="704"/>
                  <a:pt x="413253" y="0"/>
                  <a:pt x="415295" y="0"/>
                </a:cubicBezTo>
                <a:moveTo>
                  <a:pt x="421208" y="34196"/>
                </a:moveTo>
                <a:lnTo>
                  <a:pt x="421208" y="86486"/>
                </a:lnTo>
                <a:cubicBezTo>
                  <a:pt x="421208" y="90595"/>
                  <a:pt x="421505" y="93330"/>
                  <a:pt x="422099" y="94692"/>
                </a:cubicBezTo>
                <a:cubicBezTo>
                  <a:pt x="422693" y="96053"/>
                  <a:pt x="423571" y="97069"/>
                  <a:pt x="424735" y="97738"/>
                </a:cubicBezTo>
                <a:cubicBezTo>
                  <a:pt x="425898" y="98406"/>
                  <a:pt x="428024" y="98740"/>
                  <a:pt x="431111" y="98740"/>
                </a:cubicBezTo>
                <a:lnTo>
                  <a:pt x="431111" y="101304"/>
                </a:lnTo>
                <a:lnTo>
                  <a:pt x="399409" y="101304"/>
                </a:lnTo>
                <a:lnTo>
                  <a:pt x="399409" y="98740"/>
                </a:lnTo>
                <a:cubicBezTo>
                  <a:pt x="402591" y="98740"/>
                  <a:pt x="404728" y="98430"/>
                  <a:pt x="405820" y="97809"/>
                </a:cubicBezTo>
                <a:cubicBezTo>
                  <a:pt x="406913" y="97187"/>
                  <a:pt x="407779" y="96160"/>
                  <a:pt x="408421" y="94728"/>
                </a:cubicBezTo>
                <a:cubicBezTo>
                  <a:pt x="409062" y="93294"/>
                  <a:pt x="409382" y="90547"/>
                  <a:pt x="409382" y="86486"/>
                </a:cubicBezTo>
                <a:lnTo>
                  <a:pt x="409382" y="61552"/>
                </a:lnTo>
                <a:cubicBezTo>
                  <a:pt x="409382" y="54446"/>
                  <a:pt x="409169" y="49843"/>
                  <a:pt x="408741" y="47745"/>
                </a:cubicBezTo>
                <a:cubicBezTo>
                  <a:pt x="408409" y="46217"/>
                  <a:pt x="407886" y="45157"/>
                  <a:pt x="407174" y="44563"/>
                </a:cubicBezTo>
                <a:cubicBezTo>
                  <a:pt x="406461" y="43968"/>
                  <a:pt x="405488" y="43671"/>
                  <a:pt x="404253" y="43671"/>
                </a:cubicBezTo>
                <a:cubicBezTo>
                  <a:pt x="402923" y="43671"/>
                  <a:pt x="401308" y="44027"/>
                  <a:pt x="399409" y="44739"/>
                </a:cubicBezTo>
                <a:lnTo>
                  <a:pt x="398411" y="42175"/>
                </a:lnTo>
                <a:lnTo>
                  <a:pt x="418074" y="34196"/>
                </a:lnTo>
                <a:lnTo>
                  <a:pt x="421208" y="34196"/>
                </a:lnTo>
                <a:close/>
                <a:moveTo>
                  <a:pt x="458133" y="47945"/>
                </a:moveTo>
                <a:cubicBezTo>
                  <a:pt x="465779" y="38779"/>
                  <a:pt x="473069" y="34196"/>
                  <a:pt x="480004" y="34196"/>
                </a:cubicBezTo>
                <a:cubicBezTo>
                  <a:pt x="483566" y="34196"/>
                  <a:pt x="486629" y="35084"/>
                  <a:pt x="489194" y="36860"/>
                </a:cubicBezTo>
                <a:cubicBezTo>
                  <a:pt x="491758" y="38636"/>
                  <a:pt x="493800" y="41560"/>
                  <a:pt x="495320" y="45634"/>
                </a:cubicBezTo>
                <a:cubicBezTo>
                  <a:pt x="496365" y="48476"/>
                  <a:pt x="496888" y="52834"/>
                  <a:pt x="496888" y="58707"/>
                </a:cubicBezTo>
                <a:lnTo>
                  <a:pt x="496888" y="86486"/>
                </a:lnTo>
                <a:cubicBezTo>
                  <a:pt x="496888" y="90642"/>
                  <a:pt x="497220" y="93461"/>
                  <a:pt x="497885" y="94942"/>
                </a:cubicBezTo>
                <a:cubicBezTo>
                  <a:pt x="498407" y="96137"/>
                  <a:pt x="499250" y="97069"/>
                  <a:pt x="500414" y="97738"/>
                </a:cubicBezTo>
                <a:cubicBezTo>
                  <a:pt x="501578" y="98406"/>
                  <a:pt x="503727" y="98740"/>
                  <a:pt x="506861" y="98740"/>
                </a:cubicBezTo>
                <a:lnTo>
                  <a:pt x="506861" y="101304"/>
                </a:lnTo>
                <a:lnTo>
                  <a:pt x="474589" y="101304"/>
                </a:lnTo>
                <a:lnTo>
                  <a:pt x="474589" y="98740"/>
                </a:lnTo>
                <a:lnTo>
                  <a:pt x="475943" y="98740"/>
                </a:lnTo>
                <a:cubicBezTo>
                  <a:pt x="478982" y="98740"/>
                  <a:pt x="481108" y="98275"/>
                  <a:pt x="482319" y="97344"/>
                </a:cubicBezTo>
                <a:cubicBezTo>
                  <a:pt x="483530" y="96412"/>
                  <a:pt x="484373" y="95038"/>
                  <a:pt x="484848" y="93223"/>
                </a:cubicBezTo>
                <a:cubicBezTo>
                  <a:pt x="485038" y="92506"/>
                  <a:pt x="485133" y="90261"/>
                  <a:pt x="485133" y="86486"/>
                </a:cubicBezTo>
                <a:lnTo>
                  <a:pt x="485133" y="59816"/>
                </a:lnTo>
                <a:cubicBezTo>
                  <a:pt x="485133" y="53888"/>
                  <a:pt x="484361" y="49584"/>
                  <a:pt x="482818" y="46905"/>
                </a:cubicBezTo>
                <a:cubicBezTo>
                  <a:pt x="481274" y="44226"/>
                  <a:pt x="478674" y="42887"/>
                  <a:pt x="475017" y="42887"/>
                </a:cubicBezTo>
                <a:cubicBezTo>
                  <a:pt x="469365" y="42887"/>
                  <a:pt x="463737" y="45974"/>
                  <a:pt x="458133" y="52148"/>
                </a:cubicBezTo>
                <a:lnTo>
                  <a:pt x="458133" y="86486"/>
                </a:lnTo>
                <a:cubicBezTo>
                  <a:pt x="458133" y="90929"/>
                  <a:pt x="458394" y="93676"/>
                  <a:pt x="458916" y="94728"/>
                </a:cubicBezTo>
                <a:cubicBezTo>
                  <a:pt x="459581" y="96113"/>
                  <a:pt x="460495" y="97128"/>
                  <a:pt x="461659" y="97774"/>
                </a:cubicBezTo>
                <a:cubicBezTo>
                  <a:pt x="462823" y="98418"/>
                  <a:pt x="465185" y="98740"/>
                  <a:pt x="468747" y="98740"/>
                </a:cubicBezTo>
                <a:lnTo>
                  <a:pt x="468747" y="101304"/>
                </a:lnTo>
                <a:lnTo>
                  <a:pt x="436475" y="101304"/>
                </a:lnTo>
                <a:lnTo>
                  <a:pt x="436475" y="98740"/>
                </a:lnTo>
                <a:lnTo>
                  <a:pt x="437900" y="98740"/>
                </a:lnTo>
                <a:cubicBezTo>
                  <a:pt x="441225" y="98740"/>
                  <a:pt x="443469" y="97892"/>
                  <a:pt x="444632" y="96197"/>
                </a:cubicBezTo>
                <a:cubicBezTo>
                  <a:pt x="445796" y="94501"/>
                  <a:pt x="446378" y="91264"/>
                  <a:pt x="446378" y="86486"/>
                </a:cubicBezTo>
                <a:lnTo>
                  <a:pt x="446378" y="62407"/>
                </a:lnTo>
                <a:cubicBezTo>
                  <a:pt x="446378" y="54570"/>
                  <a:pt x="446200" y="49797"/>
                  <a:pt x="445844" y="48088"/>
                </a:cubicBezTo>
                <a:cubicBezTo>
                  <a:pt x="445487" y="46378"/>
                  <a:pt x="444941" y="45214"/>
                  <a:pt x="444205" y="44597"/>
                </a:cubicBezTo>
                <a:cubicBezTo>
                  <a:pt x="443469" y="43979"/>
                  <a:pt x="442483" y="43671"/>
                  <a:pt x="441249" y="43671"/>
                </a:cubicBezTo>
                <a:cubicBezTo>
                  <a:pt x="439919" y="43671"/>
                  <a:pt x="438328" y="44027"/>
                  <a:pt x="436475" y="44739"/>
                </a:cubicBezTo>
                <a:lnTo>
                  <a:pt x="435407" y="42175"/>
                </a:lnTo>
                <a:lnTo>
                  <a:pt x="455069" y="34196"/>
                </a:lnTo>
                <a:lnTo>
                  <a:pt x="458133" y="34196"/>
                </a:lnTo>
                <a:lnTo>
                  <a:pt x="458133" y="47945"/>
                </a:lnTo>
                <a:close/>
                <a:moveTo>
                  <a:pt x="523033" y="60697"/>
                </a:moveTo>
                <a:cubicBezTo>
                  <a:pt x="522985" y="70341"/>
                  <a:pt x="525336" y="77906"/>
                  <a:pt x="530085" y="83390"/>
                </a:cubicBezTo>
                <a:cubicBezTo>
                  <a:pt x="534835" y="88874"/>
                  <a:pt x="540415" y="91616"/>
                  <a:pt x="546827" y="91616"/>
                </a:cubicBezTo>
                <a:cubicBezTo>
                  <a:pt x="551102" y="91616"/>
                  <a:pt x="554818" y="90435"/>
                  <a:pt x="557976" y="88074"/>
                </a:cubicBezTo>
                <a:cubicBezTo>
                  <a:pt x="561135" y="85712"/>
                  <a:pt x="563782" y="81669"/>
                  <a:pt x="565920" y="75943"/>
                </a:cubicBezTo>
                <a:lnTo>
                  <a:pt x="568128" y="77374"/>
                </a:lnTo>
                <a:cubicBezTo>
                  <a:pt x="567131" y="83915"/>
                  <a:pt x="564234" y="89871"/>
                  <a:pt x="559437" y="95242"/>
                </a:cubicBezTo>
                <a:cubicBezTo>
                  <a:pt x="554640" y="100614"/>
                  <a:pt x="548632" y="103299"/>
                  <a:pt x="541413" y="103299"/>
                </a:cubicBezTo>
                <a:cubicBezTo>
                  <a:pt x="533576" y="103299"/>
                  <a:pt x="526868" y="100254"/>
                  <a:pt x="521287" y="94165"/>
                </a:cubicBezTo>
                <a:cubicBezTo>
                  <a:pt x="515707" y="88074"/>
                  <a:pt x="512916" y="79885"/>
                  <a:pt x="512916" y="69600"/>
                </a:cubicBezTo>
                <a:cubicBezTo>
                  <a:pt x="512916" y="58463"/>
                  <a:pt x="515778" y="49778"/>
                  <a:pt x="521501" y="43546"/>
                </a:cubicBezTo>
                <a:cubicBezTo>
                  <a:pt x="527224" y="37312"/>
                  <a:pt x="534407" y="34196"/>
                  <a:pt x="543051" y="34196"/>
                </a:cubicBezTo>
                <a:cubicBezTo>
                  <a:pt x="550365" y="34196"/>
                  <a:pt x="556373" y="36600"/>
                  <a:pt x="561075" y="41409"/>
                </a:cubicBezTo>
                <a:cubicBezTo>
                  <a:pt x="565777" y="46216"/>
                  <a:pt x="568128" y="52646"/>
                  <a:pt x="568128" y="60697"/>
                </a:cubicBezTo>
                <a:lnTo>
                  <a:pt x="523033" y="60697"/>
                </a:lnTo>
                <a:moveTo>
                  <a:pt x="523033" y="56565"/>
                </a:moveTo>
                <a:lnTo>
                  <a:pt x="553239" y="56565"/>
                </a:lnTo>
                <a:cubicBezTo>
                  <a:pt x="553001" y="52420"/>
                  <a:pt x="552503" y="49500"/>
                  <a:pt x="551743" y="47805"/>
                </a:cubicBezTo>
                <a:cubicBezTo>
                  <a:pt x="550555" y="45166"/>
                  <a:pt x="548786" y="43093"/>
                  <a:pt x="546435" y="41587"/>
                </a:cubicBezTo>
                <a:cubicBezTo>
                  <a:pt x="544084" y="40079"/>
                  <a:pt x="541626" y="39325"/>
                  <a:pt x="539062" y="39325"/>
                </a:cubicBezTo>
                <a:cubicBezTo>
                  <a:pt x="535120" y="39325"/>
                  <a:pt x="531593" y="40844"/>
                  <a:pt x="528483" y="43882"/>
                </a:cubicBezTo>
                <a:cubicBezTo>
                  <a:pt x="525372" y="46920"/>
                  <a:pt x="523555" y="51148"/>
                  <a:pt x="523033" y="56565"/>
                </a:cubicBezTo>
                <a:close/>
                <a:moveTo>
                  <a:pt x="622788" y="93971"/>
                </a:moveTo>
                <a:cubicBezTo>
                  <a:pt x="619606" y="97294"/>
                  <a:pt x="616495" y="99680"/>
                  <a:pt x="613456" y="101129"/>
                </a:cubicBezTo>
                <a:cubicBezTo>
                  <a:pt x="610416" y="102576"/>
                  <a:pt x="607139" y="103299"/>
                  <a:pt x="603625" y="103299"/>
                </a:cubicBezTo>
                <a:cubicBezTo>
                  <a:pt x="596501" y="103299"/>
                  <a:pt x="590279" y="100326"/>
                  <a:pt x="584960" y="94379"/>
                </a:cubicBezTo>
                <a:cubicBezTo>
                  <a:pt x="579640" y="88430"/>
                  <a:pt x="576981" y="80786"/>
                  <a:pt x="576981" y="71448"/>
                </a:cubicBezTo>
                <a:cubicBezTo>
                  <a:pt x="576981" y="62111"/>
                  <a:pt x="579925" y="53568"/>
                  <a:pt x="585814" y="45819"/>
                </a:cubicBezTo>
                <a:cubicBezTo>
                  <a:pt x="591704" y="38070"/>
                  <a:pt x="599279" y="34196"/>
                  <a:pt x="608540" y="34196"/>
                </a:cubicBezTo>
                <a:cubicBezTo>
                  <a:pt x="614287" y="34196"/>
                  <a:pt x="619036" y="36023"/>
                  <a:pt x="622788" y="39679"/>
                </a:cubicBezTo>
                <a:lnTo>
                  <a:pt x="622788" y="27499"/>
                </a:lnTo>
                <a:cubicBezTo>
                  <a:pt x="622788" y="20074"/>
                  <a:pt x="622610" y="15510"/>
                  <a:pt x="622254" y="13807"/>
                </a:cubicBezTo>
                <a:cubicBezTo>
                  <a:pt x="621898" y="12105"/>
                  <a:pt x="621340" y="10946"/>
                  <a:pt x="620580" y="10330"/>
                </a:cubicBezTo>
                <a:cubicBezTo>
                  <a:pt x="619820" y="9713"/>
                  <a:pt x="618870" y="9404"/>
                  <a:pt x="617730" y="9404"/>
                </a:cubicBezTo>
                <a:cubicBezTo>
                  <a:pt x="616496" y="9404"/>
                  <a:pt x="614857" y="9784"/>
                  <a:pt x="612815" y="10544"/>
                </a:cubicBezTo>
                <a:lnTo>
                  <a:pt x="611889" y="7979"/>
                </a:lnTo>
                <a:lnTo>
                  <a:pt x="631337" y="0"/>
                </a:lnTo>
                <a:lnTo>
                  <a:pt x="634543" y="0"/>
                </a:lnTo>
                <a:lnTo>
                  <a:pt x="634543" y="75515"/>
                </a:lnTo>
                <a:cubicBezTo>
                  <a:pt x="634543" y="83131"/>
                  <a:pt x="634721" y="87778"/>
                  <a:pt x="635077" y="89456"/>
                </a:cubicBezTo>
                <a:cubicBezTo>
                  <a:pt x="635434" y="91135"/>
                  <a:pt x="636004" y="92307"/>
                  <a:pt x="636787" y="92972"/>
                </a:cubicBezTo>
                <a:cubicBezTo>
                  <a:pt x="637571" y="93635"/>
                  <a:pt x="638485" y="93967"/>
                  <a:pt x="639530" y="93967"/>
                </a:cubicBezTo>
                <a:cubicBezTo>
                  <a:pt x="640812" y="93967"/>
                  <a:pt x="642522" y="93563"/>
                  <a:pt x="644659" y="92756"/>
                </a:cubicBezTo>
                <a:lnTo>
                  <a:pt x="645443" y="95320"/>
                </a:lnTo>
                <a:lnTo>
                  <a:pt x="626065" y="103299"/>
                </a:lnTo>
                <a:lnTo>
                  <a:pt x="622788" y="103299"/>
                </a:lnTo>
                <a:lnTo>
                  <a:pt x="622788" y="93971"/>
                </a:lnTo>
                <a:moveTo>
                  <a:pt x="622788" y="88995"/>
                </a:moveTo>
                <a:lnTo>
                  <a:pt x="622788" y="55454"/>
                </a:lnTo>
                <a:cubicBezTo>
                  <a:pt x="622503" y="52232"/>
                  <a:pt x="621649" y="49295"/>
                  <a:pt x="620224" y="46643"/>
                </a:cubicBezTo>
                <a:cubicBezTo>
                  <a:pt x="618799" y="43989"/>
                  <a:pt x="616911" y="41988"/>
                  <a:pt x="614560" y="40638"/>
                </a:cubicBezTo>
                <a:cubicBezTo>
                  <a:pt x="612209" y="39288"/>
                  <a:pt x="609918" y="38613"/>
                  <a:pt x="607685" y="38613"/>
                </a:cubicBezTo>
                <a:cubicBezTo>
                  <a:pt x="603506" y="38613"/>
                  <a:pt x="599778" y="40484"/>
                  <a:pt x="596501" y="44227"/>
                </a:cubicBezTo>
                <a:cubicBezTo>
                  <a:pt x="592179" y="49153"/>
                  <a:pt x="590018" y="56354"/>
                  <a:pt x="590018" y="65829"/>
                </a:cubicBezTo>
                <a:cubicBezTo>
                  <a:pt x="590018" y="75399"/>
                  <a:pt x="592107" y="82731"/>
                  <a:pt x="596287" y="87824"/>
                </a:cubicBezTo>
                <a:cubicBezTo>
                  <a:pt x="600466" y="92917"/>
                  <a:pt x="605121" y="95463"/>
                  <a:pt x="610250" y="95463"/>
                </a:cubicBezTo>
                <a:cubicBezTo>
                  <a:pt x="614572" y="95463"/>
                  <a:pt x="618751" y="93307"/>
                  <a:pt x="622788" y="889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37870-468A-4EBB-A513-DD606A4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5" y="444496"/>
            <a:ext cx="647510" cy="7296"/>
          </a:xfrm>
          <a:custGeom xmlns:a="http://schemas.openxmlformats.org/drawingml/2006/main">
            <a:pathLst>
              <a:path w="647510" h="7296">
                <a:moveTo>
                  <a:pt x="647510" y="7296"/>
                </a:moveTo>
                <a:lnTo>
                  <a:pt x="0" y="7296"/>
                </a:lnTo>
                <a:lnTo>
                  <a:pt x="0" y="0"/>
                </a:lnTo>
                <a:lnTo>
                  <a:pt x="647510" y="0"/>
                </a:lnTo>
                <a:lnTo>
                  <a:pt x="647510" y="7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(d)Uniqueincor">
            <a:extLst xmlns:a="http://schemas.openxmlformats.org/drawingml/2006/main">
              <a:ext uri="{FF2B5EF4-FFF2-40B4-BE49-F238E27FC236}">
                <a16:creationId xmlns:a16="http://schemas.microsoft.com/office/drawing/2014/main" id="{0F5C6244-F61C-45E3-B634-C046182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054" y="3393787"/>
            <a:ext cx="1201261" cy="164644"/>
          </a:xfrm>
          <a:custGeom xmlns:a="http://schemas.openxmlformats.org/drawingml/2006/main">
            <a:pathLst>
              <a:path w="1201261" h="164644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15869" y="116761"/>
                </a:moveTo>
                <a:cubicBezTo>
                  <a:pt x="111915" y="120890"/>
                  <a:pt x="108050" y="123855"/>
                  <a:pt x="104273" y="125655"/>
                </a:cubicBezTo>
                <a:cubicBezTo>
                  <a:pt x="100496" y="127453"/>
                  <a:pt x="96424" y="128352"/>
                  <a:pt x="92057" y="128352"/>
                </a:cubicBezTo>
                <a:cubicBezTo>
                  <a:pt x="83205" y="128352"/>
                  <a:pt x="75475" y="124657"/>
                  <a:pt x="68865" y="117268"/>
                </a:cubicBezTo>
                <a:cubicBezTo>
                  <a:pt x="62256" y="109876"/>
                  <a:pt x="58951" y="100379"/>
                  <a:pt x="58951" y="88776"/>
                </a:cubicBezTo>
                <a:cubicBezTo>
                  <a:pt x="58951" y="77174"/>
                  <a:pt x="62610" y="66559"/>
                  <a:pt x="69928" y="56931"/>
                </a:cubicBezTo>
                <a:cubicBezTo>
                  <a:pt x="77245" y="47303"/>
                  <a:pt x="86658" y="42489"/>
                  <a:pt x="98165" y="42489"/>
                </a:cubicBezTo>
                <a:cubicBezTo>
                  <a:pt x="105305" y="42489"/>
                  <a:pt x="111207" y="44760"/>
                  <a:pt x="115869" y="49302"/>
                </a:cubicBezTo>
                <a:lnTo>
                  <a:pt x="115869" y="34168"/>
                </a:lnTo>
                <a:cubicBezTo>
                  <a:pt x="115869" y="24942"/>
                  <a:pt x="115647" y="19271"/>
                  <a:pt x="115205" y="17156"/>
                </a:cubicBezTo>
                <a:cubicBezTo>
                  <a:pt x="114762" y="15041"/>
                  <a:pt x="114069" y="13601"/>
                  <a:pt x="113125" y="12835"/>
                </a:cubicBezTo>
                <a:cubicBezTo>
                  <a:pt x="112180" y="12068"/>
                  <a:pt x="111000" y="11684"/>
                  <a:pt x="109584" y="11684"/>
                </a:cubicBezTo>
                <a:cubicBezTo>
                  <a:pt x="108050" y="11684"/>
                  <a:pt x="106014" y="12157"/>
                  <a:pt x="103476" y="13101"/>
                </a:cubicBezTo>
                <a:lnTo>
                  <a:pt x="102325" y="9914"/>
                </a:lnTo>
                <a:lnTo>
                  <a:pt x="126491" y="0"/>
                </a:lnTo>
                <a:lnTo>
                  <a:pt x="130474" y="0"/>
                </a:lnTo>
                <a:lnTo>
                  <a:pt x="130474" y="93830"/>
                </a:lnTo>
                <a:cubicBezTo>
                  <a:pt x="130474" y="103292"/>
                  <a:pt x="130695" y="109066"/>
                  <a:pt x="131138" y="111152"/>
                </a:cubicBezTo>
                <a:cubicBezTo>
                  <a:pt x="131581" y="113237"/>
                  <a:pt x="132289" y="114693"/>
                  <a:pt x="133263" y="115519"/>
                </a:cubicBezTo>
                <a:cubicBezTo>
                  <a:pt x="134236" y="116344"/>
                  <a:pt x="135372" y="116756"/>
                  <a:pt x="136670" y="116756"/>
                </a:cubicBezTo>
                <a:cubicBezTo>
                  <a:pt x="138264" y="116756"/>
                  <a:pt x="140388" y="116254"/>
                  <a:pt x="143044" y="115251"/>
                </a:cubicBezTo>
                <a:lnTo>
                  <a:pt x="144018" y="118438"/>
                </a:lnTo>
                <a:lnTo>
                  <a:pt x="119940" y="128352"/>
                </a:lnTo>
                <a:lnTo>
                  <a:pt x="115869" y="128352"/>
                </a:lnTo>
                <a:lnTo>
                  <a:pt x="115869" y="116761"/>
                </a:lnTo>
                <a:moveTo>
                  <a:pt x="115869" y="110579"/>
                </a:moveTo>
                <a:lnTo>
                  <a:pt x="115869" y="68903"/>
                </a:lnTo>
                <a:cubicBezTo>
                  <a:pt x="115515" y="64900"/>
                  <a:pt x="114452" y="61250"/>
                  <a:pt x="112682" y="57955"/>
                </a:cubicBezTo>
                <a:cubicBezTo>
                  <a:pt x="110912" y="54657"/>
                  <a:pt x="108566" y="52171"/>
                  <a:pt x="105645" y="50494"/>
                </a:cubicBezTo>
                <a:cubicBezTo>
                  <a:pt x="102724" y="48816"/>
                  <a:pt x="99876" y="47977"/>
                  <a:pt x="97103" y="47977"/>
                </a:cubicBezTo>
                <a:cubicBezTo>
                  <a:pt x="91910" y="47977"/>
                  <a:pt x="87277" y="50302"/>
                  <a:pt x="83205" y="54953"/>
                </a:cubicBezTo>
                <a:cubicBezTo>
                  <a:pt x="77835" y="61074"/>
                  <a:pt x="75150" y="70021"/>
                  <a:pt x="75150" y="81794"/>
                </a:cubicBezTo>
                <a:cubicBezTo>
                  <a:pt x="75150" y="93685"/>
                  <a:pt x="77747" y="102795"/>
                  <a:pt x="82940" y="109124"/>
                </a:cubicBezTo>
                <a:cubicBezTo>
                  <a:pt x="88133" y="115451"/>
                  <a:pt x="93916" y="118615"/>
                  <a:pt x="100289" y="118615"/>
                </a:cubicBezTo>
                <a:cubicBezTo>
                  <a:pt x="105660" y="118615"/>
                  <a:pt x="110853" y="115936"/>
                  <a:pt x="115869" y="110579"/>
                </a:cubicBezTo>
                <a:close/>
                <a:moveTo>
                  <a:pt x="147647" y="3718"/>
                </a:moveTo>
                <a:lnTo>
                  <a:pt x="147647" y="0"/>
                </a:lnTo>
                <a:cubicBezTo>
                  <a:pt x="156617" y="4426"/>
                  <a:pt x="164082" y="9649"/>
                  <a:pt x="170043" y="15668"/>
                </a:cubicBezTo>
                <a:cubicBezTo>
                  <a:pt x="178481" y="24284"/>
                  <a:pt x="185002" y="34389"/>
                  <a:pt x="189605" y="45985"/>
                </a:cubicBezTo>
                <a:cubicBezTo>
                  <a:pt x="194208" y="57581"/>
                  <a:pt x="196510" y="69664"/>
                  <a:pt x="196510" y="82234"/>
                </a:cubicBezTo>
                <a:cubicBezTo>
                  <a:pt x="196510" y="100528"/>
                  <a:pt x="192010" y="117213"/>
                  <a:pt x="183011" y="132291"/>
                </a:cubicBezTo>
                <a:cubicBezTo>
                  <a:pt x="174011" y="147369"/>
                  <a:pt x="162223" y="158153"/>
                  <a:pt x="147647" y="164644"/>
                </a:cubicBezTo>
                <a:lnTo>
                  <a:pt x="147647" y="161281"/>
                </a:lnTo>
                <a:cubicBezTo>
                  <a:pt x="154906" y="157211"/>
                  <a:pt x="160881" y="151711"/>
                  <a:pt x="165572" y="144780"/>
                </a:cubicBezTo>
                <a:cubicBezTo>
                  <a:pt x="170264" y="137850"/>
                  <a:pt x="173746" y="129033"/>
                  <a:pt x="176018" y="118330"/>
                </a:cubicBezTo>
                <a:cubicBezTo>
                  <a:pt x="178290" y="107625"/>
                  <a:pt x="179426" y="96463"/>
                  <a:pt x="179426" y="84845"/>
                </a:cubicBezTo>
                <a:cubicBezTo>
                  <a:pt x="179426" y="72281"/>
                  <a:pt x="178452" y="60809"/>
                  <a:pt x="176505" y="50431"/>
                </a:cubicBezTo>
                <a:cubicBezTo>
                  <a:pt x="175029" y="42291"/>
                  <a:pt x="173185" y="35773"/>
                  <a:pt x="170972" y="30879"/>
                </a:cubicBezTo>
                <a:cubicBezTo>
                  <a:pt x="168759" y="25983"/>
                  <a:pt x="165823" y="21265"/>
                  <a:pt x="162165" y="16724"/>
                </a:cubicBezTo>
                <a:cubicBezTo>
                  <a:pt x="158506" y="12182"/>
                  <a:pt x="153667" y="7847"/>
                  <a:pt x="147647" y="3718"/>
                </a:cubicBezTo>
                <a:close/>
                <a:moveTo>
                  <a:pt x="335748" y="9206"/>
                </a:moveTo>
                <a:lnTo>
                  <a:pt x="335748" y="5842"/>
                </a:lnTo>
                <a:lnTo>
                  <a:pt x="378237" y="5842"/>
                </a:lnTo>
                <a:lnTo>
                  <a:pt x="378237" y="9206"/>
                </a:lnTo>
                <a:lnTo>
                  <a:pt x="373722" y="9206"/>
                </a:lnTo>
                <a:cubicBezTo>
                  <a:pt x="369001" y="9206"/>
                  <a:pt x="365372" y="11174"/>
                  <a:pt x="362834" y="15109"/>
                </a:cubicBezTo>
                <a:cubicBezTo>
                  <a:pt x="361595" y="16929"/>
                  <a:pt x="360975" y="21158"/>
                  <a:pt x="360975" y="27795"/>
                </a:cubicBezTo>
                <a:lnTo>
                  <a:pt x="360975" y="76394"/>
                </a:lnTo>
                <a:cubicBezTo>
                  <a:pt x="360975" y="88413"/>
                  <a:pt x="359780" y="97736"/>
                  <a:pt x="357390" y="104363"/>
                </a:cubicBezTo>
                <a:cubicBezTo>
                  <a:pt x="355000" y="110989"/>
                  <a:pt x="350309" y="116674"/>
                  <a:pt x="343316" y="121417"/>
                </a:cubicBezTo>
                <a:cubicBezTo>
                  <a:pt x="336323" y="126158"/>
                  <a:pt x="326807" y="128529"/>
                  <a:pt x="314769" y="128529"/>
                </a:cubicBezTo>
                <a:cubicBezTo>
                  <a:pt x="301668" y="128529"/>
                  <a:pt x="291724" y="126262"/>
                  <a:pt x="284938" y="121727"/>
                </a:cubicBezTo>
                <a:cubicBezTo>
                  <a:pt x="278152" y="117190"/>
                  <a:pt x="273342" y="111093"/>
                  <a:pt x="270510" y="103434"/>
                </a:cubicBezTo>
                <a:cubicBezTo>
                  <a:pt x="268621" y="98191"/>
                  <a:pt x="267677" y="88353"/>
                  <a:pt x="267677" y="73918"/>
                </a:cubicBezTo>
                <a:lnTo>
                  <a:pt x="267677" y="27087"/>
                </a:lnTo>
                <a:cubicBezTo>
                  <a:pt x="267677" y="19747"/>
                  <a:pt x="266659" y="14932"/>
                  <a:pt x="264623" y="12642"/>
                </a:cubicBezTo>
                <a:cubicBezTo>
                  <a:pt x="262587" y="10351"/>
                  <a:pt x="259297" y="9206"/>
                  <a:pt x="254753" y="9206"/>
                </a:cubicBezTo>
                <a:lnTo>
                  <a:pt x="250239" y="9206"/>
                </a:lnTo>
                <a:lnTo>
                  <a:pt x="250239" y="5842"/>
                </a:lnTo>
                <a:lnTo>
                  <a:pt x="302111" y="5842"/>
                </a:lnTo>
                <a:lnTo>
                  <a:pt x="302111" y="9206"/>
                </a:lnTo>
                <a:lnTo>
                  <a:pt x="297508" y="9206"/>
                </a:lnTo>
                <a:cubicBezTo>
                  <a:pt x="292551" y="9206"/>
                  <a:pt x="289010" y="10762"/>
                  <a:pt x="286885" y="13875"/>
                </a:cubicBezTo>
                <a:cubicBezTo>
                  <a:pt x="285410" y="15989"/>
                  <a:pt x="284673" y="20392"/>
                  <a:pt x="284673" y="27087"/>
                </a:cubicBezTo>
                <a:lnTo>
                  <a:pt x="284673" y="79302"/>
                </a:lnTo>
                <a:cubicBezTo>
                  <a:pt x="284673" y="83956"/>
                  <a:pt x="285100" y="89288"/>
                  <a:pt x="285956" y="95296"/>
                </a:cubicBezTo>
                <a:cubicBezTo>
                  <a:pt x="286812" y="101302"/>
                  <a:pt x="288361" y="105984"/>
                  <a:pt x="290603" y="109343"/>
                </a:cubicBezTo>
                <a:cubicBezTo>
                  <a:pt x="292846" y="112699"/>
                  <a:pt x="296077" y="115467"/>
                  <a:pt x="300296" y="117647"/>
                </a:cubicBezTo>
                <a:cubicBezTo>
                  <a:pt x="304515" y="119826"/>
                  <a:pt x="309694" y="120916"/>
                  <a:pt x="315831" y="120916"/>
                </a:cubicBezTo>
                <a:cubicBezTo>
                  <a:pt x="323680" y="120916"/>
                  <a:pt x="330702" y="119209"/>
                  <a:pt x="336898" y="115793"/>
                </a:cubicBezTo>
                <a:cubicBezTo>
                  <a:pt x="343095" y="112376"/>
                  <a:pt x="347329" y="108003"/>
                  <a:pt x="349601" y="102673"/>
                </a:cubicBezTo>
                <a:cubicBezTo>
                  <a:pt x="351873" y="97342"/>
                  <a:pt x="353009" y="88315"/>
                  <a:pt x="353009" y="75592"/>
                </a:cubicBezTo>
                <a:lnTo>
                  <a:pt x="353009" y="27087"/>
                </a:lnTo>
                <a:cubicBezTo>
                  <a:pt x="353009" y="19629"/>
                  <a:pt x="352183" y="14961"/>
                  <a:pt x="350530" y="13081"/>
                </a:cubicBezTo>
                <a:cubicBezTo>
                  <a:pt x="348229" y="10498"/>
                  <a:pt x="344806" y="9206"/>
                  <a:pt x="340262" y="9206"/>
                </a:cubicBezTo>
                <a:lnTo>
                  <a:pt x="335748" y="9206"/>
                </a:lnTo>
                <a:close/>
                <a:moveTo>
                  <a:pt x="409454" y="59573"/>
                </a:moveTo>
                <a:cubicBezTo>
                  <a:pt x="418955" y="48184"/>
                  <a:pt x="428013" y="42489"/>
                  <a:pt x="436629" y="42489"/>
                </a:cubicBezTo>
                <a:cubicBezTo>
                  <a:pt x="441055" y="42489"/>
                  <a:pt x="444861" y="43593"/>
                  <a:pt x="448048" y="45800"/>
                </a:cubicBezTo>
                <a:cubicBezTo>
                  <a:pt x="451234" y="48006"/>
                  <a:pt x="453772" y="51640"/>
                  <a:pt x="455660" y="56702"/>
                </a:cubicBezTo>
                <a:cubicBezTo>
                  <a:pt x="456959" y="60233"/>
                  <a:pt x="457608" y="65648"/>
                  <a:pt x="457608" y="72945"/>
                </a:cubicBezTo>
                <a:lnTo>
                  <a:pt x="457608" y="107461"/>
                </a:lnTo>
                <a:cubicBezTo>
                  <a:pt x="457608" y="112625"/>
                  <a:pt x="458021" y="116127"/>
                  <a:pt x="458847" y="117968"/>
                </a:cubicBezTo>
                <a:cubicBezTo>
                  <a:pt x="459496" y="119452"/>
                  <a:pt x="460544" y="120610"/>
                  <a:pt x="461989" y="121442"/>
                </a:cubicBezTo>
                <a:cubicBezTo>
                  <a:pt x="463435" y="122272"/>
                  <a:pt x="466105" y="122687"/>
                  <a:pt x="470000" y="122687"/>
                </a:cubicBezTo>
                <a:lnTo>
                  <a:pt x="470000" y="125873"/>
                </a:lnTo>
                <a:lnTo>
                  <a:pt x="429901" y="125873"/>
                </a:lnTo>
                <a:lnTo>
                  <a:pt x="429901" y="122687"/>
                </a:lnTo>
                <a:lnTo>
                  <a:pt x="431583" y="122687"/>
                </a:lnTo>
                <a:cubicBezTo>
                  <a:pt x="435360" y="122687"/>
                  <a:pt x="438001" y="122109"/>
                  <a:pt x="439506" y="120952"/>
                </a:cubicBezTo>
                <a:cubicBezTo>
                  <a:pt x="441011" y="119794"/>
                  <a:pt x="442058" y="118087"/>
                  <a:pt x="442648" y="115832"/>
                </a:cubicBezTo>
                <a:cubicBezTo>
                  <a:pt x="442884" y="114941"/>
                  <a:pt x="443002" y="112151"/>
                  <a:pt x="443002" y="107461"/>
                </a:cubicBezTo>
                <a:lnTo>
                  <a:pt x="443002" y="74322"/>
                </a:lnTo>
                <a:cubicBezTo>
                  <a:pt x="443002" y="66957"/>
                  <a:pt x="442043" y="61610"/>
                  <a:pt x="440125" y="58281"/>
                </a:cubicBezTo>
                <a:cubicBezTo>
                  <a:pt x="438207" y="54952"/>
                  <a:pt x="434977" y="53288"/>
                  <a:pt x="430433" y="53288"/>
                </a:cubicBezTo>
                <a:cubicBezTo>
                  <a:pt x="423410" y="53288"/>
                  <a:pt x="416417" y="57124"/>
                  <a:pt x="409454" y="64796"/>
                </a:cubicBezTo>
                <a:lnTo>
                  <a:pt x="409454" y="107461"/>
                </a:lnTo>
                <a:cubicBezTo>
                  <a:pt x="409454" y="112981"/>
                  <a:pt x="409778" y="116394"/>
                  <a:pt x="410427" y="117702"/>
                </a:cubicBezTo>
                <a:cubicBezTo>
                  <a:pt x="411254" y="119423"/>
                  <a:pt x="412390" y="120684"/>
                  <a:pt x="413835" y="121486"/>
                </a:cubicBezTo>
                <a:cubicBezTo>
                  <a:pt x="415281" y="122286"/>
                  <a:pt x="418217" y="122687"/>
                  <a:pt x="422643" y="122687"/>
                </a:cubicBezTo>
                <a:lnTo>
                  <a:pt x="422643" y="125873"/>
                </a:lnTo>
                <a:lnTo>
                  <a:pt x="382544" y="125873"/>
                </a:lnTo>
                <a:lnTo>
                  <a:pt x="382544" y="122687"/>
                </a:lnTo>
                <a:lnTo>
                  <a:pt x="384314" y="122687"/>
                </a:lnTo>
                <a:cubicBezTo>
                  <a:pt x="388445" y="122687"/>
                  <a:pt x="391234" y="121634"/>
                  <a:pt x="392679" y="119528"/>
                </a:cubicBezTo>
                <a:cubicBezTo>
                  <a:pt x="394125" y="117420"/>
                  <a:pt x="394848" y="113398"/>
                  <a:pt x="394848" y="107461"/>
                </a:cubicBezTo>
                <a:lnTo>
                  <a:pt x="394848" y="77542"/>
                </a:lnTo>
                <a:cubicBezTo>
                  <a:pt x="394848" y="67805"/>
                  <a:pt x="394627" y="61874"/>
                  <a:pt x="394184" y="59750"/>
                </a:cubicBezTo>
                <a:cubicBezTo>
                  <a:pt x="393742" y="57626"/>
                  <a:pt x="393063" y="56180"/>
                  <a:pt x="392148" y="55413"/>
                </a:cubicBezTo>
                <a:cubicBezTo>
                  <a:pt x="391234" y="54645"/>
                  <a:pt x="390009" y="54262"/>
                  <a:pt x="388475" y="54262"/>
                </a:cubicBezTo>
                <a:cubicBezTo>
                  <a:pt x="386822" y="54262"/>
                  <a:pt x="384846" y="54704"/>
                  <a:pt x="382544" y="55590"/>
                </a:cubicBezTo>
                <a:lnTo>
                  <a:pt x="381216" y="52403"/>
                </a:lnTo>
                <a:lnTo>
                  <a:pt x="405647" y="42489"/>
                </a:lnTo>
                <a:lnTo>
                  <a:pt x="409454" y="42489"/>
                </a:lnTo>
                <a:lnTo>
                  <a:pt x="409454" y="59573"/>
                </a:lnTo>
                <a:close/>
                <a:moveTo>
                  <a:pt x="497087" y="0"/>
                </a:moveTo>
                <a:cubicBezTo>
                  <a:pt x="499565" y="0"/>
                  <a:pt x="501675" y="875"/>
                  <a:pt x="503416" y="2625"/>
                </a:cubicBezTo>
                <a:cubicBezTo>
                  <a:pt x="505156" y="4373"/>
                  <a:pt x="506027" y="6493"/>
                  <a:pt x="506027" y="8985"/>
                </a:cubicBezTo>
                <a:cubicBezTo>
                  <a:pt x="506027" y="11476"/>
                  <a:pt x="505156" y="13612"/>
                  <a:pt x="503416" y="15391"/>
                </a:cubicBezTo>
                <a:cubicBezTo>
                  <a:pt x="501675" y="17169"/>
                  <a:pt x="499565" y="18058"/>
                  <a:pt x="497087" y="18058"/>
                </a:cubicBezTo>
                <a:cubicBezTo>
                  <a:pt x="494608" y="18058"/>
                  <a:pt x="492484" y="17169"/>
                  <a:pt x="490713" y="15391"/>
                </a:cubicBezTo>
                <a:cubicBezTo>
                  <a:pt x="488943" y="13612"/>
                  <a:pt x="488058" y="11476"/>
                  <a:pt x="488058" y="8985"/>
                </a:cubicBezTo>
                <a:cubicBezTo>
                  <a:pt x="488058" y="6493"/>
                  <a:pt x="488928" y="4373"/>
                  <a:pt x="490669" y="2625"/>
                </a:cubicBezTo>
                <a:cubicBezTo>
                  <a:pt x="492410" y="875"/>
                  <a:pt x="494549" y="0"/>
                  <a:pt x="497087" y="0"/>
                </a:cubicBezTo>
                <a:moveTo>
                  <a:pt x="504434" y="42489"/>
                </a:moveTo>
                <a:lnTo>
                  <a:pt x="504434" y="107461"/>
                </a:lnTo>
                <a:cubicBezTo>
                  <a:pt x="504434" y="112566"/>
                  <a:pt x="504802" y="115965"/>
                  <a:pt x="505540" y="117658"/>
                </a:cubicBezTo>
                <a:cubicBezTo>
                  <a:pt x="506278" y="119349"/>
                  <a:pt x="507369" y="120610"/>
                  <a:pt x="508815" y="121442"/>
                </a:cubicBezTo>
                <a:cubicBezTo>
                  <a:pt x="510261" y="122272"/>
                  <a:pt x="512902" y="122687"/>
                  <a:pt x="516738" y="122687"/>
                </a:cubicBezTo>
                <a:lnTo>
                  <a:pt x="516738" y="125873"/>
                </a:lnTo>
                <a:lnTo>
                  <a:pt x="477347" y="125873"/>
                </a:lnTo>
                <a:lnTo>
                  <a:pt x="477347" y="122687"/>
                </a:lnTo>
                <a:cubicBezTo>
                  <a:pt x="481301" y="122687"/>
                  <a:pt x="483956" y="122301"/>
                  <a:pt x="485314" y="121530"/>
                </a:cubicBezTo>
                <a:cubicBezTo>
                  <a:pt x="486671" y="120758"/>
                  <a:pt x="487748" y="119482"/>
                  <a:pt x="488544" y="117702"/>
                </a:cubicBezTo>
                <a:cubicBezTo>
                  <a:pt x="489341" y="115921"/>
                  <a:pt x="489739" y="112507"/>
                  <a:pt x="489739" y="107461"/>
                </a:cubicBezTo>
                <a:lnTo>
                  <a:pt x="489739" y="76480"/>
                </a:lnTo>
                <a:cubicBezTo>
                  <a:pt x="489739" y="67650"/>
                  <a:pt x="489474" y="61932"/>
                  <a:pt x="488943" y="59324"/>
                </a:cubicBezTo>
                <a:cubicBezTo>
                  <a:pt x="488530" y="57426"/>
                  <a:pt x="487881" y="56109"/>
                  <a:pt x="486995" y="55371"/>
                </a:cubicBezTo>
                <a:cubicBezTo>
                  <a:pt x="486110" y="54632"/>
                  <a:pt x="484900" y="54262"/>
                  <a:pt x="483366" y="54262"/>
                </a:cubicBezTo>
                <a:cubicBezTo>
                  <a:pt x="481714" y="54262"/>
                  <a:pt x="479707" y="54704"/>
                  <a:pt x="477347" y="55590"/>
                </a:cubicBezTo>
                <a:lnTo>
                  <a:pt x="476108" y="52403"/>
                </a:lnTo>
                <a:lnTo>
                  <a:pt x="500539" y="42489"/>
                </a:lnTo>
                <a:lnTo>
                  <a:pt x="504434" y="42489"/>
                </a:lnTo>
                <a:close/>
                <a:moveTo>
                  <a:pt x="598466" y="42489"/>
                </a:moveTo>
                <a:lnTo>
                  <a:pt x="598466" y="146587"/>
                </a:lnTo>
                <a:cubicBezTo>
                  <a:pt x="598466" y="151842"/>
                  <a:pt x="598821" y="155216"/>
                  <a:pt x="599529" y="156708"/>
                </a:cubicBezTo>
                <a:cubicBezTo>
                  <a:pt x="600237" y="158202"/>
                  <a:pt x="601343" y="159367"/>
                  <a:pt x="602848" y="160202"/>
                </a:cubicBezTo>
                <a:cubicBezTo>
                  <a:pt x="604353" y="161039"/>
                  <a:pt x="607289" y="161458"/>
                  <a:pt x="611656" y="161458"/>
                </a:cubicBezTo>
                <a:lnTo>
                  <a:pt x="611656" y="164644"/>
                </a:lnTo>
                <a:lnTo>
                  <a:pt x="570760" y="164644"/>
                </a:lnTo>
                <a:lnTo>
                  <a:pt x="570760" y="161458"/>
                </a:lnTo>
                <a:lnTo>
                  <a:pt x="572442" y="161458"/>
                </a:lnTo>
                <a:cubicBezTo>
                  <a:pt x="575747" y="161458"/>
                  <a:pt x="578255" y="160980"/>
                  <a:pt x="579966" y="160025"/>
                </a:cubicBezTo>
                <a:cubicBezTo>
                  <a:pt x="581146" y="159368"/>
                  <a:pt x="582091" y="158189"/>
                  <a:pt x="582799" y="156487"/>
                </a:cubicBezTo>
                <a:cubicBezTo>
                  <a:pt x="583507" y="154785"/>
                  <a:pt x="583861" y="151485"/>
                  <a:pt x="583861" y="146587"/>
                </a:cubicBezTo>
                <a:lnTo>
                  <a:pt x="583861" y="111555"/>
                </a:lnTo>
                <a:cubicBezTo>
                  <a:pt x="578491" y="118023"/>
                  <a:pt x="573799" y="122440"/>
                  <a:pt x="569786" y="124806"/>
                </a:cubicBezTo>
                <a:cubicBezTo>
                  <a:pt x="565774" y="127170"/>
                  <a:pt x="561613" y="128352"/>
                  <a:pt x="557305" y="128352"/>
                </a:cubicBezTo>
                <a:cubicBezTo>
                  <a:pt x="549457" y="128352"/>
                  <a:pt x="542449" y="124785"/>
                  <a:pt x="536282" y="117652"/>
                </a:cubicBezTo>
                <a:cubicBezTo>
                  <a:pt x="530115" y="110519"/>
                  <a:pt x="527032" y="100969"/>
                  <a:pt x="527032" y="89003"/>
                </a:cubicBezTo>
                <a:cubicBezTo>
                  <a:pt x="527032" y="75266"/>
                  <a:pt x="531104" y="64079"/>
                  <a:pt x="539248" y="55443"/>
                </a:cubicBezTo>
                <a:cubicBezTo>
                  <a:pt x="547391" y="46807"/>
                  <a:pt x="557217" y="42489"/>
                  <a:pt x="568724" y="42489"/>
                </a:cubicBezTo>
                <a:cubicBezTo>
                  <a:pt x="572088" y="42489"/>
                  <a:pt x="575186" y="42961"/>
                  <a:pt x="578019" y="43905"/>
                </a:cubicBezTo>
                <a:cubicBezTo>
                  <a:pt x="580851" y="44849"/>
                  <a:pt x="583389" y="46266"/>
                  <a:pt x="585631" y="48154"/>
                </a:cubicBezTo>
                <a:cubicBezTo>
                  <a:pt x="589054" y="46502"/>
                  <a:pt x="592329" y="44613"/>
                  <a:pt x="595457" y="42489"/>
                </a:cubicBezTo>
                <a:lnTo>
                  <a:pt x="598466" y="42489"/>
                </a:lnTo>
                <a:moveTo>
                  <a:pt x="583861" y="106006"/>
                </a:moveTo>
                <a:lnTo>
                  <a:pt x="583861" y="68145"/>
                </a:lnTo>
                <a:cubicBezTo>
                  <a:pt x="583861" y="63743"/>
                  <a:pt x="583286" y="60280"/>
                  <a:pt x="582135" y="57756"/>
                </a:cubicBezTo>
                <a:cubicBezTo>
                  <a:pt x="580984" y="55231"/>
                  <a:pt x="578933" y="53088"/>
                  <a:pt x="575983" y="51327"/>
                </a:cubicBezTo>
                <a:cubicBezTo>
                  <a:pt x="573032" y="49566"/>
                  <a:pt x="569698" y="48685"/>
                  <a:pt x="565980" y="48685"/>
                </a:cubicBezTo>
                <a:cubicBezTo>
                  <a:pt x="559371" y="48685"/>
                  <a:pt x="553706" y="51474"/>
                  <a:pt x="548985" y="57050"/>
                </a:cubicBezTo>
                <a:cubicBezTo>
                  <a:pt x="544264" y="62627"/>
                  <a:pt x="541903" y="71079"/>
                  <a:pt x="541903" y="82408"/>
                </a:cubicBezTo>
                <a:cubicBezTo>
                  <a:pt x="541903" y="93268"/>
                  <a:pt x="544308" y="101516"/>
                  <a:pt x="549117" y="107152"/>
                </a:cubicBezTo>
                <a:cubicBezTo>
                  <a:pt x="553927" y="112787"/>
                  <a:pt x="559725" y="115605"/>
                  <a:pt x="566511" y="115605"/>
                </a:cubicBezTo>
                <a:cubicBezTo>
                  <a:pt x="569993" y="115605"/>
                  <a:pt x="573091" y="114856"/>
                  <a:pt x="575806" y="113359"/>
                </a:cubicBezTo>
                <a:cubicBezTo>
                  <a:pt x="578520" y="111862"/>
                  <a:pt x="581205" y="109411"/>
                  <a:pt x="583861" y="106006"/>
                </a:cubicBezTo>
                <a:close/>
                <a:moveTo>
                  <a:pt x="688401" y="44790"/>
                </a:moveTo>
                <a:lnTo>
                  <a:pt x="688401" y="94184"/>
                </a:lnTo>
                <a:cubicBezTo>
                  <a:pt x="688401" y="103450"/>
                  <a:pt x="688622" y="109118"/>
                  <a:pt x="689065" y="111188"/>
                </a:cubicBezTo>
                <a:cubicBezTo>
                  <a:pt x="689507" y="113255"/>
                  <a:pt x="690215" y="114700"/>
                  <a:pt x="691189" y="115522"/>
                </a:cubicBezTo>
                <a:cubicBezTo>
                  <a:pt x="692163" y="116345"/>
                  <a:pt x="693299" y="116756"/>
                  <a:pt x="694597" y="116756"/>
                </a:cubicBezTo>
                <a:cubicBezTo>
                  <a:pt x="696426" y="116756"/>
                  <a:pt x="698492" y="116254"/>
                  <a:pt x="700793" y="115251"/>
                </a:cubicBezTo>
                <a:lnTo>
                  <a:pt x="702033" y="118438"/>
                </a:lnTo>
                <a:lnTo>
                  <a:pt x="677779" y="128352"/>
                </a:lnTo>
                <a:lnTo>
                  <a:pt x="673795" y="128352"/>
                </a:lnTo>
                <a:lnTo>
                  <a:pt x="673795" y="111259"/>
                </a:lnTo>
                <a:cubicBezTo>
                  <a:pt x="666832" y="118778"/>
                  <a:pt x="661521" y="123506"/>
                  <a:pt x="657862" y="125445"/>
                </a:cubicBezTo>
                <a:cubicBezTo>
                  <a:pt x="654203" y="127383"/>
                  <a:pt x="650338" y="128352"/>
                  <a:pt x="646266" y="128352"/>
                </a:cubicBezTo>
                <a:cubicBezTo>
                  <a:pt x="641722" y="128352"/>
                  <a:pt x="637783" y="127039"/>
                  <a:pt x="634449" y="124413"/>
                </a:cubicBezTo>
                <a:cubicBezTo>
                  <a:pt x="631115" y="121787"/>
                  <a:pt x="628798" y="118408"/>
                  <a:pt x="627500" y="114277"/>
                </a:cubicBezTo>
                <a:cubicBezTo>
                  <a:pt x="626202" y="110147"/>
                  <a:pt x="625553" y="104304"/>
                  <a:pt x="625553" y="96751"/>
                </a:cubicBezTo>
                <a:lnTo>
                  <a:pt x="625553" y="60547"/>
                </a:lnTo>
                <a:cubicBezTo>
                  <a:pt x="625553" y="56683"/>
                  <a:pt x="625140" y="54009"/>
                  <a:pt x="624313" y="52525"/>
                </a:cubicBezTo>
                <a:cubicBezTo>
                  <a:pt x="623487" y="51038"/>
                  <a:pt x="622263" y="49894"/>
                  <a:pt x="620640" y="49092"/>
                </a:cubicBezTo>
                <a:cubicBezTo>
                  <a:pt x="619017" y="48290"/>
                  <a:pt x="616081" y="47918"/>
                  <a:pt x="611832" y="47977"/>
                </a:cubicBezTo>
                <a:lnTo>
                  <a:pt x="611832" y="44790"/>
                </a:lnTo>
                <a:lnTo>
                  <a:pt x="640247" y="44790"/>
                </a:lnTo>
                <a:lnTo>
                  <a:pt x="640247" y="99119"/>
                </a:lnTo>
                <a:cubicBezTo>
                  <a:pt x="640247" y="106681"/>
                  <a:pt x="641560" y="111645"/>
                  <a:pt x="644186" y="114009"/>
                </a:cubicBezTo>
                <a:cubicBezTo>
                  <a:pt x="646812" y="116371"/>
                  <a:pt x="649984" y="117553"/>
                  <a:pt x="653702" y="117553"/>
                </a:cubicBezTo>
                <a:cubicBezTo>
                  <a:pt x="656239" y="117553"/>
                  <a:pt x="659116" y="116755"/>
                  <a:pt x="662332" y="115160"/>
                </a:cubicBezTo>
                <a:cubicBezTo>
                  <a:pt x="665548" y="113565"/>
                  <a:pt x="669369" y="110522"/>
                  <a:pt x="673795" y="106031"/>
                </a:cubicBezTo>
                <a:lnTo>
                  <a:pt x="673795" y="60193"/>
                </a:lnTo>
                <a:cubicBezTo>
                  <a:pt x="673795" y="55488"/>
                  <a:pt x="672954" y="52306"/>
                  <a:pt x="671272" y="50646"/>
                </a:cubicBezTo>
                <a:cubicBezTo>
                  <a:pt x="669591" y="48987"/>
                  <a:pt x="666094" y="48097"/>
                  <a:pt x="660783" y="47977"/>
                </a:cubicBezTo>
                <a:lnTo>
                  <a:pt x="660783" y="44790"/>
                </a:lnTo>
                <a:lnTo>
                  <a:pt x="688401" y="44790"/>
                </a:lnTo>
                <a:close/>
                <a:moveTo>
                  <a:pt x="721596" y="75418"/>
                </a:moveTo>
                <a:cubicBezTo>
                  <a:pt x="721537" y="87401"/>
                  <a:pt x="724458" y="96800"/>
                  <a:pt x="730359" y="103614"/>
                </a:cubicBezTo>
                <a:cubicBezTo>
                  <a:pt x="736260" y="110428"/>
                  <a:pt x="743194" y="113835"/>
                  <a:pt x="751161" y="113835"/>
                </a:cubicBezTo>
                <a:cubicBezTo>
                  <a:pt x="756472" y="113835"/>
                  <a:pt x="761090" y="112368"/>
                  <a:pt x="765014" y="109434"/>
                </a:cubicBezTo>
                <a:cubicBezTo>
                  <a:pt x="768938" y="106500"/>
                  <a:pt x="772228" y="101475"/>
                  <a:pt x="774884" y="94361"/>
                </a:cubicBezTo>
                <a:lnTo>
                  <a:pt x="777628" y="96139"/>
                </a:lnTo>
                <a:cubicBezTo>
                  <a:pt x="776389" y="104267"/>
                  <a:pt x="772789" y="111667"/>
                  <a:pt x="766829" y="118341"/>
                </a:cubicBezTo>
                <a:cubicBezTo>
                  <a:pt x="760868" y="125015"/>
                  <a:pt x="753403" y="128352"/>
                  <a:pt x="744433" y="128352"/>
                </a:cubicBezTo>
                <a:cubicBezTo>
                  <a:pt x="734696" y="128352"/>
                  <a:pt x="726361" y="124569"/>
                  <a:pt x="719427" y="117002"/>
                </a:cubicBezTo>
                <a:cubicBezTo>
                  <a:pt x="712493" y="109434"/>
                  <a:pt x="709026" y="99260"/>
                  <a:pt x="709026" y="86480"/>
                </a:cubicBezTo>
                <a:cubicBezTo>
                  <a:pt x="709026" y="72641"/>
                  <a:pt x="712581" y="61850"/>
                  <a:pt x="719692" y="54107"/>
                </a:cubicBezTo>
                <a:cubicBezTo>
                  <a:pt x="726803" y="46362"/>
                  <a:pt x="735729" y="42489"/>
                  <a:pt x="746469" y="42489"/>
                </a:cubicBezTo>
                <a:cubicBezTo>
                  <a:pt x="755557" y="42489"/>
                  <a:pt x="763022" y="45476"/>
                  <a:pt x="768865" y="51451"/>
                </a:cubicBezTo>
                <a:cubicBezTo>
                  <a:pt x="774707" y="57425"/>
                  <a:pt x="777628" y="65413"/>
                  <a:pt x="777628" y="75418"/>
                </a:cubicBezTo>
                <a:lnTo>
                  <a:pt x="721596" y="75418"/>
                </a:lnTo>
                <a:moveTo>
                  <a:pt x="721596" y="70284"/>
                </a:moveTo>
                <a:lnTo>
                  <a:pt x="759127" y="70284"/>
                </a:lnTo>
                <a:cubicBezTo>
                  <a:pt x="758832" y="65133"/>
                  <a:pt x="758213" y="61505"/>
                  <a:pt x="757269" y="59399"/>
                </a:cubicBezTo>
                <a:cubicBezTo>
                  <a:pt x="755793" y="56120"/>
                  <a:pt x="753595" y="53544"/>
                  <a:pt x="750674" y="51673"/>
                </a:cubicBezTo>
                <a:cubicBezTo>
                  <a:pt x="747753" y="49799"/>
                  <a:pt x="744699" y="48862"/>
                  <a:pt x="741512" y="48862"/>
                </a:cubicBezTo>
                <a:cubicBezTo>
                  <a:pt x="736614" y="48862"/>
                  <a:pt x="732233" y="50750"/>
                  <a:pt x="728367" y="54525"/>
                </a:cubicBezTo>
                <a:cubicBezTo>
                  <a:pt x="724502" y="58300"/>
                  <a:pt x="722245" y="63553"/>
                  <a:pt x="721596" y="70284"/>
                </a:cubicBezTo>
                <a:close/>
                <a:moveTo>
                  <a:pt x="854220" y="0"/>
                </a:moveTo>
                <a:cubicBezTo>
                  <a:pt x="856698" y="0"/>
                  <a:pt x="858808" y="875"/>
                  <a:pt x="860549" y="2625"/>
                </a:cubicBezTo>
                <a:cubicBezTo>
                  <a:pt x="862290" y="4373"/>
                  <a:pt x="863160" y="6493"/>
                  <a:pt x="863160" y="8985"/>
                </a:cubicBezTo>
                <a:cubicBezTo>
                  <a:pt x="863160" y="11476"/>
                  <a:pt x="862290" y="13612"/>
                  <a:pt x="860549" y="15391"/>
                </a:cubicBezTo>
                <a:cubicBezTo>
                  <a:pt x="858808" y="17169"/>
                  <a:pt x="856698" y="18058"/>
                  <a:pt x="854220" y="18058"/>
                </a:cubicBezTo>
                <a:cubicBezTo>
                  <a:pt x="851741" y="18058"/>
                  <a:pt x="849617" y="17169"/>
                  <a:pt x="847846" y="15391"/>
                </a:cubicBezTo>
                <a:cubicBezTo>
                  <a:pt x="846076" y="13612"/>
                  <a:pt x="845191" y="11476"/>
                  <a:pt x="845191" y="8985"/>
                </a:cubicBezTo>
                <a:cubicBezTo>
                  <a:pt x="845191" y="6493"/>
                  <a:pt x="846061" y="4373"/>
                  <a:pt x="847802" y="2625"/>
                </a:cubicBezTo>
                <a:cubicBezTo>
                  <a:pt x="849543" y="875"/>
                  <a:pt x="851682" y="0"/>
                  <a:pt x="854220" y="0"/>
                </a:cubicBezTo>
                <a:moveTo>
                  <a:pt x="861567" y="42489"/>
                </a:moveTo>
                <a:lnTo>
                  <a:pt x="861567" y="107461"/>
                </a:lnTo>
                <a:cubicBezTo>
                  <a:pt x="861567" y="112566"/>
                  <a:pt x="861936" y="115965"/>
                  <a:pt x="862673" y="117658"/>
                </a:cubicBezTo>
                <a:cubicBezTo>
                  <a:pt x="863411" y="119349"/>
                  <a:pt x="864503" y="120610"/>
                  <a:pt x="865948" y="121442"/>
                </a:cubicBezTo>
                <a:cubicBezTo>
                  <a:pt x="867394" y="122272"/>
                  <a:pt x="870035" y="122687"/>
                  <a:pt x="873871" y="122687"/>
                </a:cubicBezTo>
                <a:lnTo>
                  <a:pt x="873871" y="125873"/>
                </a:lnTo>
                <a:lnTo>
                  <a:pt x="834480" y="125873"/>
                </a:lnTo>
                <a:lnTo>
                  <a:pt x="834480" y="122687"/>
                </a:lnTo>
                <a:cubicBezTo>
                  <a:pt x="838434" y="122687"/>
                  <a:pt x="841089" y="122301"/>
                  <a:pt x="842447" y="121530"/>
                </a:cubicBezTo>
                <a:cubicBezTo>
                  <a:pt x="843804" y="120758"/>
                  <a:pt x="844881" y="119482"/>
                  <a:pt x="845678" y="117702"/>
                </a:cubicBezTo>
                <a:cubicBezTo>
                  <a:pt x="846474" y="115921"/>
                  <a:pt x="846873" y="112507"/>
                  <a:pt x="846873" y="107461"/>
                </a:cubicBezTo>
                <a:lnTo>
                  <a:pt x="846873" y="76480"/>
                </a:lnTo>
                <a:cubicBezTo>
                  <a:pt x="846873" y="67650"/>
                  <a:pt x="846607" y="61932"/>
                  <a:pt x="846076" y="59324"/>
                </a:cubicBezTo>
                <a:cubicBezTo>
                  <a:pt x="845663" y="57426"/>
                  <a:pt x="845014" y="56109"/>
                  <a:pt x="844129" y="55371"/>
                </a:cubicBezTo>
                <a:cubicBezTo>
                  <a:pt x="843243" y="54632"/>
                  <a:pt x="842034" y="54262"/>
                  <a:pt x="840499" y="54262"/>
                </a:cubicBezTo>
                <a:cubicBezTo>
                  <a:pt x="838847" y="54262"/>
                  <a:pt x="836841" y="54704"/>
                  <a:pt x="834480" y="55590"/>
                </a:cubicBezTo>
                <a:lnTo>
                  <a:pt x="833241" y="52403"/>
                </a:lnTo>
                <a:lnTo>
                  <a:pt x="857672" y="42489"/>
                </a:lnTo>
                <a:lnTo>
                  <a:pt x="861567" y="42489"/>
                </a:lnTo>
                <a:close/>
                <a:moveTo>
                  <a:pt x="907445" y="59573"/>
                </a:moveTo>
                <a:cubicBezTo>
                  <a:pt x="916946" y="48184"/>
                  <a:pt x="926004" y="42489"/>
                  <a:pt x="934620" y="42489"/>
                </a:cubicBezTo>
                <a:cubicBezTo>
                  <a:pt x="939046" y="42489"/>
                  <a:pt x="942852" y="43593"/>
                  <a:pt x="946039" y="45800"/>
                </a:cubicBezTo>
                <a:cubicBezTo>
                  <a:pt x="949226" y="48006"/>
                  <a:pt x="951763" y="51640"/>
                  <a:pt x="953652" y="56702"/>
                </a:cubicBezTo>
                <a:cubicBezTo>
                  <a:pt x="954950" y="60233"/>
                  <a:pt x="955599" y="65648"/>
                  <a:pt x="955599" y="72945"/>
                </a:cubicBezTo>
                <a:lnTo>
                  <a:pt x="955599" y="107461"/>
                </a:lnTo>
                <a:cubicBezTo>
                  <a:pt x="955599" y="112625"/>
                  <a:pt x="956012" y="116127"/>
                  <a:pt x="956838" y="117968"/>
                </a:cubicBezTo>
                <a:cubicBezTo>
                  <a:pt x="957487" y="119452"/>
                  <a:pt x="958535" y="120610"/>
                  <a:pt x="959981" y="121442"/>
                </a:cubicBezTo>
                <a:cubicBezTo>
                  <a:pt x="961427" y="122272"/>
                  <a:pt x="964097" y="122687"/>
                  <a:pt x="967992" y="122687"/>
                </a:cubicBezTo>
                <a:lnTo>
                  <a:pt x="967992" y="125873"/>
                </a:lnTo>
                <a:lnTo>
                  <a:pt x="927893" y="125873"/>
                </a:lnTo>
                <a:lnTo>
                  <a:pt x="927893" y="122687"/>
                </a:lnTo>
                <a:lnTo>
                  <a:pt x="929575" y="122687"/>
                </a:lnTo>
                <a:cubicBezTo>
                  <a:pt x="933351" y="122687"/>
                  <a:pt x="935992" y="122109"/>
                  <a:pt x="937497" y="120952"/>
                </a:cubicBezTo>
                <a:cubicBezTo>
                  <a:pt x="939002" y="119794"/>
                  <a:pt x="940049" y="118087"/>
                  <a:pt x="940639" y="115832"/>
                </a:cubicBezTo>
                <a:cubicBezTo>
                  <a:pt x="940876" y="114941"/>
                  <a:pt x="940994" y="112151"/>
                  <a:pt x="940994" y="107461"/>
                </a:cubicBezTo>
                <a:lnTo>
                  <a:pt x="940994" y="74322"/>
                </a:lnTo>
                <a:cubicBezTo>
                  <a:pt x="940994" y="66957"/>
                  <a:pt x="940035" y="61610"/>
                  <a:pt x="938117" y="58281"/>
                </a:cubicBezTo>
                <a:cubicBezTo>
                  <a:pt x="936199" y="54952"/>
                  <a:pt x="932968" y="53288"/>
                  <a:pt x="928424" y="53288"/>
                </a:cubicBezTo>
                <a:cubicBezTo>
                  <a:pt x="921401" y="53288"/>
                  <a:pt x="914409" y="57124"/>
                  <a:pt x="907445" y="64796"/>
                </a:cubicBezTo>
                <a:lnTo>
                  <a:pt x="907445" y="107461"/>
                </a:lnTo>
                <a:cubicBezTo>
                  <a:pt x="907445" y="112981"/>
                  <a:pt x="907770" y="116394"/>
                  <a:pt x="908419" y="117702"/>
                </a:cubicBezTo>
                <a:cubicBezTo>
                  <a:pt x="909245" y="119423"/>
                  <a:pt x="910381" y="120684"/>
                  <a:pt x="911827" y="121486"/>
                </a:cubicBezTo>
                <a:cubicBezTo>
                  <a:pt x="913273" y="122286"/>
                  <a:pt x="916208" y="122687"/>
                  <a:pt x="920634" y="122687"/>
                </a:cubicBezTo>
                <a:lnTo>
                  <a:pt x="920634" y="125873"/>
                </a:lnTo>
                <a:lnTo>
                  <a:pt x="880535" y="125873"/>
                </a:lnTo>
                <a:lnTo>
                  <a:pt x="880535" y="122687"/>
                </a:lnTo>
                <a:lnTo>
                  <a:pt x="882306" y="122687"/>
                </a:lnTo>
                <a:cubicBezTo>
                  <a:pt x="886437" y="122687"/>
                  <a:pt x="889225" y="121634"/>
                  <a:pt x="890671" y="119528"/>
                </a:cubicBezTo>
                <a:cubicBezTo>
                  <a:pt x="892117" y="117420"/>
                  <a:pt x="892839" y="113398"/>
                  <a:pt x="892839" y="107461"/>
                </a:cubicBezTo>
                <a:lnTo>
                  <a:pt x="892839" y="77542"/>
                </a:lnTo>
                <a:cubicBezTo>
                  <a:pt x="892839" y="67805"/>
                  <a:pt x="892618" y="61874"/>
                  <a:pt x="892176" y="59750"/>
                </a:cubicBezTo>
                <a:cubicBezTo>
                  <a:pt x="891733" y="57626"/>
                  <a:pt x="891054" y="56180"/>
                  <a:pt x="890140" y="55413"/>
                </a:cubicBezTo>
                <a:cubicBezTo>
                  <a:pt x="889225" y="54645"/>
                  <a:pt x="888000" y="54262"/>
                  <a:pt x="886466" y="54262"/>
                </a:cubicBezTo>
                <a:cubicBezTo>
                  <a:pt x="884814" y="54262"/>
                  <a:pt x="882837" y="54704"/>
                  <a:pt x="880535" y="55590"/>
                </a:cubicBezTo>
                <a:lnTo>
                  <a:pt x="879208" y="52403"/>
                </a:lnTo>
                <a:lnTo>
                  <a:pt x="903639" y="42489"/>
                </a:lnTo>
                <a:lnTo>
                  <a:pt x="907445" y="42489"/>
                </a:lnTo>
                <a:lnTo>
                  <a:pt x="907445" y="59573"/>
                </a:lnTo>
                <a:close/>
                <a:moveTo>
                  <a:pt x="1043321" y="95069"/>
                </a:moveTo>
                <a:cubicBezTo>
                  <a:pt x="1041138" y="105750"/>
                  <a:pt x="1036859" y="113968"/>
                  <a:pt x="1030486" y="119721"/>
                </a:cubicBezTo>
                <a:cubicBezTo>
                  <a:pt x="1024113" y="125475"/>
                  <a:pt x="1017061" y="128352"/>
                  <a:pt x="1009330" y="128352"/>
                </a:cubicBezTo>
                <a:cubicBezTo>
                  <a:pt x="1000124" y="128352"/>
                  <a:pt x="992099" y="124491"/>
                  <a:pt x="985253" y="116770"/>
                </a:cubicBezTo>
                <a:cubicBezTo>
                  <a:pt x="978408" y="109047"/>
                  <a:pt x="974985" y="98611"/>
                  <a:pt x="974985" y="85465"/>
                </a:cubicBezTo>
                <a:cubicBezTo>
                  <a:pt x="974985" y="72731"/>
                  <a:pt x="978777" y="62385"/>
                  <a:pt x="986360" y="54428"/>
                </a:cubicBezTo>
                <a:cubicBezTo>
                  <a:pt x="993943" y="46469"/>
                  <a:pt x="1003045" y="42489"/>
                  <a:pt x="1013668" y="42489"/>
                </a:cubicBezTo>
                <a:cubicBezTo>
                  <a:pt x="1021634" y="42489"/>
                  <a:pt x="1028185" y="44606"/>
                  <a:pt x="1033319" y="48840"/>
                </a:cubicBezTo>
                <a:cubicBezTo>
                  <a:pt x="1038453" y="53072"/>
                  <a:pt x="1041020" y="57468"/>
                  <a:pt x="1041020" y="62027"/>
                </a:cubicBezTo>
                <a:cubicBezTo>
                  <a:pt x="1041020" y="64276"/>
                  <a:pt x="1040297" y="66098"/>
                  <a:pt x="1038851" y="67490"/>
                </a:cubicBezTo>
                <a:cubicBezTo>
                  <a:pt x="1037405" y="68880"/>
                  <a:pt x="1035384" y="69576"/>
                  <a:pt x="1032788" y="69576"/>
                </a:cubicBezTo>
                <a:cubicBezTo>
                  <a:pt x="1029306" y="69576"/>
                  <a:pt x="1026680" y="68445"/>
                  <a:pt x="1024909" y="66184"/>
                </a:cubicBezTo>
                <a:cubicBezTo>
                  <a:pt x="1023906" y="64934"/>
                  <a:pt x="1023242" y="62553"/>
                  <a:pt x="1022918" y="59042"/>
                </a:cubicBezTo>
                <a:cubicBezTo>
                  <a:pt x="1022593" y="55531"/>
                  <a:pt x="1021398" y="52853"/>
                  <a:pt x="1019333" y="51009"/>
                </a:cubicBezTo>
                <a:cubicBezTo>
                  <a:pt x="1017267" y="49224"/>
                  <a:pt x="1014405" y="48331"/>
                  <a:pt x="1010747" y="48331"/>
                </a:cubicBezTo>
                <a:cubicBezTo>
                  <a:pt x="1004845" y="48331"/>
                  <a:pt x="1000095" y="50515"/>
                  <a:pt x="996495" y="54881"/>
                </a:cubicBezTo>
                <a:cubicBezTo>
                  <a:pt x="991715" y="60665"/>
                  <a:pt x="989325" y="68307"/>
                  <a:pt x="989325" y="77808"/>
                </a:cubicBezTo>
                <a:cubicBezTo>
                  <a:pt x="989325" y="87486"/>
                  <a:pt x="991700" y="96028"/>
                  <a:pt x="996451" y="103434"/>
                </a:cubicBezTo>
                <a:cubicBezTo>
                  <a:pt x="1001201" y="110840"/>
                  <a:pt x="1007619" y="114543"/>
                  <a:pt x="1015704" y="114543"/>
                </a:cubicBezTo>
                <a:cubicBezTo>
                  <a:pt x="1021487" y="114543"/>
                  <a:pt x="1026680" y="112566"/>
                  <a:pt x="1031283" y="108612"/>
                </a:cubicBezTo>
                <a:cubicBezTo>
                  <a:pt x="1034528" y="105898"/>
                  <a:pt x="1037686" y="100970"/>
                  <a:pt x="1040754" y="93830"/>
                </a:cubicBezTo>
                <a:lnTo>
                  <a:pt x="1043321" y="95069"/>
                </a:lnTo>
                <a:close/>
                <a:moveTo>
                  <a:pt x="1094420" y="42489"/>
                </a:moveTo>
                <a:cubicBezTo>
                  <a:pt x="1106694" y="42489"/>
                  <a:pt x="1116549" y="47146"/>
                  <a:pt x="1123985" y="56461"/>
                </a:cubicBezTo>
                <a:cubicBezTo>
                  <a:pt x="1130299" y="64418"/>
                  <a:pt x="1133456" y="73556"/>
                  <a:pt x="1133456" y="83874"/>
                </a:cubicBezTo>
                <a:cubicBezTo>
                  <a:pt x="1133456" y="91125"/>
                  <a:pt x="1131715" y="98465"/>
                  <a:pt x="1128234" y="105893"/>
                </a:cubicBezTo>
                <a:cubicBezTo>
                  <a:pt x="1124752" y="113319"/>
                  <a:pt x="1119957" y="118919"/>
                  <a:pt x="1113849" y="122692"/>
                </a:cubicBezTo>
                <a:cubicBezTo>
                  <a:pt x="1107742" y="126465"/>
                  <a:pt x="1100941" y="128352"/>
                  <a:pt x="1093446" y="128352"/>
                </a:cubicBezTo>
                <a:cubicBezTo>
                  <a:pt x="1081230" y="128352"/>
                  <a:pt x="1071523" y="123488"/>
                  <a:pt x="1064323" y="113760"/>
                </a:cubicBezTo>
                <a:cubicBezTo>
                  <a:pt x="1058245" y="105567"/>
                  <a:pt x="1055206" y="96371"/>
                  <a:pt x="1055206" y="86173"/>
                </a:cubicBezTo>
                <a:cubicBezTo>
                  <a:pt x="1055206" y="78745"/>
                  <a:pt x="1057050" y="71361"/>
                  <a:pt x="1060738" y="64021"/>
                </a:cubicBezTo>
                <a:cubicBezTo>
                  <a:pt x="1064427" y="56681"/>
                  <a:pt x="1069280" y="51258"/>
                  <a:pt x="1075300" y="47750"/>
                </a:cubicBezTo>
                <a:cubicBezTo>
                  <a:pt x="1081319" y="44243"/>
                  <a:pt x="1087692" y="42489"/>
                  <a:pt x="1094420" y="42489"/>
                </a:cubicBezTo>
                <a:moveTo>
                  <a:pt x="1091676" y="48331"/>
                </a:moveTo>
                <a:cubicBezTo>
                  <a:pt x="1088548" y="48331"/>
                  <a:pt x="1085406" y="49258"/>
                  <a:pt x="1082248" y="51111"/>
                </a:cubicBezTo>
                <a:cubicBezTo>
                  <a:pt x="1079091" y="52963"/>
                  <a:pt x="1076539" y="56211"/>
                  <a:pt x="1074592" y="60856"/>
                </a:cubicBezTo>
                <a:cubicBezTo>
                  <a:pt x="1072644" y="65502"/>
                  <a:pt x="1071670" y="71469"/>
                  <a:pt x="1071670" y="78759"/>
                </a:cubicBezTo>
                <a:cubicBezTo>
                  <a:pt x="1071670" y="90519"/>
                  <a:pt x="1074016" y="100663"/>
                  <a:pt x="1078708" y="109190"/>
                </a:cubicBezTo>
                <a:cubicBezTo>
                  <a:pt x="1083399" y="117716"/>
                  <a:pt x="1089581" y="121979"/>
                  <a:pt x="1097252" y="121979"/>
                </a:cubicBezTo>
                <a:cubicBezTo>
                  <a:pt x="1102976" y="121979"/>
                  <a:pt x="1107697" y="119626"/>
                  <a:pt x="1111415" y="114922"/>
                </a:cubicBezTo>
                <a:cubicBezTo>
                  <a:pt x="1115133" y="110218"/>
                  <a:pt x="1116992" y="102133"/>
                  <a:pt x="1116992" y="90668"/>
                </a:cubicBezTo>
                <a:cubicBezTo>
                  <a:pt x="1116992" y="76320"/>
                  <a:pt x="1113894" y="65031"/>
                  <a:pt x="1107697" y="56798"/>
                </a:cubicBezTo>
                <a:cubicBezTo>
                  <a:pt x="1103508" y="51154"/>
                  <a:pt x="1098167" y="48331"/>
                  <a:pt x="1091676" y="48331"/>
                </a:cubicBezTo>
                <a:close/>
                <a:moveTo>
                  <a:pt x="1169129" y="42489"/>
                </a:moveTo>
                <a:lnTo>
                  <a:pt x="1169129" y="60724"/>
                </a:lnTo>
                <a:cubicBezTo>
                  <a:pt x="1175915" y="48567"/>
                  <a:pt x="1182879" y="42489"/>
                  <a:pt x="1190019" y="42489"/>
                </a:cubicBezTo>
                <a:cubicBezTo>
                  <a:pt x="1193265" y="42489"/>
                  <a:pt x="1195950" y="43477"/>
                  <a:pt x="1198074" y="45454"/>
                </a:cubicBezTo>
                <a:cubicBezTo>
                  <a:pt x="1200199" y="47431"/>
                  <a:pt x="1201261" y="49718"/>
                  <a:pt x="1201261" y="52314"/>
                </a:cubicBezTo>
                <a:cubicBezTo>
                  <a:pt x="1201261" y="54616"/>
                  <a:pt x="1200494" y="56563"/>
                  <a:pt x="1198960" y="58157"/>
                </a:cubicBezTo>
                <a:cubicBezTo>
                  <a:pt x="1197425" y="59750"/>
                  <a:pt x="1195596" y="60547"/>
                  <a:pt x="1193471" y="60547"/>
                </a:cubicBezTo>
                <a:cubicBezTo>
                  <a:pt x="1191406" y="60547"/>
                  <a:pt x="1189090" y="59543"/>
                  <a:pt x="1186523" y="57537"/>
                </a:cubicBezTo>
                <a:cubicBezTo>
                  <a:pt x="1183956" y="55531"/>
                  <a:pt x="1182053" y="54527"/>
                  <a:pt x="1180813" y="54527"/>
                </a:cubicBezTo>
                <a:cubicBezTo>
                  <a:pt x="1179751" y="54527"/>
                  <a:pt x="1178600" y="55113"/>
                  <a:pt x="1177361" y="56284"/>
                </a:cubicBezTo>
                <a:cubicBezTo>
                  <a:pt x="1174706" y="58687"/>
                  <a:pt x="1171961" y="62642"/>
                  <a:pt x="1169129" y="68148"/>
                </a:cubicBezTo>
                <a:lnTo>
                  <a:pt x="1169129" y="106930"/>
                </a:lnTo>
                <a:cubicBezTo>
                  <a:pt x="1169129" y="111419"/>
                  <a:pt x="1169689" y="114814"/>
                  <a:pt x="1170811" y="117116"/>
                </a:cubicBezTo>
                <a:cubicBezTo>
                  <a:pt x="1171578" y="118711"/>
                  <a:pt x="1172935" y="120038"/>
                  <a:pt x="1174883" y="121099"/>
                </a:cubicBezTo>
                <a:cubicBezTo>
                  <a:pt x="1176830" y="122157"/>
                  <a:pt x="1179633" y="122687"/>
                  <a:pt x="1183292" y="122687"/>
                </a:cubicBezTo>
                <a:lnTo>
                  <a:pt x="1183292" y="125873"/>
                </a:lnTo>
                <a:lnTo>
                  <a:pt x="1141777" y="125873"/>
                </a:lnTo>
                <a:lnTo>
                  <a:pt x="1141777" y="122687"/>
                </a:lnTo>
                <a:cubicBezTo>
                  <a:pt x="1145907" y="122687"/>
                  <a:pt x="1148976" y="122030"/>
                  <a:pt x="1150983" y="120717"/>
                </a:cubicBezTo>
                <a:cubicBezTo>
                  <a:pt x="1152458" y="119762"/>
                  <a:pt x="1153491" y="118240"/>
                  <a:pt x="1154081" y="116150"/>
                </a:cubicBezTo>
                <a:cubicBezTo>
                  <a:pt x="1154376" y="115134"/>
                  <a:pt x="1154523" y="112238"/>
                  <a:pt x="1154523" y="107461"/>
                </a:cubicBezTo>
                <a:lnTo>
                  <a:pt x="1154523" y="76303"/>
                </a:lnTo>
                <a:cubicBezTo>
                  <a:pt x="1154523" y="66861"/>
                  <a:pt x="1154331" y="61240"/>
                  <a:pt x="1153948" y="59440"/>
                </a:cubicBezTo>
                <a:cubicBezTo>
                  <a:pt x="1153564" y="57640"/>
                  <a:pt x="1152856" y="56327"/>
                  <a:pt x="1151823" y="55501"/>
                </a:cubicBezTo>
                <a:cubicBezTo>
                  <a:pt x="1150791" y="54675"/>
                  <a:pt x="1149507" y="54262"/>
                  <a:pt x="1147973" y="54262"/>
                </a:cubicBezTo>
                <a:cubicBezTo>
                  <a:pt x="1146144" y="54262"/>
                  <a:pt x="1144078" y="54704"/>
                  <a:pt x="1141777" y="55590"/>
                </a:cubicBezTo>
                <a:lnTo>
                  <a:pt x="1140891" y="52403"/>
                </a:lnTo>
                <a:lnTo>
                  <a:pt x="1165411" y="42489"/>
                </a:lnTo>
                <a:lnTo>
                  <a:pt x="1169129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(d)Uniqueincor">
            <a:extLst xmlns:a="http://schemas.openxmlformats.org/drawingml/2006/main">
              <a:ext uri="{FF2B5EF4-FFF2-40B4-BE49-F238E27FC236}">
                <a16:creationId xmlns:a16="http://schemas.microsoft.com/office/drawing/2014/main" id="{658FCCAA-216B-40D8-B241-5C6A88D5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054" y="3393787"/>
            <a:ext cx="1201261" cy="164644"/>
          </a:xfrm>
          <a:custGeom xmlns:a="http://schemas.openxmlformats.org/drawingml/2006/main">
            <a:pathLst>
              <a:path w="1201261" h="164644" fill="none">
                <a:moveTo>
                  <a:pt x="48862" y="161281"/>
                </a:moveTo>
                <a:lnTo>
                  <a:pt x="48862" y="164644"/>
                </a:lnTo>
                <a:cubicBezTo>
                  <a:pt x="39951" y="160160"/>
                  <a:pt x="32516" y="154907"/>
                  <a:pt x="26556" y="148888"/>
                </a:cubicBezTo>
                <a:cubicBezTo>
                  <a:pt x="18058" y="140331"/>
                  <a:pt x="11507" y="130240"/>
                  <a:pt x="6904" y="118615"/>
                </a:cubicBezTo>
                <a:cubicBezTo>
                  <a:pt x="2301" y="106989"/>
                  <a:pt x="0" y="94921"/>
                  <a:pt x="0" y="82411"/>
                </a:cubicBezTo>
                <a:cubicBezTo>
                  <a:pt x="0" y="64117"/>
                  <a:pt x="4514" y="47431"/>
                  <a:pt x="13543" y="32354"/>
                </a:cubicBezTo>
                <a:cubicBezTo>
                  <a:pt x="22572" y="17276"/>
                  <a:pt x="34345" y="6491"/>
                  <a:pt x="48862" y="0"/>
                </a:cubicBezTo>
                <a:lnTo>
                  <a:pt x="48862" y="3718"/>
                </a:lnTo>
                <a:cubicBezTo>
                  <a:pt x="41604" y="7729"/>
                  <a:pt x="35643" y="13214"/>
                  <a:pt x="30981" y="20174"/>
                </a:cubicBezTo>
                <a:cubicBezTo>
                  <a:pt x="26320" y="27134"/>
                  <a:pt x="22838" y="35951"/>
                  <a:pt x="20536" y="46627"/>
                </a:cubicBezTo>
                <a:cubicBezTo>
                  <a:pt x="18235" y="57301"/>
                  <a:pt x="17084" y="68448"/>
                  <a:pt x="17084" y="80068"/>
                </a:cubicBezTo>
                <a:cubicBezTo>
                  <a:pt x="17084" y="92689"/>
                  <a:pt x="18058" y="104160"/>
                  <a:pt x="20005" y="114482"/>
                </a:cubicBezTo>
                <a:cubicBezTo>
                  <a:pt x="21539" y="122620"/>
                  <a:pt x="23398" y="129151"/>
                  <a:pt x="25582" y="134075"/>
                </a:cubicBezTo>
                <a:cubicBezTo>
                  <a:pt x="27765" y="139001"/>
                  <a:pt x="30701" y="143734"/>
                  <a:pt x="34389" y="148274"/>
                </a:cubicBezTo>
                <a:cubicBezTo>
                  <a:pt x="38078" y="152816"/>
                  <a:pt x="42902" y="157152"/>
                  <a:pt x="48862" y="161281"/>
                </a:cubicBezTo>
                <a:close/>
                <a:moveTo>
                  <a:pt x="115869" y="116761"/>
                </a:moveTo>
                <a:cubicBezTo>
                  <a:pt x="111915" y="120890"/>
                  <a:pt x="108050" y="123855"/>
                  <a:pt x="104273" y="125655"/>
                </a:cubicBezTo>
                <a:cubicBezTo>
                  <a:pt x="100496" y="127453"/>
                  <a:pt x="96424" y="128352"/>
                  <a:pt x="92057" y="128352"/>
                </a:cubicBezTo>
                <a:cubicBezTo>
                  <a:pt x="83205" y="128352"/>
                  <a:pt x="75475" y="124657"/>
                  <a:pt x="68865" y="117268"/>
                </a:cubicBezTo>
                <a:cubicBezTo>
                  <a:pt x="62256" y="109876"/>
                  <a:pt x="58951" y="100379"/>
                  <a:pt x="58951" y="88776"/>
                </a:cubicBezTo>
                <a:cubicBezTo>
                  <a:pt x="58951" y="77174"/>
                  <a:pt x="62610" y="66559"/>
                  <a:pt x="69928" y="56931"/>
                </a:cubicBezTo>
                <a:cubicBezTo>
                  <a:pt x="77245" y="47303"/>
                  <a:pt x="86658" y="42489"/>
                  <a:pt x="98165" y="42489"/>
                </a:cubicBezTo>
                <a:cubicBezTo>
                  <a:pt x="105305" y="42489"/>
                  <a:pt x="111207" y="44760"/>
                  <a:pt x="115869" y="49302"/>
                </a:cubicBezTo>
                <a:lnTo>
                  <a:pt x="115869" y="34168"/>
                </a:lnTo>
                <a:cubicBezTo>
                  <a:pt x="115869" y="24942"/>
                  <a:pt x="115647" y="19271"/>
                  <a:pt x="115205" y="17156"/>
                </a:cubicBezTo>
                <a:cubicBezTo>
                  <a:pt x="114762" y="15041"/>
                  <a:pt x="114069" y="13601"/>
                  <a:pt x="113125" y="12835"/>
                </a:cubicBezTo>
                <a:cubicBezTo>
                  <a:pt x="112180" y="12068"/>
                  <a:pt x="111000" y="11684"/>
                  <a:pt x="109584" y="11684"/>
                </a:cubicBezTo>
                <a:cubicBezTo>
                  <a:pt x="108050" y="11684"/>
                  <a:pt x="106014" y="12157"/>
                  <a:pt x="103476" y="13101"/>
                </a:cubicBezTo>
                <a:lnTo>
                  <a:pt x="102325" y="9914"/>
                </a:lnTo>
                <a:lnTo>
                  <a:pt x="126491" y="0"/>
                </a:lnTo>
                <a:lnTo>
                  <a:pt x="130474" y="0"/>
                </a:lnTo>
                <a:lnTo>
                  <a:pt x="130474" y="93830"/>
                </a:lnTo>
                <a:cubicBezTo>
                  <a:pt x="130474" y="103292"/>
                  <a:pt x="130695" y="109066"/>
                  <a:pt x="131138" y="111152"/>
                </a:cubicBezTo>
                <a:cubicBezTo>
                  <a:pt x="131581" y="113237"/>
                  <a:pt x="132289" y="114693"/>
                  <a:pt x="133263" y="115519"/>
                </a:cubicBezTo>
                <a:cubicBezTo>
                  <a:pt x="134236" y="116344"/>
                  <a:pt x="135372" y="116756"/>
                  <a:pt x="136670" y="116756"/>
                </a:cubicBezTo>
                <a:cubicBezTo>
                  <a:pt x="138264" y="116756"/>
                  <a:pt x="140388" y="116254"/>
                  <a:pt x="143044" y="115251"/>
                </a:cubicBezTo>
                <a:lnTo>
                  <a:pt x="144018" y="118438"/>
                </a:lnTo>
                <a:lnTo>
                  <a:pt x="119940" y="128352"/>
                </a:lnTo>
                <a:lnTo>
                  <a:pt x="115869" y="128352"/>
                </a:lnTo>
                <a:lnTo>
                  <a:pt x="115869" y="116761"/>
                </a:lnTo>
                <a:moveTo>
                  <a:pt x="115869" y="110579"/>
                </a:moveTo>
                <a:lnTo>
                  <a:pt x="115869" y="68903"/>
                </a:lnTo>
                <a:cubicBezTo>
                  <a:pt x="115515" y="64900"/>
                  <a:pt x="114452" y="61250"/>
                  <a:pt x="112682" y="57955"/>
                </a:cubicBezTo>
                <a:cubicBezTo>
                  <a:pt x="110912" y="54657"/>
                  <a:pt x="108566" y="52171"/>
                  <a:pt x="105645" y="50494"/>
                </a:cubicBezTo>
                <a:cubicBezTo>
                  <a:pt x="102724" y="48816"/>
                  <a:pt x="99876" y="47977"/>
                  <a:pt x="97103" y="47977"/>
                </a:cubicBezTo>
                <a:cubicBezTo>
                  <a:pt x="91910" y="47977"/>
                  <a:pt x="87277" y="50302"/>
                  <a:pt x="83205" y="54953"/>
                </a:cubicBezTo>
                <a:cubicBezTo>
                  <a:pt x="77835" y="61074"/>
                  <a:pt x="75150" y="70021"/>
                  <a:pt x="75150" y="81794"/>
                </a:cubicBezTo>
                <a:cubicBezTo>
                  <a:pt x="75150" y="93685"/>
                  <a:pt x="77747" y="102795"/>
                  <a:pt x="82940" y="109124"/>
                </a:cubicBezTo>
                <a:cubicBezTo>
                  <a:pt x="88133" y="115451"/>
                  <a:pt x="93916" y="118615"/>
                  <a:pt x="100289" y="118615"/>
                </a:cubicBezTo>
                <a:cubicBezTo>
                  <a:pt x="105660" y="118615"/>
                  <a:pt x="110853" y="115936"/>
                  <a:pt x="115869" y="110579"/>
                </a:cubicBezTo>
                <a:close/>
                <a:moveTo>
                  <a:pt x="147647" y="3718"/>
                </a:moveTo>
                <a:lnTo>
                  <a:pt x="147647" y="0"/>
                </a:lnTo>
                <a:cubicBezTo>
                  <a:pt x="156617" y="4426"/>
                  <a:pt x="164082" y="9649"/>
                  <a:pt x="170043" y="15668"/>
                </a:cubicBezTo>
                <a:cubicBezTo>
                  <a:pt x="178481" y="24284"/>
                  <a:pt x="185002" y="34389"/>
                  <a:pt x="189605" y="45985"/>
                </a:cubicBezTo>
                <a:cubicBezTo>
                  <a:pt x="194208" y="57581"/>
                  <a:pt x="196510" y="69664"/>
                  <a:pt x="196510" y="82234"/>
                </a:cubicBezTo>
                <a:cubicBezTo>
                  <a:pt x="196510" y="100528"/>
                  <a:pt x="192010" y="117213"/>
                  <a:pt x="183011" y="132291"/>
                </a:cubicBezTo>
                <a:cubicBezTo>
                  <a:pt x="174011" y="147369"/>
                  <a:pt x="162223" y="158153"/>
                  <a:pt x="147647" y="164644"/>
                </a:cubicBezTo>
                <a:lnTo>
                  <a:pt x="147647" y="161281"/>
                </a:lnTo>
                <a:cubicBezTo>
                  <a:pt x="154906" y="157211"/>
                  <a:pt x="160881" y="151711"/>
                  <a:pt x="165572" y="144780"/>
                </a:cubicBezTo>
                <a:cubicBezTo>
                  <a:pt x="170264" y="137850"/>
                  <a:pt x="173746" y="129033"/>
                  <a:pt x="176018" y="118330"/>
                </a:cubicBezTo>
                <a:cubicBezTo>
                  <a:pt x="178290" y="107625"/>
                  <a:pt x="179426" y="96463"/>
                  <a:pt x="179426" y="84845"/>
                </a:cubicBezTo>
                <a:cubicBezTo>
                  <a:pt x="179426" y="72281"/>
                  <a:pt x="178452" y="60809"/>
                  <a:pt x="176505" y="50431"/>
                </a:cubicBezTo>
                <a:cubicBezTo>
                  <a:pt x="175029" y="42291"/>
                  <a:pt x="173185" y="35773"/>
                  <a:pt x="170972" y="30879"/>
                </a:cubicBezTo>
                <a:cubicBezTo>
                  <a:pt x="168759" y="25983"/>
                  <a:pt x="165823" y="21265"/>
                  <a:pt x="162165" y="16724"/>
                </a:cubicBezTo>
                <a:cubicBezTo>
                  <a:pt x="158506" y="12182"/>
                  <a:pt x="153667" y="7847"/>
                  <a:pt x="147647" y="3718"/>
                </a:cubicBezTo>
                <a:close/>
                <a:moveTo>
                  <a:pt x="335748" y="9206"/>
                </a:moveTo>
                <a:lnTo>
                  <a:pt x="335748" y="5842"/>
                </a:lnTo>
                <a:lnTo>
                  <a:pt x="378237" y="5842"/>
                </a:lnTo>
                <a:lnTo>
                  <a:pt x="378237" y="9206"/>
                </a:lnTo>
                <a:lnTo>
                  <a:pt x="373722" y="9206"/>
                </a:lnTo>
                <a:cubicBezTo>
                  <a:pt x="369001" y="9206"/>
                  <a:pt x="365372" y="11174"/>
                  <a:pt x="362834" y="15109"/>
                </a:cubicBezTo>
                <a:cubicBezTo>
                  <a:pt x="361595" y="16929"/>
                  <a:pt x="360975" y="21158"/>
                  <a:pt x="360975" y="27795"/>
                </a:cubicBezTo>
                <a:lnTo>
                  <a:pt x="360975" y="76394"/>
                </a:lnTo>
                <a:cubicBezTo>
                  <a:pt x="360975" y="88413"/>
                  <a:pt x="359780" y="97736"/>
                  <a:pt x="357390" y="104363"/>
                </a:cubicBezTo>
                <a:cubicBezTo>
                  <a:pt x="355000" y="110989"/>
                  <a:pt x="350309" y="116674"/>
                  <a:pt x="343316" y="121417"/>
                </a:cubicBezTo>
                <a:cubicBezTo>
                  <a:pt x="336323" y="126158"/>
                  <a:pt x="326807" y="128529"/>
                  <a:pt x="314769" y="128529"/>
                </a:cubicBezTo>
                <a:cubicBezTo>
                  <a:pt x="301668" y="128529"/>
                  <a:pt x="291724" y="126262"/>
                  <a:pt x="284938" y="121727"/>
                </a:cubicBezTo>
                <a:cubicBezTo>
                  <a:pt x="278152" y="117190"/>
                  <a:pt x="273342" y="111093"/>
                  <a:pt x="270510" y="103434"/>
                </a:cubicBezTo>
                <a:cubicBezTo>
                  <a:pt x="268621" y="98191"/>
                  <a:pt x="267677" y="88353"/>
                  <a:pt x="267677" y="73918"/>
                </a:cubicBezTo>
                <a:lnTo>
                  <a:pt x="267677" y="27087"/>
                </a:lnTo>
                <a:cubicBezTo>
                  <a:pt x="267677" y="19747"/>
                  <a:pt x="266659" y="14932"/>
                  <a:pt x="264623" y="12642"/>
                </a:cubicBezTo>
                <a:cubicBezTo>
                  <a:pt x="262587" y="10351"/>
                  <a:pt x="259297" y="9206"/>
                  <a:pt x="254753" y="9206"/>
                </a:cubicBezTo>
                <a:lnTo>
                  <a:pt x="250239" y="9206"/>
                </a:lnTo>
                <a:lnTo>
                  <a:pt x="250239" y="5842"/>
                </a:lnTo>
                <a:lnTo>
                  <a:pt x="302111" y="5842"/>
                </a:lnTo>
                <a:lnTo>
                  <a:pt x="302111" y="9206"/>
                </a:lnTo>
                <a:lnTo>
                  <a:pt x="297508" y="9206"/>
                </a:lnTo>
                <a:cubicBezTo>
                  <a:pt x="292551" y="9206"/>
                  <a:pt x="289010" y="10762"/>
                  <a:pt x="286885" y="13875"/>
                </a:cubicBezTo>
                <a:cubicBezTo>
                  <a:pt x="285410" y="15989"/>
                  <a:pt x="284673" y="20392"/>
                  <a:pt x="284673" y="27087"/>
                </a:cubicBezTo>
                <a:lnTo>
                  <a:pt x="284673" y="79302"/>
                </a:lnTo>
                <a:cubicBezTo>
                  <a:pt x="284673" y="83956"/>
                  <a:pt x="285100" y="89288"/>
                  <a:pt x="285956" y="95296"/>
                </a:cubicBezTo>
                <a:cubicBezTo>
                  <a:pt x="286812" y="101302"/>
                  <a:pt x="288361" y="105984"/>
                  <a:pt x="290603" y="109343"/>
                </a:cubicBezTo>
                <a:cubicBezTo>
                  <a:pt x="292846" y="112699"/>
                  <a:pt x="296077" y="115467"/>
                  <a:pt x="300296" y="117647"/>
                </a:cubicBezTo>
                <a:cubicBezTo>
                  <a:pt x="304515" y="119826"/>
                  <a:pt x="309694" y="120916"/>
                  <a:pt x="315831" y="120916"/>
                </a:cubicBezTo>
                <a:cubicBezTo>
                  <a:pt x="323680" y="120916"/>
                  <a:pt x="330702" y="119209"/>
                  <a:pt x="336898" y="115793"/>
                </a:cubicBezTo>
                <a:cubicBezTo>
                  <a:pt x="343095" y="112376"/>
                  <a:pt x="347329" y="108003"/>
                  <a:pt x="349601" y="102673"/>
                </a:cubicBezTo>
                <a:cubicBezTo>
                  <a:pt x="351873" y="97342"/>
                  <a:pt x="353009" y="88315"/>
                  <a:pt x="353009" y="75592"/>
                </a:cubicBezTo>
                <a:lnTo>
                  <a:pt x="353009" y="27087"/>
                </a:lnTo>
                <a:cubicBezTo>
                  <a:pt x="353009" y="19629"/>
                  <a:pt x="352183" y="14961"/>
                  <a:pt x="350530" y="13081"/>
                </a:cubicBezTo>
                <a:cubicBezTo>
                  <a:pt x="348229" y="10498"/>
                  <a:pt x="344806" y="9206"/>
                  <a:pt x="340262" y="9206"/>
                </a:cubicBezTo>
                <a:lnTo>
                  <a:pt x="335748" y="9206"/>
                </a:lnTo>
                <a:close/>
                <a:moveTo>
                  <a:pt x="409454" y="59573"/>
                </a:moveTo>
                <a:cubicBezTo>
                  <a:pt x="418955" y="48184"/>
                  <a:pt x="428013" y="42489"/>
                  <a:pt x="436629" y="42489"/>
                </a:cubicBezTo>
                <a:cubicBezTo>
                  <a:pt x="441055" y="42489"/>
                  <a:pt x="444861" y="43593"/>
                  <a:pt x="448048" y="45800"/>
                </a:cubicBezTo>
                <a:cubicBezTo>
                  <a:pt x="451234" y="48006"/>
                  <a:pt x="453772" y="51640"/>
                  <a:pt x="455660" y="56702"/>
                </a:cubicBezTo>
                <a:cubicBezTo>
                  <a:pt x="456959" y="60233"/>
                  <a:pt x="457608" y="65648"/>
                  <a:pt x="457608" y="72945"/>
                </a:cubicBezTo>
                <a:lnTo>
                  <a:pt x="457608" y="107461"/>
                </a:lnTo>
                <a:cubicBezTo>
                  <a:pt x="457608" y="112625"/>
                  <a:pt x="458021" y="116127"/>
                  <a:pt x="458847" y="117968"/>
                </a:cubicBezTo>
                <a:cubicBezTo>
                  <a:pt x="459496" y="119452"/>
                  <a:pt x="460544" y="120610"/>
                  <a:pt x="461989" y="121442"/>
                </a:cubicBezTo>
                <a:cubicBezTo>
                  <a:pt x="463435" y="122272"/>
                  <a:pt x="466105" y="122687"/>
                  <a:pt x="470000" y="122687"/>
                </a:cubicBezTo>
                <a:lnTo>
                  <a:pt x="470000" y="125873"/>
                </a:lnTo>
                <a:lnTo>
                  <a:pt x="429901" y="125873"/>
                </a:lnTo>
                <a:lnTo>
                  <a:pt x="429901" y="122687"/>
                </a:lnTo>
                <a:lnTo>
                  <a:pt x="431583" y="122687"/>
                </a:lnTo>
                <a:cubicBezTo>
                  <a:pt x="435360" y="122687"/>
                  <a:pt x="438001" y="122109"/>
                  <a:pt x="439506" y="120952"/>
                </a:cubicBezTo>
                <a:cubicBezTo>
                  <a:pt x="441011" y="119794"/>
                  <a:pt x="442058" y="118087"/>
                  <a:pt x="442648" y="115832"/>
                </a:cubicBezTo>
                <a:cubicBezTo>
                  <a:pt x="442884" y="114941"/>
                  <a:pt x="443002" y="112151"/>
                  <a:pt x="443002" y="107461"/>
                </a:cubicBezTo>
                <a:lnTo>
                  <a:pt x="443002" y="74322"/>
                </a:lnTo>
                <a:cubicBezTo>
                  <a:pt x="443002" y="66957"/>
                  <a:pt x="442043" y="61610"/>
                  <a:pt x="440125" y="58281"/>
                </a:cubicBezTo>
                <a:cubicBezTo>
                  <a:pt x="438207" y="54952"/>
                  <a:pt x="434977" y="53288"/>
                  <a:pt x="430433" y="53288"/>
                </a:cubicBezTo>
                <a:cubicBezTo>
                  <a:pt x="423410" y="53288"/>
                  <a:pt x="416417" y="57124"/>
                  <a:pt x="409454" y="64796"/>
                </a:cubicBezTo>
                <a:lnTo>
                  <a:pt x="409454" y="107461"/>
                </a:lnTo>
                <a:cubicBezTo>
                  <a:pt x="409454" y="112981"/>
                  <a:pt x="409778" y="116394"/>
                  <a:pt x="410427" y="117702"/>
                </a:cubicBezTo>
                <a:cubicBezTo>
                  <a:pt x="411254" y="119423"/>
                  <a:pt x="412390" y="120684"/>
                  <a:pt x="413835" y="121486"/>
                </a:cubicBezTo>
                <a:cubicBezTo>
                  <a:pt x="415281" y="122286"/>
                  <a:pt x="418217" y="122687"/>
                  <a:pt x="422643" y="122687"/>
                </a:cubicBezTo>
                <a:lnTo>
                  <a:pt x="422643" y="125873"/>
                </a:lnTo>
                <a:lnTo>
                  <a:pt x="382544" y="125873"/>
                </a:lnTo>
                <a:lnTo>
                  <a:pt x="382544" y="122687"/>
                </a:lnTo>
                <a:lnTo>
                  <a:pt x="384314" y="122687"/>
                </a:lnTo>
                <a:cubicBezTo>
                  <a:pt x="388445" y="122687"/>
                  <a:pt x="391234" y="121634"/>
                  <a:pt x="392679" y="119528"/>
                </a:cubicBezTo>
                <a:cubicBezTo>
                  <a:pt x="394125" y="117420"/>
                  <a:pt x="394848" y="113398"/>
                  <a:pt x="394848" y="107461"/>
                </a:cubicBezTo>
                <a:lnTo>
                  <a:pt x="394848" y="77542"/>
                </a:lnTo>
                <a:cubicBezTo>
                  <a:pt x="394848" y="67805"/>
                  <a:pt x="394627" y="61874"/>
                  <a:pt x="394184" y="59750"/>
                </a:cubicBezTo>
                <a:cubicBezTo>
                  <a:pt x="393742" y="57626"/>
                  <a:pt x="393063" y="56180"/>
                  <a:pt x="392148" y="55413"/>
                </a:cubicBezTo>
                <a:cubicBezTo>
                  <a:pt x="391234" y="54645"/>
                  <a:pt x="390009" y="54262"/>
                  <a:pt x="388475" y="54262"/>
                </a:cubicBezTo>
                <a:cubicBezTo>
                  <a:pt x="386822" y="54262"/>
                  <a:pt x="384846" y="54704"/>
                  <a:pt x="382544" y="55590"/>
                </a:cubicBezTo>
                <a:lnTo>
                  <a:pt x="381216" y="52403"/>
                </a:lnTo>
                <a:lnTo>
                  <a:pt x="405647" y="42489"/>
                </a:lnTo>
                <a:lnTo>
                  <a:pt x="409454" y="42489"/>
                </a:lnTo>
                <a:lnTo>
                  <a:pt x="409454" y="59573"/>
                </a:lnTo>
                <a:close/>
                <a:moveTo>
                  <a:pt x="497087" y="0"/>
                </a:moveTo>
                <a:cubicBezTo>
                  <a:pt x="499565" y="0"/>
                  <a:pt x="501675" y="875"/>
                  <a:pt x="503416" y="2625"/>
                </a:cubicBezTo>
                <a:cubicBezTo>
                  <a:pt x="505156" y="4373"/>
                  <a:pt x="506027" y="6493"/>
                  <a:pt x="506027" y="8985"/>
                </a:cubicBezTo>
                <a:cubicBezTo>
                  <a:pt x="506027" y="11476"/>
                  <a:pt x="505156" y="13612"/>
                  <a:pt x="503416" y="15391"/>
                </a:cubicBezTo>
                <a:cubicBezTo>
                  <a:pt x="501675" y="17169"/>
                  <a:pt x="499565" y="18058"/>
                  <a:pt x="497087" y="18058"/>
                </a:cubicBezTo>
                <a:cubicBezTo>
                  <a:pt x="494608" y="18058"/>
                  <a:pt x="492484" y="17169"/>
                  <a:pt x="490713" y="15391"/>
                </a:cubicBezTo>
                <a:cubicBezTo>
                  <a:pt x="488943" y="13612"/>
                  <a:pt x="488058" y="11476"/>
                  <a:pt x="488058" y="8985"/>
                </a:cubicBezTo>
                <a:cubicBezTo>
                  <a:pt x="488058" y="6493"/>
                  <a:pt x="488928" y="4373"/>
                  <a:pt x="490669" y="2625"/>
                </a:cubicBezTo>
                <a:cubicBezTo>
                  <a:pt x="492410" y="875"/>
                  <a:pt x="494549" y="0"/>
                  <a:pt x="497087" y="0"/>
                </a:cubicBezTo>
                <a:moveTo>
                  <a:pt x="504434" y="42489"/>
                </a:moveTo>
                <a:lnTo>
                  <a:pt x="504434" y="107461"/>
                </a:lnTo>
                <a:cubicBezTo>
                  <a:pt x="504434" y="112566"/>
                  <a:pt x="504802" y="115965"/>
                  <a:pt x="505540" y="117658"/>
                </a:cubicBezTo>
                <a:cubicBezTo>
                  <a:pt x="506278" y="119349"/>
                  <a:pt x="507369" y="120610"/>
                  <a:pt x="508815" y="121442"/>
                </a:cubicBezTo>
                <a:cubicBezTo>
                  <a:pt x="510261" y="122272"/>
                  <a:pt x="512902" y="122687"/>
                  <a:pt x="516738" y="122687"/>
                </a:cubicBezTo>
                <a:lnTo>
                  <a:pt x="516738" y="125873"/>
                </a:lnTo>
                <a:lnTo>
                  <a:pt x="477347" y="125873"/>
                </a:lnTo>
                <a:lnTo>
                  <a:pt x="477347" y="122687"/>
                </a:lnTo>
                <a:cubicBezTo>
                  <a:pt x="481301" y="122687"/>
                  <a:pt x="483956" y="122301"/>
                  <a:pt x="485314" y="121530"/>
                </a:cubicBezTo>
                <a:cubicBezTo>
                  <a:pt x="486671" y="120758"/>
                  <a:pt x="487748" y="119482"/>
                  <a:pt x="488544" y="117702"/>
                </a:cubicBezTo>
                <a:cubicBezTo>
                  <a:pt x="489341" y="115921"/>
                  <a:pt x="489739" y="112507"/>
                  <a:pt x="489739" y="107461"/>
                </a:cubicBezTo>
                <a:lnTo>
                  <a:pt x="489739" y="76480"/>
                </a:lnTo>
                <a:cubicBezTo>
                  <a:pt x="489739" y="67650"/>
                  <a:pt x="489474" y="61932"/>
                  <a:pt x="488943" y="59324"/>
                </a:cubicBezTo>
                <a:cubicBezTo>
                  <a:pt x="488530" y="57426"/>
                  <a:pt x="487881" y="56109"/>
                  <a:pt x="486995" y="55371"/>
                </a:cubicBezTo>
                <a:cubicBezTo>
                  <a:pt x="486110" y="54632"/>
                  <a:pt x="484900" y="54262"/>
                  <a:pt x="483366" y="54262"/>
                </a:cubicBezTo>
                <a:cubicBezTo>
                  <a:pt x="481714" y="54262"/>
                  <a:pt x="479707" y="54704"/>
                  <a:pt x="477347" y="55590"/>
                </a:cubicBezTo>
                <a:lnTo>
                  <a:pt x="476108" y="52403"/>
                </a:lnTo>
                <a:lnTo>
                  <a:pt x="500539" y="42489"/>
                </a:lnTo>
                <a:lnTo>
                  <a:pt x="504434" y="42489"/>
                </a:lnTo>
                <a:close/>
                <a:moveTo>
                  <a:pt x="598466" y="42489"/>
                </a:moveTo>
                <a:lnTo>
                  <a:pt x="598466" y="146587"/>
                </a:lnTo>
                <a:cubicBezTo>
                  <a:pt x="598466" y="151842"/>
                  <a:pt x="598821" y="155216"/>
                  <a:pt x="599529" y="156708"/>
                </a:cubicBezTo>
                <a:cubicBezTo>
                  <a:pt x="600237" y="158202"/>
                  <a:pt x="601343" y="159367"/>
                  <a:pt x="602848" y="160202"/>
                </a:cubicBezTo>
                <a:cubicBezTo>
                  <a:pt x="604353" y="161039"/>
                  <a:pt x="607289" y="161458"/>
                  <a:pt x="611656" y="161458"/>
                </a:cubicBezTo>
                <a:lnTo>
                  <a:pt x="611656" y="164644"/>
                </a:lnTo>
                <a:lnTo>
                  <a:pt x="570760" y="164644"/>
                </a:lnTo>
                <a:lnTo>
                  <a:pt x="570760" y="161458"/>
                </a:lnTo>
                <a:lnTo>
                  <a:pt x="572442" y="161458"/>
                </a:lnTo>
                <a:cubicBezTo>
                  <a:pt x="575747" y="161458"/>
                  <a:pt x="578255" y="160980"/>
                  <a:pt x="579966" y="160025"/>
                </a:cubicBezTo>
                <a:cubicBezTo>
                  <a:pt x="581146" y="159368"/>
                  <a:pt x="582091" y="158189"/>
                  <a:pt x="582799" y="156487"/>
                </a:cubicBezTo>
                <a:cubicBezTo>
                  <a:pt x="583507" y="154785"/>
                  <a:pt x="583861" y="151485"/>
                  <a:pt x="583861" y="146587"/>
                </a:cubicBezTo>
                <a:lnTo>
                  <a:pt x="583861" y="111555"/>
                </a:lnTo>
                <a:cubicBezTo>
                  <a:pt x="578491" y="118023"/>
                  <a:pt x="573799" y="122440"/>
                  <a:pt x="569786" y="124806"/>
                </a:cubicBezTo>
                <a:cubicBezTo>
                  <a:pt x="565774" y="127170"/>
                  <a:pt x="561613" y="128352"/>
                  <a:pt x="557305" y="128352"/>
                </a:cubicBezTo>
                <a:cubicBezTo>
                  <a:pt x="549457" y="128352"/>
                  <a:pt x="542449" y="124785"/>
                  <a:pt x="536282" y="117652"/>
                </a:cubicBezTo>
                <a:cubicBezTo>
                  <a:pt x="530115" y="110519"/>
                  <a:pt x="527032" y="100969"/>
                  <a:pt x="527032" y="89003"/>
                </a:cubicBezTo>
                <a:cubicBezTo>
                  <a:pt x="527032" y="75266"/>
                  <a:pt x="531104" y="64079"/>
                  <a:pt x="539248" y="55443"/>
                </a:cubicBezTo>
                <a:cubicBezTo>
                  <a:pt x="547391" y="46807"/>
                  <a:pt x="557217" y="42489"/>
                  <a:pt x="568724" y="42489"/>
                </a:cubicBezTo>
                <a:cubicBezTo>
                  <a:pt x="572088" y="42489"/>
                  <a:pt x="575186" y="42961"/>
                  <a:pt x="578019" y="43905"/>
                </a:cubicBezTo>
                <a:cubicBezTo>
                  <a:pt x="580851" y="44849"/>
                  <a:pt x="583389" y="46266"/>
                  <a:pt x="585631" y="48154"/>
                </a:cubicBezTo>
                <a:cubicBezTo>
                  <a:pt x="589054" y="46502"/>
                  <a:pt x="592329" y="44613"/>
                  <a:pt x="595457" y="42489"/>
                </a:cubicBezTo>
                <a:lnTo>
                  <a:pt x="598466" y="42489"/>
                </a:lnTo>
                <a:moveTo>
                  <a:pt x="583861" y="106006"/>
                </a:moveTo>
                <a:lnTo>
                  <a:pt x="583861" y="68145"/>
                </a:lnTo>
                <a:cubicBezTo>
                  <a:pt x="583861" y="63743"/>
                  <a:pt x="583286" y="60280"/>
                  <a:pt x="582135" y="57756"/>
                </a:cubicBezTo>
                <a:cubicBezTo>
                  <a:pt x="580984" y="55231"/>
                  <a:pt x="578933" y="53088"/>
                  <a:pt x="575983" y="51327"/>
                </a:cubicBezTo>
                <a:cubicBezTo>
                  <a:pt x="573032" y="49566"/>
                  <a:pt x="569698" y="48685"/>
                  <a:pt x="565980" y="48685"/>
                </a:cubicBezTo>
                <a:cubicBezTo>
                  <a:pt x="559371" y="48685"/>
                  <a:pt x="553706" y="51474"/>
                  <a:pt x="548985" y="57050"/>
                </a:cubicBezTo>
                <a:cubicBezTo>
                  <a:pt x="544264" y="62627"/>
                  <a:pt x="541903" y="71079"/>
                  <a:pt x="541903" y="82408"/>
                </a:cubicBezTo>
                <a:cubicBezTo>
                  <a:pt x="541903" y="93268"/>
                  <a:pt x="544308" y="101516"/>
                  <a:pt x="549117" y="107152"/>
                </a:cubicBezTo>
                <a:cubicBezTo>
                  <a:pt x="553927" y="112787"/>
                  <a:pt x="559725" y="115605"/>
                  <a:pt x="566511" y="115605"/>
                </a:cubicBezTo>
                <a:cubicBezTo>
                  <a:pt x="569993" y="115605"/>
                  <a:pt x="573091" y="114856"/>
                  <a:pt x="575806" y="113359"/>
                </a:cubicBezTo>
                <a:cubicBezTo>
                  <a:pt x="578520" y="111862"/>
                  <a:pt x="581205" y="109411"/>
                  <a:pt x="583861" y="106006"/>
                </a:cubicBezTo>
                <a:close/>
                <a:moveTo>
                  <a:pt x="688401" y="44790"/>
                </a:moveTo>
                <a:lnTo>
                  <a:pt x="688401" y="94184"/>
                </a:lnTo>
                <a:cubicBezTo>
                  <a:pt x="688401" y="103450"/>
                  <a:pt x="688622" y="109118"/>
                  <a:pt x="689065" y="111188"/>
                </a:cubicBezTo>
                <a:cubicBezTo>
                  <a:pt x="689507" y="113255"/>
                  <a:pt x="690215" y="114700"/>
                  <a:pt x="691189" y="115522"/>
                </a:cubicBezTo>
                <a:cubicBezTo>
                  <a:pt x="692163" y="116345"/>
                  <a:pt x="693299" y="116756"/>
                  <a:pt x="694597" y="116756"/>
                </a:cubicBezTo>
                <a:cubicBezTo>
                  <a:pt x="696426" y="116756"/>
                  <a:pt x="698492" y="116254"/>
                  <a:pt x="700793" y="115251"/>
                </a:cubicBezTo>
                <a:lnTo>
                  <a:pt x="702033" y="118438"/>
                </a:lnTo>
                <a:lnTo>
                  <a:pt x="677779" y="128352"/>
                </a:lnTo>
                <a:lnTo>
                  <a:pt x="673795" y="128352"/>
                </a:lnTo>
                <a:lnTo>
                  <a:pt x="673795" y="111259"/>
                </a:lnTo>
                <a:cubicBezTo>
                  <a:pt x="666832" y="118778"/>
                  <a:pt x="661521" y="123506"/>
                  <a:pt x="657862" y="125445"/>
                </a:cubicBezTo>
                <a:cubicBezTo>
                  <a:pt x="654203" y="127383"/>
                  <a:pt x="650338" y="128352"/>
                  <a:pt x="646266" y="128352"/>
                </a:cubicBezTo>
                <a:cubicBezTo>
                  <a:pt x="641722" y="128352"/>
                  <a:pt x="637783" y="127039"/>
                  <a:pt x="634449" y="124413"/>
                </a:cubicBezTo>
                <a:cubicBezTo>
                  <a:pt x="631115" y="121787"/>
                  <a:pt x="628798" y="118408"/>
                  <a:pt x="627500" y="114277"/>
                </a:cubicBezTo>
                <a:cubicBezTo>
                  <a:pt x="626202" y="110147"/>
                  <a:pt x="625553" y="104304"/>
                  <a:pt x="625553" y="96751"/>
                </a:cubicBezTo>
                <a:lnTo>
                  <a:pt x="625553" y="60547"/>
                </a:lnTo>
                <a:cubicBezTo>
                  <a:pt x="625553" y="56683"/>
                  <a:pt x="625140" y="54009"/>
                  <a:pt x="624313" y="52525"/>
                </a:cubicBezTo>
                <a:cubicBezTo>
                  <a:pt x="623487" y="51038"/>
                  <a:pt x="622263" y="49894"/>
                  <a:pt x="620640" y="49092"/>
                </a:cubicBezTo>
                <a:cubicBezTo>
                  <a:pt x="619017" y="48290"/>
                  <a:pt x="616081" y="47918"/>
                  <a:pt x="611832" y="47977"/>
                </a:cubicBezTo>
                <a:lnTo>
                  <a:pt x="611832" y="44790"/>
                </a:lnTo>
                <a:lnTo>
                  <a:pt x="640247" y="44790"/>
                </a:lnTo>
                <a:lnTo>
                  <a:pt x="640247" y="99119"/>
                </a:lnTo>
                <a:cubicBezTo>
                  <a:pt x="640247" y="106681"/>
                  <a:pt x="641560" y="111645"/>
                  <a:pt x="644186" y="114009"/>
                </a:cubicBezTo>
                <a:cubicBezTo>
                  <a:pt x="646812" y="116371"/>
                  <a:pt x="649984" y="117553"/>
                  <a:pt x="653702" y="117553"/>
                </a:cubicBezTo>
                <a:cubicBezTo>
                  <a:pt x="656239" y="117553"/>
                  <a:pt x="659116" y="116755"/>
                  <a:pt x="662332" y="115160"/>
                </a:cubicBezTo>
                <a:cubicBezTo>
                  <a:pt x="665548" y="113565"/>
                  <a:pt x="669369" y="110522"/>
                  <a:pt x="673795" y="106031"/>
                </a:cubicBezTo>
                <a:lnTo>
                  <a:pt x="673795" y="60193"/>
                </a:lnTo>
                <a:cubicBezTo>
                  <a:pt x="673795" y="55488"/>
                  <a:pt x="672954" y="52306"/>
                  <a:pt x="671272" y="50646"/>
                </a:cubicBezTo>
                <a:cubicBezTo>
                  <a:pt x="669591" y="48987"/>
                  <a:pt x="666094" y="48097"/>
                  <a:pt x="660783" y="47977"/>
                </a:cubicBezTo>
                <a:lnTo>
                  <a:pt x="660783" y="44790"/>
                </a:lnTo>
                <a:lnTo>
                  <a:pt x="688401" y="44790"/>
                </a:lnTo>
                <a:close/>
                <a:moveTo>
                  <a:pt x="721596" y="75418"/>
                </a:moveTo>
                <a:cubicBezTo>
                  <a:pt x="721537" y="87401"/>
                  <a:pt x="724458" y="96800"/>
                  <a:pt x="730359" y="103614"/>
                </a:cubicBezTo>
                <a:cubicBezTo>
                  <a:pt x="736260" y="110428"/>
                  <a:pt x="743194" y="113835"/>
                  <a:pt x="751161" y="113835"/>
                </a:cubicBezTo>
                <a:cubicBezTo>
                  <a:pt x="756472" y="113835"/>
                  <a:pt x="761090" y="112368"/>
                  <a:pt x="765014" y="109434"/>
                </a:cubicBezTo>
                <a:cubicBezTo>
                  <a:pt x="768938" y="106500"/>
                  <a:pt x="772228" y="101475"/>
                  <a:pt x="774884" y="94361"/>
                </a:cubicBezTo>
                <a:lnTo>
                  <a:pt x="777628" y="96139"/>
                </a:lnTo>
                <a:cubicBezTo>
                  <a:pt x="776389" y="104267"/>
                  <a:pt x="772789" y="111667"/>
                  <a:pt x="766829" y="118341"/>
                </a:cubicBezTo>
                <a:cubicBezTo>
                  <a:pt x="760868" y="125015"/>
                  <a:pt x="753403" y="128352"/>
                  <a:pt x="744433" y="128352"/>
                </a:cubicBezTo>
                <a:cubicBezTo>
                  <a:pt x="734696" y="128352"/>
                  <a:pt x="726361" y="124569"/>
                  <a:pt x="719427" y="117002"/>
                </a:cubicBezTo>
                <a:cubicBezTo>
                  <a:pt x="712493" y="109434"/>
                  <a:pt x="709026" y="99260"/>
                  <a:pt x="709026" y="86480"/>
                </a:cubicBezTo>
                <a:cubicBezTo>
                  <a:pt x="709026" y="72641"/>
                  <a:pt x="712581" y="61850"/>
                  <a:pt x="719692" y="54107"/>
                </a:cubicBezTo>
                <a:cubicBezTo>
                  <a:pt x="726803" y="46362"/>
                  <a:pt x="735729" y="42489"/>
                  <a:pt x="746469" y="42489"/>
                </a:cubicBezTo>
                <a:cubicBezTo>
                  <a:pt x="755557" y="42489"/>
                  <a:pt x="763022" y="45476"/>
                  <a:pt x="768865" y="51451"/>
                </a:cubicBezTo>
                <a:cubicBezTo>
                  <a:pt x="774707" y="57425"/>
                  <a:pt x="777628" y="65413"/>
                  <a:pt x="777628" y="75418"/>
                </a:cubicBezTo>
                <a:lnTo>
                  <a:pt x="721596" y="75418"/>
                </a:lnTo>
                <a:moveTo>
                  <a:pt x="721596" y="70284"/>
                </a:moveTo>
                <a:lnTo>
                  <a:pt x="759127" y="70284"/>
                </a:lnTo>
                <a:cubicBezTo>
                  <a:pt x="758832" y="65133"/>
                  <a:pt x="758213" y="61505"/>
                  <a:pt x="757269" y="59399"/>
                </a:cubicBezTo>
                <a:cubicBezTo>
                  <a:pt x="755793" y="56120"/>
                  <a:pt x="753595" y="53544"/>
                  <a:pt x="750674" y="51673"/>
                </a:cubicBezTo>
                <a:cubicBezTo>
                  <a:pt x="747753" y="49799"/>
                  <a:pt x="744699" y="48862"/>
                  <a:pt x="741512" y="48862"/>
                </a:cubicBezTo>
                <a:cubicBezTo>
                  <a:pt x="736614" y="48862"/>
                  <a:pt x="732233" y="50750"/>
                  <a:pt x="728367" y="54525"/>
                </a:cubicBezTo>
                <a:cubicBezTo>
                  <a:pt x="724502" y="58300"/>
                  <a:pt x="722245" y="63553"/>
                  <a:pt x="721596" y="70284"/>
                </a:cubicBezTo>
                <a:close/>
                <a:moveTo>
                  <a:pt x="854220" y="0"/>
                </a:moveTo>
                <a:cubicBezTo>
                  <a:pt x="856698" y="0"/>
                  <a:pt x="858808" y="875"/>
                  <a:pt x="860549" y="2625"/>
                </a:cubicBezTo>
                <a:cubicBezTo>
                  <a:pt x="862290" y="4373"/>
                  <a:pt x="863160" y="6493"/>
                  <a:pt x="863160" y="8985"/>
                </a:cubicBezTo>
                <a:cubicBezTo>
                  <a:pt x="863160" y="11476"/>
                  <a:pt x="862290" y="13612"/>
                  <a:pt x="860549" y="15391"/>
                </a:cubicBezTo>
                <a:cubicBezTo>
                  <a:pt x="858808" y="17169"/>
                  <a:pt x="856698" y="18058"/>
                  <a:pt x="854220" y="18058"/>
                </a:cubicBezTo>
                <a:cubicBezTo>
                  <a:pt x="851741" y="18058"/>
                  <a:pt x="849617" y="17169"/>
                  <a:pt x="847846" y="15391"/>
                </a:cubicBezTo>
                <a:cubicBezTo>
                  <a:pt x="846076" y="13612"/>
                  <a:pt x="845191" y="11476"/>
                  <a:pt x="845191" y="8985"/>
                </a:cubicBezTo>
                <a:cubicBezTo>
                  <a:pt x="845191" y="6493"/>
                  <a:pt x="846061" y="4373"/>
                  <a:pt x="847802" y="2625"/>
                </a:cubicBezTo>
                <a:cubicBezTo>
                  <a:pt x="849543" y="875"/>
                  <a:pt x="851682" y="0"/>
                  <a:pt x="854220" y="0"/>
                </a:cubicBezTo>
                <a:moveTo>
                  <a:pt x="861567" y="42489"/>
                </a:moveTo>
                <a:lnTo>
                  <a:pt x="861567" y="107461"/>
                </a:lnTo>
                <a:cubicBezTo>
                  <a:pt x="861567" y="112566"/>
                  <a:pt x="861936" y="115965"/>
                  <a:pt x="862673" y="117658"/>
                </a:cubicBezTo>
                <a:cubicBezTo>
                  <a:pt x="863411" y="119349"/>
                  <a:pt x="864503" y="120610"/>
                  <a:pt x="865948" y="121442"/>
                </a:cubicBezTo>
                <a:cubicBezTo>
                  <a:pt x="867394" y="122272"/>
                  <a:pt x="870035" y="122687"/>
                  <a:pt x="873871" y="122687"/>
                </a:cubicBezTo>
                <a:lnTo>
                  <a:pt x="873871" y="125873"/>
                </a:lnTo>
                <a:lnTo>
                  <a:pt x="834480" y="125873"/>
                </a:lnTo>
                <a:lnTo>
                  <a:pt x="834480" y="122687"/>
                </a:lnTo>
                <a:cubicBezTo>
                  <a:pt x="838434" y="122687"/>
                  <a:pt x="841089" y="122301"/>
                  <a:pt x="842447" y="121530"/>
                </a:cubicBezTo>
                <a:cubicBezTo>
                  <a:pt x="843804" y="120758"/>
                  <a:pt x="844881" y="119482"/>
                  <a:pt x="845678" y="117702"/>
                </a:cubicBezTo>
                <a:cubicBezTo>
                  <a:pt x="846474" y="115921"/>
                  <a:pt x="846873" y="112507"/>
                  <a:pt x="846873" y="107461"/>
                </a:cubicBezTo>
                <a:lnTo>
                  <a:pt x="846873" y="76480"/>
                </a:lnTo>
                <a:cubicBezTo>
                  <a:pt x="846873" y="67650"/>
                  <a:pt x="846607" y="61932"/>
                  <a:pt x="846076" y="59324"/>
                </a:cubicBezTo>
                <a:cubicBezTo>
                  <a:pt x="845663" y="57426"/>
                  <a:pt x="845014" y="56109"/>
                  <a:pt x="844129" y="55371"/>
                </a:cubicBezTo>
                <a:cubicBezTo>
                  <a:pt x="843243" y="54632"/>
                  <a:pt x="842034" y="54262"/>
                  <a:pt x="840499" y="54262"/>
                </a:cubicBezTo>
                <a:cubicBezTo>
                  <a:pt x="838847" y="54262"/>
                  <a:pt x="836841" y="54704"/>
                  <a:pt x="834480" y="55590"/>
                </a:cubicBezTo>
                <a:lnTo>
                  <a:pt x="833241" y="52403"/>
                </a:lnTo>
                <a:lnTo>
                  <a:pt x="857672" y="42489"/>
                </a:lnTo>
                <a:lnTo>
                  <a:pt x="861567" y="42489"/>
                </a:lnTo>
                <a:close/>
                <a:moveTo>
                  <a:pt x="907445" y="59573"/>
                </a:moveTo>
                <a:cubicBezTo>
                  <a:pt x="916946" y="48184"/>
                  <a:pt x="926004" y="42489"/>
                  <a:pt x="934620" y="42489"/>
                </a:cubicBezTo>
                <a:cubicBezTo>
                  <a:pt x="939046" y="42489"/>
                  <a:pt x="942852" y="43593"/>
                  <a:pt x="946039" y="45800"/>
                </a:cubicBezTo>
                <a:cubicBezTo>
                  <a:pt x="949226" y="48006"/>
                  <a:pt x="951763" y="51640"/>
                  <a:pt x="953652" y="56702"/>
                </a:cubicBezTo>
                <a:cubicBezTo>
                  <a:pt x="954950" y="60233"/>
                  <a:pt x="955599" y="65648"/>
                  <a:pt x="955599" y="72945"/>
                </a:cubicBezTo>
                <a:lnTo>
                  <a:pt x="955599" y="107461"/>
                </a:lnTo>
                <a:cubicBezTo>
                  <a:pt x="955599" y="112625"/>
                  <a:pt x="956012" y="116127"/>
                  <a:pt x="956838" y="117968"/>
                </a:cubicBezTo>
                <a:cubicBezTo>
                  <a:pt x="957487" y="119452"/>
                  <a:pt x="958535" y="120610"/>
                  <a:pt x="959981" y="121442"/>
                </a:cubicBezTo>
                <a:cubicBezTo>
                  <a:pt x="961427" y="122272"/>
                  <a:pt x="964097" y="122687"/>
                  <a:pt x="967992" y="122687"/>
                </a:cubicBezTo>
                <a:lnTo>
                  <a:pt x="967992" y="125873"/>
                </a:lnTo>
                <a:lnTo>
                  <a:pt x="927893" y="125873"/>
                </a:lnTo>
                <a:lnTo>
                  <a:pt x="927893" y="122687"/>
                </a:lnTo>
                <a:lnTo>
                  <a:pt x="929575" y="122687"/>
                </a:lnTo>
                <a:cubicBezTo>
                  <a:pt x="933351" y="122687"/>
                  <a:pt x="935992" y="122109"/>
                  <a:pt x="937497" y="120952"/>
                </a:cubicBezTo>
                <a:cubicBezTo>
                  <a:pt x="939002" y="119794"/>
                  <a:pt x="940049" y="118087"/>
                  <a:pt x="940639" y="115832"/>
                </a:cubicBezTo>
                <a:cubicBezTo>
                  <a:pt x="940876" y="114941"/>
                  <a:pt x="940994" y="112151"/>
                  <a:pt x="940994" y="107461"/>
                </a:cubicBezTo>
                <a:lnTo>
                  <a:pt x="940994" y="74322"/>
                </a:lnTo>
                <a:cubicBezTo>
                  <a:pt x="940994" y="66957"/>
                  <a:pt x="940035" y="61610"/>
                  <a:pt x="938117" y="58281"/>
                </a:cubicBezTo>
                <a:cubicBezTo>
                  <a:pt x="936199" y="54952"/>
                  <a:pt x="932968" y="53288"/>
                  <a:pt x="928424" y="53288"/>
                </a:cubicBezTo>
                <a:cubicBezTo>
                  <a:pt x="921401" y="53288"/>
                  <a:pt x="914409" y="57124"/>
                  <a:pt x="907445" y="64796"/>
                </a:cubicBezTo>
                <a:lnTo>
                  <a:pt x="907445" y="107461"/>
                </a:lnTo>
                <a:cubicBezTo>
                  <a:pt x="907445" y="112981"/>
                  <a:pt x="907770" y="116394"/>
                  <a:pt x="908419" y="117702"/>
                </a:cubicBezTo>
                <a:cubicBezTo>
                  <a:pt x="909245" y="119423"/>
                  <a:pt x="910381" y="120684"/>
                  <a:pt x="911827" y="121486"/>
                </a:cubicBezTo>
                <a:cubicBezTo>
                  <a:pt x="913273" y="122286"/>
                  <a:pt x="916208" y="122687"/>
                  <a:pt x="920634" y="122687"/>
                </a:cubicBezTo>
                <a:lnTo>
                  <a:pt x="920634" y="125873"/>
                </a:lnTo>
                <a:lnTo>
                  <a:pt x="880535" y="125873"/>
                </a:lnTo>
                <a:lnTo>
                  <a:pt x="880535" y="122687"/>
                </a:lnTo>
                <a:lnTo>
                  <a:pt x="882306" y="122687"/>
                </a:lnTo>
                <a:cubicBezTo>
                  <a:pt x="886437" y="122687"/>
                  <a:pt x="889225" y="121634"/>
                  <a:pt x="890671" y="119528"/>
                </a:cubicBezTo>
                <a:cubicBezTo>
                  <a:pt x="892117" y="117420"/>
                  <a:pt x="892839" y="113398"/>
                  <a:pt x="892839" y="107461"/>
                </a:cubicBezTo>
                <a:lnTo>
                  <a:pt x="892839" y="77542"/>
                </a:lnTo>
                <a:cubicBezTo>
                  <a:pt x="892839" y="67805"/>
                  <a:pt x="892618" y="61874"/>
                  <a:pt x="892176" y="59750"/>
                </a:cubicBezTo>
                <a:cubicBezTo>
                  <a:pt x="891733" y="57626"/>
                  <a:pt x="891054" y="56180"/>
                  <a:pt x="890140" y="55413"/>
                </a:cubicBezTo>
                <a:cubicBezTo>
                  <a:pt x="889225" y="54645"/>
                  <a:pt x="888000" y="54262"/>
                  <a:pt x="886466" y="54262"/>
                </a:cubicBezTo>
                <a:cubicBezTo>
                  <a:pt x="884814" y="54262"/>
                  <a:pt x="882837" y="54704"/>
                  <a:pt x="880535" y="55590"/>
                </a:cubicBezTo>
                <a:lnTo>
                  <a:pt x="879208" y="52403"/>
                </a:lnTo>
                <a:lnTo>
                  <a:pt x="903639" y="42489"/>
                </a:lnTo>
                <a:lnTo>
                  <a:pt x="907445" y="42489"/>
                </a:lnTo>
                <a:lnTo>
                  <a:pt x="907445" y="59573"/>
                </a:lnTo>
                <a:close/>
                <a:moveTo>
                  <a:pt x="1043321" y="95069"/>
                </a:moveTo>
                <a:cubicBezTo>
                  <a:pt x="1041138" y="105750"/>
                  <a:pt x="1036859" y="113968"/>
                  <a:pt x="1030486" y="119721"/>
                </a:cubicBezTo>
                <a:cubicBezTo>
                  <a:pt x="1024113" y="125475"/>
                  <a:pt x="1017061" y="128352"/>
                  <a:pt x="1009330" y="128352"/>
                </a:cubicBezTo>
                <a:cubicBezTo>
                  <a:pt x="1000124" y="128352"/>
                  <a:pt x="992099" y="124491"/>
                  <a:pt x="985253" y="116770"/>
                </a:cubicBezTo>
                <a:cubicBezTo>
                  <a:pt x="978408" y="109047"/>
                  <a:pt x="974985" y="98611"/>
                  <a:pt x="974985" y="85465"/>
                </a:cubicBezTo>
                <a:cubicBezTo>
                  <a:pt x="974985" y="72731"/>
                  <a:pt x="978777" y="62385"/>
                  <a:pt x="986360" y="54428"/>
                </a:cubicBezTo>
                <a:cubicBezTo>
                  <a:pt x="993943" y="46469"/>
                  <a:pt x="1003045" y="42489"/>
                  <a:pt x="1013668" y="42489"/>
                </a:cubicBezTo>
                <a:cubicBezTo>
                  <a:pt x="1021634" y="42489"/>
                  <a:pt x="1028185" y="44606"/>
                  <a:pt x="1033319" y="48840"/>
                </a:cubicBezTo>
                <a:cubicBezTo>
                  <a:pt x="1038453" y="53072"/>
                  <a:pt x="1041020" y="57468"/>
                  <a:pt x="1041020" y="62027"/>
                </a:cubicBezTo>
                <a:cubicBezTo>
                  <a:pt x="1041020" y="64276"/>
                  <a:pt x="1040297" y="66098"/>
                  <a:pt x="1038851" y="67490"/>
                </a:cubicBezTo>
                <a:cubicBezTo>
                  <a:pt x="1037405" y="68880"/>
                  <a:pt x="1035384" y="69576"/>
                  <a:pt x="1032788" y="69576"/>
                </a:cubicBezTo>
                <a:cubicBezTo>
                  <a:pt x="1029306" y="69576"/>
                  <a:pt x="1026680" y="68445"/>
                  <a:pt x="1024909" y="66184"/>
                </a:cubicBezTo>
                <a:cubicBezTo>
                  <a:pt x="1023906" y="64934"/>
                  <a:pt x="1023242" y="62553"/>
                  <a:pt x="1022918" y="59042"/>
                </a:cubicBezTo>
                <a:cubicBezTo>
                  <a:pt x="1022593" y="55531"/>
                  <a:pt x="1021398" y="52853"/>
                  <a:pt x="1019333" y="51009"/>
                </a:cubicBezTo>
                <a:cubicBezTo>
                  <a:pt x="1017267" y="49224"/>
                  <a:pt x="1014405" y="48331"/>
                  <a:pt x="1010747" y="48331"/>
                </a:cubicBezTo>
                <a:cubicBezTo>
                  <a:pt x="1004845" y="48331"/>
                  <a:pt x="1000095" y="50515"/>
                  <a:pt x="996495" y="54881"/>
                </a:cubicBezTo>
                <a:cubicBezTo>
                  <a:pt x="991715" y="60665"/>
                  <a:pt x="989325" y="68307"/>
                  <a:pt x="989325" y="77808"/>
                </a:cubicBezTo>
                <a:cubicBezTo>
                  <a:pt x="989325" y="87486"/>
                  <a:pt x="991700" y="96028"/>
                  <a:pt x="996451" y="103434"/>
                </a:cubicBezTo>
                <a:cubicBezTo>
                  <a:pt x="1001201" y="110840"/>
                  <a:pt x="1007619" y="114543"/>
                  <a:pt x="1015704" y="114543"/>
                </a:cubicBezTo>
                <a:cubicBezTo>
                  <a:pt x="1021487" y="114543"/>
                  <a:pt x="1026680" y="112566"/>
                  <a:pt x="1031283" y="108612"/>
                </a:cubicBezTo>
                <a:cubicBezTo>
                  <a:pt x="1034528" y="105898"/>
                  <a:pt x="1037686" y="100970"/>
                  <a:pt x="1040754" y="93830"/>
                </a:cubicBezTo>
                <a:lnTo>
                  <a:pt x="1043321" y="95069"/>
                </a:lnTo>
                <a:close/>
                <a:moveTo>
                  <a:pt x="1094420" y="42489"/>
                </a:moveTo>
                <a:cubicBezTo>
                  <a:pt x="1106694" y="42489"/>
                  <a:pt x="1116549" y="47146"/>
                  <a:pt x="1123985" y="56461"/>
                </a:cubicBezTo>
                <a:cubicBezTo>
                  <a:pt x="1130299" y="64418"/>
                  <a:pt x="1133456" y="73556"/>
                  <a:pt x="1133456" y="83874"/>
                </a:cubicBezTo>
                <a:cubicBezTo>
                  <a:pt x="1133456" y="91125"/>
                  <a:pt x="1131715" y="98465"/>
                  <a:pt x="1128234" y="105893"/>
                </a:cubicBezTo>
                <a:cubicBezTo>
                  <a:pt x="1124752" y="113319"/>
                  <a:pt x="1119957" y="118919"/>
                  <a:pt x="1113849" y="122692"/>
                </a:cubicBezTo>
                <a:cubicBezTo>
                  <a:pt x="1107742" y="126465"/>
                  <a:pt x="1100941" y="128352"/>
                  <a:pt x="1093446" y="128352"/>
                </a:cubicBezTo>
                <a:cubicBezTo>
                  <a:pt x="1081230" y="128352"/>
                  <a:pt x="1071523" y="123488"/>
                  <a:pt x="1064323" y="113760"/>
                </a:cubicBezTo>
                <a:cubicBezTo>
                  <a:pt x="1058245" y="105567"/>
                  <a:pt x="1055206" y="96371"/>
                  <a:pt x="1055206" y="86173"/>
                </a:cubicBezTo>
                <a:cubicBezTo>
                  <a:pt x="1055206" y="78745"/>
                  <a:pt x="1057050" y="71361"/>
                  <a:pt x="1060738" y="64021"/>
                </a:cubicBezTo>
                <a:cubicBezTo>
                  <a:pt x="1064427" y="56681"/>
                  <a:pt x="1069280" y="51258"/>
                  <a:pt x="1075300" y="47750"/>
                </a:cubicBezTo>
                <a:cubicBezTo>
                  <a:pt x="1081319" y="44243"/>
                  <a:pt x="1087692" y="42489"/>
                  <a:pt x="1094420" y="42489"/>
                </a:cubicBezTo>
                <a:moveTo>
                  <a:pt x="1091676" y="48331"/>
                </a:moveTo>
                <a:cubicBezTo>
                  <a:pt x="1088548" y="48331"/>
                  <a:pt x="1085406" y="49258"/>
                  <a:pt x="1082248" y="51111"/>
                </a:cubicBezTo>
                <a:cubicBezTo>
                  <a:pt x="1079091" y="52963"/>
                  <a:pt x="1076539" y="56211"/>
                  <a:pt x="1074592" y="60856"/>
                </a:cubicBezTo>
                <a:cubicBezTo>
                  <a:pt x="1072644" y="65502"/>
                  <a:pt x="1071670" y="71469"/>
                  <a:pt x="1071670" y="78759"/>
                </a:cubicBezTo>
                <a:cubicBezTo>
                  <a:pt x="1071670" y="90519"/>
                  <a:pt x="1074016" y="100663"/>
                  <a:pt x="1078708" y="109190"/>
                </a:cubicBezTo>
                <a:cubicBezTo>
                  <a:pt x="1083399" y="117716"/>
                  <a:pt x="1089581" y="121979"/>
                  <a:pt x="1097252" y="121979"/>
                </a:cubicBezTo>
                <a:cubicBezTo>
                  <a:pt x="1102976" y="121979"/>
                  <a:pt x="1107697" y="119626"/>
                  <a:pt x="1111415" y="114922"/>
                </a:cubicBezTo>
                <a:cubicBezTo>
                  <a:pt x="1115133" y="110218"/>
                  <a:pt x="1116992" y="102133"/>
                  <a:pt x="1116992" y="90668"/>
                </a:cubicBezTo>
                <a:cubicBezTo>
                  <a:pt x="1116992" y="76320"/>
                  <a:pt x="1113894" y="65031"/>
                  <a:pt x="1107697" y="56798"/>
                </a:cubicBezTo>
                <a:cubicBezTo>
                  <a:pt x="1103508" y="51154"/>
                  <a:pt x="1098167" y="48331"/>
                  <a:pt x="1091676" y="48331"/>
                </a:cubicBezTo>
                <a:close/>
                <a:moveTo>
                  <a:pt x="1169129" y="42489"/>
                </a:moveTo>
                <a:lnTo>
                  <a:pt x="1169129" y="60724"/>
                </a:lnTo>
                <a:cubicBezTo>
                  <a:pt x="1175915" y="48567"/>
                  <a:pt x="1182879" y="42489"/>
                  <a:pt x="1190019" y="42489"/>
                </a:cubicBezTo>
                <a:cubicBezTo>
                  <a:pt x="1193265" y="42489"/>
                  <a:pt x="1195950" y="43477"/>
                  <a:pt x="1198074" y="45454"/>
                </a:cubicBezTo>
                <a:cubicBezTo>
                  <a:pt x="1200199" y="47431"/>
                  <a:pt x="1201261" y="49718"/>
                  <a:pt x="1201261" y="52314"/>
                </a:cubicBezTo>
                <a:cubicBezTo>
                  <a:pt x="1201261" y="54616"/>
                  <a:pt x="1200494" y="56563"/>
                  <a:pt x="1198960" y="58157"/>
                </a:cubicBezTo>
                <a:cubicBezTo>
                  <a:pt x="1197425" y="59750"/>
                  <a:pt x="1195596" y="60547"/>
                  <a:pt x="1193471" y="60547"/>
                </a:cubicBezTo>
                <a:cubicBezTo>
                  <a:pt x="1191406" y="60547"/>
                  <a:pt x="1189090" y="59543"/>
                  <a:pt x="1186523" y="57537"/>
                </a:cubicBezTo>
                <a:cubicBezTo>
                  <a:pt x="1183956" y="55531"/>
                  <a:pt x="1182053" y="54527"/>
                  <a:pt x="1180813" y="54527"/>
                </a:cubicBezTo>
                <a:cubicBezTo>
                  <a:pt x="1179751" y="54527"/>
                  <a:pt x="1178600" y="55113"/>
                  <a:pt x="1177361" y="56284"/>
                </a:cubicBezTo>
                <a:cubicBezTo>
                  <a:pt x="1174706" y="58687"/>
                  <a:pt x="1171961" y="62642"/>
                  <a:pt x="1169129" y="68148"/>
                </a:cubicBezTo>
                <a:lnTo>
                  <a:pt x="1169129" y="106930"/>
                </a:lnTo>
                <a:cubicBezTo>
                  <a:pt x="1169129" y="111419"/>
                  <a:pt x="1169689" y="114814"/>
                  <a:pt x="1170811" y="117116"/>
                </a:cubicBezTo>
                <a:cubicBezTo>
                  <a:pt x="1171578" y="118711"/>
                  <a:pt x="1172935" y="120038"/>
                  <a:pt x="1174883" y="121099"/>
                </a:cubicBezTo>
                <a:cubicBezTo>
                  <a:pt x="1176830" y="122157"/>
                  <a:pt x="1179633" y="122687"/>
                  <a:pt x="1183292" y="122687"/>
                </a:cubicBezTo>
                <a:lnTo>
                  <a:pt x="1183292" y="125873"/>
                </a:lnTo>
                <a:lnTo>
                  <a:pt x="1141777" y="125873"/>
                </a:lnTo>
                <a:lnTo>
                  <a:pt x="1141777" y="122687"/>
                </a:lnTo>
                <a:cubicBezTo>
                  <a:pt x="1145907" y="122687"/>
                  <a:pt x="1148976" y="122030"/>
                  <a:pt x="1150983" y="120717"/>
                </a:cubicBezTo>
                <a:cubicBezTo>
                  <a:pt x="1152458" y="119762"/>
                  <a:pt x="1153491" y="118240"/>
                  <a:pt x="1154081" y="116150"/>
                </a:cubicBezTo>
                <a:cubicBezTo>
                  <a:pt x="1154376" y="115134"/>
                  <a:pt x="1154523" y="112238"/>
                  <a:pt x="1154523" y="107461"/>
                </a:cubicBezTo>
                <a:lnTo>
                  <a:pt x="1154523" y="76303"/>
                </a:lnTo>
                <a:cubicBezTo>
                  <a:pt x="1154523" y="66861"/>
                  <a:pt x="1154331" y="61240"/>
                  <a:pt x="1153948" y="59440"/>
                </a:cubicBezTo>
                <a:cubicBezTo>
                  <a:pt x="1153564" y="57640"/>
                  <a:pt x="1152856" y="56327"/>
                  <a:pt x="1151823" y="55501"/>
                </a:cubicBezTo>
                <a:cubicBezTo>
                  <a:pt x="1150791" y="54675"/>
                  <a:pt x="1149507" y="54262"/>
                  <a:pt x="1147973" y="54262"/>
                </a:cubicBezTo>
                <a:cubicBezTo>
                  <a:pt x="1146144" y="54262"/>
                  <a:pt x="1144078" y="54704"/>
                  <a:pt x="1141777" y="55590"/>
                </a:cubicBezTo>
                <a:lnTo>
                  <a:pt x="1140891" y="52403"/>
                </a:lnTo>
                <a:lnTo>
                  <a:pt x="1165411" y="42489"/>
                </a:lnTo>
                <a:lnTo>
                  <a:pt x="1169129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84" name="Text rectdetection">
            <a:extLst xmlns:a="http://schemas.openxmlformats.org/drawingml/2006/main">
              <a:ext uri="{FF2B5EF4-FFF2-40B4-BE49-F238E27FC236}">
                <a16:creationId xmlns:a16="http://schemas.microsoft.com/office/drawing/2014/main" id="{0EB8A184-B578-4720-901A-3D4EC4DD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313" y="3393790"/>
            <a:ext cx="978083" cy="128352"/>
          </a:xfrm>
          <a:custGeom xmlns:a="http://schemas.openxmlformats.org/drawingml/2006/main">
            <a:pathLst>
              <a:path w="978083" h="128352">
                <a:moveTo>
                  <a:pt x="28237" y="42489"/>
                </a:moveTo>
                <a:lnTo>
                  <a:pt x="28237" y="60724"/>
                </a:lnTo>
                <a:cubicBezTo>
                  <a:pt x="35024" y="48567"/>
                  <a:pt x="41987" y="42489"/>
                  <a:pt x="49128" y="42489"/>
                </a:cubicBezTo>
                <a:cubicBezTo>
                  <a:pt x="52373" y="42489"/>
                  <a:pt x="55059" y="43477"/>
                  <a:pt x="57183" y="45454"/>
                </a:cubicBezTo>
                <a:cubicBezTo>
                  <a:pt x="59307" y="47431"/>
                  <a:pt x="60370" y="49718"/>
                  <a:pt x="60370" y="52314"/>
                </a:cubicBezTo>
                <a:cubicBezTo>
                  <a:pt x="60370" y="54616"/>
                  <a:pt x="59602" y="56563"/>
                  <a:pt x="58068" y="58157"/>
                </a:cubicBezTo>
                <a:cubicBezTo>
                  <a:pt x="56534" y="59750"/>
                  <a:pt x="54704" y="60547"/>
                  <a:pt x="52580" y="60547"/>
                </a:cubicBezTo>
                <a:cubicBezTo>
                  <a:pt x="50515" y="60547"/>
                  <a:pt x="48198" y="59543"/>
                  <a:pt x="45631" y="57537"/>
                </a:cubicBezTo>
                <a:cubicBezTo>
                  <a:pt x="43064" y="55531"/>
                  <a:pt x="41161" y="54527"/>
                  <a:pt x="39922" y="54527"/>
                </a:cubicBezTo>
                <a:cubicBezTo>
                  <a:pt x="38860" y="54527"/>
                  <a:pt x="37709" y="55113"/>
                  <a:pt x="36470" y="56284"/>
                </a:cubicBezTo>
                <a:cubicBezTo>
                  <a:pt x="33814" y="58687"/>
                  <a:pt x="31070" y="62642"/>
                  <a:pt x="28237" y="68148"/>
                </a:cubicBezTo>
                <a:lnTo>
                  <a:pt x="28237" y="106930"/>
                </a:lnTo>
                <a:cubicBezTo>
                  <a:pt x="28237" y="111419"/>
                  <a:pt x="28798" y="114814"/>
                  <a:pt x="29919" y="117116"/>
                </a:cubicBezTo>
                <a:cubicBezTo>
                  <a:pt x="30686" y="118711"/>
                  <a:pt x="32044" y="120038"/>
                  <a:pt x="33991" y="121099"/>
                </a:cubicBezTo>
                <a:cubicBezTo>
                  <a:pt x="35938" y="122157"/>
                  <a:pt x="38742" y="122687"/>
                  <a:pt x="42400" y="122687"/>
                </a:cubicBezTo>
                <a:lnTo>
                  <a:pt x="42400" y="125873"/>
                </a:lnTo>
                <a:lnTo>
                  <a:pt x="885" y="125873"/>
                </a:lnTo>
                <a:lnTo>
                  <a:pt x="885" y="122687"/>
                </a:lnTo>
                <a:cubicBezTo>
                  <a:pt x="5016" y="122687"/>
                  <a:pt x="8085" y="122030"/>
                  <a:pt x="10091" y="120717"/>
                </a:cubicBezTo>
                <a:cubicBezTo>
                  <a:pt x="11566" y="119762"/>
                  <a:pt x="12599" y="118240"/>
                  <a:pt x="13189" y="116150"/>
                </a:cubicBezTo>
                <a:cubicBezTo>
                  <a:pt x="13484" y="115134"/>
                  <a:pt x="13632" y="112238"/>
                  <a:pt x="13632" y="107461"/>
                </a:cubicBezTo>
                <a:lnTo>
                  <a:pt x="13632" y="76303"/>
                </a:lnTo>
                <a:cubicBezTo>
                  <a:pt x="13632" y="66861"/>
                  <a:pt x="13440" y="61240"/>
                  <a:pt x="13056" y="59440"/>
                </a:cubicBezTo>
                <a:cubicBezTo>
                  <a:pt x="12673" y="57640"/>
                  <a:pt x="11965" y="56327"/>
                  <a:pt x="10932" y="55501"/>
                </a:cubicBezTo>
                <a:cubicBezTo>
                  <a:pt x="9899" y="54675"/>
                  <a:pt x="8616" y="54262"/>
                  <a:pt x="7081" y="54262"/>
                </a:cubicBezTo>
                <a:cubicBezTo>
                  <a:pt x="5252" y="54262"/>
                  <a:pt x="3187" y="54704"/>
                  <a:pt x="885" y="55590"/>
                </a:cubicBezTo>
                <a:lnTo>
                  <a:pt x="0" y="52403"/>
                </a:lnTo>
                <a:lnTo>
                  <a:pt x="24520" y="42489"/>
                </a:lnTo>
                <a:lnTo>
                  <a:pt x="28237" y="42489"/>
                </a:lnTo>
                <a:close/>
                <a:moveTo>
                  <a:pt x="78515" y="75418"/>
                </a:moveTo>
                <a:cubicBezTo>
                  <a:pt x="78456" y="87401"/>
                  <a:pt x="81377" y="96800"/>
                  <a:pt x="87278" y="103614"/>
                </a:cubicBezTo>
                <a:cubicBezTo>
                  <a:pt x="93180" y="110428"/>
                  <a:pt x="100113" y="113835"/>
                  <a:pt x="108080" y="113835"/>
                </a:cubicBezTo>
                <a:cubicBezTo>
                  <a:pt x="113391" y="113835"/>
                  <a:pt x="118009" y="112368"/>
                  <a:pt x="121933" y="109434"/>
                </a:cubicBezTo>
                <a:cubicBezTo>
                  <a:pt x="125858" y="106500"/>
                  <a:pt x="129148" y="101475"/>
                  <a:pt x="131803" y="94361"/>
                </a:cubicBezTo>
                <a:lnTo>
                  <a:pt x="134547" y="96139"/>
                </a:lnTo>
                <a:cubicBezTo>
                  <a:pt x="133308" y="104267"/>
                  <a:pt x="129708" y="111667"/>
                  <a:pt x="123748" y="118341"/>
                </a:cubicBezTo>
                <a:cubicBezTo>
                  <a:pt x="117788" y="125015"/>
                  <a:pt x="110323" y="128352"/>
                  <a:pt x="101353" y="128352"/>
                </a:cubicBezTo>
                <a:cubicBezTo>
                  <a:pt x="91616" y="128352"/>
                  <a:pt x="83280" y="124569"/>
                  <a:pt x="76346" y="117002"/>
                </a:cubicBezTo>
                <a:cubicBezTo>
                  <a:pt x="69412" y="109434"/>
                  <a:pt x="65945" y="99260"/>
                  <a:pt x="65945" y="86480"/>
                </a:cubicBezTo>
                <a:cubicBezTo>
                  <a:pt x="65945" y="72641"/>
                  <a:pt x="69501" y="61850"/>
                  <a:pt x="76612" y="54107"/>
                </a:cubicBezTo>
                <a:cubicBezTo>
                  <a:pt x="83723" y="46362"/>
                  <a:pt x="92648" y="42489"/>
                  <a:pt x="103389" y="42489"/>
                </a:cubicBezTo>
                <a:cubicBezTo>
                  <a:pt x="112477" y="42489"/>
                  <a:pt x="119942" y="45476"/>
                  <a:pt x="125784" y="51451"/>
                </a:cubicBezTo>
                <a:cubicBezTo>
                  <a:pt x="131626" y="57425"/>
                  <a:pt x="134547" y="65413"/>
                  <a:pt x="134547" y="75418"/>
                </a:cubicBezTo>
                <a:lnTo>
                  <a:pt x="78515" y="75418"/>
                </a:lnTo>
                <a:moveTo>
                  <a:pt x="78515" y="70284"/>
                </a:moveTo>
                <a:lnTo>
                  <a:pt x="116047" y="70284"/>
                </a:lnTo>
                <a:cubicBezTo>
                  <a:pt x="115752" y="65133"/>
                  <a:pt x="115132" y="61505"/>
                  <a:pt x="114188" y="59399"/>
                </a:cubicBezTo>
                <a:cubicBezTo>
                  <a:pt x="112713" y="56120"/>
                  <a:pt x="110514" y="53544"/>
                  <a:pt x="107593" y="51673"/>
                </a:cubicBezTo>
                <a:cubicBezTo>
                  <a:pt x="104672" y="49799"/>
                  <a:pt x="101618" y="48862"/>
                  <a:pt x="98432" y="48862"/>
                </a:cubicBezTo>
                <a:cubicBezTo>
                  <a:pt x="93534" y="48862"/>
                  <a:pt x="89152" y="50750"/>
                  <a:pt x="85287" y="54525"/>
                </a:cubicBezTo>
                <a:cubicBezTo>
                  <a:pt x="81421" y="58300"/>
                  <a:pt x="79164" y="63553"/>
                  <a:pt x="78515" y="70284"/>
                </a:cubicBezTo>
                <a:close/>
                <a:moveTo>
                  <a:pt x="214060" y="95069"/>
                </a:moveTo>
                <a:cubicBezTo>
                  <a:pt x="211877" y="105750"/>
                  <a:pt x="207598" y="113968"/>
                  <a:pt x="201225" y="119721"/>
                </a:cubicBezTo>
                <a:cubicBezTo>
                  <a:pt x="194852" y="125475"/>
                  <a:pt x="187800" y="128352"/>
                  <a:pt x="180069" y="128352"/>
                </a:cubicBezTo>
                <a:cubicBezTo>
                  <a:pt x="170863" y="128352"/>
                  <a:pt x="162838" y="124491"/>
                  <a:pt x="155992" y="116770"/>
                </a:cubicBezTo>
                <a:cubicBezTo>
                  <a:pt x="149147" y="109047"/>
                  <a:pt x="145724" y="98611"/>
                  <a:pt x="145724" y="85465"/>
                </a:cubicBezTo>
                <a:cubicBezTo>
                  <a:pt x="145724" y="72731"/>
                  <a:pt x="149516" y="62385"/>
                  <a:pt x="157099" y="54428"/>
                </a:cubicBezTo>
                <a:cubicBezTo>
                  <a:pt x="164682" y="46469"/>
                  <a:pt x="173784" y="42489"/>
                  <a:pt x="184407" y="42489"/>
                </a:cubicBezTo>
                <a:cubicBezTo>
                  <a:pt x="192373" y="42489"/>
                  <a:pt x="198924" y="44606"/>
                  <a:pt x="204058" y="48840"/>
                </a:cubicBezTo>
                <a:cubicBezTo>
                  <a:pt x="209192" y="53072"/>
                  <a:pt x="211759" y="57468"/>
                  <a:pt x="211759" y="62027"/>
                </a:cubicBezTo>
                <a:cubicBezTo>
                  <a:pt x="211759" y="64276"/>
                  <a:pt x="211036" y="66098"/>
                  <a:pt x="209590" y="67490"/>
                </a:cubicBezTo>
                <a:cubicBezTo>
                  <a:pt x="208144" y="68880"/>
                  <a:pt x="206123" y="69576"/>
                  <a:pt x="203527" y="69576"/>
                </a:cubicBezTo>
                <a:cubicBezTo>
                  <a:pt x="200045" y="69576"/>
                  <a:pt x="197419" y="68445"/>
                  <a:pt x="195648" y="66184"/>
                </a:cubicBezTo>
                <a:cubicBezTo>
                  <a:pt x="194645" y="64934"/>
                  <a:pt x="193981" y="62553"/>
                  <a:pt x="193657" y="59042"/>
                </a:cubicBezTo>
                <a:cubicBezTo>
                  <a:pt x="193332" y="55531"/>
                  <a:pt x="192137" y="52853"/>
                  <a:pt x="190072" y="51009"/>
                </a:cubicBezTo>
                <a:cubicBezTo>
                  <a:pt x="188006" y="49224"/>
                  <a:pt x="185144" y="48331"/>
                  <a:pt x="181485" y="48331"/>
                </a:cubicBezTo>
                <a:cubicBezTo>
                  <a:pt x="175584" y="48331"/>
                  <a:pt x="170834" y="50515"/>
                  <a:pt x="167234" y="54881"/>
                </a:cubicBezTo>
                <a:cubicBezTo>
                  <a:pt x="162454" y="60665"/>
                  <a:pt x="160064" y="68307"/>
                  <a:pt x="160064" y="77808"/>
                </a:cubicBezTo>
                <a:cubicBezTo>
                  <a:pt x="160064" y="87486"/>
                  <a:pt x="162439" y="96028"/>
                  <a:pt x="167190" y="103434"/>
                </a:cubicBezTo>
                <a:cubicBezTo>
                  <a:pt x="171940" y="110840"/>
                  <a:pt x="178358" y="114543"/>
                  <a:pt x="186442" y="114543"/>
                </a:cubicBezTo>
                <a:cubicBezTo>
                  <a:pt x="192226" y="114543"/>
                  <a:pt x="197419" y="112566"/>
                  <a:pt x="202022" y="108612"/>
                </a:cubicBezTo>
                <a:cubicBezTo>
                  <a:pt x="205267" y="105898"/>
                  <a:pt x="208425" y="100970"/>
                  <a:pt x="211493" y="93830"/>
                </a:cubicBezTo>
                <a:lnTo>
                  <a:pt x="214060" y="95069"/>
                </a:lnTo>
                <a:close/>
                <a:moveTo>
                  <a:pt x="249048" y="18058"/>
                </a:moveTo>
                <a:lnTo>
                  <a:pt x="249048" y="44790"/>
                </a:lnTo>
                <a:lnTo>
                  <a:pt x="267991" y="44790"/>
                </a:lnTo>
                <a:lnTo>
                  <a:pt x="267991" y="50810"/>
                </a:lnTo>
                <a:lnTo>
                  <a:pt x="249048" y="50987"/>
                </a:lnTo>
                <a:lnTo>
                  <a:pt x="249048" y="103639"/>
                </a:lnTo>
                <a:cubicBezTo>
                  <a:pt x="249048" y="108896"/>
                  <a:pt x="249801" y="112442"/>
                  <a:pt x="251305" y="114275"/>
                </a:cubicBezTo>
                <a:cubicBezTo>
                  <a:pt x="252810" y="116106"/>
                  <a:pt x="254743" y="117021"/>
                  <a:pt x="257103" y="117021"/>
                </a:cubicBezTo>
                <a:cubicBezTo>
                  <a:pt x="259051" y="117021"/>
                  <a:pt x="260939" y="116409"/>
                  <a:pt x="262769" y="115185"/>
                </a:cubicBezTo>
                <a:cubicBezTo>
                  <a:pt x="264598" y="113960"/>
                  <a:pt x="266014" y="112153"/>
                  <a:pt x="267018" y="109763"/>
                </a:cubicBezTo>
                <a:lnTo>
                  <a:pt x="270470" y="109763"/>
                </a:lnTo>
                <a:cubicBezTo>
                  <a:pt x="268404" y="115576"/>
                  <a:pt x="265483" y="119950"/>
                  <a:pt x="261706" y="122886"/>
                </a:cubicBezTo>
                <a:cubicBezTo>
                  <a:pt x="257930" y="125822"/>
                  <a:pt x="254035" y="127290"/>
                  <a:pt x="250022" y="127290"/>
                </a:cubicBezTo>
                <a:cubicBezTo>
                  <a:pt x="247307" y="127290"/>
                  <a:pt x="244652" y="126534"/>
                  <a:pt x="242055" y="125024"/>
                </a:cubicBezTo>
                <a:cubicBezTo>
                  <a:pt x="239459" y="123514"/>
                  <a:pt x="237541" y="121352"/>
                  <a:pt x="236302" y="118540"/>
                </a:cubicBezTo>
                <a:cubicBezTo>
                  <a:pt x="235062" y="115728"/>
                  <a:pt x="234443" y="111390"/>
                  <a:pt x="234443" y="105528"/>
                </a:cubicBezTo>
                <a:lnTo>
                  <a:pt x="234443" y="50810"/>
                </a:lnTo>
                <a:lnTo>
                  <a:pt x="221608" y="50810"/>
                </a:lnTo>
                <a:lnTo>
                  <a:pt x="221608" y="47971"/>
                </a:lnTo>
                <a:cubicBezTo>
                  <a:pt x="224853" y="46681"/>
                  <a:pt x="228173" y="44495"/>
                  <a:pt x="231566" y="41416"/>
                </a:cubicBezTo>
                <a:cubicBezTo>
                  <a:pt x="234959" y="38336"/>
                  <a:pt x="237983" y="34665"/>
                  <a:pt x="240639" y="30403"/>
                </a:cubicBezTo>
                <a:cubicBezTo>
                  <a:pt x="241996" y="28153"/>
                  <a:pt x="243885" y="24038"/>
                  <a:pt x="246304" y="18058"/>
                </a:cubicBezTo>
                <a:lnTo>
                  <a:pt x="249048" y="18058"/>
                </a:lnTo>
                <a:close/>
                <a:moveTo>
                  <a:pt x="378311" y="116761"/>
                </a:moveTo>
                <a:cubicBezTo>
                  <a:pt x="374357" y="120890"/>
                  <a:pt x="370492" y="123855"/>
                  <a:pt x="366715" y="125655"/>
                </a:cubicBezTo>
                <a:cubicBezTo>
                  <a:pt x="362938" y="127453"/>
                  <a:pt x="358867" y="128352"/>
                  <a:pt x="354500" y="128352"/>
                </a:cubicBezTo>
                <a:cubicBezTo>
                  <a:pt x="345648" y="128352"/>
                  <a:pt x="337917" y="124657"/>
                  <a:pt x="331308" y="117268"/>
                </a:cubicBezTo>
                <a:cubicBezTo>
                  <a:pt x="324698" y="109876"/>
                  <a:pt x="321394" y="100379"/>
                  <a:pt x="321394" y="88776"/>
                </a:cubicBezTo>
                <a:cubicBezTo>
                  <a:pt x="321394" y="77174"/>
                  <a:pt x="325053" y="66559"/>
                  <a:pt x="332370" y="56931"/>
                </a:cubicBezTo>
                <a:cubicBezTo>
                  <a:pt x="339688" y="47303"/>
                  <a:pt x="349100" y="42489"/>
                  <a:pt x="360607" y="42489"/>
                </a:cubicBezTo>
                <a:cubicBezTo>
                  <a:pt x="367748" y="42489"/>
                  <a:pt x="373649" y="44760"/>
                  <a:pt x="378311" y="49302"/>
                </a:cubicBezTo>
                <a:lnTo>
                  <a:pt x="378311" y="34168"/>
                </a:lnTo>
                <a:cubicBezTo>
                  <a:pt x="378311" y="24942"/>
                  <a:pt x="378090" y="19271"/>
                  <a:pt x="377647" y="17156"/>
                </a:cubicBezTo>
                <a:cubicBezTo>
                  <a:pt x="377205" y="15041"/>
                  <a:pt x="376511" y="13601"/>
                  <a:pt x="375567" y="12835"/>
                </a:cubicBezTo>
                <a:cubicBezTo>
                  <a:pt x="374623" y="12068"/>
                  <a:pt x="373443" y="11684"/>
                  <a:pt x="372026" y="11684"/>
                </a:cubicBezTo>
                <a:cubicBezTo>
                  <a:pt x="370492" y="11684"/>
                  <a:pt x="368456" y="12157"/>
                  <a:pt x="365919" y="13101"/>
                </a:cubicBezTo>
                <a:lnTo>
                  <a:pt x="364768" y="9914"/>
                </a:lnTo>
                <a:lnTo>
                  <a:pt x="388933" y="0"/>
                </a:lnTo>
                <a:lnTo>
                  <a:pt x="392917" y="0"/>
                </a:lnTo>
                <a:lnTo>
                  <a:pt x="392917" y="93830"/>
                </a:lnTo>
                <a:cubicBezTo>
                  <a:pt x="392917" y="103292"/>
                  <a:pt x="393138" y="109066"/>
                  <a:pt x="393581" y="111152"/>
                </a:cubicBezTo>
                <a:cubicBezTo>
                  <a:pt x="394023" y="113237"/>
                  <a:pt x="394731" y="114693"/>
                  <a:pt x="395705" y="115519"/>
                </a:cubicBezTo>
                <a:cubicBezTo>
                  <a:pt x="396679" y="116344"/>
                  <a:pt x="397815" y="116756"/>
                  <a:pt x="399113" y="116756"/>
                </a:cubicBezTo>
                <a:cubicBezTo>
                  <a:pt x="400706" y="116756"/>
                  <a:pt x="402831" y="116254"/>
                  <a:pt x="405486" y="115251"/>
                </a:cubicBezTo>
                <a:lnTo>
                  <a:pt x="406460" y="118438"/>
                </a:lnTo>
                <a:lnTo>
                  <a:pt x="382383" y="128352"/>
                </a:lnTo>
                <a:lnTo>
                  <a:pt x="378311" y="128352"/>
                </a:lnTo>
                <a:lnTo>
                  <a:pt x="378311" y="116761"/>
                </a:lnTo>
                <a:moveTo>
                  <a:pt x="378311" y="110579"/>
                </a:moveTo>
                <a:lnTo>
                  <a:pt x="378311" y="68903"/>
                </a:lnTo>
                <a:cubicBezTo>
                  <a:pt x="377957" y="64900"/>
                  <a:pt x="376895" y="61250"/>
                  <a:pt x="375125" y="57955"/>
                </a:cubicBezTo>
                <a:cubicBezTo>
                  <a:pt x="373354" y="54657"/>
                  <a:pt x="371008" y="52171"/>
                  <a:pt x="368087" y="50494"/>
                </a:cubicBezTo>
                <a:cubicBezTo>
                  <a:pt x="365166" y="48816"/>
                  <a:pt x="362319" y="47977"/>
                  <a:pt x="359545" y="47977"/>
                </a:cubicBezTo>
                <a:cubicBezTo>
                  <a:pt x="354352" y="47977"/>
                  <a:pt x="349720" y="50302"/>
                  <a:pt x="345648" y="54953"/>
                </a:cubicBezTo>
                <a:cubicBezTo>
                  <a:pt x="340278" y="61074"/>
                  <a:pt x="337593" y="70021"/>
                  <a:pt x="337593" y="81794"/>
                </a:cubicBezTo>
                <a:cubicBezTo>
                  <a:pt x="337593" y="93685"/>
                  <a:pt x="340189" y="102795"/>
                  <a:pt x="345382" y="109124"/>
                </a:cubicBezTo>
                <a:cubicBezTo>
                  <a:pt x="350575" y="115451"/>
                  <a:pt x="356359" y="118615"/>
                  <a:pt x="362732" y="118615"/>
                </a:cubicBezTo>
                <a:cubicBezTo>
                  <a:pt x="368102" y="118615"/>
                  <a:pt x="373295" y="115936"/>
                  <a:pt x="378311" y="110579"/>
                </a:cubicBezTo>
                <a:close/>
                <a:moveTo>
                  <a:pt x="425315" y="75418"/>
                </a:moveTo>
                <a:cubicBezTo>
                  <a:pt x="425256" y="87401"/>
                  <a:pt x="428177" y="96800"/>
                  <a:pt x="434078" y="103614"/>
                </a:cubicBezTo>
                <a:cubicBezTo>
                  <a:pt x="439979" y="110428"/>
                  <a:pt x="446913" y="113835"/>
                  <a:pt x="454880" y="113835"/>
                </a:cubicBezTo>
                <a:cubicBezTo>
                  <a:pt x="460191" y="113835"/>
                  <a:pt x="464809" y="112368"/>
                  <a:pt x="468733" y="109434"/>
                </a:cubicBezTo>
                <a:cubicBezTo>
                  <a:pt x="472658" y="106500"/>
                  <a:pt x="475947" y="101475"/>
                  <a:pt x="478603" y="94361"/>
                </a:cubicBezTo>
                <a:lnTo>
                  <a:pt x="481347" y="96139"/>
                </a:lnTo>
                <a:cubicBezTo>
                  <a:pt x="480108" y="104267"/>
                  <a:pt x="476508" y="111667"/>
                  <a:pt x="470548" y="118341"/>
                </a:cubicBezTo>
                <a:cubicBezTo>
                  <a:pt x="464588" y="125015"/>
                  <a:pt x="457123" y="128352"/>
                  <a:pt x="448153" y="128352"/>
                </a:cubicBezTo>
                <a:cubicBezTo>
                  <a:pt x="438416" y="128352"/>
                  <a:pt x="430080" y="124569"/>
                  <a:pt x="423146" y="117002"/>
                </a:cubicBezTo>
                <a:cubicBezTo>
                  <a:pt x="416212" y="109434"/>
                  <a:pt x="412745" y="99260"/>
                  <a:pt x="412745" y="86480"/>
                </a:cubicBezTo>
                <a:cubicBezTo>
                  <a:pt x="412745" y="72641"/>
                  <a:pt x="416301" y="61850"/>
                  <a:pt x="423412" y="54107"/>
                </a:cubicBezTo>
                <a:cubicBezTo>
                  <a:pt x="430523" y="46362"/>
                  <a:pt x="439448" y="42489"/>
                  <a:pt x="450189" y="42489"/>
                </a:cubicBezTo>
                <a:cubicBezTo>
                  <a:pt x="459277" y="42489"/>
                  <a:pt x="466742" y="45476"/>
                  <a:pt x="472584" y="51451"/>
                </a:cubicBezTo>
                <a:cubicBezTo>
                  <a:pt x="478426" y="57425"/>
                  <a:pt x="481347" y="65413"/>
                  <a:pt x="481347" y="75418"/>
                </a:cubicBezTo>
                <a:lnTo>
                  <a:pt x="425315" y="75418"/>
                </a:lnTo>
                <a:moveTo>
                  <a:pt x="425315" y="70284"/>
                </a:moveTo>
                <a:lnTo>
                  <a:pt x="462847" y="70284"/>
                </a:lnTo>
                <a:cubicBezTo>
                  <a:pt x="462552" y="65133"/>
                  <a:pt x="461932" y="61505"/>
                  <a:pt x="460988" y="59399"/>
                </a:cubicBezTo>
                <a:cubicBezTo>
                  <a:pt x="459513" y="56120"/>
                  <a:pt x="457314" y="53544"/>
                  <a:pt x="454393" y="51673"/>
                </a:cubicBezTo>
                <a:cubicBezTo>
                  <a:pt x="451472" y="49799"/>
                  <a:pt x="448418" y="48862"/>
                  <a:pt x="445232" y="48862"/>
                </a:cubicBezTo>
                <a:cubicBezTo>
                  <a:pt x="440334" y="48862"/>
                  <a:pt x="435952" y="50750"/>
                  <a:pt x="432087" y="54525"/>
                </a:cubicBezTo>
                <a:cubicBezTo>
                  <a:pt x="428221" y="58300"/>
                  <a:pt x="425964" y="63553"/>
                  <a:pt x="425315" y="70284"/>
                </a:cubicBezTo>
                <a:close/>
                <a:moveTo>
                  <a:pt x="515538" y="18058"/>
                </a:moveTo>
                <a:lnTo>
                  <a:pt x="515538" y="44790"/>
                </a:lnTo>
                <a:lnTo>
                  <a:pt x="534481" y="44790"/>
                </a:lnTo>
                <a:lnTo>
                  <a:pt x="534481" y="50810"/>
                </a:lnTo>
                <a:lnTo>
                  <a:pt x="515538" y="50987"/>
                </a:lnTo>
                <a:lnTo>
                  <a:pt x="515538" y="103639"/>
                </a:lnTo>
                <a:cubicBezTo>
                  <a:pt x="515538" y="108896"/>
                  <a:pt x="516291" y="112442"/>
                  <a:pt x="517796" y="114275"/>
                </a:cubicBezTo>
                <a:cubicBezTo>
                  <a:pt x="519300" y="116106"/>
                  <a:pt x="521233" y="117021"/>
                  <a:pt x="523594" y="117021"/>
                </a:cubicBezTo>
                <a:cubicBezTo>
                  <a:pt x="525541" y="117021"/>
                  <a:pt x="527429" y="116409"/>
                  <a:pt x="529259" y="115185"/>
                </a:cubicBezTo>
                <a:cubicBezTo>
                  <a:pt x="531088" y="113960"/>
                  <a:pt x="532504" y="112153"/>
                  <a:pt x="533508" y="109763"/>
                </a:cubicBezTo>
                <a:lnTo>
                  <a:pt x="536960" y="109763"/>
                </a:lnTo>
                <a:cubicBezTo>
                  <a:pt x="534894" y="115576"/>
                  <a:pt x="531973" y="119950"/>
                  <a:pt x="528197" y="122886"/>
                </a:cubicBezTo>
                <a:cubicBezTo>
                  <a:pt x="524420" y="125822"/>
                  <a:pt x="520525" y="127290"/>
                  <a:pt x="516512" y="127290"/>
                </a:cubicBezTo>
                <a:cubicBezTo>
                  <a:pt x="513798" y="127290"/>
                  <a:pt x="511142" y="126534"/>
                  <a:pt x="508545" y="125024"/>
                </a:cubicBezTo>
                <a:cubicBezTo>
                  <a:pt x="505949" y="123514"/>
                  <a:pt x="504031" y="121352"/>
                  <a:pt x="502792" y="118540"/>
                </a:cubicBezTo>
                <a:cubicBezTo>
                  <a:pt x="501552" y="115728"/>
                  <a:pt x="500933" y="111390"/>
                  <a:pt x="500933" y="105528"/>
                </a:cubicBezTo>
                <a:lnTo>
                  <a:pt x="500933" y="50810"/>
                </a:lnTo>
                <a:lnTo>
                  <a:pt x="488098" y="50810"/>
                </a:lnTo>
                <a:lnTo>
                  <a:pt x="488098" y="47971"/>
                </a:lnTo>
                <a:cubicBezTo>
                  <a:pt x="491343" y="46681"/>
                  <a:pt x="494663" y="44495"/>
                  <a:pt x="498056" y="41416"/>
                </a:cubicBezTo>
                <a:cubicBezTo>
                  <a:pt x="501449" y="38336"/>
                  <a:pt x="504474" y="34665"/>
                  <a:pt x="507129" y="30403"/>
                </a:cubicBezTo>
                <a:cubicBezTo>
                  <a:pt x="508486" y="28153"/>
                  <a:pt x="510375" y="24038"/>
                  <a:pt x="512794" y="18058"/>
                </a:cubicBezTo>
                <a:lnTo>
                  <a:pt x="515538" y="18058"/>
                </a:lnTo>
                <a:close/>
                <a:moveTo>
                  <a:pt x="555840" y="75418"/>
                </a:moveTo>
                <a:cubicBezTo>
                  <a:pt x="555781" y="87401"/>
                  <a:pt x="558702" y="96800"/>
                  <a:pt x="564603" y="103614"/>
                </a:cubicBezTo>
                <a:cubicBezTo>
                  <a:pt x="570505" y="110428"/>
                  <a:pt x="577439" y="113835"/>
                  <a:pt x="585405" y="113835"/>
                </a:cubicBezTo>
                <a:cubicBezTo>
                  <a:pt x="590716" y="113835"/>
                  <a:pt x="595334" y="112368"/>
                  <a:pt x="599258" y="109434"/>
                </a:cubicBezTo>
                <a:cubicBezTo>
                  <a:pt x="603183" y="106500"/>
                  <a:pt x="606473" y="101475"/>
                  <a:pt x="609128" y="94361"/>
                </a:cubicBezTo>
                <a:lnTo>
                  <a:pt x="611872" y="96139"/>
                </a:lnTo>
                <a:cubicBezTo>
                  <a:pt x="610633" y="104267"/>
                  <a:pt x="607033" y="111667"/>
                  <a:pt x="601073" y="118341"/>
                </a:cubicBezTo>
                <a:cubicBezTo>
                  <a:pt x="595113" y="125015"/>
                  <a:pt x="587648" y="128352"/>
                  <a:pt x="578678" y="128352"/>
                </a:cubicBezTo>
                <a:cubicBezTo>
                  <a:pt x="568941" y="128352"/>
                  <a:pt x="560605" y="124569"/>
                  <a:pt x="553671" y="117002"/>
                </a:cubicBezTo>
                <a:cubicBezTo>
                  <a:pt x="546737" y="109434"/>
                  <a:pt x="543270" y="99260"/>
                  <a:pt x="543270" y="86480"/>
                </a:cubicBezTo>
                <a:cubicBezTo>
                  <a:pt x="543270" y="72641"/>
                  <a:pt x="546826" y="61850"/>
                  <a:pt x="553937" y="54107"/>
                </a:cubicBezTo>
                <a:cubicBezTo>
                  <a:pt x="561048" y="46362"/>
                  <a:pt x="569974" y="42489"/>
                  <a:pt x="580714" y="42489"/>
                </a:cubicBezTo>
                <a:cubicBezTo>
                  <a:pt x="589802" y="42489"/>
                  <a:pt x="597267" y="45476"/>
                  <a:pt x="603109" y="51451"/>
                </a:cubicBezTo>
                <a:cubicBezTo>
                  <a:pt x="608951" y="57425"/>
                  <a:pt x="611872" y="65413"/>
                  <a:pt x="611872" y="75418"/>
                </a:cubicBezTo>
                <a:lnTo>
                  <a:pt x="555840" y="75418"/>
                </a:lnTo>
                <a:moveTo>
                  <a:pt x="555840" y="70284"/>
                </a:moveTo>
                <a:lnTo>
                  <a:pt x="593372" y="70284"/>
                </a:lnTo>
                <a:cubicBezTo>
                  <a:pt x="593077" y="65133"/>
                  <a:pt x="592457" y="61505"/>
                  <a:pt x="591513" y="59399"/>
                </a:cubicBezTo>
                <a:cubicBezTo>
                  <a:pt x="590038" y="56120"/>
                  <a:pt x="587840" y="53544"/>
                  <a:pt x="584918" y="51673"/>
                </a:cubicBezTo>
                <a:cubicBezTo>
                  <a:pt x="581997" y="49799"/>
                  <a:pt x="578943" y="48862"/>
                  <a:pt x="575757" y="48862"/>
                </a:cubicBezTo>
                <a:cubicBezTo>
                  <a:pt x="570859" y="48862"/>
                  <a:pt x="566477" y="50750"/>
                  <a:pt x="562612" y="54525"/>
                </a:cubicBezTo>
                <a:cubicBezTo>
                  <a:pt x="558746" y="58300"/>
                  <a:pt x="556489" y="63553"/>
                  <a:pt x="555840" y="70284"/>
                </a:cubicBezTo>
                <a:close/>
                <a:moveTo>
                  <a:pt x="691385" y="95069"/>
                </a:moveTo>
                <a:cubicBezTo>
                  <a:pt x="689202" y="105750"/>
                  <a:pt x="684923" y="113968"/>
                  <a:pt x="678550" y="119721"/>
                </a:cubicBezTo>
                <a:cubicBezTo>
                  <a:pt x="672177" y="125475"/>
                  <a:pt x="665125" y="128352"/>
                  <a:pt x="657394" y="128352"/>
                </a:cubicBezTo>
                <a:cubicBezTo>
                  <a:pt x="648188" y="128352"/>
                  <a:pt x="640162" y="124491"/>
                  <a:pt x="633317" y="116770"/>
                </a:cubicBezTo>
                <a:cubicBezTo>
                  <a:pt x="626471" y="109047"/>
                  <a:pt x="623049" y="98611"/>
                  <a:pt x="623049" y="85465"/>
                </a:cubicBezTo>
                <a:cubicBezTo>
                  <a:pt x="623049" y="72731"/>
                  <a:pt x="626840" y="62385"/>
                  <a:pt x="634423" y="54428"/>
                </a:cubicBezTo>
                <a:cubicBezTo>
                  <a:pt x="642007" y="46469"/>
                  <a:pt x="651109" y="42489"/>
                  <a:pt x="661731" y="42489"/>
                </a:cubicBezTo>
                <a:cubicBezTo>
                  <a:pt x="669698" y="42489"/>
                  <a:pt x="676248" y="44606"/>
                  <a:pt x="681382" y="48840"/>
                </a:cubicBezTo>
                <a:cubicBezTo>
                  <a:pt x="686517" y="53072"/>
                  <a:pt x="689084" y="57468"/>
                  <a:pt x="689084" y="62027"/>
                </a:cubicBezTo>
                <a:cubicBezTo>
                  <a:pt x="689084" y="64276"/>
                  <a:pt x="688361" y="66098"/>
                  <a:pt x="686915" y="67490"/>
                </a:cubicBezTo>
                <a:cubicBezTo>
                  <a:pt x="685469" y="68880"/>
                  <a:pt x="683448" y="69576"/>
                  <a:pt x="680851" y="69576"/>
                </a:cubicBezTo>
                <a:cubicBezTo>
                  <a:pt x="677370" y="69576"/>
                  <a:pt x="674744" y="68445"/>
                  <a:pt x="672973" y="66184"/>
                </a:cubicBezTo>
                <a:cubicBezTo>
                  <a:pt x="671970" y="64934"/>
                  <a:pt x="671306" y="62553"/>
                  <a:pt x="670982" y="59042"/>
                </a:cubicBezTo>
                <a:cubicBezTo>
                  <a:pt x="670657" y="55531"/>
                  <a:pt x="669462" y="52853"/>
                  <a:pt x="667397" y="51009"/>
                </a:cubicBezTo>
                <a:cubicBezTo>
                  <a:pt x="665331" y="49224"/>
                  <a:pt x="662469" y="48331"/>
                  <a:pt x="658810" y="48331"/>
                </a:cubicBezTo>
                <a:cubicBezTo>
                  <a:pt x="652909" y="48331"/>
                  <a:pt x="648159" y="50515"/>
                  <a:pt x="644559" y="54881"/>
                </a:cubicBezTo>
                <a:cubicBezTo>
                  <a:pt x="639779" y="60665"/>
                  <a:pt x="637389" y="68307"/>
                  <a:pt x="637389" y="77808"/>
                </a:cubicBezTo>
                <a:cubicBezTo>
                  <a:pt x="637389" y="87486"/>
                  <a:pt x="639764" y="96028"/>
                  <a:pt x="644515" y="103434"/>
                </a:cubicBezTo>
                <a:cubicBezTo>
                  <a:pt x="649265" y="110840"/>
                  <a:pt x="655683" y="114543"/>
                  <a:pt x="663767" y="114543"/>
                </a:cubicBezTo>
                <a:cubicBezTo>
                  <a:pt x="669551" y="114543"/>
                  <a:pt x="674744" y="112566"/>
                  <a:pt x="679347" y="108612"/>
                </a:cubicBezTo>
                <a:cubicBezTo>
                  <a:pt x="682592" y="105898"/>
                  <a:pt x="685749" y="100970"/>
                  <a:pt x="688818" y="93830"/>
                </a:cubicBezTo>
                <a:lnTo>
                  <a:pt x="691385" y="95069"/>
                </a:lnTo>
                <a:close/>
                <a:moveTo>
                  <a:pt x="726373" y="18058"/>
                </a:moveTo>
                <a:lnTo>
                  <a:pt x="726373" y="44790"/>
                </a:lnTo>
                <a:lnTo>
                  <a:pt x="745316" y="44790"/>
                </a:lnTo>
                <a:lnTo>
                  <a:pt x="745316" y="50810"/>
                </a:lnTo>
                <a:lnTo>
                  <a:pt x="726373" y="50987"/>
                </a:lnTo>
                <a:lnTo>
                  <a:pt x="726373" y="103639"/>
                </a:lnTo>
                <a:cubicBezTo>
                  <a:pt x="726373" y="108896"/>
                  <a:pt x="727126" y="112442"/>
                  <a:pt x="728631" y="114275"/>
                </a:cubicBezTo>
                <a:cubicBezTo>
                  <a:pt x="730135" y="116106"/>
                  <a:pt x="732068" y="117021"/>
                  <a:pt x="734429" y="117021"/>
                </a:cubicBezTo>
                <a:cubicBezTo>
                  <a:pt x="736376" y="117021"/>
                  <a:pt x="738264" y="116409"/>
                  <a:pt x="740094" y="115185"/>
                </a:cubicBezTo>
                <a:cubicBezTo>
                  <a:pt x="741923" y="113960"/>
                  <a:pt x="743339" y="112153"/>
                  <a:pt x="744343" y="109763"/>
                </a:cubicBezTo>
                <a:lnTo>
                  <a:pt x="747795" y="109763"/>
                </a:lnTo>
                <a:cubicBezTo>
                  <a:pt x="745729" y="115576"/>
                  <a:pt x="742808" y="119950"/>
                  <a:pt x="739031" y="122886"/>
                </a:cubicBezTo>
                <a:cubicBezTo>
                  <a:pt x="735255" y="125822"/>
                  <a:pt x="731360" y="127290"/>
                  <a:pt x="727347" y="127290"/>
                </a:cubicBezTo>
                <a:cubicBezTo>
                  <a:pt x="724632" y="127290"/>
                  <a:pt x="721977" y="126534"/>
                  <a:pt x="719380" y="125024"/>
                </a:cubicBezTo>
                <a:cubicBezTo>
                  <a:pt x="716784" y="123514"/>
                  <a:pt x="714866" y="121352"/>
                  <a:pt x="713627" y="118540"/>
                </a:cubicBezTo>
                <a:cubicBezTo>
                  <a:pt x="712387" y="115728"/>
                  <a:pt x="711768" y="111390"/>
                  <a:pt x="711768" y="105528"/>
                </a:cubicBezTo>
                <a:lnTo>
                  <a:pt x="711768" y="50810"/>
                </a:lnTo>
                <a:lnTo>
                  <a:pt x="698933" y="50810"/>
                </a:lnTo>
                <a:lnTo>
                  <a:pt x="698933" y="47971"/>
                </a:lnTo>
                <a:cubicBezTo>
                  <a:pt x="702178" y="46681"/>
                  <a:pt x="705498" y="44495"/>
                  <a:pt x="708891" y="41416"/>
                </a:cubicBezTo>
                <a:cubicBezTo>
                  <a:pt x="712284" y="38336"/>
                  <a:pt x="715309" y="34665"/>
                  <a:pt x="717964" y="30403"/>
                </a:cubicBezTo>
                <a:cubicBezTo>
                  <a:pt x="719321" y="28153"/>
                  <a:pt x="721210" y="24038"/>
                  <a:pt x="723629" y="18058"/>
                </a:cubicBezTo>
                <a:lnTo>
                  <a:pt x="726373" y="18058"/>
                </a:lnTo>
                <a:close/>
                <a:moveTo>
                  <a:pt x="773668" y="0"/>
                </a:moveTo>
                <a:cubicBezTo>
                  <a:pt x="776146" y="0"/>
                  <a:pt x="778256" y="875"/>
                  <a:pt x="779997" y="2625"/>
                </a:cubicBezTo>
                <a:cubicBezTo>
                  <a:pt x="781738" y="4373"/>
                  <a:pt x="782608" y="6493"/>
                  <a:pt x="782608" y="8985"/>
                </a:cubicBezTo>
                <a:cubicBezTo>
                  <a:pt x="782608" y="11476"/>
                  <a:pt x="781738" y="13612"/>
                  <a:pt x="779997" y="15391"/>
                </a:cubicBezTo>
                <a:cubicBezTo>
                  <a:pt x="778256" y="17169"/>
                  <a:pt x="776146" y="18058"/>
                  <a:pt x="773668" y="18058"/>
                </a:cubicBezTo>
                <a:cubicBezTo>
                  <a:pt x="771189" y="18058"/>
                  <a:pt x="769065" y="17169"/>
                  <a:pt x="767294" y="15391"/>
                </a:cubicBezTo>
                <a:cubicBezTo>
                  <a:pt x="765524" y="13612"/>
                  <a:pt x="764639" y="11476"/>
                  <a:pt x="764639" y="8985"/>
                </a:cubicBezTo>
                <a:cubicBezTo>
                  <a:pt x="764639" y="6493"/>
                  <a:pt x="765509" y="4373"/>
                  <a:pt x="767250" y="2625"/>
                </a:cubicBezTo>
                <a:cubicBezTo>
                  <a:pt x="768991" y="875"/>
                  <a:pt x="771130" y="0"/>
                  <a:pt x="773668" y="0"/>
                </a:cubicBezTo>
                <a:moveTo>
                  <a:pt x="781015" y="42489"/>
                </a:moveTo>
                <a:lnTo>
                  <a:pt x="781015" y="107461"/>
                </a:lnTo>
                <a:cubicBezTo>
                  <a:pt x="781015" y="112566"/>
                  <a:pt x="781384" y="115965"/>
                  <a:pt x="782121" y="117658"/>
                </a:cubicBezTo>
                <a:cubicBezTo>
                  <a:pt x="782859" y="119349"/>
                  <a:pt x="783951" y="120610"/>
                  <a:pt x="785396" y="121442"/>
                </a:cubicBezTo>
                <a:cubicBezTo>
                  <a:pt x="786842" y="122272"/>
                  <a:pt x="789483" y="122687"/>
                  <a:pt x="793319" y="122687"/>
                </a:cubicBezTo>
                <a:lnTo>
                  <a:pt x="793319" y="125873"/>
                </a:lnTo>
                <a:lnTo>
                  <a:pt x="753928" y="125873"/>
                </a:lnTo>
                <a:lnTo>
                  <a:pt x="753928" y="122687"/>
                </a:lnTo>
                <a:cubicBezTo>
                  <a:pt x="757882" y="122687"/>
                  <a:pt x="760537" y="122301"/>
                  <a:pt x="761895" y="121530"/>
                </a:cubicBezTo>
                <a:cubicBezTo>
                  <a:pt x="763252" y="120758"/>
                  <a:pt x="764329" y="119482"/>
                  <a:pt x="765126" y="117702"/>
                </a:cubicBezTo>
                <a:cubicBezTo>
                  <a:pt x="765922" y="115921"/>
                  <a:pt x="766321" y="112507"/>
                  <a:pt x="766321" y="107461"/>
                </a:cubicBezTo>
                <a:lnTo>
                  <a:pt x="766321" y="76480"/>
                </a:lnTo>
                <a:cubicBezTo>
                  <a:pt x="766321" y="67650"/>
                  <a:pt x="766055" y="61932"/>
                  <a:pt x="765524" y="59324"/>
                </a:cubicBezTo>
                <a:cubicBezTo>
                  <a:pt x="765111" y="57426"/>
                  <a:pt x="764462" y="56109"/>
                  <a:pt x="763577" y="55371"/>
                </a:cubicBezTo>
                <a:cubicBezTo>
                  <a:pt x="762691" y="54632"/>
                  <a:pt x="761482" y="54262"/>
                  <a:pt x="759947" y="54262"/>
                </a:cubicBezTo>
                <a:cubicBezTo>
                  <a:pt x="758295" y="54262"/>
                  <a:pt x="756289" y="54704"/>
                  <a:pt x="753928" y="55590"/>
                </a:cubicBezTo>
                <a:lnTo>
                  <a:pt x="752689" y="52403"/>
                </a:lnTo>
                <a:lnTo>
                  <a:pt x="777120" y="42489"/>
                </a:lnTo>
                <a:lnTo>
                  <a:pt x="781015" y="42489"/>
                </a:lnTo>
                <a:close/>
                <a:moveTo>
                  <a:pt x="842915" y="42489"/>
                </a:moveTo>
                <a:cubicBezTo>
                  <a:pt x="855189" y="42489"/>
                  <a:pt x="865044" y="47146"/>
                  <a:pt x="872480" y="56461"/>
                </a:cubicBezTo>
                <a:cubicBezTo>
                  <a:pt x="878794" y="64418"/>
                  <a:pt x="881951" y="73556"/>
                  <a:pt x="881951" y="83874"/>
                </a:cubicBezTo>
                <a:cubicBezTo>
                  <a:pt x="881951" y="91125"/>
                  <a:pt x="880210" y="98465"/>
                  <a:pt x="876729" y="105893"/>
                </a:cubicBezTo>
                <a:cubicBezTo>
                  <a:pt x="873247" y="113319"/>
                  <a:pt x="868452" y="118919"/>
                  <a:pt x="862344" y="122692"/>
                </a:cubicBezTo>
                <a:cubicBezTo>
                  <a:pt x="856237" y="126465"/>
                  <a:pt x="849435" y="128352"/>
                  <a:pt x="841941" y="128352"/>
                </a:cubicBezTo>
                <a:cubicBezTo>
                  <a:pt x="829725" y="128352"/>
                  <a:pt x="820018" y="123488"/>
                  <a:pt x="812818" y="113760"/>
                </a:cubicBezTo>
                <a:cubicBezTo>
                  <a:pt x="806740" y="105567"/>
                  <a:pt x="803701" y="96371"/>
                  <a:pt x="803701" y="86173"/>
                </a:cubicBezTo>
                <a:cubicBezTo>
                  <a:pt x="803701" y="78745"/>
                  <a:pt x="805545" y="71361"/>
                  <a:pt x="809233" y="64021"/>
                </a:cubicBezTo>
                <a:cubicBezTo>
                  <a:pt x="812922" y="56681"/>
                  <a:pt x="817775" y="51258"/>
                  <a:pt x="823795" y="47750"/>
                </a:cubicBezTo>
                <a:cubicBezTo>
                  <a:pt x="829814" y="44243"/>
                  <a:pt x="836187" y="42489"/>
                  <a:pt x="842915" y="42489"/>
                </a:cubicBezTo>
                <a:moveTo>
                  <a:pt x="840170" y="48331"/>
                </a:moveTo>
                <a:cubicBezTo>
                  <a:pt x="837043" y="48331"/>
                  <a:pt x="833900" y="49258"/>
                  <a:pt x="830743" y="51111"/>
                </a:cubicBezTo>
                <a:cubicBezTo>
                  <a:pt x="827586" y="52963"/>
                  <a:pt x="825034" y="56211"/>
                  <a:pt x="823086" y="60856"/>
                </a:cubicBezTo>
                <a:cubicBezTo>
                  <a:pt x="821139" y="65502"/>
                  <a:pt x="820165" y="71469"/>
                  <a:pt x="820165" y="78759"/>
                </a:cubicBezTo>
                <a:cubicBezTo>
                  <a:pt x="820165" y="90519"/>
                  <a:pt x="822511" y="100663"/>
                  <a:pt x="827203" y="109190"/>
                </a:cubicBezTo>
                <a:cubicBezTo>
                  <a:pt x="831894" y="117716"/>
                  <a:pt x="838076" y="121979"/>
                  <a:pt x="845747" y="121979"/>
                </a:cubicBezTo>
                <a:cubicBezTo>
                  <a:pt x="851471" y="121979"/>
                  <a:pt x="856192" y="119626"/>
                  <a:pt x="859910" y="114922"/>
                </a:cubicBezTo>
                <a:cubicBezTo>
                  <a:pt x="863628" y="110218"/>
                  <a:pt x="865487" y="102133"/>
                  <a:pt x="865487" y="90668"/>
                </a:cubicBezTo>
                <a:cubicBezTo>
                  <a:pt x="865487" y="76320"/>
                  <a:pt x="862389" y="65031"/>
                  <a:pt x="856192" y="56798"/>
                </a:cubicBezTo>
                <a:cubicBezTo>
                  <a:pt x="852002" y="51154"/>
                  <a:pt x="846662" y="48331"/>
                  <a:pt x="840170" y="48331"/>
                </a:cubicBezTo>
                <a:close/>
                <a:moveTo>
                  <a:pt x="917536" y="59573"/>
                </a:moveTo>
                <a:cubicBezTo>
                  <a:pt x="927037" y="48184"/>
                  <a:pt x="936096" y="42489"/>
                  <a:pt x="944712" y="42489"/>
                </a:cubicBezTo>
                <a:cubicBezTo>
                  <a:pt x="949137" y="42489"/>
                  <a:pt x="952944" y="43593"/>
                  <a:pt x="956130" y="45800"/>
                </a:cubicBezTo>
                <a:cubicBezTo>
                  <a:pt x="959317" y="48006"/>
                  <a:pt x="961855" y="51639"/>
                  <a:pt x="963743" y="56702"/>
                </a:cubicBezTo>
                <a:cubicBezTo>
                  <a:pt x="965041" y="60233"/>
                  <a:pt x="965690" y="65648"/>
                  <a:pt x="965690" y="72945"/>
                </a:cubicBezTo>
                <a:lnTo>
                  <a:pt x="965690" y="107461"/>
                </a:lnTo>
                <a:cubicBezTo>
                  <a:pt x="965690" y="112625"/>
                  <a:pt x="966103" y="116127"/>
                  <a:pt x="966930" y="117968"/>
                </a:cubicBezTo>
                <a:cubicBezTo>
                  <a:pt x="967579" y="119452"/>
                  <a:pt x="968626" y="120610"/>
                  <a:pt x="970072" y="121442"/>
                </a:cubicBezTo>
                <a:cubicBezTo>
                  <a:pt x="971518" y="122272"/>
                  <a:pt x="974188" y="122687"/>
                  <a:pt x="978083" y="122687"/>
                </a:cubicBezTo>
                <a:lnTo>
                  <a:pt x="978083" y="125873"/>
                </a:lnTo>
                <a:lnTo>
                  <a:pt x="937984" y="125873"/>
                </a:lnTo>
                <a:lnTo>
                  <a:pt x="937984" y="122687"/>
                </a:lnTo>
                <a:lnTo>
                  <a:pt x="939666" y="122687"/>
                </a:lnTo>
                <a:cubicBezTo>
                  <a:pt x="943443" y="122687"/>
                  <a:pt x="946084" y="122109"/>
                  <a:pt x="947588" y="120952"/>
                </a:cubicBezTo>
                <a:cubicBezTo>
                  <a:pt x="949093" y="119794"/>
                  <a:pt x="950141" y="118087"/>
                  <a:pt x="950731" y="115832"/>
                </a:cubicBezTo>
                <a:cubicBezTo>
                  <a:pt x="950967" y="114941"/>
                  <a:pt x="951085" y="112151"/>
                  <a:pt x="951085" y="107461"/>
                </a:cubicBezTo>
                <a:lnTo>
                  <a:pt x="951085" y="74322"/>
                </a:lnTo>
                <a:cubicBezTo>
                  <a:pt x="951085" y="66957"/>
                  <a:pt x="950126" y="61610"/>
                  <a:pt x="948208" y="58281"/>
                </a:cubicBezTo>
                <a:cubicBezTo>
                  <a:pt x="946290" y="54952"/>
                  <a:pt x="943059" y="53288"/>
                  <a:pt x="938515" y="53288"/>
                </a:cubicBezTo>
                <a:cubicBezTo>
                  <a:pt x="931493" y="53288"/>
                  <a:pt x="924500" y="57124"/>
                  <a:pt x="917536" y="64796"/>
                </a:cubicBezTo>
                <a:lnTo>
                  <a:pt x="917536" y="107461"/>
                </a:lnTo>
                <a:cubicBezTo>
                  <a:pt x="917536" y="112981"/>
                  <a:pt x="917861" y="116394"/>
                  <a:pt x="918510" y="117702"/>
                </a:cubicBezTo>
                <a:cubicBezTo>
                  <a:pt x="919336" y="119423"/>
                  <a:pt x="920472" y="120684"/>
                  <a:pt x="921918" y="121486"/>
                </a:cubicBezTo>
                <a:cubicBezTo>
                  <a:pt x="923364" y="122286"/>
                  <a:pt x="926300" y="122687"/>
                  <a:pt x="930726" y="122687"/>
                </a:cubicBezTo>
                <a:lnTo>
                  <a:pt x="930726" y="125873"/>
                </a:lnTo>
                <a:lnTo>
                  <a:pt x="890627" y="125873"/>
                </a:lnTo>
                <a:lnTo>
                  <a:pt x="890627" y="122687"/>
                </a:lnTo>
                <a:lnTo>
                  <a:pt x="892397" y="122687"/>
                </a:lnTo>
                <a:cubicBezTo>
                  <a:pt x="896528" y="122687"/>
                  <a:pt x="899316" y="121634"/>
                  <a:pt x="900762" y="119528"/>
                </a:cubicBezTo>
                <a:cubicBezTo>
                  <a:pt x="902208" y="117420"/>
                  <a:pt x="902931" y="113398"/>
                  <a:pt x="902931" y="107461"/>
                </a:cubicBezTo>
                <a:lnTo>
                  <a:pt x="902931" y="77542"/>
                </a:lnTo>
                <a:cubicBezTo>
                  <a:pt x="902931" y="67805"/>
                  <a:pt x="902709" y="61874"/>
                  <a:pt x="902267" y="59750"/>
                </a:cubicBezTo>
                <a:cubicBezTo>
                  <a:pt x="901824" y="57626"/>
                  <a:pt x="901146" y="56180"/>
                  <a:pt x="900231" y="55413"/>
                </a:cubicBezTo>
                <a:cubicBezTo>
                  <a:pt x="899316" y="54645"/>
                  <a:pt x="898092" y="54262"/>
                  <a:pt x="896557" y="54262"/>
                </a:cubicBezTo>
                <a:cubicBezTo>
                  <a:pt x="894905" y="54262"/>
                  <a:pt x="892928" y="54704"/>
                  <a:pt x="890627" y="55590"/>
                </a:cubicBezTo>
                <a:lnTo>
                  <a:pt x="889299" y="52403"/>
                </a:lnTo>
                <a:lnTo>
                  <a:pt x="913730" y="42489"/>
                </a:lnTo>
                <a:lnTo>
                  <a:pt x="917536" y="42489"/>
                </a:lnTo>
                <a:lnTo>
                  <a:pt x="917536" y="59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rectdetection">
            <a:extLst xmlns:a="http://schemas.openxmlformats.org/drawingml/2006/main">
              <a:ext uri="{FF2B5EF4-FFF2-40B4-BE49-F238E27FC236}">
                <a16:creationId xmlns:a16="http://schemas.microsoft.com/office/drawing/2014/main" id="{5489B60C-33F3-4015-B945-C09999B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313" y="3393790"/>
            <a:ext cx="978083" cy="128352"/>
          </a:xfrm>
          <a:custGeom xmlns:a="http://schemas.openxmlformats.org/drawingml/2006/main">
            <a:pathLst>
              <a:path w="978083" h="128352" fill="none">
                <a:moveTo>
                  <a:pt x="28237" y="42489"/>
                </a:moveTo>
                <a:lnTo>
                  <a:pt x="28237" y="60724"/>
                </a:lnTo>
                <a:cubicBezTo>
                  <a:pt x="35024" y="48567"/>
                  <a:pt x="41987" y="42489"/>
                  <a:pt x="49128" y="42489"/>
                </a:cubicBezTo>
                <a:cubicBezTo>
                  <a:pt x="52373" y="42489"/>
                  <a:pt x="55059" y="43477"/>
                  <a:pt x="57183" y="45454"/>
                </a:cubicBezTo>
                <a:cubicBezTo>
                  <a:pt x="59307" y="47431"/>
                  <a:pt x="60370" y="49718"/>
                  <a:pt x="60370" y="52314"/>
                </a:cubicBezTo>
                <a:cubicBezTo>
                  <a:pt x="60370" y="54616"/>
                  <a:pt x="59602" y="56563"/>
                  <a:pt x="58068" y="58157"/>
                </a:cubicBezTo>
                <a:cubicBezTo>
                  <a:pt x="56534" y="59750"/>
                  <a:pt x="54704" y="60547"/>
                  <a:pt x="52580" y="60547"/>
                </a:cubicBezTo>
                <a:cubicBezTo>
                  <a:pt x="50515" y="60547"/>
                  <a:pt x="48198" y="59543"/>
                  <a:pt x="45631" y="57537"/>
                </a:cubicBezTo>
                <a:cubicBezTo>
                  <a:pt x="43064" y="55531"/>
                  <a:pt x="41161" y="54527"/>
                  <a:pt x="39922" y="54527"/>
                </a:cubicBezTo>
                <a:cubicBezTo>
                  <a:pt x="38860" y="54527"/>
                  <a:pt x="37709" y="55113"/>
                  <a:pt x="36470" y="56284"/>
                </a:cubicBezTo>
                <a:cubicBezTo>
                  <a:pt x="33814" y="58687"/>
                  <a:pt x="31070" y="62642"/>
                  <a:pt x="28237" y="68148"/>
                </a:cubicBezTo>
                <a:lnTo>
                  <a:pt x="28237" y="106930"/>
                </a:lnTo>
                <a:cubicBezTo>
                  <a:pt x="28237" y="111419"/>
                  <a:pt x="28798" y="114814"/>
                  <a:pt x="29919" y="117116"/>
                </a:cubicBezTo>
                <a:cubicBezTo>
                  <a:pt x="30686" y="118711"/>
                  <a:pt x="32044" y="120038"/>
                  <a:pt x="33991" y="121099"/>
                </a:cubicBezTo>
                <a:cubicBezTo>
                  <a:pt x="35938" y="122157"/>
                  <a:pt x="38742" y="122687"/>
                  <a:pt x="42400" y="122687"/>
                </a:cubicBezTo>
                <a:lnTo>
                  <a:pt x="42400" y="125873"/>
                </a:lnTo>
                <a:lnTo>
                  <a:pt x="885" y="125873"/>
                </a:lnTo>
                <a:lnTo>
                  <a:pt x="885" y="122687"/>
                </a:lnTo>
                <a:cubicBezTo>
                  <a:pt x="5016" y="122687"/>
                  <a:pt x="8085" y="122030"/>
                  <a:pt x="10091" y="120717"/>
                </a:cubicBezTo>
                <a:cubicBezTo>
                  <a:pt x="11566" y="119762"/>
                  <a:pt x="12599" y="118240"/>
                  <a:pt x="13189" y="116150"/>
                </a:cubicBezTo>
                <a:cubicBezTo>
                  <a:pt x="13484" y="115134"/>
                  <a:pt x="13632" y="112238"/>
                  <a:pt x="13632" y="107461"/>
                </a:cubicBezTo>
                <a:lnTo>
                  <a:pt x="13632" y="76303"/>
                </a:lnTo>
                <a:cubicBezTo>
                  <a:pt x="13632" y="66861"/>
                  <a:pt x="13440" y="61240"/>
                  <a:pt x="13056" y="59440"/>
                </a:cubicBezTo>
                <a:cubicBezTo>
                  <a:pt x="12673" y="57640"/>
                  <a:pt x="11965" y="56327"/>
                  <a:pt x="10932" y="55501"/>
                </a:cubicBezTo>
                <a:cubicBezTo>
                  <a:pt x="9899" y="54675"/>
                  <a:pt x="8616" y="54262"/>
                  <a:pt x="7081" y="54262"/>
                </a:cubicBezTo>
                <a:cubicBezTo>
                  <a:pt x="5252" y="54262"/>
                  <a:pt x="3187" y="54704"/>
                  <a:pt x="885" y="55590"/>
                </a:cubicBezTo>
                <a:lnTo>
                  <a:pt x="0" y="52403"/>
                </a:lnTo>
                <a:lnTo>
                  <a:pt x="24520" y="42489"/>
                </a:lnTo>
                <a:lnTo>
                  <a:pt x="28237" y="42489"/>
                </a:lnTo>
                <a:close/>
                <a:moveTo>
                  <a:pt x="78515" y="75418"/>
                </a:moveTo>
                <a:cubicBezTo>
                  <a:pt x="78456" y="87401"/>
                  <a:pt x="81377" y="96800"/>
                  <a:pt x="87278" y="103614"/>
                </a:cubicBezTo>
                <a:cubicBezTo>
                  <a:pt x="93180" y="110428"/>
                  <a:pt x="100113" y="113835"/>
                  <a:pt x="108080" y="113835"/>
                </a:cubicBezTo>
                <a:cubicBezTo>
                  <a:pt x="113391" y="113835"/>
                  <a:pt x="118009" y="112368"/>
                  <a:pt x="121933" y="109434"/>
                </a:cubicBezTo>
                <a:cubicBezTo>
                  <a:pt x="125858" y="106500"/>
                  <a:pt x="129148" y="101475"/>
                  <a:pt x="131803" y="94361"/>
                </a:cubicBezTo>
                <a:lnTo>
                  <a:pt x="134547" y="96139"/>
                </a:lnTo>
                <a:cubicBezTo>
                  <a:pt x="133308" y="104267"/>
                  <a:pt x="129708" y="111667"/>
                  <a:pt x="123748" y="118341"/>
                </a:cubicBezTo>
                <a:cubicBezTo>
                  <a:pt x="117788" y="125015"/>
                  <a:pt x="110323" y="128352"/>
                  <a:pt x="101353" y="128352"/>
                </a:cubicBezTo>
                <a:cubicBezTo>
                  <a:pt x="91616" y="128352"/>
                  <a:pt x="83280" y="124569"/>
                  <a:pt x="76346" y="117002"/>
                </a:cubicBezTo>
                <a:cubicBezTo>
                  <a:pt x="69412" y="109434"/>
                  <a:pt x="65945" y="99260"/>
                  <a:pt x="65945" y="86480"/>
                </a:cubicBezTo>
                <a:cubicBezTo>
                  <a:pt x="65945" y="72641"/>
                  <a:pt x="69501" y="61850"/>
                  <a:pt x="76612" y="54107"/>
                </a:cubicBezTo>
                <a:cubicBezTo>
                  <a:pt x="83723" y="46362"/>
                  <a:pt x="92648" y="42489"/>
                  <a:pt x="103389" y="42489"/>
                </a:cubicBezTo>
                <a:cubicBezTo>
                  <a:pt x="112477" y="42489"/>
                  <a:pt x="119942" y="45476"/>
                  <a:pt x="125784" y="51451"/>
                </a:cubicBezTo>
                <a:cubicBezTo>
                  <a:pt x="131626" y="57425"/>
                  <a:pt x="134547" y="65413"/>
                  <a:pt x="134547" y="75418"/>
                </a:cubicBezTo>
                <a:lnTo>
                  <a:pt x="78515" y="75418"/>
                </a:lnTo>
                <a:moveTo>
                  <a:pt x="78515" y="70284"/>
                </a:moveTo>
                <a:lnTo>
                  <a:pt x="116047" y="70284"/>
                </a:lnTo>
                <a:cubicBezTo>
                  <a:pt x="115752" y="65133"/>
                  <a:pt x="115132" y="61505"/>
                  <a:pt x="114188" y="59399"/>
                </a:cubicBezTo>
                <a:cubicBezTo>
                  <a:pt x="112713" y="56120"/>
                  <a:pt x="110514" y="53544"/>
                  <a:pt x="107593" y="51673"/>
                </a:cubicBezTo>
                <a:cubicBezTo>
                  <a:pt x="104672" y="49799"/>
                  <a:pt x="101618" y="48862"/>
                  <a:pt x="98432" y="48862"/>
                </a:cubicBezTo>
                <a:cubicBezTo>
                  <a:pt x="93534" y="48862"/>
                  <a:pt x="89152" y="50750"/>
                  <a:pt x="85287" y="54525"/>
                </a:cubicBezTo>
                <a:cubicBezTo>
                  <a:pt x="81421" y="58300"/>
                  <a:pt x="79164" y="63553"/>
                  <a:pt x="78515" y="70284"/>
                </a:cubicBezTo>
                <a:close/>
                <a:moveTo>
                  <a:pt x="214060" y="95069"/>
                </a:moveTo>
                <a:cubicBezTo>
                  <a:pt x="211877" y="105750"/>
                  <a:pt x="207598" y="113968"/>
                  <a:pt x="201225" y="119721"/>
                </a:cubicBezTo>
                <a:cubicBezTo>
                  <a:pt x="194852" y="125475"/>
                  <a:pt x="187800" y="128352"/>
                  <a:pt x="180069" y="128352"/>
                </a:cubicBezTo>
                <a:cubicBezTo>
                  <a:pt x="170863" y="128352"/>
                  <a:pt x="162838" y="124491"/>
                  <a:pt x="155992" y="116770"/>
                </a:cubicBezTo>
                <a:cubicBezTo>
                  <a:pt x="149147" y="109047"/>
                  <a:pt x="145724" y="98611"/>
                  <a:pt x="145724" y="85465"/>
                </a:cubicBezTo>
                <a:cubicBezTo>
                  <a:pt x="145724" y="72731"/>
                  <a:pt x="149516" y="62385"/>
                  <a:pt x="157099" y="54428"/>
                </a:cubicBezTo>
                <a:cubicBezTo>
                  <a:pt x="164682" y="46469"/>
                  <a:pt x="173784" y="42489"/>
                  <a:pt x="184407" y="42489"/>
                </a:cubicBezTo>
                <a:cubicBezTo>
                  <a:pt x="192373" y="42489"/>
                  <a:pt x="198924" y="44606"/>
                  <a:pt x="204058" y="48840"/>
                </a:cubicBezTo>
                <a:cubicBezTo>
                  <a:pt x="209192" y="53072"/>
                  <a:pt x="211759" y="57468"/>
                  <a:pt x="211759" y="62027"/>
                </a:cubicBezTo>
                <a:cubicBezTo>
                  <a:pt x="211759" y="64276"/>
                  <a:pt x="211036" y="66098"/>
                  <a:pt x="209590" y="67490"/>
                </a:cubicBezTo>
                <a:cubicBezTo>
                  <a:pt x="208144" y="68880"/>
                  <a:pt x="206123" y="69576"/>
                  <a:pt x="203527" y="69576"/>
                </a:cubicBezTo>
                <a:cubicBezTo>
                  <a:pt x="200045" y="69576"/>
                  <a:pt x="197419" y="68445"/>
                  <a:pt x="195648" y="66184"/>
                </a:cubicBezTo>
                <a:cubicBezTo>
                  <a:pt x="194645" y="64934"/>
                  <a:pt x="193981" y="62553"/>
                  <a:pt x="193657" y="59042"/>
                </a:cubicBezTo>
                <a:cubicBezTo>
                  <a:pt x="193332" y="55531"/>
                  <a:pt x="192137" y="52853"/>
                  <a:pt x="190072" y="51009"/>
                </a:cubicBezTo>
                <a:cubicBezTo>
                  <a:pt x="188006" y="49224"/>
                  <a:pt x="185144" y="48331"/>
                  <a:pt x="181485" y="48331"/>
                </a:cubicBezTo>
                <a:cubicBezTo>
                  <a:pt x="175584" y="48331"/>
                  <a:pt x="170834" y="50515"/>
                  <a:pt x="167234" y="54881"/>
                </a:cubicBezTo>
                <a:cubicBezTo>
                  <a:pt x="162454" y="60665"/>
                  <a:pt x="160064" y="68307"/>
                  <a:pt x="160064" y="77808"/>
                </a:cubicBezTo>
                <a:cubicBezTo>
                  <a:pt x="160064" y="87486"/>
                  <a:pt x="162439" y="96028"/>
                  <a:pt x="167190" y="103434"/>
                </a:cubicBezTo>
                <a:cubicBezTo>
                  <a:pt x="171940" y="110840"/>
                  <a:pt x="178358" y="114543"/>
                  <a:pt x="186442" y="114543"/>
                </a:cubicBezTo>
                <a:cubicBezTo>
                  <a:pt x="192226" y="114543"/>
                  <a:pt x="197419" y="112566"/>
                  <a:pt x="202022" y="108612"/>
                </a:cubicBezTo>
                <a:cubicBezTo>
                  <a:pt x="205267" y="105898"/>
                  <a:pt x="208425" y="100970"/>
                  <a:pt x="211493" y="93830"/>
                </a:cubicBezTo>
                <a:lnTo>
                  <a:pt x="214060" y="95069"/>
                </a:lnTo>
                <a:close/>
                <a:moveTo>
                  <a:pt x="249048" y="18058"/>
                </a:moveTo>
                <a:lnTo>
                  <a:pt x="249048" y="44790"/>
                </a:lnTo>
                <a:lnTo>
                  <a:pt x="267991" y="44790"/>
                </a:lnTo>
                <a:lnTo>
                  <a:pt x="267991" y="50810"/>
                </a:lnTo>
                <a:lnTo>
                  <a:pt x="249048" y="50987"/>
                </a:lnTo>
                <a:lnTo>
                  <a:pt x="249048" y="103639"/>
                </a:lnTo>
                <a:cubicBezTo>
                  <a:pt x="249048" y="108896"/>
                  <a:pt x="249801" y="112442"/>
                  <a:pt x="251305" y="114275"/>
                </a:cubicBezTo>
                <a:cubicBezTo>
                  <a:pt x="252810" y="116106"/>
                  <a:pt x="254743" y="117021"/>
                  <a:pt x="257103" y="117021"/>
                </a:cubicBezTo>
                <a:cubicBezTo>
                  <a:pt x="259051" y="117021"/>
                  <a:pt x="260939" y="116409"/>
                  <a:pt x="262769" y="115185"/>
                </a:cubicBezTo>
                <a:cubicBezTo>
                  <a:pt x="264598" y="113960"/>
                  <a:pt x="266014" y="112153"/>
                  <a:pt x="267018" y="109763"/>
                </a:cubicBezTo>
                <a:lnTo>
                  <a:pt x="270470" y="109763"/>
                </a:lnTo>
                <a:cubicBezTo>
                  <a:pt x="268404" y="115576"/>
                  <a:pt x="265483" y="119950"/>
                  <a:pt x="261706" y="122886"/>
                </a:cubicBezTo>
                <a:cubicBezTo>
                  <a:pt x="257930" y="125822"/>
                  <a:pt x="254035" y="127290"/>
                  <a:pt x="250022" y="127290"/>
                </a:cubicBezTo>
                <a:cubicBezTo>
                  <a:pt x="247307" y="127290"/>
                  <a:pt x="244652" y="126534"/>
                  <a:pt x="242055" y="125024"/>
                </a:cubicBezTo>
                <a:cubicBezTo>
                  <a:pt x="239459" y="123514"/>
                  <a:pt x="237541" y="121352"/>
                  <a:pt x="236302" y="118540"/>
                </a:cubicBezTo>
                <a:cubicBezTo>
                  <a:pt x="235062" y="115728"/>
                  <a:pt x="234443" y="111390"/>
                  <a:pt x="234443" y="105528"/>
                </a:cubicBezTo>
                <a:lnTo>
                  <a:pt x="234443" y="50810"/>
                </a:lnTo>
                <a:lnTo>
                  <a:pt x="221608" y="50810"/>
                </a:lnTo>
                <a:lnTo>
                  <a:pt x="221608" y="47971"/>
                </a:lnTo>
                <a:cubicBezTo>
                  <a:pt x="224853" y="46681"/>
                  <a:pt x="228173" y="44495"/>
                  <a:pt x="231566" y="41416"/>
                </a:cubicBezTo>
                <a:cubicBezTo>
                  <a:pt x="234959" y="38336"/>
                  <a:pt x="237983" y="34665"/>
                  <a:pt x="240639" y="30403"/>
                </a:cubicBezTo>
                <a:cubicBezTo>
                  <a:pt x="241996" y="28153"/>
                  <a:pt x="243885" y="24038"/>
                  <a:pt x="246304" y="18058"/>
                </a:cubicBezTo>
                <a:lnTo>
                  <a:pt x="249048" y="18058"/>
                </a:lnTo>
                <a:close/>
                <a:moveTo>
                  <a:pt x="378311" y="116761"/>
                </a:moveTo>
                <a:cubicBezTo>
                  <a:pt x="374357" y="120890"/>
                  <a:pt x="370492" y="123855"/>
                  <a:pt x="366715" y="125655"/>
                </a:cubicBezTo>
                <a:cubicBezTo>
                  <a:pt x="362938" y="127453"/>
                  <a:pt x="358867" y="128352"/>
                  <a:pt x="354500" y="128352"/>
                </a:cubicBezTo>
                <a:cubicBezTo>
                  <a:pt x="345648" y="128352"/>
                  <a:pt x="337917" y="124657"/>
                  <a:pt x="331308" y="117268"/>
                </a:cubicBezTo>
                <a:cubicBezTo>
                  <a:pt x="324698" y="109876"/>
                  <a:pt x="321394" y="100379"/>
                  <a:pt x="321394" y="88776"/>
                </a:cubicBezTo>
                <a:cubicBezTo>
                  <a:pt x="321394" y="77174"/>
                  <a:pt x="325053" y="66559"/>
                  <a:pt x="332370" y="56931"/>
                </a:cubicBezTo>
                <a:cubicBezTo>
                  <a:pt x="339688" y="47303"/>
                  <a:pt x="349100" y="42489"/>
                  <a:pt x="360607" y="42489"/>
                </a:cubicBezTo>
                <a:cubicBezTo>
                  <a:pt x="367748" y="42489"/>
                  <a:pt x="373649" y="44760"/>
                  <a:pt x="378311" y="49302"/>
                </a:cubicBezTo>
                <a:lnTo>
                  <a:pt x="378311" y="34168"/>
                </a:lnTo>
                <a:cubicBezTo>
                  <a:pt x="378311" y="24942"/>
                  <a:pt x="378090" y="19271"/>
                  <a:pt x="377647" y="17156"/>
                </a:cubicBezTo>
                <a:cubicBezTo>
                  <a:pt x="377205" y="15041"/>
                  <a:pt x="376511" y="13601"/>
                  <a:pt x="375567" y="12835"/>
                </a:cubicBezTo>
                <a:cubicBezTo>
                  <a:pt x="374623" y="12068"/>
                  <a:pt x="373443" y="11684"/>
                  <a:pt x="372026" y="11684"/>
                </a:cubicBezTo>
                <a:cubicBezTo>
                  <a:pt x="370492" y="11684"/>
                  <a:pt x="368456" y="12157"/>
                  <a:pt x="365919" y="13101"/>
                </a:cubicBezTo>
                <a:lnTo>
                  <a:pt x="364768" y="9914"/>
                </a:lnTo>
                <a:lnTo>
                  <a:pt x="388933" y="0"/>
                </a:lnTo>
                <a:lnTo>
                  <a:pt x="392917" y="0"/>
                </a:lnTo>
                <a:lnTo>
                  <a:pt x="392917" y="93830"/>
                </a:lnTo>
                <a:cubicBezTo>
                  <a:pt x="392917" y="103292"/>
                  <a:pt x="393138" y="109066"/>
                  <a:pt x="393581" y="111152"/>
                </a:cubicBezTo>
                <a:cubicBezTo>
                  <a:pt x="394023" y="113237"/>
                  <a:pt x="394731" y="114693"/>
                  <a:pt x="395705" y="115519"/>
                </a:cubicBezTo>
                <a:cubicBezTo>
                  <a:pt x="396679" y="116344"/>
                  <a:pt x="397815" y="116756"/>
                  <a:pt x="399113" y="116756"/>
                </a:cubicBezTo>
                <a:cubicBezTo>
                  <a:pt x="400706" y="116756"/>
                  <a:pt x="402831" y="116254"/>
                  <a:pt x="405486" y="115251"/>
                </a:cubicBezTo>
                <a:lnTo>
                  <a:pt x="406460" y="118438"/>
                </a:lnTo>
                <a:lnTo>
                  <a:pt x="382383" y="128352"/>
                </a:lnTo>
                <a:lnTo>
                  <a:pt x="378311" y="128352"/>
                </a:lnTo>
                <a:lnTo>
                  <a:pt x="378311" y="116761"/>
                </a:lnTo>
                <a:moveTo>
                  <a:pt x="378311" y="110579"/>
                </a:moveTo>
                <a:lnTo>
                  <a:pt x="378311" y="68903"/>
                </a:lnTo>
                <a:cubicBezTo>
                  <a:pt x="377957" y="64900"/>
                  <a:pt x="376895" y="61250"/>
                  <a:pt x="375125" y="57955"/>
                </a:cubicBezTo>
                <a:cubicBezTo>
                  <a:pt x="373354" y="54657"/>
                  <a:pt x="371008" y="52171"/>
                  <a:pt x="368087" y="50494"/>
                </a:cubicBezTo>
                <a:cubicBezTo>
                  <a:pt x="365166" y="48816"/>
                  <a:pt x="362319" y="47977"/>
                  <a:pt x="359545" y="47977"/>
                </a:cubicBezTo>
                <a:cubicBezTo>
                  <a:pt x="354352" y="47977"/>
                  <a:pt x="349720" y="50302"/>
                  <a:pt x="345648" y="54953"/>
                </a:cubicBezTo>
                <a:cubicBezTo>
                  <a:pt x="340278" y="61074"/>
                  <a:pt x="337593" y="70021"/>
                  <a:pt x="337593" y="81794"/>
                </a:cubicBezTo>
                <a:cubicBezTo>
                  <a:pt x="337593" y="93685"/>
                  <a:pt x="340189" y="102795"/>
                  <a:pt x="345382" y="109124"/>
                </a:cubicBezTo>
                <a:cubicBezTo>
                  <a:pt x="350575" y="115451"/>
                  <a:pt x="356359" y="118615"/>
                  <a:pt x="362732" y="118615"/>
                </a:cubicBezTo>
                <a:cubicBezTo>
                  <a:pt x="368102" y="118615"/>
                  <a:pt x="373295" y="115936"/>
                  <a:pt x="378311" y="110579"/>
                </a:cubicBezTo>
                <a:close/>
                <a:moveTo>
                  <a:pt x="425315" y="75418"/>
                </a:moveTo>
                <a:cubicBezTo>
                  <a:pt x="425256" y="87401"/>
                  <a:pt x="428177" y="96800"/>
                  <a:pt x="434078" y="103614"/>
                </a:cubicBezTo>
                <a:cubicBezTo>
                  <a:pt x="439979" y="110428"/>
                  <a:pt x="446913" y="113835"/>
                  <a:pt x="454880" y="113835"/>
                </a:cubicBezTo>
                <a:cubicBezTo>
                  <a:pt x="460191" y="113835"/>
                  <a:pt x="464809" y="112368"/>
                  <a:pt x="468733" y="109434"/>
                </a:cubicBezTo>
                <a:cubicBezTo>
                  <a:pt x="472658" y="106500"/>
                  <a:pt x="475947" y="101475"/>
                  <a:pt x="478603" y="94361"/>
                </a:cubicBezTo>
                <a:lnTo>
                  <a:pt x="481347" y="96139"/>
                </a:lnTo>
                <a:cubicBezTo>
                  <a:pt x="480108" y="104267"/>
                  <a:pt x="476508" y="111667"/>
                  <a:pt x="470548" y="118341"/>
                </a:cubicBezTo>
                <a:cubicBezTo>
                  <a:pt x="464588" y="125015"/>
                  <a:pt x="457123" y="128352"/>
                  <a:pt x="448153" y="128352"/>
                </a:cubicBezTo>
                <a:cubicBezTo>
                  <a:pt x="438416" y="128352"/>
                  <a:pt x="430080" y="124569"/>
                  <a:pt x="423146" y="117002"/>
                </a:cubicBezTo>
                <a:cubicBezTo>
                  <a:pt x="416212" y="109434"/>
                  <a:pt x="412745" y="99260"/>
                  <a:pt x="412745" y="86480"/>
                </a:cubicBezTo>
                <a:cubicBezTo>
                  <a:pt x="412745" y="72641"/>
                  <a:pt x="416301" y="61850"/>
                  <a:pt x="423412" y="54107"/>
                </a:cubicBezTo>
                <a:cubicBezTo>
                  <a:pt x="430523" y="46362"/>
                  <a:pt x="439448" y="42489"/>
                  <a:pt x="450189" y="42489"/>
                </a:cubicBezTo>
                <a:cubicBezTo>
                  <a:pt x="459277" y="42489"/>
                  <a:pt x="466742" y="45476"/>
                  <a:pt x="472584" y="51451"/>
                </a:cubicBezTo>
                <a:cubicBezTo>
                  <a:pt x="478426" y="57425"/>
                  <a:pt x="481347" y="65413"/>
                  <a:pt x="481347" y="75418"/>
                </a:cubicBezTo>
                <a:lnTo>
                  <a:pt x="425315" y="75418"/>
                </a:lnTo>
                <a:moveTo>
                  <a:pt x="425315" y="70284"/>
                </a:moveTo>
                <a:lnTo>
                  <a:pt x="462847" y="70284"/>
                </a:lnTo>
                <a:cubicBezTo>
                  <a:pt x="462552" y="65133"/>
                  <a:pt x="461932" y="61505"/>
                  <a:pt x="460988" y="59399"/>
                </a:cubicBezTo>
                <a:cubicBezTo>
                  <a:pt x="459513" y="56120"/>
                  <a:pt x="457314" y="53544"/>
                  <a:pt x="454393" y="51673"/>
                </a:cubicBezTo>
                <a:cubicBezTo>
                  <a:pt x="451472" y="49799"/>
                  <a:pt x="448418" y="48862"/>
                  <a:pt x="445232" y="48862"/>
                </a:cubicBezTo>
                <a:cubicBezTo>
                  <a:pt x="440334" y="48862"/>
                  <a:pt x="435952" y="50750"/>
                  <a:pt x="432087" y="54525"/>
                </a:cubicBezTo>
                <a:cubicBezTo>
                  <a:pt x="428221" y="58300"/>
                  <a:pt x="425964" y="63553"/>
                  <a:pt x="425315" y="70284"/>
                </a:cubicBezTo>
                <a:close/>
                <a:moveTo>
                  <a:pt x="515538" y="18058"/>
                </a:moveTo>
                <a:lnTo>
                  <a:pt x="515538" y="44790"/>
                </a:lnTo>
                <a:lnTo>
                  <a:pt x="534481" y="44790"/>
                </a:lnTo>
                <a:lnTo>
                  <a:pt x="534481" y="50810"/>
                </a:lnTo>
                <a:lnTo>
                  <a:pt x="515538" y="50987"/>
                </a:lnTo>
                <a:lnTo>
                  <a:pt x="515538" y="103639"/>
                </a:lnTo>
                <a:cubicBezTo>
                  <a:pt x="515538" y="108896"/>
                  <a:pt x="516291" y="112442"/>
                  <a:pt x="517796" y="114275"/>
                </a:cubicBezTo>
                <a:cubicBezTo>
                  <a:pt x="519300" y="116106"/>
                  <a:pt x="521233" y="117021"/>
                  <a:pt x="523594" y="117021"/>
                </a:cubicBezTo>
                <a:cubicBezTo>
                  <a:pt x="525541" y="117021"/>
                  <a:pt x="527429" y="116409"/>
                  <a:pt x="529259" y="115185"/>
                </a:cubicBezTo>
                <a:cubicBezTo>
                  <a:pt x="531088" y="113960"/>
                  <a:pt x="532504" y="112153"/>
                  <a:pt x="533508" y="109763"/>
                </a:cubicBezTo>
                <a:lnTo>
                  <a:pt x="536960" y="109763"/>
                </a:lnTo>
                <a:cubicBezTo>
                  <a:pt x="534894" y="115576"/>
                  <a:pt x="531973" y="119950"/>
                  <a:pt x="528197" y="122886"/>
                </a:cubicBezTo>
                <a:cubicBezTo>
                  <a:pt x="524420" y="125822"/>
                  <a:pt x="520525" y="127290"/>
                  <a:pt x="516512" y="127290"/>
                </a:cubicBezTo>
                <a:cubicBezTo>
                  <a:pt x="513798" y="127290"/>
                  <a:pt x="511142" y="126534"/>
                  <a:pt x="508545" y="125024"/>
                </a:cubicBezTo>
                <a:cubicBezTo>
                  <a:pt x="505949" y="123514"/>
                  <a:pt x="504031" y="121352"/>
                  <a:pt x="502792" y="118540"/>
                </a:cubicBezTo>
                <a:cubicBezTo>
                  <a:pt x="501552" y="115728"/>
                  <a:pt x="500933" y="111390"/>
                  <a:pt x="500933" y="105528"/>
                </a:cubicBezTo>
                <a:lnTo>
                  <a:pt x="500933" y="50810"/>
                </a:lnTo>
                <a:lnTo>
                  <a:pt x="488098" y="50810"/>
                </a:lnTo>
                <a:lnTo>
                  <a:pt x="488098" y="47971"/>
                </a:lnTo>
                <a:cubicBezTo>
                  <a:pt x="491343" y="46681"/>
                  <a:pt x="494663" y="44495"/>
                  <a:pt x="498056" y="41416"/>
                </a:cubicBezTo>
                <a:cubicBezTo>
                  <a:pt x="501449" y="38336"/>
                  <a:pt x="504474" y="34665"/>
                  <a:pt x="507129" y="30403"/>
                </a:cubicBezTo>
                <a:cubicBezTo>
                  <a:pt x="508486" y="28153"/>
                  <a:pt x="510375" y="24038"/>
                  <a:pt x="512794" y="18058"/>
                </a:cubicBezTo>
                <a:lnTo>
                  <a:pt x="515538" y="18058"/>
                </a:lnTo>
                <a:close/>
                <a:moveTo>
                  <a:pt x="555840" y="75418"/>
                </a:moveTo>
                <a:cubicBezTo>
                  <a:pt x="555781" y="87401"/>
                  <a:pt x="558702" y="96800"/>
                  <a:pt x="564603" y="103614"/>
                </a:cubicBezTo>
                <a:cubicBezTo>
                  <a:pt x="570505" y="110428"/>
                  <a:pt x="577439" y="113835"/>
                  <a:pt x="585405" y="113835"/>
                </a:cubicBezTo>
                <a:cubicBezTo>
                  <a:pt x="590716" y="113835"/>
                  <a:pt x="595334" y="112368"/>
                  <a:pt x="599258" y="109434"/>
                </a:cubicBezTo>
                <a:cubicBezTo>
                  <a:pt x="603183" y="106500"/>
                  <a:pt x="606473" y="101475"/>
                  <a:pt x="609128" y="94361"/>
                </a:cubicBezTo>
                <a:lnTo>
                  <a:pt x="611872" y="96139"/>
                </a:lnTo>
                <a:cubicBezTo>
                  <a:pt x="610633" y="104267"/>
                  <a:pt x="607033" y="111667"/>
                  <a:pt x="601073" y="118341"/>
                </a:cubicBezTo>
                <a:cubicBezTo>
                  <a:pt x="595113" y="125015"/>
                  <a:pt x="587648" y="128352"/>
                  <a:pt x="578678" y="128352"/>
                </a:cubicBezTo>
                <a:cubicBezTo>
                  <a:pt x="568941" y="128352"/>
                  <a:pt x="560605" y="124569"/>
                  <a:pt x="553671" y="117002"/>
                </a:cubicBezTo>
                <a:cubicBezTo>
                  <a:pt x="546737" y="109434"/>
                  <a:pt x="543270" y="99260"/>
                  <a:pt x="543270" y="86480"/>
                </a:cubicBezTo>
                <a:cubicBezTo>
                  <a:pt x="543270" y="72641"/>
                  <a:pt x="546826" y="61850"/>
                  <a:pt x="553937" y="54107"/>
                </a:cubicBezTo>
                <a:cubicBezTo>
                  <a:pt x="561048" y="46362"/>
                  <a:pt x="569974" y="42489"/>
                  <a:pt x="580714" y="42489"/>
                </a:cubicBezTo>
                <a:cubicBezTo>
                  <a:pt x="589802" y="42489"/>
                  <a:pt x="597267" y="45476"/>
                  <a:pt x="603109" y="51451"/>
                </a:cubicBezTo>
                <a:cubicBezTo>
                  <a:pt x="608951" y="57425"/>
                  <a:pt x="611872" y="65413"/>
                  <a:pt x="611872" y="75418"/>
                </a:cubicBezTo>
                <a:lnTo>
                  <a:pt x="555840" y="75418"/>
                </a:lnTo>
                <a:moveTo>
                  <a:pt x="555840" y="70284"/>
                </a:moveTo>
                <a:lnTo>
                  <a:pt x="593372" y="70284"/>
                </a:lnTo>
                <a:cubicBezTo>
                  <a:pt x="593077" y="65133"/>
                  <a:pt x="592457" y="61505"/>
                  <a:pt x="591513" y="59399"/>
                </a:cubicBezTo>
                <a:cubicBezTo>
                  <a:pt x="590038" y="56120"/>
                  <a:pt x="587840" y="53544"/>
                  <a:pt x="584918" y="51673"/>
                </a:cubicBezTo>
                <a:cubicBezTo>
                  <a:pt x="581997" y="49799"/>
                  <a:pt x="578943" y="48862"/>
                  <a:pt x="575757" y="48862"/>
                </a:cubicBezTo>
                <a:cubicBezTo>
                  <a:pt x="570859" y="48862"/>
                  <a:pt x="566477" y="50750"/>
                  <a:pt x="562612" y="54525"/>
                </a:cubicBezTo>
                <a:cubicBezTo>
                  <a:pt x="558746" y="58300"/>
                  <a:pt x="556489" y="63553"/>
                  <a:pt x="555840" y="70284"/>
                </a:cubicBezTo>
                <a:close/>
                <a:moveTo>
                  <a:pt x="691385" y="95069"/>
                </a:moveTo>
                <a:cubicBezTo>
                  <a:pt x="689202" y="105750"/>
                  <a:pt x="684923" y="113968"/>
                  <a:pt x="678550" y="119721"/>
                </a:cubicBezTo>
                <a:cubicBezTo>
                  <a:pt x="672177" y="125475"/>
                  <a:pt x="665125" y="128352"/>
                  <a:pt x="657394" y="128352"/>
                </a:cubicBezTo>
                <a:cubicBezTo>
                  <a:pt x="648188" y="128352"/>
                  <a:pt x="640162" y="124491"/>
                  <a:pt x="633317" y="116770"/>
                </a:cubicBezTo>
                <a:cubicBezTo>
                  <a:pt x="626471" y="109047"/>
                  <a:pt x="623049" y="98611"/>
                  <a:pt x="623049" y="85465"/>
                </a:cubicBezTo>
                <a:cubicBezTo>
                  <a:pt x="623049" y="72731"/>
                  <a:pt x="626840" y="62385"/>
                  <a:pt x="634423" y="54428"/>
                </a:cubicBezTo>
                <a:cubicBezTo>
                  <a:pt x="642007" y="46469"/>
                  <a:pt x="651109" y="42489"/>
                  <a:pt x="661731" y="42489"/>
                </a:cubicBezTo>
                <a:cubicBezTo>
                  <a:pt x="669698" y="42489"/>
                  <a:pt x="676248" y="44606"/>
                  <a:pt x="681382" y="48840"/>
                </a:cubicBezTo>
                <a:cubicBezTo>
                  <a:pt x="686517" y="53072"/>
                  <a:pt x="689084" y="57468"/>
                  <a:pt x="689084" y="62027"/>
                </a:cubicBezTo>
                <a:cubicBezTo>
                  <a:pt x="689084" y="64276"/>
                  <a:pt x="688361" y="66098"/>
                  <a:pt x="686915" y="67490"/>
                </a:cubicBezTo>
                <a:cubicBezTo>
                  <a:pt x="685469" y="68880"/>
                  <a:pt x="683448" y="69576"/>
                  <a:pt x="680851" y="69576"/>
                </a:cubicBezTo>
                <a:cubicBezTo>
                  <a:pt x="677370" y="69576"/>
                  <a:pt x="674744" y="68445"/>
                  <a:pt x="672973" y="66184"/>
                </a:cubicBezTo>
                <a:cubicBezTo>
                  <a:pt x="671970" y="64934"/>
                  <a:pt x="671306" y="62553"/>
                  <a:pt x="670982" y="59042"/>
                </a:cubicBezTo>
                <a:cubicBezTo>
                  <a:pt x="670657" y="55531"/>
                  <a:pt x="669462" y="52853"/>
                  <a:pt x="667397" y="51009"/>
                </a:cubicBezTo>
                <a:cubicBezTo>
                  <a:pt x="665331" y="49224"/>
                  <a:pt x="662469" y="48331"/>
                  <a:pt x="658810" y="48331"/>
                </a:cubicBezTo>
                <a:cubicBezTo>
                  <a:pt x="652909" y="48331"/>
                  <a:pt x="648159" y="50515"/>
                  <a:pt x="644559" y="54881"/>
                </a:cubicBezTo>
                <a:cubicBezTo>
                  <a:pt x="639779" y="60665"/>
                  <a:pt x="637389" y="68307"/>
                  <a:pt x="637389" y="77808"/>
                </a:cubicBezTo>
                <a:cubicBezTo>
                  <a:pt x="637389" y="87486"/>
                  <a:pt x="639764" y="96028"/>
                  <a:pt x="644515" y="103434"/>
                </a:cubicBezTo>
                <a:cubicBezTo>
                  <a:pt x="649265" y="110840"/>
                  <a:pt x="655683" y="114543"/>
                  <a:pt x="663767" y="114543"/>
                </a:cubicBezTo>
                <a:cubicBezTo>
                  <a:pt x="669551" y="114543"/>
                  <a:pt x="674744" y="112566"/>
                  <a:pt x="679347" y="108612"/>
                </a:cubicBezTo>
                <a:cubicBezTo>
                  <a:pt x="682592" y="105898"/>
                  <a:pt x="685749" y="100970"/>
                  <a:pt x="688818" y="93830"/>
                </a:cubicBezTo>
                <a:lnTo>
                  <a:pt x="691385" y="95069"/>
                </a:lnTo>
                <a:close/>
                <a:moveTo>
                  <a:pt x="726373" y="18058"/>
                </a:moveTo>
                <a:lnTo>
                  <a:pt x="726373" y="44790"/>
                </a:lnTo>
                <a:lnTo>
                  <a:pt x="745316" y="44790"/>
                </a:lnTo>
                <a:lnTo>
                  <a:pt x="745316" y="50810"/>
                </a:lnTo>
                <a:lnTo>
                  <a:pt x="726373" y="50987"/>
                </a:lnTo>
                <a:lnTo>
                  <a:pt x="726373" y="103639"/>
                </a:lnTo>
                <a:cubicBezTo>
                  <a:pt x="726373" y="108896"/>
                  <a:pt x="727126" y="112442"/>
                  <a:pt x="728631" y="114275"/>
                </a:cubicBezTo>
                <a:cubicBezTo>
                  <a:pt x="730135" y="116106"/>
                  <a:pt x="732068" y="117021"/>
                  <a:pt x="734429" y="117021"/>
                </a:cubicBezTo>
                <a:cubicBezTo>
                  <a:pt x="736376" y="117021"/>
                  <a:pt x="738264" y="116409"/>
                  <a:pt x="740094" y="115185"/>
                </a:cubicBezTo>
                <a:cubicBezTo>
                  <a:pt x="741923" y="113960"/>
                  <a:pt x="743339" y="112153"/>
                  <a:pt x="744343" y="109763"/>
                </a:cubicBezTo>
                <a:lnTo>
                  <a:pt x="747795" y="109763"/>
                </a:lnTo>
                <a:cubicBezTo>
                  <a:pt x="745729" y="115576"/>
                  <a:pt x="742808" y="119950"/>
                  <a:pt x="739031" y="122886"/>
                </a:cubicBezTo>
                <a:cubicBezTo>
                  <a:pt x="735255" y="125822"/>
                  <a:pt x="731360" y="127290"/>
                  <a:pt x="727347" y="127290"/>
                </a:cubicBezTo>
                <a:cubicBezTo>
                  <a:pt x="724632" y="127290"/>
                  <a:pt x="721977" y="126534"/>
                  <a:pt x="719380" y="125024"/>
                </a:cubicBezTo>
                <a:cubicBezTo>
                  <a:pt x="716784" y="123514"/>
                  <a:pt x="714866" y="121352"/>
                  <a:pt x="713627" y="118540"/>
                </a:cubicBezTo>
                <a:cubicBezTo>
                  <a:pt x="712387" y="115728"/>
                  <a:pt x="711768" y="111390"/>
                  <a:pt x="711768" y="105528"/>
                </a:cubicBezTo>
                <a:lnTo>
                  <a:pt x="711768" y="50810"/>
                </a:lnTo>
                <a:lnTo>
                  <a:pt x="698933" y="50810"/>
                </a:lnTo>
                <a:lnTo>
                  <a:pt x="698933" y="47971"/>
                </a:lnTo>
                <a:cubicBezTo>
                  <a:pt x="702178" y="46681"/>
                  <a:pt x="705498" y="44495"/>
                  <a:pt x="708891" y="41416"/>
                </a:cubicBezTo>
                <a:cubicBezTo>
                  <a:pt x="712284" y="38336"/>
                  <a:pt x="715309" y="34665"/>
                  <a:pt x="717964" y="30403"/>
                </a:cubicBezTo>
                <a:cubicBezTo>
                  <a:pt x="719321" y="28153"/>
                  <a:pt x="721210" y="24038"/>
                  <a:pt x="723629" y="18058"/>
                </a:cubicBezTo>
                <a:lnTo>
                  <a:pt x="726373" y="18058"/>
                </a:lnTo>
                <a:close/>
                <a:moveTo>
                  <a:pt x="773668" y="0"/>
                </a:moveTo>
                <a:cubicBezTo>
                  <a:pt x="776146" y="0"/>
                  <a:pt x="778256" y="875"/>
                  <a:pt x="779997" y="2625"/>
                </a:cubicBezTo>
                <a:cubicBezTo>
                  <a:pt x="781738" y="4373"/>
                  <a:pt x="782608" y="6493"/>
                  <a:pt x="782608" y="8985"/>
                </a:cubicBezTo>
                <a:cubicBezTo>
                  <a:pt x="782608" y="11476"/>
                  <a:pt x="781738" y="13612"/>
                  <a:pt x="779997" y="15391"/>
                </a:cubicBezTo>
                <a:cubicBezTo>
                  <a:pt x="778256" y="17169"/>
                  <a:pt x="776146" y="18058"/>
                  <a:pt x="773668" y="18058"/>
                </a:cubicBezTo>
                <a:cubicBezTo>
                  <a:pt x="771189" y="18058"/>
                  <a:pt x="769065" y="17169"/>
                  <a:pt x="767294" y="15391"/>
                </a:cubicBezTo>
                <a:cubicBezTo>
                  <a:pt x="765524" y="13612"/>
                  <a:pt x="764639" y="11476"/>
                  <a:pt x="764639" y="8985"/>
                </a:cubicBezTo>
                <a:cubicBezTo>
                  <a:pt x="764639" y="6493"/>
                  <a:pt x="765509" y="4373"/>
                  <a:pt x="767250" y="2625"/>
                </a:cubicBezTo>
                <a:cubicBezTo>
                  <a:pt x="768991" y="875"/>
                  <a:pt x="771130" y="0"/>
                  <a:pt x="773668" y="0"/>
                </a:cubicBezTo>
                <a:moveTo>
                  <a:pt x="781015" y="42489"/>
                </a:moveTo>
                <a:lnTo>
                  <a:pt x="781015" y="107461"/>
                </a:lnTo>
                <a:cubicBezTo>
                  <a:pt x="781015" y="112566"/>
                  <a:pt x="781384" y="115965"/>
                  <a:pt x="782121" y="117658"/>
                </a:cubicBezTo>
                <a:cubicBezTo>
                  <a:pt x="782859" y="119349"/>
                  <a:pt x="783951" y="120610"/>
                  <a:pt x="785396" y="121442"/>
                </a:cubicBezTo>
                <a:cubicBezTo>
                  <a:pt x="786842" y="122272"/>
                  <a:pt x="789483" y="122687"/>
                  <a:pt x="793319" y="122687"/>
                </a:cubicBezTo>
                <a:lnTo>
                  <a:pt x="793319" y="125873"/>
                </a:lnTo>
                <a:lnTo>
                  <a:pt x="753928" y="125873"/>
                </a:lnTo>
                <a:lnTo>
                  <a:pt x="753928" y="122687"/>
                </a:lnTo>
                <a:cubicBezTo>
                  <a:pt x="757882" y="122687"/>
                  <a:pt x="760537" y="122301"/>
                  <a:pt x="761895" y="121530"/>
                </a:cubicBezTo>
                <a:cubicBezTo>
                  <a:pt x="763252" y="120758"/>
                  <a:pt x="764329" y="119482"/>
                  <a:pt x="765126" y="117702"/>
                </a:cubicBezTo>
                <a:cubicBezTo>
                  <a:pt x="765922" y="115921"/>
                  <a:pt x="766321" y="112507"/>
                  <a:pt x="766321" y="107461"/>
                </a:cubicBezTo>
                <a:lnTo>
                  <a:pt x="766321" y="76480"/>
                </a:lnTo>
                <a:cubicBezTo>
                  <a:pt x="766321" y="67650"/>
                  <a:pt x="766055" y="61932"/>
                  <a:pt x="765524" y="59324"/>
                </a:cubicBezTo>
                <a:cubicBezTo>
                  <a:pt x="765111" y="57426"/>
                  <a:pt x="764462" y="56109"/>
                  <a:pt x="763577" y="55371"/>
                </a:cubicBezTo>
                <a:cubicBezTo>
                  <a:pt x="762691" y="54632"/>
                  <a:pt x="761482" y="54262"/>
                  <a:pt x="759947" y="54262"/>
                </a:cubicBezTo>
                <a:cubicBezTo>
                  <a:pt x="758295" y="54262"/>
                  <a:pt x="756289" y="54704"/>
                  <a:pt x="753928" y="55590"/>
                </a:cubicBezTo>
                <a:lnTo>
                  <a:pt x="752689" y="52403"/>
                </a:lnTo>
                <a:lnTo>
                  <a:pt x="777120" y="42489"/>
                </a:lnTo>
                <a:lnTo>
                  <a:pt x="781015" y="42489"/>
                </a:lnTo>
                <a:close/>
                <a:moveTo>
                  <a:pt x="842915" y="42489"/>
                </a:moveTo>
                <a:cubicBezTo>
                  <a:pt x="855189" y="42489"/>
                  <a:pt x="865044" y="47146"/>
                  <a:pt x="872480" y="56461"/>
                </a:cubicBezTo>
                <a:cubicBezTo>
                  <a:pt x="878794" y="64418"/>
                  <a:pt x="881951" y="73556"/>
                  <a:pt x="881951" y="83874"/>
                </a:cubicBezTo>
                <a:cubicBezTo>
                  <a:pt x="881951" y="91125"/>
                  <a:pt x="880210" y="98465"/>
                  <a:pt x="876729" y="105893"/>
                </a:cubicBezTo>
                <a:cubicBezTo>
                  <a:pt x="873247" y="113319"/>
                  <a:pt x="868452" y="118919"/>
                  <a:pt x="862344" y="122692"/>
                </a:cubicBezTo>
                <a:cubicBezTo>
                  <a:pt x="856237" y="126465"/>
                  <a:pt x="849435" y="128352"/>
                  <a:pt x="841941" y="128352"/>
                </a:cubicBezTo>
                <a:cubicBezTo>
                  <a:pt x="829725" y="128352"/>
                  <a:pt x="820018" y="123488"/>
                  <a:pt x="812818" y="113760"/>
                </a:cubicBezTo>
                <a:cubicBezTo>
                  <a:pt x="806740" y="105567"/>
                  <a:pt x="803701" y="96371"/>
                  <a:pt x="803701" y="86173"/>
                </a:cubicBezTo>
                <a:cubicBezTo>
                  <a:pt x="803701" y="78745"/>
                  <a:pt x="805545" y="71361"/>
                  <a:pt x="809233" y="64021"/>
                </a:cubicBezTo>
                <a:cubicBezTo>
                  <a:pt x="812922" y="56681"/>
                  <a:pt x="817775" y="51258"/>
                  <a:pt x="823795" y="47750"/>
                </a:cubicBezTo>
                <a:cubicBezTo>
                  <a:pt x="829814" y="44243"/>
                  <a:pt x="836187" y="42489"/>
                  <a:pt x="842915" y="42489"/>
                </a:cubicBezTo>
                <a:moveTo>
                  <a:pt x="840170" y="48331"/>
                </a:moveTo>
                <a:cubicBezTo>
                  <a:pt x="837043" y="48331"/>
                  <a:pt x="833900" y="49258"/>
                  <a:pt x="830743" y="51111"/>
                </a:cubicBezTo>
                <a:cubicBezTo>
                  <a:pt x="827586" y="52963"/>
                  <a:pt x="825034" y="56211"/>
                  <a:pt x="823086" y="60856"/>
                </a:cubicBezTo>
                <a:cubicBezTo>
                  <a:pt x="821139" y="65502"/>
                  <a:pt x="820165" y="71469"/>
                  <a:pt x="820165" y="78759"/>
                </a:cubicBezTo>
                <a:cubicBezTo>
                  <a:pt x="820165" y="90519"/>
                  <a:pt x="822511" y="100663"/>
                  <a:pt x="827203" y="109190"/>
                </a:cubicBezTo>
                <a:cubicBezTo>
                  <a:pt x="831894" y="117716"/>
                  <a:pt x="838076" y="121979"/>
                  <a:pt x="845747" y="121979"/>
                </a:cubicBezTo>
                <a:cubicBezTo>
                  <a:pt x="851471" y="121979"/>
                  <a:pt x="856192" y="119626"/>
                  <a:pt x="859910" y="114922"/>
                </a:cubicBezTo>
                <a:cubicBezTo>
                  <a:pt x="863628" y="110218"/>
                  <a:pt x="865487" y="102133"/>
                  <a:pt x="865487" y="90668"/>
                </a:cubicBezTo>
                <a:cubicBezTo>
                  <a:pt x="865487" y="76320"/>
                  <a:pt x="862389" y="65031"/>
                  <a:pt x="856192" y="56798"/>
                </a:cubicBezTo>
                <a:cubicBezTo>
                  <a:pt x="852002" y="51154"/>
                  <a:pt x="846662" y="48331"/>
                  <a:pt x="840170" y="48331"/>
                </a:cubicBezTo>
                <a:close/>
                <a:moveTo>
                  <a:pt x="917536" y="59573"/>
                </a:moveTo>
                <a:cubicBezTo>
                  <a:pt x="927037" y="48184"/>
                  <a:pt x="936096" y="42489"/>
                  <a:pt x="944712" y="42489"/>
                </a:cubicBezTo>
                <a:cubicBezTo>
                  <a:pt x="949137" y="42489"/>
                  <a:pt x="952944" y="43593"/>
                  <a:pt x="956130" y="45800"/>
                </a:cubicBezTo>
                <a:cubicBezTo>
                  <a:pt x="959317" y="48006"/>
                  <a:pt x="961855" y="51639"/>
                  <a:pt x="963743" y="56702"/>
                </a:cubicBezTo>
                <a:cubicBezTo>
                  <a:pt x="965041" y="60233"/>
                  <a:pt x="965690" y="65648"/>
                  <a:pt x="965690" y="72945"/>
                </a:cubicBezTo>
                <a:lnTo>
                  <a:pt x="965690" y="107461"/>
                </a:lnTo>
                <a:cubicBezTo>
                  <a:pt x="965690" y="112625"/>
                  <a:pt x="966103" y="116127"/>
                  <a:pt x="966930" y="117968"/>
                </a:cubicBezTo>
                <a:cubicBezTo>
                  <a:pt x="967579" y="119452"/>
                  <a:pt x="968626" y="120610"/>
                  <a:pt x="970072" y="121442"/>
                </a:cubicBezTo>
                <a:cubicBezTo>
                  <a:pt x="971518" y="122272"/>
                  <a:pt x="974188" y="122687"/>
                  <a:pt x="978083" y="122687"/>
                </a:cubicBezTo>
                <a:lnTo>
                  <a:pt x="978083" y="125873"/>
                </a:lnTo>
                <a:lnTo>
                  <a:pt x="937984" y="125873"/>
                </a:lnTo>
                <a:lnTo>
                  <a:pt x="937984" y="122687"/>
                </a:lnTo>
                <a:lnTo>
                  <a:pt x="939666" y="122687"/>
                </a:lnTo>
                <a:cubicBezTo>
                  <a:pt x="943443" y="122687"/>
                  <a:pt x="946084" y="122109"/>
                  <a:pt x="947588" y="120952"/>
                </a:cubicBezTo>
                <a:cubicBezTo>
                  <a:pt x="949093" y="119794"/>
                  <a:pt x="950141" y="118087"/>
                  <a:pt x="950731" y="115832"/>
                </a:cubicBezTo>
                <a:cubicBezTo>
                  <a:pt x="950967" y="114941"/>
                  <a:pt x="951085" y="112151"/>
                  <a:pt x="951085" y="107461"/>
                </a:cubicBezTo>
                <a:lnTo>
                  <a:pt x="951085" y="74322"/>
                </a:lnTo>
                <a:cubicBezTo>
                  <a:pt x="951085" y="66957"/>
                  <a:pt x="950126" y="61610"/>
                  <a:pt x="948208" y="58281"/>
                </a:cubicBezTo>
                <a:cubicBezTo>
                  <a:pt x="946290" y="54952"/>
                  <a:pt x="943059" y="53288"/>
                  <a:pt x="938515" y="53288"/>
                </a:cubicBezTo>
                <a:cubicBezTo>
                  <a:pt x="931493" y="53288"/>
                  <a:pt x="924500" y="57124"/>
                  <a:pt x="917536" y="64796"/>
                </a:cubicBezTo>
                <a:lnTo>
                  <a:pt x="917536" y="107461"/>
                </a:lnTo>
                <a:cubicBezTo>
                  <a:pt x="917536" y="112981"/>
                  <a:pt x="917861" y="116394"/>
                  <a:pt x="918510" y="117702"/>
                </a:cubicBezTo>
                <a:cubicBezTo>
                  <a:pt x="919336" y="119423"/>
                  <a:pt x="920472" y="120684"/>
                  <a:pt x="921918" y="121486"/>
                </a:cubicBezTo>
                <a:cubicBezTo>
                  <a:pt x="923364" y="122286"/>
                  <a:pt x="926300" y="122687"/>
                  <a:pt x="930726" y="122687"/>
                </a:cubicBezTo>
                <a:lnTo>
                  <a:pt x="930726" y="125873"/>
                </a:lnTo>
                <a:lnTo>
                  <a:pt x="890627" y="125873"/>
                </a:lnTo>
                <a:lnTo>
                  <a:pt x="890627" y="122687"/>
                </a:lnTo>
                <a:lnTo>
                  <a:pt x="892397" y="122687"/>
                </a:lnTo>
                <a:cubicBezTo>
                  <a:pt x="896528" y="122687"/>
                  <a:pt x="899316" y="121634"/>
                  <a:pt x="900762" y="119528"/>
                </a:cubicBezTo>
                <a:cubicBezTo>
                  <a:pt x="902208" y="117420"/>
                  <a:pt x="902931" y="113398"/>
                  <a:pt x="902931" y="107461"/>
                </a:cubicBezTo>
                <a:lnTo>
                  <a:pt x="902931" y="77542"/>
                </a:lnTo>
                <a:cubicBezTo>
                  <a:pt x="902931" y="67805"/>
                  <a:pt x="902709" y="61874"/>
                  <a:pt x="902267" y="59750"/>
                </a:cubicBezTo>
                <a:cubicBezTo>
                  <a:pt x="901824" y="57626"/>
                  <a:pt x="901146" y="56180"/>
                  <a:pt x="900231" y="55413"/>
                </a:cubicBezTo>
                <a:cubicBezTo>
                  <a:pt x="899316" y="54645"/>
                  <a:pt x="898092" y="54262"/>
                  <a:pt x="896557" y="54262"/>
                </a:cubicBezTo>
                <a:cubicBezTo>
                  <a:pt x="894905" y="54262"/>
                  <a:pt x="892928" y="54704"/>
                  <a:pt x="890627" y="55590"/>
                </a:cubicBezTo>
                <a:lnTo>
                  <a:pt x="889299" y="52403"/>
                </a:lnTo>
                <a:lnTo>
                  <a:pt x="913730" y="42489"/>
                </a:lnTo>
                <a:lnTo>
                  <a:pt x="917536" y="42489"/>
                </a:lnTo>
                <a:lnTo>
                  <a:pt x="917536" y="595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86" name="Text off">
            <a:extLst xmlns:a="http://schemas.openxmlformats.org/drawingml/2006/main">
              <a:ext uri="{FF2B5EF4-FFF2-40B4-BE49-F238E27FC236}">
                <a16:creationId xmlns:a16="http://schemas.microsoft.com/office/drawing/2014/main" id="{7DE6F834-7434-476A-914F-A187F8A6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277" y="3595143"/>
            <a:ext cx="269007" cy="128352"/>
          </a:xfrm>
          <a:custGeom xmlns:a="http://schemas.openxmlformats.org/drawingml/2006/main">
            <a:pathLst>
              <a:path w="269007" h="128352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6" y="116785"/>
                  <a:pt x="124368" y="118792"/>
                </a:cubicBezTo>
                <a:cubicBezTo>
                  <a:pt x="126551" y="121388"/>
                  <a:pt x="129473" y="122687"/>
                  <a:pt x="133131" y="122687"/>
                </a:cubicBezTo>
                <a:lnTo>
                  <a:pt x="140478" y="122687"/>
                </a:lnTo>
                <a:lnTo>
                  <a:pt x="140478" y="125873"/>
                </a:lnTo>
                <a:lnTo>
                  <a:pt x="92059" y="125873"/>
                </a:lnTo>
                <a:lnTo>
                  <a:pt x="92059" y="122687"/>
                </a:lnTo>
                <a:lnTo>
                  <a:pt x="95688" y="122687"/>
                </a:lnTo>
                <a:cubicBezTo>
                  <a:pt x="98049" y="122687"/>
                  <a:pt x="100202" y="122097"/>
                  <a:pt x="102150" y="120916"/>
                </a:cubicBezTo>
                <a:cubicBezTo>
                  <a:pt x="104097" y="119736"/>
                  <a:pt x="105440" y="118143"/>
                  <a:pt x="106177" y="116136"/>
                </a:cubicBezTo>
                <a:cubicBezTo>
                  <a:pt x="106915" y="114130"/>
                  <a:pt x="107284" y="110235"/>
                  <a:pt x="107284" y="104452"/>
                </a:cubicBezTo>
                <a:lnTo>
                  <a:pt x="107284" y="51164"/>
                </a:lnTo>
                <a:lnTo>
                  <a:pt x="91528" y="51164"/>
                </a:lnTo>
                <a:lnTo>
                  <a:pt x="91528" y="44790"/>
                </a:lnTo>
                <a:lnTo>
                  <a:pt x="107284" y="44790"/>
                </a:lnTo>
                <a:lnTo>
                  <a:pt x="107284" y="39457"/>
                </a:lnTo>
                <a:cubicBezTo>
                  <a:pt x="107284" y="31341"/>
                  <a:pt x="108582" y="24469"/>
                  <a:pt x="111179" y="18841"/>
                </a:cubicBezTo>
                <a:cubicBezTo>
                  <a:pt x="113775" y="13212"/>
                  <a:pt x="117744" y="8666"/>
                  <a:pt x="123085" y="5200"/>
                </a:cubicBezTo>
                <a:cubicBezTo>
                  <a:pt x="128425" y="1733"/>
                  <a:pt x="134430" y="0"/>
                  <a:pt x="141098" y="0"/>
                </a:cubicBezTo>
                <a:cubicBezTo>
                  <a:pt x="147294" y="0"/>
                  <a:pt x="152989" y="2006"/>
                  <a:pt x="158182" y="6019"/>
                </a:cubicBezTo>
                <a:cubicBezTo>
                  <a:pt x="161605" y="8675"/>
                  <a:pt x="163316" y="11655"/>
                  <a:pt x="163316" y="14960"/>
                </a:cubicBezTo>
                <a:cubicBezTo>
                  <a:pt x="163316" y="16730"/>
                  <a:pt x="162549" y="18397"/>
                  <a:pt x="161015" y="19961"/>
                </a:cubicBezTo>
                <a:cubicBezTo>
                  <a:pt x="159480" y="21525"/>
                  <a:pt x="157828" y="22307"/>
                  <a:pt x="156058" y="22307"/>
                </a:cubicBezTo>
                <a:cubicBezTo>
                  <a:pt x="154700" y="22307"/>
                  <a:pt x="153269" y="21820"/>
                  <a:pt x="151765" y="20846"/>
                </a:cubicBezTo>
                <a:cubicBezTo>
                  <a:pt x="150260" y="19872"/>
                  <a:pt x="148416" y="17777"/>
                  <a:pt x="146232" y="14561"/>
                </a:cubicBezTo>
                <a:cubicBezTo>
                  <a:pt x="144049" y="11345"/>
                  <a:pt x="142042" y="9176"/>
                  <a:pt x="140213" y="8055"/>
                </a:cubicBezTo>
                <a:cubicBezTo>
                  <a:pt x="138383" y="6934"/>
                  <a:pt x="136348" y="6373"/>
                  <a:pt x="134105" y="6373"/>
                </a:cubicBezTo>
                <a:cubicBezTo>
                  <a:pt x="131391" y="6373"/>
                  <a:pt x="129089" y="7100"/>
                  <a:pt x="127201" y="8553"/>
                </a:cubicBezTo>
                <a:cubicBezTo>
                  <a:pt x="125312" y="10004"/>
                  <a:pt x="123955" y="12257"/>
                  <a:pt x="123129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0" y="44790"/>
                </a:lnTo>
                <a:lnTo>
                  <a:pt x="142780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iveLLMstra">
            <a:extLst xmlns:a="http://schemas.openxmlformats.org/drawingml/2006/main">
              <a:ext uri="{FF2B5EF4-FFF2-40B4-BE49-F238E27FC236}">
                <a16:creationId xmlns:a16="http://schemas.microsoft.com/office/drawing/2014/main" id="{624C9EF9-AED6-4566-B522-6F6C8891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182" y="3595143"/>
            <a:ext cx="950046" cy="128352"/>
          </a:xfrm>
          <a:custGeom xmlns:a="http://schemas.openxmlformats.org/drawingml/2006/main">
            <a:pathLst>
              <a:path w="950046" h="128352">
                <a:moveTo>
                  <a:pt x="20979" y="0"/>
                </a:moveTo>
                <a:cubicBezTo>
                  <a:pt x="23457" y="0"/>
                  <a:pt x="25567" y="875"/>
                  <a:pt x="27308" y="2625"/>
                </a:cubicBezTo>
                <a:cubicBezTo>
                  <a:pt x="29049" y="4373"/>
                  <a:pt x="29919" y="6493"/>
                  <a:pt x="29919" y="8985"/>
                </a:cubicBezTo>
                <a:cubicBezTo>
                  <a:pt x="29919" y="11476"/>
                  <a:pt x="29049" y="13612"/>
                  <a:pt x="27308" y="15391"/>
                </a:cubicBezTo>
                <a:cubicBezTo>
                  <a:pt x="25567" y="17169"/>
                  <a:pt x="23457" y="18058"/>
                  <a:pt x="20979" y="18058"/>
                </a:cubicBezTo>
                <a:cubicBezTo>
                  <a:pt x="18500" y="18058"/>
                  <a:pt x="16376" y="17169"/>
                  <a:pt x="14606" y="15391"/>
                </a:cubicBezTo>
                <a:cubicBezTo>
                  <a:pt x="12835" y="13612"/>
                  <a:pt x="11950" y="11476"/>
                  <a:pt x="11950" y="8985"/>
                </a:cubicBezTo>
                <a:cubicBezTo>
                  <a:pt x="11950" y="6493"/>
                  <a:pt x="12820" y="4373"/>
                  <a:pt x="14561" y="2625"/>
                </a:cubicBezTo>
                <a:cubicBezTo>
                  <a:pt x="16302" y="875"/>
                  <a:pt x="18441" y="0"/>
                  <a:pt x="20979" y="0"/>
                </a:cubicBezTo>
                <a:moveTo>
                  <a:pt x="28326" y="42489"/>
                </a:moveTo>
                <a:lnTo>
                  <a:pt x="28326" y="107461"/>
                </a:lnTo>
                <a:cubicBezTo>
                  <a:pt x="28326" y="112566"/>
                  <a:pt x="28695" y="115965"/>
                  <a:pt x="29432" y="117658"/>
                </a:cubicBezTo>
                <a:cubicBezTo>
                  <a:pt x="30170" y="119349"/>
                  <a:pt x="31262" y="120610"/>
                  <a:pt x="32708" y="121442"/>
                </a:cubicBezTo>
                <a:cubicBezTo>
                  <a:pt x="34153" y="122272"/>
                  <a:pt x="36794" y="122687"/>
                  <a:pt x="40630" y="122687"/>
                </a:cubicBezTo>
                <a:lnTo>
                  <a:pt x="40630" y="125873"/>
                </a:lnTo>
                <a:lnTo>
                  <a:pt x="1239" y="125873"/>
                </a:lnTo>
                <a:lnTo>
                  <a:pt x="1239" y="122687"/>
                </a:lnTo>
                <a:cubicBezTo>
                  <a:pt x="5193" y="122687"/>
                  <a:pt x="7849" y="122301"/>
                  <a:pt x="9206" y="121530"/>
                </a:cubicBezTo>
                <a:cubicBezTo>
                  <a:pt x="10563" y="120758"/>
                  <a:pt x="11640" y="119482"/>
                  <a:pt x="12437" y="117702"/>
                </a:cubicBezTo>
                <a:cubicBezTo>
                  <a:pt x="13234" y="115921"/>
                  <a:pt x="13632" y="112507"/>
                  <a:pt x="13632" y="107461"/>
                </a:cubicBezTo>
                <a:lnTo>
                  <a:pt x="13632" y="76480"/>
                </a:lnTo>
                <a:cubicBezTo>
                  <a:pt x="13632" y="67650"/>
                  <a:pt x="13366" y="61932"/>
                  <a:pt x="12835" y="59324"/>
                </a:cubicBezTo>
                <a:cubicBezTo>
                  <a:pt x="12422" y="57426"/>
                  <a:pt x="11773" y="56109"/>
                  <a:pt x="10888" y="55371"/>
                </a:cubicBezTo>
                <a:cubicBezTo>
                  <a:pt x="10003" y="54632"/>
                  <a:pt x="8793" y="54262"/>
                  <a:pt x="7259" y="54262"/>
                </a:cubicBezTo>
                <a:cubicBezTo>
                  <a:pt x="5606" y="54262"/>
                  <a:pt x="3600" y="54704"/>
                  <a:pt x="1239" y="55590"/>
                </a:cubicBezTo>
                <a:lnTo>
                  <a:pt x="0" y="52403"/>
                </a:lnTo>
                <a:lnTo>
                  <a:pt x="24431" y="42489"/>
                </a:lnTo>
                <a:lnTo>
                  <a:pt x="28326" y="42489"/>
                </a:lnTo>
                <a:close/>
                <a:moveTo>
                  <a:pt x="46409" y="44790"/>
                </a:moveTo>
                <a:lnTo>
                  <a:pt x="84561" y="44790"/>
                </a:lnTo>
                <a:lnTo>
                  <a:pt x="84561" y="47977"/>
                </a:lnTo>
                <a:lnTo>
                  <a:pt x="82082" y="47977"/>
                </a:lnTo>
                <a:cubicBezTo>
                  <a:pt x="79781" y="47977"/>
                  <a:pt x="78025" y="48538"/>
                  <a:pt x="76816" y="49659"/>
                </a:cubicBezTo>
                <a:cubicBezTo>
                  <a:pt x="75606" y="50780"/>
                  <a:pt x="75001" y="52285"/>
                  <a:pt x="75001" y="54173"/>
                </a:cubicBezTo>
                <a:cubicBezTo>
                  <a:pt x="75001" y="56239"/>
                  <a:pt x="75621" y="58688"/>
                  <a:pt x="76860" y="61520"/>
                </a:cubicBezTo>
                <a:lnTo>
                  <a:pt x="95714" y="106311"/>
                </a:lnTo>
                <a:lnTo>
                  <a:pt x="114657" y="59839"/>
                </a:lnTo>
                <a:cubicBezTo>
                  <a:pt x="116014" y="56534"/>
                  <a:pt x="116693" y="54026"/>
                  <a:pt x="116693" y="52314"/>
                </a:cubicBezTo>
                <a:cubicBezTo>
                  <a:pt x="116693" y="51488"/>
                  <a:pt x="116457" y="50810"/>
                  <a:pt x="115985" y="50279"/>
                </a:cubicBezTo>
                <a:cubicBezTo>
                  <a:pt x="115336" y="49393"/>
                  <a:pt x="114510" y="48788"/>
                  <a:pt x="113506" y="48464"/>
                </a:cubicBezTo>
                <a:cubicBezTo>
                  <a:pt x="112503" y="48139"/>
                  <a:pt x="110467" y="47977"/>
                  <a:pt x="107399" y="47977"/>
                </a:cubicBezTo>
                <a:lnTo>
                  <a:pt x="107399" y="44790"/>
                </a:lnTo>
                <a:lnTo>
                  <a:pt x="133866" y="44790"/>
                </a:lnTo>
                <a:lnTo>
                  <a:pt x="133866" y="47977"/>
                </a:lnTo>
                <a:cubicBezTo>
                  <a:pt x="130797" y="48215"/>
                  <a:pt x="128673" y="48839"/>
                  <a:pt x="127492" y="49850"/>
                </a:cubicBezTo>
                <a:cubicBezTo>
                  <a:pt x="125427" y="51633"/>
                  <a:pt x="123568" y="54606"/>
                  <a:pt x="121916" y="58768"/>
                </a:cubicBezTo>
                <a:lnTo>
                  <a:pt x="93147" y="128352"/>
                </a:lnTo>
                <a:lnTo>
                  <a:pt x="89518" y="128352"/>
                </a:lnTo>
                <a:lnTo>
                  <a:pt x="60572" y="59874"/>
                </a:lnTo>
                <a:cubicBezTo>
                  <a:pt x="59274" y="56679"/>
                  <a:pt x="58035" y="54385"/>
                  <a:pt x="56855" y="52995"/>
                </a:cubicBezTo>
                <a:cubicBezTo>
                  <a:pt x="55674" y="51603"/>
                  <a:pt x="54170" y="50433"/>
                  <a:pt x="52340" y="49487"/>
                </a:cubicBezTo>
                <a:cubicBezTo>
                  <a:pt x="51337" y="48954"/>
                  <a:pt x="49360" y="48451"/>
                  <a:pt x="46409" y="47977"/>
                </a:cubicBezTo>
                <a:lnTo>
                  <a:pt x="46409" y="44790"/>
                </a:lnTo>
                <a:close/>
                <a:moveTo>
                  <a:pt x="154845" y="75418"/>
                </a:moveTo>
                <a:cubicBezTo>
                  <a:pt x="154786" y="87401"/>
                  <a:pt x="157707" y="96800"/>
                  <a:pt x="163608" y="103614"/>
                </a:cubicBezTo>
                <a:cubicBezTo>
                  <a:pt x="169510" y="110428"/>
                  <a:pt x="176443" y="113835"/>
                  <a:pt x="184410" y="113835"/>
                </a:cubicBezTo>
                <a:cubicBezTo>
                  <a:pt x="189721" y="113835"/>
                  <a:pt x="194339" y="112368"/>
                  <a:pt x="198263" y="109434"/>
                </a:cubicBezTo>
                <a:cubicBezTo>
                  <a:pt x="202188" y="106500"/>
                  <a:pt x="205478" y="101475"/>
                  <a:pt x="208133" y="94361"/>
                </a:cubicBezTo>
                <a:lnTo>
                  <a:pt x="210877" y="96139"/>
                </a:lnTo>
                <a:cubicBezTo>
                  <a:pt x="209638" y="104267"/>
                  <a:pt x="206038" y="111667"/>
                  <a:pt x="200078" y="118341"/>
                </a:cubicBezTo>
                <a:cubicBezTo>
                  <a:pt x="194118" y="125015"/>
                  <a:pt x="186653" y="128352"/>
                  <a:pt x="177683" y="128352"/>
                </a:cubicBezTo>
                <a:cubicBezTo>
                  <a:pt x="167946" y="128352"/>
                  <a:pt x="159610" y="124569"/>
                  <a:pt x="152676" y="117002"/>
                </a:cubicBezTo>
                <a:cubicBezTo>
                  <a:pt x="145742" y="109434"/>
                  <a:pt x="142275" y="99260"/>
                  <a:pt x="142275" y="86480"/>
                </a:cubicBezTo>
                <a:cubicBezTo>
                  <a:pt x="142275" y="72641"/>
                  <a:pt x="145831" y="61850"/>
                  <a:pt x="152942" y="54107"/>
                </a:cubicBezTo>
                <a:cubicBezTo>
                  <a:pt x="160053" y="46362"/>
                  <a:pt x="168978" y="42489"/>
                  <a:pt x="179719" y="42489"/>
                </a:cubicBezTo>
                <a:cubicBezTo>
                  <a:pt x="188807" y="42489"/>
                  <a:pt x="196272" y="45476"/>
                  <a:pt x="202114" y="51451"/>
                </a:cubicBezTo>
                <a:cubicBezTo>
                  <a:pt x="207956" y="57425"/>
                  <a:pt x="210877" y="65413"/>
                  <a:pt x="210877" y="75418"/>
                </a:cubicBezTo>
                <a:lnTo>
                  <a:pt x="154845" y="75418"/>
                </a:lnTo>
                <a:moveTo>
                  <a:pt x="154845" y="70284"/>
                </a:moveTo>
                <a:lnTo>
                  <a:pt x="192377" y="70284"/>
                </a:lnTo>
                <a:cubicBezTo>
                  <a:pt x="192082" y="65133"/>
                  <a:pt x="191462" y="61505"/>
                  <a:pt x="190518" y="59399"/>
                </a:cubicBezTo>
                <a:cubicBezTo>
                  <a:pt x="189043" y="56120"/>
                  <a:pt x="186844" y="53544"/>
                  <a:pt x="183923" y="51673"/>
                </a:cubicBezTo>
                <a:cubicBezTo>
                  <a:pt x="181002" y="49799"/>
                  <a:pt x="177948" y="48862"/>
                  <a:pt x="174762" y="48862"/>
                </a:cubicBezTo>
                <a:cubicBezTo>
                  <a:pt x="169864" y="48862"/>
                  <a:pt x="165482" y="50750"/>
                  <a:pt x="161617" y="54525"/>
                </a:cubicBezTo>
                <a:cubicBezTo>
                  <a:pt x="157751" y="58300"/>
                  <a:pt x="155494" y="63553"/>
                  <a:pt x="154845" y="70284"/>
                </a:cubicBezTo>
                <a:close/>
                <a:moveTo>
                  <a:pt x="365100" y="92590"/>
                </a:moveTo>
                <a:lnTo>
                  <a:pt x="368021" y="93213"/>
                </a:lnTo>
                <a:lnTo>
                  <a:pt x="357753" y="125873"/>
                </a:lnTo>
                <a:lnTo>
                  <a:pt x="264808" y="125873"/>
                </a:lnTo>
                <a:lnTo>
                  <a:pt x="264808" y="122510"/>
                </a:lnTo>
                <a:lnTo>
                  <a:pt x="269323" y="122510"/>
                </a:lnTo>
                <a:cubicBezTo>
                  <a:pt x="274398" y="122510"/>
                  <a:pt x="278027" y="120874"/>
                  <a:pt x="280211" y="117602"/>
                </a:cubicBezTo>
                <a:cubicBezTo>
                  <a:pt x="281450" y="115732"/>
                  <a:pt x="282069" y="111408"/>
                  <a:pt x="282069" y="104629"/>
                </a:cubicBezTo>
                <a:lnTo>
                  <a:pt x="282069" y="27087"/>
                </a:lnTo>
                <a:cubicBezTo>
                  <a:pt x="282069" y="19629"/>
                  <a:pt x="281243" y="14961"/>
                  <a:pt x="279591" y="13081"/>
                </a:cubicBezTo>
                <a:cubicBezTo>
                  <a:pt x="277289" y="10498"/>
                  <a:pt x="273867" y="9206"/>
                  <a:pt x="269323" y="9206"/>
                </a:cubicBezTo>
                <a:lnTo>
                  <a:pt x="264808" y="9206"/>
                </a:lnTo>
                <a:lnTo>
                  <a:pt x="264808" y="5842"/>
                </a:lnTo>
                <a:lnTo>
                  <a:pt x="319159" y="5842"/>
                </a:lnTo>
                <a:lnTo>
                  <a:pt x="319159" y="9206"/>
                </a:lnTo>
                <a:cubicBezTo>
                  <a:pt x="312785" y="9147"/>
                  <a:pt x="308315" y="9732"/>
                  <a:pt x="305748" y="10960"/>
                </a:cubicBezTo>
                <a:cubicBezTo>
                  <a:pt x="303181" y="12188"/>
                  <a:pt x="301425" y="13738"/>
                  <a:pt x="300481" y="15610"/>
                </a:cubicBezTo>
                <a:cubicBezTo>
                  <a:pt x="299537" y="17481"/>
                  <a:pt x="299065" y="21956"/>
                  <a:pt x="299065" y="29034"/>
                </a:cubicBezTo>
                <a:lnTo>
                  <a:pt x="299065" y="104527"/>
                </a:lnTo>
                <a:cubicBezTo>
                  <a:pt x="299065" y="109430"/>
                  <a:pt x="299537" y="112797"/>
                  <a:pt x="300481" y="114629"/>
                </a:cubicBezTo>
                <a:cubicBezTo>
                  <a:pt x="301189" y="115868"/>
                  <a:pt x="302281" y="116784"/>
                  <a:pt x="303756" y="117376"/>
                </a:cubicBezTo>
                <a:cubicBezTo>
                  <a:pt x="305232" y="117966"/>
                  <a:pt x="309835" y="118261"/>
                  <a:pt x="317565" y="118261"/>
                </a:cubicBezTo>
                <a:lnTo>
                  <a:pt x="326329" y="118261"/>
                </a:lnTo>
                <a:cubicBezTo>
                  <a:pt x="335535" y="118261"/>
                  <a:pt x="341996" y="117580"/>
                  <a:pt x="345714" y="116219"/>
                </a:cubicBezTo>
                <a:cubicBezTo>
                  <a:pt x="349432" y="114856"/>
                  <a:pt x="352825" y="112443"/>
                  <a:pt x="355894" y="108980"/>
                </a:cubicBezTo>
                <a:cubicBezTo>
                  <a:pt x="358962" y="105515"/>
                  <a:pt x="362031" y="100052"/>
                  <a:pt x="365100" y="92590"/>
                </a:cubicBezTo>
                <a:close/>
                <a:moveTo>
                  <a:pt x="475682" y="92590"/>
                </a:moveTo>
                <a:lnTo>
                  <a:pt x="478604" y="93213"/>
                </a:lnTo>
                <a:lnTo>
                  <a:pt x="468335" y="125873"/>
                </a:lnTo>
                <a:lnTo>
                  <a:pt x="375391" y="125873"/>
                </a:lnTo>
                <a:lnTo>
                  <a:pt x="375391" y="122510"/>
                </a:lnTo>
                <a:lnTo>
                  <a:pt x="379905" y="122510"/>
                </a:lnTo>
                <a:cubicBezTo>
                  <a:pt x="384980" y="122510"/>
                  <a:pt x="388610" y="120874"/>
                  <a:pt x="390793" y="117602"/>
                </a:cubicBezTo>
                <a:cubicBezTo>
                  <a:pt x="392032" y="115732"/>
                  <a:pt x="392652" y="111408"/>
                  <a:pt x="392652" y="104629"/>
                </a:cubicBezTo>
                <a:lnTo>
                  <a:pt x="392652" y="27087"/>
                </a:lnTo>
                <a:cubicBezTo>
                  <a:pt x="392652" y="19629"/>
                  <a:pt x="391826" y="14961"/>
                  <a:pt x="390174" y="13081"/>
                </a:cubicBezTo>
                <a:cubicBezTo>
                  <a:pt x="387872" y="10498"/>
                  <a:pt x="384449" y="9206"/>
                  <a:pt x="379905" y="9206"/>
                </a:cubicBezTo>
                <a:lnTo>
                  <a:pt x="375391" y="9206"/>
                </a:lnTo>
                <a:lnTo>
                  <a:pt x="375391" y="5842"/>
                </a:lnTo>
                <a:lnTo>
                  <a:pt x="429741" y="5842"/>
                </a:lnTo>
                <a:lnTo>
                  <a:pt x="429741" y="9206"/>
                </a:lnTo>
                <a:cubicBezTo>
                  <a:pt x="423368" y="9147"/>
                  <a:pt x="418898" y="9732"/>
                  <a:pt x="416331" y="10960"/>
                </a:cubicBezTo>
                <a:cubicBezTo>
                  <a:pt x="413764" y="12188"/>
                  <a:pt x="412008" y="13738"/>
                  <a:pt x="411064" y="15610"/>
                </a:cubicBezTo>
                <a:cubicBezTo>
                  <a:pt x="410120" y="17481"/>
                  <a:pt x="409648" y="21956"/>
                  <a:pt x="409648" y="29034"/>
                </a:cubicBezTo>
                <a:lnTo>
                  <a:pt x="409648" y="104527"/>
                </a:lnTo>
                <a:cubicBezTo>
                  <a:pt x="409648" y="109430"/>
                  <a:pt x="410120" y="112797"/>
                  <a:pt x="411064" y="114629"/>
                </a:cubicBezTo>
                <a:cubicBezTo>
                  <a:pt x="411772" y="115868"/>
                  <a:pt x="412864" y="116784"/>
                  <a:pt x="414339" y="117376"/>
                </a:cubicBezTo>
                <a:cubicBezTo>
                  <a:pt x="415814" y="117966"/>
                  <a:pt x="420417" y="118261"/>
                  <a:pt x="428148" y="118261"/>
                </a:cubicBezTo>
                <a:lnTo>
                  <a:pt x="436911" y="118261"/>
                </a:lnTo>
                <a:cubicBezTo>
                  <a:pt x="446117" y="118261"/>
                  <a:pt x="452579" y="117580"/>
                  <a:pt x="456297" y="116219"/>
                </a:cubicBezTo>
                <a:cubicBezTo>
                  <a:pt x="460015" y="114856"/>
                  <a:pt x="463408" y="112443"/>
                  <a:pt x="466477" y="108980"/>
                </a:cubicBezTo>
                <a:cubicBezTo>
                  <a:pt x="469545" y="105515"/>
                  <a:pt x="472614" y="100052"/>
                  <a:pt x="475682" y="92590"/>
                </a:cubicBezTo>
                <a:close/>
                <a:moveTo>
                  <a:pt x="556525" y="125873"/>
                </a:moveTo>
                <a:lnTo>
                  <a:pt x="510142" y="24874"/>
                </a:lnTo>
                <a:lnTo>
                  <a:pt x="510142" y="104983"/>
                </a:lnTo>
                <a:cubicBezTo>
                  <a:pt x="510142" y="112359"/>
                  <a:pt x="510938" y="116962"/>
                  <a:pt x="512532" y="118792"/>
                </a:cubicBezTo>
                <a:cubicBezTo>
                  <a:pt x="514715" y="121270"/>
                  <a:pt x="518167" y="122510"/>
                  <a:pt x="522888" y="122510"/>
                </a:cubicBezTo>
                <a:lnTo>
                  <a:pt x="527137" y="122510"/>
                </a:lnTo>
                <a:lnTo>
                  <a:pt x="527137" y="125873"/>
                </a:lnTo>
                <a:lnTo>
                  <a:pt x="485357" y="125873"/>
                </a:lnTo>
                <a:lnTo>
                  <a:pt x="485357" y="122510"/>
                </a:lnTo>
                <a:lnTo>
                  <a:pt x="489605" y="122510"/>
                </a:lnTo>
                <a:cubicBezTo>
                  <a:pt x="494681" y="122510"/>
                  <a:pt x="498280" y="120975"/>
                  <a:pt x="500405" y="117907"/>
                </a:cubicBezTo>
                <a:cubicBezTo>
                  <a:pt x="501703" y="116018"/>
                  <a:pt x="502352" y="111710"/>
                  <a:pt x="502352" y="104983"/>
                </a:cubicBezTo>
                <a:lnTo>
                  <a:pt x="502352" y="26733"/>
                </a:lnTo>
                <a:cubicBezTo>
                  <a:pt x="502352" y="21421"/>
                  <a:pt x="501762" y="17586"/>
                  <a:pt x="500582" y="15225"/>
                </a:cubicBezTo>
                <a:cubicBezTo>
                  <a:pt x="499756" y="13514"/>
                  <a:pt x="498236" y="12083"/>
                  <a:pt x="496023" y="10932"/>
                </a:cubicBezTo>
                <a:cubicBezTo>
                  <a:pt x="493810" y="9781"/>
                  <a:pt x="490255" y="9206"/>
                  <a:pt x="485357" y="9206"/>
                </a:cubicBezTo>
                <a:lnTo>
                  <a:pt x="485357" y="5842"/>
                </a:lnTo>
                <a:lnTo>
                  <a:pt x="519348" y="5842"/>
                </a:lnTo>
                <a:lnTo>
                  <a:pt x="562899" y="99741"/>
                </a:lnTo>
                <a:lnTo>
                  <a:pt x="605742" y="5842"/>
                </a:lnTo>
                <a:lnTo>
                  <a:pt x="639733" y="5842"/>
                </a:lnTo>
                <a:lnTo>
                  <a:pt x="639733" y="9206"/>
                </a:lnTo>
                <a:lnTo>
                  <a:pt x="635573" y="9206"/>
                </a:lnTo>
                <a:cubicBezTo>
                  <a:pt x="630438" y="9206"/>
                  <a:pt x="626809" y="10740"/>
                  <a:pt x="624685" y="13809"/>
                </a:cubicBezTo>
                <a:cubicBezTo>
                  <a:pt x="623386" y="15697"/>
                  <a:pt x="622737" y="20005"/>
                  <a:pt x="622737" y="26733"/>
                </a:cubicBezTo>
                <a:lnTo>
                  <a:pt x="622737" y="104983"/>
                </a:lnTo>
                <a:cubicBezTo>
                  <a:pt x="622737" y="112360"/>
                  <a:pt x="623564" y="116962"/>
                  <a:pt x="625216" y="118792"/>
                </a:cubicBezTo>
                <a:cubicBezTo>
                  <a:pt x="627399" y="121270"/>
                  <a:pt x="630852" y="122510"/>
                  <a:pt x="635573" y="122510"/>
                </a:cubicBezTo>
                <a:lnTo>
                  <a:pt x="639733" y="122510"/>
                </a:lnTo>
                <a:lnTo>
                  <a:pt x="639733" y="125873"/>
                </a:lnTo>
                <a:lnTo>
                  <a:pt x="588746" y="125873"/>
                </a:lnTo>
                <a:lnTo>
                  <a:pt x="588746" y="122510"/>
                </a:lnTo>
                <a:lnTo>
                  <a:pt x="592995" y="122510"/>
                </a:lnTo>
                <a:cubicBezTo>
                  <a:pt x="598129" y="122510"/>
                  <a:pt x="601729" y="120975"/>
                  <a:pt x="603794" y="117907"/>
                </a:cubicBezTo>
                <a:cubicBezTo>
                  <a:pt x="605093" y="116018"/>
                  <a:pt x="605742" y="111710"/>
                  <a:pt x="605742" y="104983"/>
                </a:cubicBezTo>
                <a:lnTo>
                  <a:pt x="605742" y="24874"/>
                </a:lnTo>
                <a:lnTo>
                  <a:pt x="559447" y="125873"/>
                </a:lnTo>
                <a:lnTo>
                  <a:pt x="556525" y="125873"/>
                </a:lnTo>
                <a:close/>
                <a:moveTo>
                  <a:pt x="746901" y="42489"/>
                </a:moveTo>
                <a:lnTo>
                  <a:pt x="746901" y="70107"/>
                </a:lnTo>
                <a:lnTo>
                  <a:pt x="743980" y="70107"/>
                </a:lnTo>
                <a:cubicBezTo>
                  <a:pt x="741737" y="61467"/>
                  <a:pt x="738860" y="55590"/>
                  <a:pt x="735349" y="52475"/>
                </a:cubicBezTo>
                <a:cubicBezTo>
                  <a:pt x="731838" y="49358"/>
                  <a:pt x="727368" y="47800"/>
                  <a:pt x="721938" y="47800"/>
                </a:cubicBezTo>
                <a:cubicBezTo>
                  <a:pt x="717808" y="47800"/>
                  <a:pt x="714473" y="48888"/>
                  <a:pt x="711936" y="51064"/>
                </a:cubicBezTo>
                <a:cubicBezTo>
                  <a:pt x="709398" y="53240"/>
                  <a:pt x="708130" y="55651"/>
                  <a:pt x="708130" y="58298"/>
                </a:cubicBezTo>
                <a:cubicBezTo>
                  <a:pt x="708130" y="61590"/>
                  <a:pt x="709074" y="64412"/>
                  <a:pt x="710962" y="66765"/>
                </a:cubicBezTo>
                <a:cubicBezTo>
                  <a:pt x="712792" y="69175"/>
                  <a:pt x="716509" y="71733"/>
                  <a:pt x="722115" y="74439"/>
                </a:cubicBezTo>
                <a:lnTo>
                  <a:pt x="735039" y="80701"/>
                </a:lnTo>
                <a:cubicBezTo>
                  <a:pt x="747019" y="86536"/>
                  <a:pt x="753008" y="94227"/>
                  <a:pt x="753008" y="103774"/>
                </a:cubicBezTo>
                <a:cubicBezTo>
                  <a:pt x="753008" y="111141"/>
                  <a:pt x="750220" y="117080"/>
                  <a:pt x="744643" y="121588"/>
                </a:cubicBezTo>
                <a:cubicBezTo>
                  <a:pt x="739067" y="126097"/>
                  <a:pt x="732826" y="128352"/>
                  <a:pt x="725922" y="128352"/>
                </a:cubicBezTo>
                <a:cubicBezTo>
                  <a:pt x="720965" y="128352"/>
                  <a:pt x="715300" y="127511"/>
                  <a:pt x="708926" y="125829"/>
                </a:cubicBezTo>
                <a:cubicBezTo>
                  <a:pt x="706979" y="125268"/>
                  <a:pt x="705385" y="124988"/>
                  <a:pt x="704146" y="124988"/>
                </a:cubicBezTo>
                <a:cubicBezTo>
                  <a:pt x="702789" y="124988"/>
                  <a:pt x="701727" y="125696"/>
                  <a:pt x="700960" y="127113"/>
                </a:cubicBezTo>
                <a:lnTo>
                  <a:pt x="698038" y="127113"/>
                </a:lnTo>
                <a:lnTo>
                  <a:pt x="698038" y="98079"/>
                </a:lnTo>
                <a:lnTo>
                  <a:pt x="700960" y="98079"/>
                </a:lnTo>
                <a:cubicBezTo>
                  <a:pt x="702612" y="106340"/>
                  <a:pt x="705769" y="112566"/>
                  <a:pt x="710431" y="116756"/>
                </a:cubicBezTo>
                <a:cubicBezTo>
                  <a:pt x="715093" y="120946"/>
                  <a:pt x="720316" y="123041"/>
                  <a:pt x="726099" y="123041"/>
                </a:cubicBezTo>
                <a:cubicBezTo>
                  <a:pt x="730171" y="123041"/>
                  <a:pt x="733490" y="121852"/>
                  <a:pt x="736057" y="119475"/>
                </a:cubicBezTo>
                <a:cubicBezTo>
                  <a:pt x="738624" y="117096"/>
                  <a:pt x="739908" y="114233"/>
                  <a:pt x="739908" y="110886"/>
                </a:cubicBezTo>
                <a:cubicBezTo>
                  <a:pt x="739908" y="106834"/>
                  <a:pt x="738477" y="103429"/>
                  <a:pt x="735615" y="100670"/>
                </a:cubicBezTo>
                <a:cubicBezTo>
                  <a:pt x="732752" y="97910"/>
                  <a:pt x="727043" y="94423"/>
                  <a:pt x="718486" y="90211"/>
                </a:cubicBezTo>
                <a:cubicBezTo>
                  <a:pt x="709929" y="85998"/>
                  <a:pt x="704323" y="82177"/>
                  <a:pt x="701668" y="78748"/>
                </a:cubicBezTo>
                <a:cubicBezTo>
                  <a:pt x="699012" y="75379"/>
                  <a:pt x="697684" y="71124"/>
                  <a:pt x="697684" y="65982"/>
                </a:cubicBezTo>
                <a:cubicBezTo>
                  <a:pt x="697684" y="59303"/>
                  <a:pt x="699971" y="53718"/>
                  <a:pt x="704545" y="49227"/>
                </a:cubicBezTo>
                <a:cubicBezTo>
                  <a:pt x="709118" y="44735"/>
                  <a:pt x="715034" y="42489"/>
                  <a:pt x="722293" y="42489"/>
                </a:cubicBezTo>
                <a:cubicBezTo>
                  <a:pt x="725479" y="42489"/>
                  <a:pt x="729344" y="43168"/>
                  <a:pt x="733888" y="44525"/>
                </a:cubicBezTo>
                <a:cubicBezTo>
                  <a:pt x="736898" y="45410"/>
                  <a:pt x="738904" y="45853"/>
                  <a:pt x="739908" y="45853"/>
                </a:cubicBezTo>
                <a:cubicBezTo>
                  <a:pt x="740852" y="45853"/>
                  <a:pt x="741590" y="45646"/>
                  <a:pt x="742121" y="45233"/>
                </a:cubicBezTo>
                <a:cubicBezTo>
                  <a:pt x="742652" y="44820"/>
                  <a:pt x="743271" y="43905"/>
                  <a:pt x="743980" y="42489"/>
                </a:cubicBezTo>
                <a:lnTo>
                  <a:pt x="746901" y="42489"/>
                </a:lnTo>
                <a:close/>
                <a:moveTo>
                  <a:pt x="788564" y="18058"/>
                </a:moveTo>
                <a:lnTo>
                  <a:pt x="788564" y="44790"/>
                </a:lnTo>
                <a:lnTo>
                  <a:pt x="807507" y="44790"/>
                </a:lnTo>
                <a:lnTo>
                  <a:pt x="807507" y="50810"/>
                </a:lnTo>
                <a:lnTo>
                  <a:pt x="788564" y="50987"/>
                </a:lnTo>
                <a:lnTo>
                  <a:pt x="788564" y="103639"/>
                </a:lnTo>
                <a:cubicBezTo>
                  <a:pt x="788564" y="108896"/>
                  <a:pt x="789316" y="112442"/>
                  <a:pt x="790821" y="114275"/>
                </a:cubicBezTo>
                <a:cubicBezTo>
                  <a:pt x="792326" y="116106"/>
                  <a:pt x="794259" y="117021"/>
                  <a:pt x="796619" y="117021"/>
                </a:cubicBezTo>
                <a:cubicBezTo>
                  <a:pt x="798566" y="117021"/>
                  <a:pt x="800455" y="116409"/>
                  <a:pt x="802284" y="115185"/>
                </a:cubicBezTo>
                <a:cubicBezTo>
                  <a:pt x="804114" y="113960"/>
                  <a:pt x="805530" y="112153"/>
                  <a:pt x="806533" y="109763"/>
                </a:cubicBezTo>
                <a:lnTo>
                  <a:pt x="809985" y="109763"/>
                </a:lnTo>
                <a:cubicBezTo>
                  <a:pt x="807920" y="115576"/>
                  <a:pt x="804999" y="119950"/>
                  <a:pt x="801222" y="122886"/>
                </a:cubicBezTo>
                <a:cubicBezTo>
                  <a:pt x="797445" y="125822"/>
                  <a:pt x="793550" y="127290"/>
                  <a:pt x="789538" y="127290"/>
                </a:cubicBezTo>
                <a:cubicBezTo>
                  <a:pt x="786823" y="127290"/>
                  <a:pt x="784167" y="126534"/>
                  <a:pt x="781571" y="125024"/>
                </a:cubicBezTo>
                <a:cubicBezTo>
                  <a:pt x="778974" y="123514"/>
                  <a:pt x="777056" y="121352"/>
                  <a:pt x="775817" y="118540"/>
                </a:cubicBezTo>
                <a:cubicBezTo>
                  <a:pt x="774578" y="115728"/>
                  <a:pt x="773958" y="111390"/>
                  <a:pt x="773958" y="105528"/>
                </a:cubicBezTo>
                <a:lnTo>
                  <a:pt x="773958" y="50810"/>
                </a:lnTo>
                <a:lnTo>
                  <a:pt x="761123" y="50810"/>
                </a:lnTo>
                <a:lnTo>
                  <a:pt x="761123" y="47971"/>
                </a:lnTo>
                <a:cubicBezTo>
                  <a:pt x="764369" y="46681"/>
                  <a:pt x="767688" y="44495"/>
                  <a:pt x="771081" y="41416"/>
                </a:cubicBezTo>
                <a:cubicBezTo>
                  <a:pt x="774475" y="38336"/>
                  <a:pt x="777499" y="34665"/>
                  <a:pt x="780155" y="30403"/>
                </a:cubicBezTo>
                <a:cubicBezTo>
                  <a:pt x="781512" y="28153"/>
                  <a:pt x="783400" y="24038"/>
                  <a:pt x="785820" y="18058"/>
                </a:cubicBezTo>
                <a:lnTo>
                  <a:pt x="788564" y="18058"/>
                </a:lnTo>
                <a:close/>
                <a:moveTo>
                  <a:pt x="838956" y="42489"/>
                </a:moveTo>
                <a:lnTo>
                  <a:pt x="838956" y="60724"/>
                </a:lnTo>
                <a:cubicBezTo>
                  <a:pt x="845742" y="48567"/>
                  <a:pt x="852706" y="42489"/>
                  <a:pt x="859846" y="42489"/>
                </a:cubicBezTo>
                <a:cubicBezTo>
                  <a:pt x="863092" y="42489"/>
                  <a:pt x="865777" y="43477"/>
                  <a:pt x="867902" y="45454"/>
                </a:cubicBezTo>
                <a:cubicBezTo>
                  <a:pt x="870026" y="47431"/>
                  <a:pt x="871088" y="49718"/>
                  <a:pt x="871088" y="52314"/>
                </a:cubicBezTo>
                <a:cubicBezTo>
                  <a:pt x="871088" y="54616"/>
                  <a:pt x="870321" y="56563"/>
                  <a:pt x="868787" y="58157"/>
                </a:cubicBezTo>
                <a:cubicBezTo>
                  <a:pt x="867252" y="59750"/>
                  <a:pt x="865423" y="60547"/>
                  <a:pt x="863299" y="60547"/>
                </a:cubicBezTo>
                <a:cubicBezTo>
                  <a:pt x="861233" y="60547"/>
                  <a:pt x="858917" y="59543"/>
                  <a:pt x="856350" y="57537"/>
                </a:cubicBezTo>
                <a:cubicBezTo>
                  <a:pt x="853783" y="55531"/>
                  <a:pt x="851880" y="54527"/>
                  <a:pt x="850640" y="54527"/>
                </a:cubicBezTo>
                <a:cubicBezTo>
                  <a:pt x="849578" y="54527"/>
                  <a:pt x="848428" y="55113"/>
                  <a:pt x="847188" y="56284"/>
                </a:cubicBezTo>
                <a:cubicBezTo>
                  <a:pt x="844533" y="58687"/>
                  <a:pt x="841789" y="62642"/>
                  <a:pt x="838956" y="68148"/>
                </a:cubicBezTo>
                <a:lnTo>
                  <a:pt x="838956" y="106930"/>
                </a:lnTo>
                <a:cubicBezTo>
                  <a:pt x="838956" y="111419"/>
                  <a:pt x="839517" y="114814"/>
                  <a:pt x="840638" y="117116"/>
                </a:cubicBezTo>
                <a:cubicBezTo>
                  <a:pt x="841405" y="118711"/>
                  <a:pt x="842762" y="120038"/>
                  <a:pt x="844710" y="121099"/>
                </a:cubicBezTo>
                <a:cubicBezTo>
                  <a:pt x="846657" y="122157"/>
                  <a:pt x="849460" y="122687"/>
                  <a:pt x="853119" y="122687"/>
                </a:cubicBezTo>
                <a:lnTo>
                  <a:pt x="853119" y="125873"/>
                </a:lnTo>
                <a:lnTo>
                  <a:pt x="811604" y="125873"/>
                </a:lnTo>
                <a:lnTo>
                  <a:pt x="811604" y="122687"/>
                </a:lnTo>
                <a:cubicBezTo>
                  <a:pt x="815735" y="122687"/>
                  <a:pt x="818803" y="122030"/>
                  <a:pt x="820810" y="120717"/>
                </a:cubicBezTo>
                <a:cubicBezTo>
                  <a:pt x="822285" y="119762"/>
                  <a:pt x="823318" y="118240"/>
                  <a:pt x="823908" y="116150"/>
                </a:cubicBezTo>
                <a:cubicBezTo>
                  <a:pt x="824203" y="115134"/>
                  <a:pt x="824350" y="112238"/>
                  <a:pt x="824350" y="107461"/>
                </a:cubicBezTo>
                <a:lnTo>
                  <a:pt x="824350" y="76303"/>
                </a:lnTo>
                <a:cubicBezTo>
                  <a:pt x="824350" y="66861"/>
                  <a:pt x="824159" y="61240"/>
                  <a:pt x="823775" y="59440"/>
                </a:cubicBezTo>
                <a:cubicBezTo>
                  <a:pt x="823392" y="57640"/>
                  <a:pt x="822683" y="56327"/>
                  <a:pt x="821651" y="55501"/>
                </a:cubicBezTo>
                <a:cubicBezTo>
                  <a:pt x="820618" y="54675"/>
                  <a:pt x="819334" y="54262"/>
                  <a:pt x="817800" y="54262"/>
                </a:cubicBezTo>
                <a:cubicBezTo>
                  <a:pt x="815971" y="54262"/>
                  <a:pt x="813905" y="54704"/>
                  <a:pt x="811604" y="55590"/>
                </a:cubicBezTo>
                <a:lnTo>
                  <a:pt x="810719" y="52403"/>
                </a:lnTo>
                <a:lnTo>
                  <a:pt x="835238" y="42489"/>
                </a:lnTo>
                <a:lnTo>
                  <a:pt x="838956" y="42489"/>
                </a:lnTo>
                <a:close/>
                <a:moveTo>
                  <a:pt x="921543" y="114283"/>
                </a:moveTo>
                <a:cubicBezTo>
                  <a:pt x="913222" y="120713"/>
                  <a:pt x="908000" y="124429"/>
                  <a:pt x="905875" y="125431"/>
                </a:cubicBezTo>
                <a:cubicBezTo>
                  <a:pt x="902689" y="126906"/>
                  <a:pt x="899295" y="127644"/>
                  <a:pt x="895696" y="127644"/>
                </a:cubicBezTo>
                <a:cubicBezTo>
                  <a:pt x="890090" y="127644"/>
                  <a:pt x="885472" y="125726"/>
                  <a:pt x="881843" y="121890"/>
                </a:cubicBezTo>
                <a:cubicBezTo>
                  <a:pt x="878213" y="118054"/>
                  <a:pt x="876399" y="113009"/>
                  <a:pt x="876399" y="106753"/>
                </a:cubicBezTo>
                <a:cubicBezTo>
                  <a:pt x="876399" y="102799"/>
                  <a:pt x="877284" y="99377"/>
                  <a:pt x="879054" y="96485"/>
                </a:cubicBezTo>
                <a:cubicBezTo>
                  <a:pt x="881474" y="92472"/>
                  <a:pt x="885678" y="88696"/>
                  <a:pt x="891668" y="85155"/>
                </a:cubicBezTo>
                <a:cubicBezTo>
                  <a:pt x="897658" y="81614"/>
                  <a:pt x="907616" y="77306"/>
                  <a:pt x="921543" y="72231"/>
                </a:cubicBezTo>
                <a:lnTo>
                  <a:pt x="921543" y="69056"/>
                </a:lnTo>
                <a:cubicBezTo>
                  <a:pt x="921543" y="61000"/>
                  <a:pt x="920260" y="55473"/>
                  <a:pt x="917693" y="52475"/>
                </a:cubicBezTo>
                <a:cubicBezTo>
                  <a:pt x="915126" y="49476"/>
                  <a:pt x="911393" y="47977"/>
                  <a:pt x="906495" y="47977"/>
                </a:cubicBezTo>
                <a:cubicBezTo>
                  <a:pt x="902777" y="47977"/>
                  <a:pt x="899827" y="48980"/>
                  <a:pt x="897643" y="50987"/>
                </a:cubicBezTo>
                <a:cubicBezTo>
                  <a:pt x="895401" y="52993"/>
                  <a:pt x="894279" y="55295"/>
                  <a:pt x="894279" y="57891"/>
                </a:cubicBezTo>
                <a:lnTo>
                  <a:pt x="894456" y="63025"/>
                </a:lnTo>
                <a:cubicBezTo>
                  <a:pt x="894456" y="65740"/>
                  <a:pt x="893763" y="67835"/>
                  <a:pt x="892376" y="69310"/>
                </a:cubicBezTo>
                <a:cubicBezTo>
                  <a:pt x="890990" y="70785"/>
                  <a:pt x="889175" y="71523"/>
                  <a:pt x="886932" y="71523"/>
                </a:cubicBezTo>
                <a:cubicBezTo>
                  <a:pt x="884749" y="71523"/>
                  <a:pt x="882964" y="70754"/>
                  <a:pt x="881577" y="69216"/>
                </a:cubicBezTo>
                <a:cubicBezTo>
                  <a:pt x="880190" y="67676"/>
                  <a:pt x="879497" y="65575"/>
                  <a:pt x="879497" y="62912"/>
                </a:cubicBezTo>
                <a:cubicBezTo>
                  <a:pt x="879497" y="57820"/>
                  <a:pt x="882093" y="53143"/>
                  <a:pt x="887286" y="48882"/>
                </a:cubicBezTo>
                <a:cubicBezTo>
                  <a:pt x="892480" y="44620"/>
                  <a:pt x="899768" y="42489"/>
                  <a:pt x="909151" y="42489"/>
                </a:cubicBezTo>
                <a:cubicBezTo>
                  <a:pt x="916350" y="42489"/>
                  <a:pt x="922251" y="43697"/>
                  <a:pt x="926854" y="46113"/>
                </a:cubicBezTo>
                <a:cubicBezTo>
                  <a:pt x="930336" y="47940"/>
                  <a:pt x="932903" y="50799"/>
                  <a:pt x="934555" y="54691"/>
                </a:cubicBezTo>
                <a:cubicBezTo>
                  <a:pt x="935618" y="57224"/>
                  <a:pt x="936149" y="62411"/>
                  <a:pt x="936149" y="70251"/>
                </a:cubicBezTo>
                <a:lnTo>
                  <a:pt x="936149" y="97747"/>
                </a:lnTo>
                <a:cubicBezTo>
                  <a:pt x="936149" y="105468"/>
                  <a:pt x="936296" y="110198"/>
                  <a:pt x="936591" y="111937"/>
                </a:cubicBezTo>
                <a:cubicBezTo>
                  <a:pt x="936886" y="113676"/>
                  <a:pt x="937373" y="114841"/>
                  <a:pt x="938052" y="115431"/>
                </a:cubicBezTo>
                <a:cubicBezTo>
                  <a:pt x="938730" y="116019"/>
                  <a:pt x="939512" y="116313"/>
                  <a:pt x="940398" y="116313"/>
                </a:cubicBezTo>
                <a:cubicBezTo>
                  <a:pt x="941342" y="116313"/>
                  <a:pt x="942168" y="116107"/>
                  <a:pt x="942876" y="115694"/>
                </a:cubicBezTo>
                <a:cubicBezTo>
                  <a:pt x="944115" y="114927"/>
                  <a:pt x="946505" y="112773"/>
                  <a:pt x="950046" y="109232"/>
                </a:cubicBezTo>
                <a:lnTo>
                  <a:pt x="950046" y="114189"/>
                </a:lnTo>
                <a:cubicBezTo>
                  <a:pt x="943437" y="123041"/>
                  <a:pt x="937122" y="127467"/>
                  <a:pt x="931103" y="127467"/>
                </a:cubicBezTo>
                <a:cubicBezTo>
                  <a:pt x="928212" y="127467"/>
                  <a:pt x="925910" y="126471"/>
                  <a:pt x="924199" y="124479"/>
                </a:cubicBezTo>
                <a:cubicBezTo>
                  <a:pt x="922487" y="122486"/>
                  <a:pt x="921602" y="119087"/>
                  <a:pt x="921543" y="114283"/>
                </a:cubicBezTo>
                <a:moveTo>
                  <a:pt x="921543" y="108543"/>
                </a:moveTo>
                <a:lnTo>
                  <a:pt x="921543" y="77719"/>
                </a:lnTo>
                <a:cubicBezTo>
                  <a:pt x="912632" y="81253"/>
                  <a:pt x="906879" y="83755"/>
                  <a:pt x="904282" y="85227"/>
                </a:cubicBezTo>
                <a:cubicBezTo>
                  <a:pt x="899620" y="87818"/>
                  <a:pt x="896286" y="90527"/>
                  <a:pt x="894279" y="93354"/>
                </a:cubicBezTo>
                <a:cubicBezTo>
                  <a:pt x="892273" y="96179"/>
                  <a:pt x="891270" y="99270"/>
                  <a:pt x="891270" y="102626"/>
                </a:cubicBezTo>
                <a:cubicBezTo>
                  <a:pt x="891270" y="106866"/>
                  <a:pt x="892539" y="110384"/>
                  <a:pt x="895076" y="113182"/>
                </a:cubicBezTo>
                <a:cubicBezTo>
                  <a:pt x="897614" y="115978"/>
                  <a:pt x="900535" y="117376"/>
                  <a:pt x="903839" y="117376"/>
                </a:cubicBezTo>
                <a:cubicBezTo>
                  <a:pt x="908324" y="117376"/>
                  <a:pt x="914226" y="114431"/>
                  <a:pt x="921543" y="108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off">
            <a:extLst xmlns:a="http://schemas.openxmlformats.org/drawingml/2006/main">
              <a:ext uri="{FF2B5EF4-FFF2-40B4-BE49-F238E27FC236}">
                <a16:creationId xmlns:a16="http://schemas.microsoft.com/office/drawing/2014/main" id="{4EACC62A-20FA-42D9-96AC-F17C5B8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277" y="3595143"/>
            <a:ext cx="269007" cy="128352"/>
          </a:xfrm>
          <a:custGeom xmlns:a="http://schemas.openxmlformats.org/drawingml/2006/main">
            <a:pathLst>
              <a:path w="269007" h="128352" fill="none">
                <a:moveTo>
                  <a:pt x="39214" y="42489"/>
                </a:moveTo>
                <a:cubicBezTo>
                  <a:pt x="51488" y="42489"/>
                  <a:pt x="61343" y="47146"/>
                  <a:pt x="68779" y="56461"/>
                </a:cubicBezTo>
                <a:cubicBezTo>
                  <a:pt x="75093" y="64418"/>
                  <a:pt x="78250" y="73556"/>
                  <a:pt x="78250" y="83874"/>
                </a:cubicBezTo>
                <a:cubicBezTo>
                  <a:pt x="78250" y="91125"/>
                  <a:pt x="76509" y="98465"/>
                  <a:pt x="73028" y="105893"/>
                </a:cubicBezTo>
                <a:cubicBezTo>
                  <a:pt x="69546" y="113319"/>
                  <a:pt x="64751" y="118919"/>
                  <a:pt x="58644" y="122692"/>
                </a:cubicBezTo>
                <a:cubicBezTo>
                  <a:pt x="52536" y="126465"/>
                  <a:pt x="45735" y="128352"/>
                  <a:pt x="38240" y="128352"/>
                </a:cubicBezTo>
                <a:cubicBezTo>
                  <a:pt x="26024" y="128352"/>
                  <a:pt x="16317" y="123488"/>
                  <a:pt x="9117" y="113760"/>
                </a:cubicBezTo>
                <a:cubicBezTo>
                  <a:pt x="3039" y="105567"/>
                  <a:pt x="0" y="96371"/>
                  <a:pt x="0" y="86173"/>
                </a:cubicBezTo>
                <a:cubicBezTo>
                  <a:pt x="0" y="78745"/>
                  <a:pt x="1844" y="71361"/>
                  <a:pt x="5532" y="64021"/>
                </a:cubicBezTo>
                <a:cubicBezTo>
                  <a:pt x="9221" y="56681"/>
                  <a:pt x="14074" y="51258"/>
                  <a:pt x="20094" y="47750"/>
                </a:cubicBezTo>
                <a:cubicBezTo>
                  <a:pt x="26113" y="44243"/>
                  <a:pt x="32486" y="42489"/>
                  <a:pt x="39214" y="42489"/>
                </a:cubicBezTo>
                <a:moveTo>
                  <a:pt x="36470" y="48331"/>
                </a:moveTo>
                <a:cubicBezTo>
                  <a:pt x="33342" y="48331"/>
                  <a:pt x="30200" y="49258"/>
                  <a:pt x="27042" y="51111"/>
                </a:cubicBezTo>
                <a:cubicBezTo>
                  <a:pt x="23885" y="52963"/>
                  <a:pt x="21333" y="56211"/>
                  <a:pt x="19386" y="60856"/>
                </a:cubicBezTo>
                <a:cubicBezTo>
                  <a:pt x="17438" y="65502"/>
                  <a:pt x="16464" y="71469"/>
                  <a:pt x="16464" y="78759"/>
                </a:cubicBezTo>
                <a:cubicBezTo>
                  <a:pt x="16464" y="90519"/>
                  <a:pt x="18810" y="100663"/>
                  <a:pt x="23502" y="109190"/>
                </a:cubicBezTo>
                <a:cubicBezTo>
                  <a:pt x="28193" y="117716"/>
                  <a:pt x="34375" y="121979"/>
                  <a:pt x="42046" y="121979"/>
                </a:cubicBezTo>
                <a:cubicBezTo>
                  <a:pt x="47770" y="121979"/>
                  <a:pt x="52491" y="119626"/>
                  <a:pt x="56209" y="114922"/>
                </a:cubicBezTo>
                <a:cubicBezTo>
                  <a:pt x="59927" y="110218"/>
                  <a:pt x="61786" y="102133"/>
                  <a:pt x="61786" y="90668"/>
                </a:cubicBezTo>
                <a:cubicBezTo>
                  <a:pt x="61786" y="76320"/>
                  <a:pt x="58688" y="65031"/>
                  <a:pt x="52491" y="56798"/>
                </a:cubicBezTo>
                <a:cubicBezTo>
                  <a:pt x="48302" y="51154"/>
                  <a:pt x="42961" y="48331"/>
                  <a:pt x="36470" y="48331"/>
                </a:cubicBezTo>
                <a:close/>
                <a:moveTo>
                  <a:pt x="121890" y="51164"/>
                </a:moveTo>
                <a:lnTo>
                  <a:pt x="121890" y="104452"/>
                </a:lnTo>
                <a:cubicBezTo>
                  <a:pt x="121890" y="112005"/>
                  <a:pt x="122716" y="116785"/>
                  <a:pt x="124368" y="118792"/>
                </a:cubicBezTo>
                <a:cubicBezTo>
                  <a:pt x="126551" y="121388"/>
                  <a:pt x="129473" y="122687"/>
                  <a:pt x="133131" y="122687"/>
                </a:cubicBezTo>
                <a:lnTo>
                  <a:pt x="140478" y="122687"/>
                </a:lnTo>
                <a:lnTo>
                  <a:pt x="140478" y="125873"/>
                </a:lnTo>
                <a:lnTo>
                  <a:pt x="92059" y="125873"/>
                </a:lnTo>
                <a:lnTo>
                  <a:pt x="92059" y="122687"/>
                </a:lnTo>
                <a:lnTo>
                  <a:pt x="95688" y="122687"/>
                </a:lnTo>
                <a:cubicBezTo>
                  <a:pt x="98049" y="122687"/>
                  <a:pt x="100202" y="122097"/>
                  <a:pt x="102150" y="120916"/>
                </a:cubicBezTo>
                <a:cubicBezTo>
                  <a:pt x="104097" y="119736"/>
                  <a:pt x="105440" y="118143"/>
                  <a:pt x="106177" y="116136"/>
                </a:cubicBezTo>
                <a:cubicBezTo>
                  <a:pt x="106915" y="114130"/>
                  <a:pt x="107284" y="110235"/>
                  <a:pt x="107284" y="104452"/>
                </a:cubicBezTo>
                <a:lnTo>
                  <a:pt x="107284" y="51164"/>
                </a:lnTo>
                <a:lnTo>
                  <a:pt x="91528" y="51164"/>
                </a:lnTo>
                <a:lnTo>
                  <a:pt x="91528" y="44790"/>
                </a:lnTo>
                <a:lnTo>
                  <a:pt x="107284" y="44790"/>
                </a:lnTo>
                <a:lnTo>
                  <a:pt x="107284" y="39457"/>
                </a:lnTo>
                <a:cubicBezTo>
                  <a:pt x="107284" y="31341"/>
                  <a:pt x="108582" y="24469"/>
                  <a:pt x="111179" y="18841"/>
                </a:cubicBezTo>
                <a:cubicBezTo>
                  <a:pt x="113775" y="13212"/>
                  <a:pt x="117744" y="8666"/>
                  <a:pt x="123085" y="5200"/>
                </a:cubicBezTo>
                <a:cubicBezTo>
                  <a:pt x="128425" y="1733"/>
                  <a:pt x="134430" y="0"/>
                  <a:pt x="141098" y="0"/>
                </a:cubicBezTo>
                <a:cubicBezTo>
                  <a:pt x="147294" y="0"/>
                  <a:pt x="152989" y="2006"/>
                  <a:pt x="158182" y="6019"/>
                </a:cubicBezTo>
                <a:cubicBezTo>
                  <a:pt x="161605" y="8675"/>
                  <a:pt x="163316" y="11655"/>
                  <a:pt x="163316" y="14960"/>
                </a:cubicBezTo>
                <a:cubicBezTo>
                  <a:pt x="163316" y="16730"/>
                  <a:pt x="162549" y="18397"/>
                  <a:pt x="161015" y="19961"/>
                </a:cubicBezTo>
                <a:cubicBezTo>
                  <a:pt x="159480" y="21525"/>
                  <a:pt x="157828" y="22307"/>
                  <a:pt x="156058" y="22307"/>
                </a:cubicBezTo>
                <a:cubicBezTo>
                  <a:pt x="154700" y="22307"/>
                  <a:pt x="153269" y="21820"/>
                  <a:pt x="151765" y="20846"/>
                </a:cubicBezTo>
                <a:cubicBezTo>
                  <a:pt x="150260" y="19872"/>
                  <a:pt x="148416" y="17777"/>
                  <a:pt x="146232" y="14561"/>
                </a:cubicBezTo>
                <a:cubicBezTo>
                  <a:pt x="144049" y="11345"/>
                  <a:pt x="142042" y="9176"/>
                  <a:pt x="140213" y="8055"/>
                </a:cubicBezTo>
                <a:cubicBezTo>
                  <a:pt x="138383" y="6934"/>
                  <a:pt x="136348" y="6373"/>
                  <a:pt x="134105" y="6373"/>
                </a:cubicBezTo>
                <a:cubicBezTo>
                  <a:pt x="131391" y="6373"/>
                  <a:pt x="129089" y="7100"/>
                  <a:pt x="127201" y="8553"/>
                </a:cubicBezTo>
                <a:cubicBezTo>
                  <a:pt x="125312" y="10004"/>
                  <a:pt x="123955" y="12257"/>
                  <a:pt x="123129" y="15311"/>
                </a:cubicBezTo>
                <a:cubicBezTo>
                  <a:pt x="122303" y="18365"/>
                  <a:pt x="121890" y="26235"/>
                  <a:pt x="121890" y="38920"/>
                </a:cubicBezTo>
                <a:lnTo>
                  <a:pt x="121890" y="44790"/>
                </a:lnTo>
                <a:lnTo>
                  <a:pt x="142780" y="44790"/>
                </a:lnTo>
                <a:lnTo>
                  <a:pt x="142780" y="51164"/>
                </a:lnTo>
                <a:lnTo>
                  <a:pt x="121890" y="51164"/>
                </a:lnTo>
                <a:close/>
                <a:moveTo>
                  <a:pt x="227580" y="51164"/>
                </a:moveTo>
                <a:lnTo>
                  <a:pt x="227580" y="104452"/>
                </a:lnTo>
                <a:cubicBezTo>
                  <a:pt x="227580" y="112005"/>
                  <a:pt x="228406" y="116785"/>
                  <a:pt x="230058" y="118792"/>
                </a:cubicBezTo>
                <a:cubicBezTo>
                  <a:pt x="232242" y="121388"/>
                  <a:pt x="235163" y="122687"/>
                  <a:pt x="238822" y="122687"/>
                </a:cubicBezTo>
                <a:lnTo>
                  <a:pt x="246169" y="122687"/>
                </a:lnTo>
                <a:lnTo>
                  <a:pt x="246169" y="125873"/>
                </a:lnTo>
                <a:lnTo>
                  <a:pt x="197749" y="125873"/>
                </a:lnTo>
                <a:lnTo>
                  <a:pt x="197749" y="122687"/>
                </a:lnTo>
                <a:lnTo>
                  <a:pt x="201378" y="122687"/>
                </a:lnTo>
                <a:cubicBezTo>
                  <a:pt x="203739" y="122687"/>
                  <a:pt x="205893" y="122097"/>
                  <a:pt x="207840" y="120916"/>
                </a:cubicBezTo>
                <a:cubicBezTo>
                  <a:pt x="209788" y="119736"/>
                  <a:pt x="211130" y="118143"/>
                  <a:pt x="211868" y="116136"/>
                </a:cubicBezTo>
                <a:cubicBezTo>
                  <a:pt x="212605" y="114130"/>
                  <a:pt x="212974" y="110235"/>
                  <a:pt x="212974" y="104452"/>
                </a:cubicBezTo>
                <a:lnTo>
                  <a:pt x="212974" y="51164"/>
                </a:lnTo>
                <a:lnTo>
                  <a:pt x="197218" y="51164"/>
                </a:lnTo>
                <a:lnTo>
                  <a:pt x="197218" y="44790"/>
                </a:lnTo>
                <a:lnTo>
                  <a:pt x="212974" y="44790"/>
                </a:lnTo>
                <a:lnTo>
                  <a:pt x="212974" y="39457"/>
                </a:lnTo>
                <a:cubicBezTo>
                  <a:pt x="212974" y="31341"/>
                  <a:pt x="214273" y="24469"/>
                  <a:pt x="216869" y="18841"/>
                </a:cubicBezTo>
                <a:cubicBezTo>
                  <a:pt x="219466" y="13212"/>
                  <a:pt x="223434" y="8666"/>
                  <a:pt x="228775" y="5200"/>
                </a:cubicBezTo>
                <a:cubicBezTo>
                  <a:pt x="234115" y="1733"/>
                  <a:pt x="240120" y="0"/>
                  <a:pt x="246788" y="0"/>
                </a:cubicBezTo>
                <a:cubicBezTo>
                  <a:pt x="252985" y="0"/>
                  <a:pt x="258679" y="2006"/>
                  <a:pt x="263872" y="6019"/>
                </a:cubicBezTo>
                <a:cubicBezTo>
                  <a:pt x="267295" y="8675"/>
                  <a:pt x="269007" y="11655"/>
                  <a:pt x="269007" y="14960"/>
                </a:cubicBezTo>
                <a:cubicBezTo>
                  <a:pt x="269007" y="16730"/>
                  <a:pt x="268239" y="18397"/>
                  <a:pt x="266705" y="19961"/>
                </a:cubicBezTo>
                <a:cubicBezTo>
                  <a:pt x="265171" y="21525"/>
                  <a:pt x="263518" y="22307"/>
                  <a:pt x="261748" y="22307"/>
                </a:cubicBezTo>
                <a:cubicBezTo>
                  <a:pt x="260391" y="22307"/>
                  <a:pt x="258960" y="21820"/>
                  <a:pt x="257455" y="20846"/>
                </a:cubicBezTo>
                <a:cubicBezTo>
                  <a:pt x="255950" y="19872"/>
                  <a:pt x="254106" y="17777"/>
                  <a:pt x="251922" y="14561"/>
                </a:cubicBezTo>
                <a:cubicBezTo>
                  <a:pt x="249739" y="11345"/>
                  <a:pt x="247733" y="9176"/>
                  <a:pt x="245903" y="8055"/>
                </a:cubicBezTo>
                <a:cubicBezTo>
                  <a:pt x="244074" y="6934"/>
                  <a:pt x="242038" y="6373"/>
                  <a:pt x="239795" y="6373"/>
                </a:cubicBezTo>
                <a:cubicBezTo>
                  <a:pt x="237081" y="6373"/>
                  <a:pt x="234779" y="7100"/>
                  <a:pt x="232891" y="8553"/>
                </a:cubicBezTo>
                <a:cubicBezTo>
                  <a:pt x="231003" y="10004"/>
                  <a:pt x="229645" y="12257"/>
                  <a:pt x="228819" y="15311"/>
                </a:cubicBezTo>
                <a:cubicBezTo>
                  <a:pt x="227993" y="18365"/>
                  <a:pt x="227580" y="26235"/>
                  <a:pt x="227580" y="38920"/>
                </a:cubicBezTo>
                <a:lnTo>
                  <a:pt x="227580" y="44790"/>
                </a:lnTo>
                <a:lnTo>
                  <a:pt x="248470" y="44790"/>
                </a:lnTo>
                <a:lnTo>
                  <a:pt x="248470" y="51164"/>
                </a:lnTo>
                <a:lnTo>
                  <a:pt x="227580" y="511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89" name="Text iveLLMstra">
            <a:extLst xmlns:a="http://schemas.openxmlformats.org/drawingml/2006/main">
              <a:ext uri="{FF2B5EF4-FFF2-40B4-BE49-F238E27FC236}">
                <a16:creationId xmlns:a16="http://schemas.microsoft.com/office/drawing/2014/main" id="{A2E79D59-6D91-4154-BB68-2CE9415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9182" y="3595143"/>
            <a:ext cx="950046" cy="128352"/>
          </a:xfrm>
          <a:custGeom xmlns:a="http://schemas.openxmlformats.org/drawingml/2006/main">
            <a:pathLst>
              <a:path w="950046" h="128352" fill="none">
                <a:moveTo>
                  <a:pt x="20979" y="0"/>
                </a:moveTo>
                <a:cubicBezTo>
                  <a:pt x="23457" y="0"/>
                  <a:pt x="25567" y="875"/>
                  <a:pt x="27308" y="2625"/>
                </a:cubicBezTo>
                <a:cubicBezTo>
                  <a:pt x="29049" y="4373"/>
                  <a:pt x="29919" y="6493"/>
                  <a:pt x="29919" y="8985"/>
                </a:cubicBezTo>
                <a:cubicBezTo>
                  <a:pt x="29919" y="11476"/>
                  <a:pt x="29049" y="13612"/>
                  <a:pt x="27308" y="15391"/>
                </a:cubicBezTo>
                <a:cubicBezTo>
                  <a:pt x="25567" y="17169"/>
                  <a:pt x="23457" y="18058"/>
                  <a:pt x="20979" y="18058"/>
                </a:cubicBezTo>
                <a:cubicBezTo>
                  <a:pt x="18500" y="18058"/>
                  <a:pt x="16376" y="17169"/>
                  <a:pt x="14606" y="15391"/>
                </a:cubicBezTo>
                <a:cubicBezTo>
                  <a:pt x="12835" y="13612"/>
                  <a:pt x="11950" y="11476"/>
                  <a:pt x="11950" y="8985"/>
                </a:cubicBezTo>
                <a:cubicBezTo>
                  <a:pt x="11950" y="6493"/>
                  <a:pt x="12820" y="4373"/>
                  <a:pt x="14561" y="2625"/>
                </a:cubicBezTo>
                <a:cubicBezTo>
                  <a:pt x="16302" y="875"/>
                  <a:pt x="18441" y="0"/>
                  <a:pt x="20979" y="0"/>
                </a:cubicBezTo>
                <a:moveTo>
                  <a:pt x="28326" y="42489"/>
                </a:moveTo>
                <a:lnTo>
                  <a:pt x="28326" y="107461"/>
                </a:lnTo>
                <a:cubicBezTo>
                  <a:pt x="28326" y="112566"/>
                  <a:pt x="28695" y="115965"/>
                  <a:pt x="29432" y="117658"/>
                </a:cubicBezTo>
                <a:cubicBezTo>
                  <a:pt x="30170" y="119349"/>
                  <a:pt x="31262" y="120610"/>
                  <a:pt x="32708" y="121442"/>
                </a:cubicBezTo>
                <a:cubicBezTo>
                  <a:pt x="34153" y="122272"/>
                  <a:pt x="36794" y="122687"/>
                  <a:pt x="40630" y="122687"/>
                </a:cubicBezTo>
                <a:lnTo>
                  <a:pt x="40630" y="125873"/>
                </a:lnTo>
                <a:lnTo>
                  <a:pt x="1239" y="125873"/>
                </a:lnTo>
                <a:lnTo>
                  <a:pt x="1239" y="122687"/>
                </a:lnTo>
                <a:cubicBezTo>
                  <a:pt x="5193" y="122687"/>
                  <a:pt x="7849" y="122301"/>
                  <a:pt x="9206" y="121530"/>
                </a:cubicBezTo>
                <a:cubicBezTo>
                  <a:pt x="10563" y="120758"/>
                  <a:pt x="11640" y="119482"/>
                  <a:pt x="12437" y="117702"/>
                </a:cubicBezTo>
                <a:cubicBezTo>
                  <a:pt x="13234" y="115921"/>
                  <a:pt x="13632" y="112507"/>
                  <a:pt x="13632" y="107461"/>
                </a:cubicBezTo>
                <a:lnTo>
                  <a:pt x="13632" y="76480"/>
                </a:lnTo>
                <a:cubicBezTo>
                  <a:pt x="13632" y="67650"/>
                  <a:pt x="13366" y="61932"/>
                  <a:pt x="12835" y="59324"/>
                </a:cubicBezTo>
                <a:cubicBezTo>
                  <a:pt x="12422" y="57426"/>
                  <a:pt x="11773" y="56109"/>
                  <a:pt x="10888" y="55371"/>
                </a:cubicBezTo>
                <a:cubicBezTo>
                  <a:pt x="10003" y="54632"/>
                  <a:pt x="8793" y="54262"/>
                  <a:pt x="7259" y="54262"/>
                </a:cubicBezTo>
                <a:cubicBezTo>
                  <a:pt x="5606" y="54262"/>
                  <a:pt x="3600" y="54704"/>
                  <a:pt x="1239" y="55590"/>
                </a:cubicBezTo>
                <a:lnTo>
                  <a:pt x="0" y="52403"/>
                </a:lnTo>
                <a:lnTo>
                  <a:pt x="24431" y="42489"/>
                </a:lnTo>
                <a:lnTo>
                  <a:pt x="28326" y="42489"/>
                </a:lnTo>
                <a:close/>
                <a:moveTo>
                  <a:pt x="46409" y="44790"/>
                </a:moveTo>
                <a:lnTo>
                  <a:pt x="84561" y="44790"/>
                </a:lnTo>
                <a:lnTo>
                  <a:pt x="84561" y="47977"/>
                </a:lnTo>
                <a:lnTo>
                  <a:pt x="82082" y="47977"/>
                </a:lnTo>
                <a:cubicBezTo>
                  <a:pt x="79781" y="47977"/>
                  <a:pt x="78025" y="48538"/>
                  <a:pt x="76816" y="49659"/>
                </a:cubicBezTo>
                <a:cubicBezTo>
                  <a:pt x="75606" y="50780"/>
                  <a:pt x="75001" y="52285"/>
                  <a:pt x="75001" y="54173"/>
                </a:cubicBezTo>
                <a:cubicBezTo>
                  <a:pt x="75001" y="56239"/>
                  <a:pt x="75621" y="58688"/>
                  <a:pt x="76860" y="61520"/>
                </a:cubicBezTo>
                <a:lnTo>
                  <a:pt x="95714" y="106311"/>
                </a:lnTo>
                <a:lnTo>
                  <a:pt x="114657" y="59839"/>
                </a:lnTo>
                <a:cubicBezTo>
                  <a:pt x="116014" y="56534"/>
                  <a:pt x="116693" y="54026"/>
                  <a:pt x="116693" y="52314"/>
                </a:cubicBezTo>
                <a:cubicBezTo>
                  <a:pt x="116693" y="51488"/>
                  <a:pt x="116457" y="50810"/>
                  <a:pt x="115985" y="50279"/>
                </a:cubicBezTo>
                <a:cubicBezTo>
                  <a:pt x="115336" y="49393"/>
                  <a:pt x="114510" y="48788"/>
                  <a:pt x="113506" y="48464"/>
                </a:cubicBezTo>
                <a:cubicBezTo>
                  <a:pt x="112503" y="48139"/>
                  <a:pt x="110467" y="47977"/>
                  <a:pt x="107399" y="47977"/>
                </a:cubicBezTo>
                <a:lnTo>
                  <a:pt x="107399" y="44790"/>
                </a:lnTo>
                <a:lnTo>
                  <a:pt x="133866" y="44790"/>
                </a:lnTo>
                <a:lnTo>
                  <a:pt x="133866" y="47977"/>
                </a:lnTo>
                <a:cubicBezTo>
                  <a:pt x="130797" y="48215"/>
                  <a:pt x="128673" y="48839"/>
                  <a:pt x="127492" y="49850"/>
                </a:cubicBezTo>
                <a:cubicBezTo>
                  <a:pt x="125427" y="51633"/>
                  <a:pt x="123568" y="54606"/>
                  <a:pt x="121916" y="58768"/>
                </a:cubicBezTo>
                <a:lnTo>
                  <a:pt x="93147" y="128352"/>
                </a:lnTo>
                <a:lnTo>
                  <a:pt x="89518" y="128352"/>
                </a:lnTo>
                <a:lnTo>
                  <a:pt x="60572" y="59874"/>
                </a:lnTo>
                <a:cubicBezTo>
                  <a:pt x="59274" y="56679"/>
                  <a:pt x="58035" y="54385"/>
                  <a:pt x="56855" y="52995"/>
                </a:cubicBezTo>
                <a:cubicBezTo>
                  <a:pt x="55674" y="51603"/>
                  <a:pt x="54170" y="50433"/>
                  <a:pt x="52340" y="49487"/>
                </a:cubicBezTo>
                <a:cubicBezTo>
                  <a:pt x="51337" y="48954"/>
                  <a:pt x="49360" y="48451"/>
                  <a:pt x="46409" y="47977"/>
                </a:cubicBezTo>
                <a:lnTo>
                  <a:pt x="46409" y="44790"/>
                </a:lnTo>
                <a:close/>
                <a:moveTo>
                  <a:pt x="154845" y="75418"/>
                </a:moveTo>
                <a:cubicBezTo>
                  <a:pt x="154786" y="87401"/>
                  <a:pt x="157707" y="96800"/>
                  <a:pt x="163608" y="103614"/>
                </a:cubicBezTo>
                <a:cubicBezTo>
                  <a:pt x="169510" y="110428"/>
                  <a:pt x="176443" y="113835"/>
                  <a:pt x="184410" y="113835"/>
                </a:cubicBezTo>
                <a:cubicBezTo>
                  <a:pt x="189721" y="113835"/>
                  <a:pt x="194339" y="112368"/>
                  <a:pt x="198263" y="109434"/>
                </a:cubicBezTo>
                <a:cubicBezTo>
                  <a:pt x="202188" y="106500"/>
                  <a:pt x="205478" y="101475"/>
                  <a:pt x="208133" y="94361"/>
                </a:cubicBezTo>
                <a:lnTo>
                  <a:pt x="210877" y="96139"/>
                </a:lnTo>
                <a:cubicBezTo>
                  <a:pt x="209638" y="104267"/>
                  <a:pt x="206038" y="111667"/>
                  <a:pt x="200078" y="118341"/>
                </a:cubicBezTo>
                <a:cubicBezTo>
                  <a:pt x="194118" y="125015"/>
                  <a:pt x="186653" y="128352"/>
                  <a:pt x="177683" y="128352"/>
                </a:cubicBezTo>
                <a:cubicBezTo>
                  <a:pt x="167946" y="128352"/>
                  <a:pt x="159610" y="124569"/>
                  <a:pt x="152676" y="117002"/>
                </a:cubicBezTo>
                <a:cubicBezTo>
                  <a:pt x="145742" y="109434"/>
                  <a:pt x="142275" y="99260"/>
                  <a:pt x="142275" y="86480"/>
                </a:cubicBezTo>
                <a:cubicBezTo>
                  <a:pt x="142275" y="72641"/>
                  <a:pt x="145831" y="61850"/>
                  <a:pt x="152942" y="54107"/>
                </a:cubicBezTo>
                <a:cubicBezTo>
                  <a:pt x="160053" y="46362"/>
                  <a:pt x="168978" y="42489"/>
                  <a:pt x="179719" y="42489"/>
                </a:cubicBezTo>
                <a:cubicBezTo>
                  <a:pt x="188807" y="42489"/>
                  <a:pt x="196272" y="45476"/>
                  <a:pt x="202114" y="51451"/>
                </a:cubicBezTo>
                <a:cubicBezTo>
                  <a:pt x="207956" y="57425"/>
                  <a:pt x="210877" y="65413"/>
                  <a:pt x="210877" y="75418"/>
                </a:cubicBezTo>
                <a:lnTo>
                  <a:pt x="154845" y="75418"/>
                </a:lnTo>
                <a:moveTo>
                  <a:pt x="154845" y="70284"/>
                </a:moveTo>
                <a:lnTo>
                  <a:pt x="192377" y="70284"/>
                </a:lnTo>
                <a:cubicBezTo>
                  <a:pt x="192082" y="65133"/>
                  <a:pt x="191462" y="61505"/>
                  <a:pt x="190518" y="59399"/>
                </a:cubicBezTo>
                <a:cubicBezTo>
                  <a:pt x="189043" y="56120"/>
                  <a:pt x="186844" y="53544"/>
                  <a:pt x="183923" y="51673"/>
                </a:cubicBezTo>
                <a:cubicBezTo>
                  <a:pt x="181002" y="49799"/>
                  <a:pt x="177948" y="48862"/>
                  <a:pt x="174762" y="48862"/>
                </a:cubicBezTo>
                <a:cubicBezTo>
                  <a:pt x="169864" y="48862"/>
                  <a:pt x="165482" y="50750"/>
                  <a:pt x="161617" y="54525"/>
                </a:cubicBezTo>
                <a:cubicBezTo>
                  <a:pt x="157751" y="58300"/>
                  <a:pt x="155494" y="63553"/>
                  <a:pt x="154845" y="70284"/>
                </a:cubicBezTo>
                <a:close/>
                <a:moveTo>
                  <a:pt x="365100" y="92590"/>
                </a:moveTo>
                <a:lnTo>
                  <a:pt x="368021" y="93213"/>
                </a:lnTo>
                <a:lnTo>
                  <a:pt x="357753" y="125873"/>
                </a:lnTo>
                <a:lnTo>
                  <a:pt x="264808" y="125873"/>
                </a:lnTo>
                <a:lnTo>
                  <a:pt x="264808" y="122510"/>
                </a:lnTo>
                <a:lnTo>
                  <a:pt x="269323" y="122510"/>
                </a:lnTo>
                <a:cubicBezTo>
                  <a:pt x="274398" y="122510"/>
                  <a:pt x="278027" y="120874"/>
                  <a:pt x="280211" y="117602"/>
                </a:cubicBezTo>
                <a:cubicBezTo>
                  <a:pt x="281450" y="115732"/>
                  <a:pt x="282069" y="111408"/>
                  <a:pt x="282069" y="104629"/>
                </a:cubicBezTo>
                <a:lnTo>
                  <a:pt x="282069" y="27087"/>
                </a:lnTo>
                <a:cubicBezTo>
                  <a:pt x="282069" y="19629"/>
                  <a:pt x="281243" y="14961"/>
                  <a:pt x="279591" y="13081"/>
                </a:cubicBezTo>
                <a:cubicBezTo>
                  <a:pt x="277289" y="10498"/>
                  <a:pt x="273867" y="9206"/>
                  <a:pt x="269323" y="9206"/>
                </a:cubicBezTo>
                <a:lnTo>
                  <a:pt x="264808" y="9206"/>
                </a:lnTo>
                <a:lnTo>
                  <a:pt x="264808" y="5842"/>
                </a:lnTo>
                <a:lnTo>
                  <a:pt x="319159" y="5842"/>
                </a:lnTo>
                <a:lnTo>
                  <a:pt x="319159" y="9206"/>
                </a:lnTo>
                <a:cubicBezTo>
                  <a:pt x="312785" y="9147"/>
                  <a:pt x="308315" y="9732"/>
                  <a:pt x="305748" y="10960"/>
                </a:cubicBezTo>
                <a:cubicBezTo>
                  <a:pt x="303181" y="12188"/>
                  <a:pt x="301425" y="13738"/>
                  <a:pt x="300481" y="15610"/>
                </a:cubicBezTo>
                <a:cubicBezTo>
                  <a:pt x="299537" y="17481"/>
                  <a:pt x="299065" y="21956"/>
                  <a:pt x="299065" y="29034"/>
                </a:cubicBezTo>
                <a:lnTo>
                  <a:pt x="299065" y="104527"/>
                </a:lnTo>
                <a:cubicBezTo>
                  <a:pt x="299065" y="109430"/>
                  <a:pt x="299537" y="112797"/>
                  <a:pt x="300481" y="114629"/>
                </a:cubicBezTo>
                <a:cubicBezTo>
                  <a:pt x="301189" y="115868"/>
                  <a:pt x="302281" y="116784"/>
                  <a:pt x="303756" y="117376"/>
                </a:cubicBezTo>
                <a:cubicBezTo>
                  <a:pt x="305232" y="117966"/>
                  <a:pt x="309835" y="118261"/>
                  <a:pt x="317565" y="118261"/>
                </a:cubicBezTo>
                <a:lnTo>
                  <a:pt x="326329" y="118261"/>
                </a:lnTo>
                <a:cubicBezTo>
                  <a:pt x="335535" y="118261"/>
                  <a:pt x="341996" y="117580"/>
                  <a:pt x="345714" y="116219"/>
                </a:cubicBezTo>
                <a:cubicBezTo>
                  <a:pt x="349432" y="114856"/>
                  <a:pt x="352825" y="112443"/>
                  <a:pt x="355894" y="108980"/>
                </a:cubicBezTo>
                <a:cubicBezTo>
                  <a:pt x="358962" y="105515"/>
                  <a:pt x="362031" y="100052"/>
                  <a:pt x="365100" y="92590"/>
                </a:cubicBezTo>
                <a:close/>
                <a:moveTo>
                  <a:pt x="475682" y="92590"/>
                </a:moveTo>
                <a:lnTo>
                  <a:pt x="478604" y="93213"/>
                </a:lnTo>
                <a:lnTo>
                  <a:pt x="468335" y="125873"/>
                </a:lnTo>
                <a:lnTo>
                  <a:pt x="375391" y="125873"/>
                </a:lnTo>
                <a:lnTo>
                  <a:pt x="375391" y="122510"/>
                </a:lnTo>
                <a:lnTo>
                  <a:pt x="379905" y="122510"/>
                </a:lnTo>
                <a:cubicBezTo>
                  <a:pt x="384980" y="122510"/>
                  <a:pt x="388610" y="120874"/>
                  <a:pt x="390793" y="117602"/>
                </a:cubicBezTo>
                <a:cubicBezTo>
                  <a:pt x="392032" y="115732"/>
                  <a:pt x="392652" y="111408"/>
                  <a:pt x="392652" y="104629"/>
                </a:cubicBezTo>
                <a:lnTo>
                  <a:pt x="392652" y="27087"/>
                </a:lnTo>
                <a:cubicBezTo>
                  <a:pt x="392652" y="19629"/>
                  <a:pt x="391826" y="14961"/>
                  <a:pt x="390174" y="13081"/>
                </a:cubicBezTo>
                <a:cubicBezTo>
                  <a:pt x="387872" y="10498"/>
                  <a:pt x="384449" y="9206"/>
                  <a:pt x="379905" y="9206"/>
                </a:cubicBezTo>
                <a:lnTo>
                  <a:pt x="375391" y="9206"/>
                </a:lnTo>
                <a:lnTo>
                  <a:pt x="375391" y="5842"/>
                </a:lnTo>
                <a:lnTo>
                  <a:pt x="429741" y="5842"/>
                </a:lnTo>
                <a:lnTo>
                  <a:pt x="429741" y="9206"/>
                </a:lnTo>
                <a:cubicBezTo>
                  <a:pt x="423368" y="9147"/>
                  <a:pt x="418898" y="9732"/>
                  <a:pt x="416331" y="10960"/>
                </a:cubicBezTo>
                <a:cubicBezTo>
                  <a:pt x="413764" y="12188"/>
                  <a:pt x="412008" y="13738"/>
                  <a:pt x="411064" y="15610"/>
                </a:cubicBezTo>
                <a:cubicBezTo>
                  <a:pt x="410120" y="17481"/>
                  <a:pt x="409648" y="21956"/>
                  <a:pt x="409648" y="29034"/>
                </a:cubicBezTo>
                <a:lnTo>
                  <a:pt x="409648" y="104527"/>
                </a:lnTo>
                <a:cubicBezTo>
                  <a:pt x="409648" y="109430"/>
                  <a:pt x="410120" y="112797"/>
                  <a:pt x="411064" y="114629"/>
                </a:cubicBezTo>
                <a:cubicBezTo>
                  <a:pt x="411772" y="115868"/>
                  <a:pt x="412864" y="116784"/>
                  <a:pt x="414339" y="117376"/>
                </a:cubicBezTo>
                <a:cubicBezTo>
                  <a:pt x="415814" y="117966"/>
                  <a:pt x="420417" y="118261"/>
                  <a:pt x="428148" y="118261"/>
                </a:cubicBezTo>
                <a:lnTo>
                  <a:pt x="436911" y="118261"/>
                </a:lnTo>
                <a:cubicBezTo>
                  <a:pt x="446117" y="118261"/>
                  <a:pt x="452579" y="117580"/>
                  <a:pt x="456297" y="116219"/>
                </a:cubicBezTo>
                <a:cubicBezTo>
                  <a:pt x="460015" y="114856"/>
                  <a:pt x="463408" y="112443"/>
                  <a:pt x="466477" y="108980"/>
                </a:cubicBezTo>
                <a:cubicBezTo>
                  <a:pt x="469545" y="105515"/>
                  <a:pt x="472614" y="100052"/>
                  <a:pt x="475682" y="92590"/>
                </a:cubicBezTo>
                <a:close/>
                <a:moveTo>
                  <a:pt x="556525" y="125873"/>
                </a:moveTo>
                <a:lnTo>
                  <a:pt x="510142" y="24874"/>
                </a:lnTo>
                <a:lnTo>
                  <a:pt x="510142" y="104983"/>
                </a:lnTo>
                <a:cubicBezTo>
                  <a:pt x="510142" y="112359"/>
                  <a:pt x="510938" y="116962"/>
                  <a:pt x="512532" y="118792"/>
                </a:cubicBezTo>
                <a:cubicBezTo>
                  <a:pt x="514715" y="121270"/>
                  <a:pt x="518167" y="122510"/>
                  <a:pt x="522888" y="122510"/>
                </a:cubicBezTo>
                <a:lnTo>
                  <a:pt x="527137" y="122510"/>
                </a:lnTo>
                <a:lnTo>
                  <a:pt x="527137" y="125873"/>
                </a:lnTo>
                <a:lnTo>
                  <a:pt x="485357" y="125873"/>
                </a:lnTo>
                <a:lnTo>
                  <a:pt x="485357" y="122510"/>
                </a:lnTo>
                <a:lnTo>
                  <a:pt x="489605" y="122510"/>
                </a:lnTo>
                <a:cubicBezTo>
                  <a:pt x="494681" y="122510"/>
                  <a:pt x="498280" y="120975"/>
                  <a:pt x="500405" y="117907"/>
                </a:cubicBezTo>
                <a:cubicBezTo>
                  <a:pt x="501703" y="116018"/>
                  <a:pt x="502352" y="111710"/>
                  <a:pt x="502352" y="104983"/>
                </a:cubicBezTo>
                <a:lnTo>
                  <a:pt x="502352" y="26733"/>
                </a:lnTo>
                <a:cubicBezTo>
                  <a:pt x="502352" y="21421"/>
                  <a:pt x="501762" y="17586"/>
                  <a:pt x="500582" y="15225"/>
                </a:cubicBezTo>
                <a:cubicBezTo>
                  <a:pt x="499756" y="13514"/>
                  <a:pt x="498236" y="12083"/>
                  <a:pt x="496023" y="10932"/>
                </a:cubicBezTo>
                <a:cubicBezTo>
                  <a:pt x="493810" y="9781"/>
                  <a:pt x="490255" y="9206"/>
                  <a:pt x="485357" y="9206"/>
                </a:cubicBezTo>
                <a:lnTo>
                  <a:pt x="485357" y="5842"/>
                </a:lnTo>
                <a:lnTo>
                  <a:pt x="519348" y="5842"/>
                </a:lnTo>
                <a:lnTo>
                  <a:pt x="562899" y="99741"/>
                </a:lnTo>
                <a:lnTo>
                  <a:pt x="605742" y="5842"/>
                </a:lnTo>
                <a:lnTo>
                  <a:pt x="639733" y="5842"/>
                </a:lnTo>
                <a:lnTo>
                  <a:pt x="639733" y="9206"/>
                </a:lnTo>
                <a:lnTo>
                  <a:pt x="635573" y="9206"/>
                </a:lnTo>
                <a:cubicBezTo>
                  <a:pt x="630438" y="9206"/>
                  <a:pt x="626809" y="10740"/>
                  <a:pt x="624685" y="13809"/>
                </a:cubicBezTo>
                <a:cubicBezTo>
                  <a:pt x="623386" y="15697"/>
                  <a:pt x="622737" y="20005"/>
                  <a:pt x="622737" y="26733"/>
                </a:cubicBezTo>
                <a:lnTo>
                  <a:pt x="622737" y="104983"/>
                </a:lnTo>
                <a:cubicBezTo>
                  <a:pt x="622737" y="112360"/>
                  <a:pt x="623564" y="116962"/>
                  <a:pt x="625216" y="118792"/>
                </a:cubicBezTo>
                <a:cubicBezTo>
                  <a:pt x="627399" y="121270"/>
                  <a:pt x="630852" y="122510"/>
                  <a:pt x="635573" y="122510"/>
                </a:cubicBezTo>
                <a:lnTo>
                  <a:pt x="639733" y="122510"/>
                </a:lnTo>
                <a:lnTo>
                  <a:pt x="639733" y="125873"/>
                </a:lnTo>
                <a:lnTo>
                  <a:pt x="588746" y="125873"/>
                </a:lnTo>
                <a:lnTo>
                  <a:pt x="588746" y="122510"/>
                </a:lnTo>
                <a:lnTo>
                  <a:pt x="592995" y="122510"/>
                </a:lnTo>
                <a:cubicBezTo>
                  <a:pt x="598129" y="122510"/>
                  <a:pt x="601729" y="120975"/>
                  <a:pt x="603794" y="117907"/>
                </a:cubicBezTo>
                <a:cubicBezTo>
                  <a:pt x="605093" y="116018"/>
                  <a:pt x="605742" y="111710"/>
                  <a:pt x="605742" y="104983"/>
                </a:cubicBezTo>
                <a:lnTo>
                  <a:pt x="605742" y="24874"/>
                </a:lnTo>
                <a:lnTo>
                  <a:pt x="559447" y="125873"/>
                </a:lnTo>
                <a:lnTo>
                  <a:pt x="556525" y="125873"/>
                </a:lnTo>
                <a:close/>
                <a:moveTo>
                  <a:pt x="746901" y="42489"/>
                </a:moveTo>
                <a:lnTo>
                  <a:pt x="746901" y="70107"/>
                </a:lnTo>
                <a:lnTo>
                  <a:pt x="743980" y="70107"/>
                </a:lnTo>
                <a:cubicBezTo>
                  <a:pt x="741737" y="61467"/>
                  <a:pt x="738860" y="55590"/>
                  <a:pt x="735349" y="52475"/>
                </a:cubicBezTo>
                <a:cubicBezTo>
                  <a:pt x="731838" y="49358"/>
                  <a:pt x="727368" y="47800"/>
                  <a:pt x="721938" y="47800"/>
                </a:cubicBezTo>
                <a:cubicBezTo>
                  <a:pt x="717808" y="47800"/>
                  <a:pt x="714473" y="48888"/>
                  <a:pt x="711936" y="51064"/>
                </a:cubicBezTo>
                <a:cubicBezTo>
                  <a:pt x="709398" y="53240"/>
                  <a:pt x="708130" y="55651"/>
                  <a:pt x="708130" y="58298"/>
                </a:cubicBezTo>
                <a:cubicBezTo>
                  <a:pt x="708130" y="61590"/>
                  <a:pt x="709074" y="64412"/>
                  <a:pt x="710962" y="66765"/>
                </a:cubicBezTo>
                <a:cubicBezTo>
                  <a:pt x="712792" y="69175"/>
                  <a:pt x="716509" y="71733"/>
                  <a:pt x="722115" y="74439"/>
                </a:cubicBezTo>
                <a:lnTo>
                  <a:pt x="735039" y="80701"/>
                </a:lnTo>
                <a:cubicBezTo>
                  <a:pt x="747019" y="86536"/>
                  <a:pt x="753008" y="94227"/>
                  <a:pt x="753008" y="103774"/>
                </a:cubicBezTo>
                <a:cubicBezTo>
                  <a:pt x="753008" y="111141"/>
                  <a:pt x="750220" y="117080"/>
                  <a:pt x="744643" y="121588"/>
                </a:cubicBezTo>
                <a:cubicBezTo>
                  <a:pt x="739067" y="126097"/>
                  <a:pt x="732826" y="128352"/>
                  <a:pt x="725922" y="128352"/>
                </a:cubicBezTo>
                <a:cubicBezTo>
                  <a:pt x="720965" y="128352"/>
                  <a:pt x="715300" y="127511"/>
                  <a:pt x="708926" y="125829"/>
                </a:cubicBezTo>
                <a:cubicBezTo>
                  <a:pt x="706979" y="125268"/>
                  <a:pt x="705385" y="124988"/>
                  <a:pt x="704146" y="124988"/>
                </a:cubicBezTo>
                <a:cubicBezTo>
                  <a:pt x="702789" y="124988"/>
                  <a:pt x="701727" y="125696"/>
                  <a:pt x="700960" y="127113"/>
                </a:cubicBezTo>
                <a:lnTo>
                  <a:pt x="698038" y="127113"/>
                </a:lnTo>
                <a:lnTo>
                  <a:pt x="698038" y="98079"/>
                </a:lnTo>
                <a:lnTo>
                  <a:pt x="700960" y="98079"/>
                </a:lnTo>
                <a:cubicBezTo>
                  <a:pt x="702612" y="106340"/>
                  <a:pt x="705769" y="112566"/>
                  <a:pt x="710431" y="116756"/>
                </a:cubicBezTo>
                <a:cubicBezTo>
                  <a:pt x="715093" y="120946"/>
                  <a:pt x="720316" y="123041"/>
                  <a:pt x="726099" y="123041"/>
                </a:cubicBezTo>
                <a:cubicBezTo>
                  <a:pt x="730171" y="123041"/>
                  <a:pt x="733490" y="121852"/>
                  <a:pt x="736057" y="119475"/>
                </a:cubicBezTo>
                <a:cubicBezTo>
                  <a:pt x="738624" y="117096"/>
                  <a:pt x="739908" y="114233"/>
                  <a:pt x="739908" y="110886"/>
                </a:cubicBezTo>
                <a:cubicBezTo>
                  <a:pt x="739908" y="106834"/>
                  <a:pt x="738477" y="103429"/>
                  <a:pt x="735615" y="100670"/>
                </a:cubicBezTo>
                <a:cubicBezTo>
                  <a:pt x="732752" y="97910"/>
                  <a:pt x="727043" y="94423"/>
                  <a:pt x="718486" y="90211"/>
                </a:cubicBezTo>
                <a:cubicBezTo>
                  <a:pt x="709929" y="85998"/>
                  <a:pt x="704323" y="82177"/>
                  <a:pt x="701668" y="78748"/>
                </a:cubicBezTo>
                <a:cubicBezTo>
                  <a:pt x="699012" y="75379"/>
                  <a:pt x="697684" y="71124"/>
                  <a:pt x="697684" y="65982"/>
                </a:cubicBezTo>
                <a:cubicBezTo>
                  <a:pt x="697684" y="59303"/>
                  <a:pt x="699971" y="53718"/>
                  <a:pt x="704545" y="49227"/>
                </a:cubicBezTo>
                <a:cubicBezTo>
                  <a:pt x="709118" y="44735"/>
                  <a:pt x="715034" y="42489"/>
                  <a:pt x="722293" y="42489"/>
                </a:cubicBezTo>
                <a:cubicBezTo>
                  <a:pt x="725479" y="42489"/>
                  <a:pt x="729344" y="43168"/>
                  <a:pt x="733888" y="44525"/>
                </a:cubicBezTo>
                <a:cubicBezTo>
                  <a:pt x="736898" y="45410"/>
                  <a:pt x="738904" y="45853"/>
                  <a:pt x="739908" y="45853"/>
                </a:cubicBezTo>
                <a:cubicBezTo>
                  <a:pt x="740852" y="45853"/>
                  <a:pt x="741590" y="45646"/>
                  <a:pt x="742121" y="45233"/>
                </a:cubicBezTo>
                <a:cubicBezTo>
                  <a:pt x="742652" y="44820"/>
                  <a:pt x="743271" y="43905"/>
                  <a:pt x="743980" y="42489"/>
                </a:cubicBezTo>
                <a:lnTo>
                  <a:pt x="746901" y="42489"/>
                </a:lnTo>
                <a:close/>
                <a:moveTo>
                  <a:pt x="788564" y="18058"/>
                </a:moveTo>
                <a:lnTo>
                  <a:pt x="788564" y="44790"/>
                </a:lnTo>
                <a:lnTo>
                  <a:pt x="807507" y="44790"/>
                </a:lnTo>
                <a:lnTo>
                  <a:pt x="807507" y="50810"/>
                </a:lnTo>
                <a:lnTo>
                  <a:pt x="788564" y="50987"/>
                </a:lnTo>
                <a:lnTo>
                  <a:pt x="788564" y="103639"/>
                </a:lnTo>
                <a:cubicBezTo>
                  <a:pt x="788564" y="108896"/>
                  <a:pt x="789316" y="112442"/>
                  <a:pt x="790821" y="114275"/>
                </a:cubicBezTo>
                <a:cubicBezTo>
                  <a:pt x="792326" y="116106"/>
                  <a:pt x="794259" y="117021"/>
                  <a:pt x="796619" y="117021"/>
                </a:cubicBezTo>
                <a:cubicBezTo>
                  <a:pt x="798566" y="117021"/>
                  <a:pt x="800455" y="116409"/>
                  <a:pt x="802284" y="115185"/>
                </a:cubicBezTo>
                <a:cubicBezTo>
                  <a:pt x="804114" y="113960"/>
                  <a:pt x="805530" y="112153"/>
                  <a:pt x="806533" y="109763"/>
                </a:cubicBezTo>
                <a:lnTo>
                  <a:pt x="809985" y="109763"/>
                </a:lnTo>
                <a:cubicBezTo>
                  <a:pt x="807920" y="115576"/>
                  <a:pt x="804999" y="119950"/>
                  <a:pt x="801222" y="122886"/>
                </a:cubicBezTo>
                <a:cubicBezTo>
                  <a:pt x="797445" y="125822"/>
                  <a:pt x="793550" y="127290"/>
                  <a:pt x="789538" y="127290"/>
                </a:cubicBezTo>
                <a:cubicBezTo>
                  <a:pt x="786823" y="127290"/>
                  <a:pt x="784167" y="126534"/>
                  <a:pt x="781571" y="125024"/>
                </a:cubicBezTo>
                <a:cubicBezTo>
                  <a:pt x="778974" y="123514"/>
                  <a:pt x="777056" y="121352"/>
                  <a:pt x="775817" y="118540"/>
                </a:cubicBezTo>
                <a:cubicBezTo>
                  <a:pt x="774578" y="115728"/>
                  <a:pt x="773958" y="111390"/>
                  <a:pt x="773958" y="105528"/>
                </a:cubicBezTo>
                <a:lnTo>
                  <a:pt x="773958" y="50810"/>
                </a:lnTo>
                <a:lnTo>
                  <a:pt x="761123" y="50810"/>
                </a:lnTo>
                <a:lnTo>
                  <a:pt x="761123" y="47971"/>
                </a:lnTo>
                <a:cubicBezTo>
                  <a:pt x="764369" y="46681"/>
                  <a:pt x="767688" y="44495"/>
                  <a:pt x="771081" y="41416"/>
                </a:cubicBezTo>
                <a:cubicBezTo>
                  <a:pt x="774475" y="38336"/>
                  <a:pt x="777499" y="34665"/>
                  <a:pt x="780155" y="30403"/>
                </a:cubicBezTo>
                <a:cubicBezTo>
                  <a:pt x="781512" y="28153"/>
                  <a:pt x="783400" y="24038"/>
                  <a:pt x="785820" y="18058"/>
                </a:cubicBezTo>
                <a:lnTo>
                  <a:pt x="788564" y="18058"/>
                </a:lnTo>
                <a:close/>
                <a:moveTo>
                  <a:pt x="838956" y="42489"/>
                </a:moveTo>
                <a:lnTo>
                  <a:pt x="838956" y="60724"/>
                </a:lnTo>
                <a:cubicBezTo>
                  <a:pt x="845742" y="48567"/>
                  <a:pt x="852706" y="42489"/>
                  <a:pt x="859846" y="42489"/>
                </a:cubicBezTo>
                <a:cubicBezTo>
                  <a:pt x="863092" y="42489"/>
                  <a:pt x="865777" y="43477"/>
                  <a:pt x="867902" y="45454"/>
                </a:cubicBezTo>
                <a:cubicBezTo>
                  <a:pt x="870026" y="47431"/>
                  <a:pt x="871088" y="49718"/>
                  <a:pt x="871088" y="52314"/>
                </a:cubicBezTo>
                <a:cubicBezTo>
                  <a:pt x="871088" y="54616"/>
                  <a:pt x="870321" y="56563"/>
                  <a:pt x="868787" y="58157"/>
                </a:cubicBezTo>
                <a:cubicBezTo>
                  <a:pt x="867252" y="59750"/>
                  <a:pt x="865423" y="60547"/>
                  <a:pt x="863299" y="60547"/>
                </a:cubicBezTo>
                <a:cubicBezTo>
                  <a:pt x="861233" y="60547"/>
                  <a:pt x="858917" y="59543"/>
                  <a:pt x="856350" y="57537"/>
                </a:cubicBezTo>
                <a:cubicBezTo>
                  <a:pt x="853783" y="55531"/>
                  <a:pt x="851880" y="54527"/>
                  <a:pt x="850640" y="54527"/>
                </a:cubicBezTo>
                <a:cubicBezTo>
                  <a:pt x="849578" y="54527"/>
                  <a:pt x="848428" y="55113"/>
                  <a:pt x="847188" y="56284"/>
                </a:cubicBezTo>
                <a:cubicBezTo>
                  <a:pt x="844533" y="58687"/>
                  <a:pt x="841789" y="62642"/>
                  <a:pt x="838956" y="68148"/>
                </a:cubicBezTo>
                <a:lnTo>
                  <a:pt x="838956" y="106930"/>
                </a:lnTo>
                <a:cubicBezTo>
                  <a:pt x="838956" y="111419"/>
                  <a:pt x="839517" y="114814"/>
                  <a:pt x="840638" y="117116"/>
                </a:cubicBezTo>
                <a:cubicBezTo>
                  <a:pt x="841405" y="118711"/>
                  <a:pt x="842762" y="120038"/>
                  <a:pt x="844710" y="121099"/>
                </a:cubicBezTo>
                <a:cubicBezTo>
                  <a:pt x="846657" y="122157"/>
                  <a:pt x="849460" y="122687"/>
                  <a:pt x="853119" y="122687"/>
                </a:cubicBezTo>
                <a:lnTo>
                  <a:pt x="853119" y="125873"/>
                </a:lnTo>
                <a:lnTo>
                  <a:pt x="811604" y="125873"/>
                </a:lnTo>
                <a:lnTo>
                  <a:pt x="811604" y="122687"/>
                </a:lnTo>
                <a:cubicBezTo>
                  <a:pt x="815735" y="122687"/>
                  <a:pt x="818803" y="122030"/>
                  <a:pt x="820810" y="120717"/>
                </a:cubicBezTo>
                <a:cubicBezTo>
                  <a:pt x="822285" y="119762"/>
                  <a:pt x="823318" y="118240"/>
                  <a:pt x="823908" y="116150"/>
                </a:cubicBezTo>
                <a:cubicBezTo>
                  <a:pt x="824203" y="115134"/>
                  <a:pt x="824350" y="112238"/>
                  <a:pt x="824350" y="107461"/>
                </a:cubicBezTo>
                <a:lnTo>
                  <a:pt x="824350" y="76303"/>
                </a:lnTo>
                <a:cubicBezTo>
                  <a:pt x="824350" y="66861"/>
                  <a:pt x="824159" y="61240"/>
                  <a:pt x="823775" y="59440"/>
                </a:cubicBezTo>
                <a:cubicBezTo>
                  <a:pt x="823392" y="57640"/>
                  <a:pt x="822683" y="56327"/>
                  <a:pt x="821651" y="55501"/>
                </a:cubicBezTo>
                <a:cubicBezTo>
                  <a:pt x="820618" y="54675"/>
                  <a:pt x="819334" y="54262"/>
                  <a:pt x="817800" y="54262"/>
                </a:cubicBezTo>
                <a:cubicBezTo>
                  <a:pt x="815971" y="54262"/>
                  <a:pt x="813905" y="54704"/>
                  <a:pt x="811604" y="55590"/>
                </a:cubicBezTo>
                <a:lnTo>
                  <a:pt x="810719" y="52403"/>
                </a:lnTo>
                <a:lnTo>
                  <a:pt x="835238" y="42489"/>
                </a:lnTo>
                <a:lnTo>
                  <a:pt x="838956" y="42489"/>
                </a:lnTo>
                <a:close/>
                <a:moveTo>
                  <a:pt x="921543" y="114283"/>
                </a:moveTo>
                <a:cubicBezTo>
                  <a:pt x="913222" y="120713"/>
                  <a:pt x="908000" y="124429"/>
                  <a:pt x="905875" y="125431"/>
                </a:cubicBezTo>
                <a:cubicBezTo>
                  <a:pt x="902689" y="126906"/>
                  <a:pt x="899295" y="127644"/>
                  <a:pt x="895696" y="127644"/>
                </a:cubicBezTo>
                <a:cubicBezTo>
                  <a:pt x="890090" y="127644"/>
                  <a:pt x="885472" y="125726"/>
                  <a:pt x="881843" y="121890"/>
                </a:cubicBezTo>
                <a:cubicBezTo>
                  <a:pt x="878213" y="118054"/>
                  <a:pt x="876399" y="113009"/>
                  <a:pt x="876399" y="106753"/>
                </a:cubicBezTo>
                <a:cubicBezTo>
                  <a:pt x="876399" y="102799"/>
                  <a:pt x="877284" y="99377"/>
                  <a:pt x="879054" y="96485"/>
                </a:cubicBezTo>
                <a:cubicBezTo>
                  <a:pt x="881474" y="92472"/>
                  <a:pt x="885678" y="88696"/>
                  <a:pt x="891668" y="85155"/>
                </a:cubicBezTo>
                <a:cubicBezTo>
                  <a:pt x="897658" y="81614"/>
                  <a:pt x="907616" y="77306"/>
                  <a:pt x="921543" y="72231"/>
                </a:cubicBezTo>
                <a:lnTo>
                  <a:pt x="921543" y="69056"/>
                </a:lnTo>
                <a:cubicBezTo>
                  <a:pt x="921543" y="61000"/>
                  <a:pt x="920260" y="55473"/>
                  <a:pt x="917693" y="52475"/>
                </a:cubicBezTo>
                <a:cubicBezTo>
                  <a:pt x="915126" y="49476"/>
                  <a:pt x="911393" y="47977"/>
                  <a:pt x="906495" y="47977"/>
                </a:cubicBezTo>
                <a:cubicBezTo>
                  <a:pt x="902777" y="47977"/>
                  <a:pt x="899827" y="48980"/>
                  <a:pt x="897643" y="50987"/>
                </a:cubicBezTo>
                <a:cubicBezTo>
                  <a:pt x="895401" y="52993"/>
                  <a:pt x="894279" y="55295"/>
                  <a:pt x="894279" y="57891"/>
                </a:cubicBezTo>
                <a:lnTo>
                  <a:pt x="894456" y="63025"/>
                </a:lnTo>
                <a:cubicBezTo>
                  <a:pt x="894456" y="65740"/>
                  <a:pt x="893763" y="67835"/>
                  <a:pt x="892376" y="69310"/>
                </a:cubicBezTo>
                <a:cubicBezTo>
                  <a:pt x="890990" y="70785"/>
                  <a:pt x="889175" y="71523"/>
                  <a:pt x="886932" y="71523"/>
                </a:cubicBezTo>
                <a:cubicBezTo>
                  <a:pt x="884749" y="71523"/>
                  <a:pt x="882964" y="70754"/>
                  <a:pt x="881577" y="69216"/>
                </a:cubicBezTo>
                <a:cubicBezTo>
                  <a:pt x="880190" y="67676"/>
                  <a:pt x="879497" y="65575"/>
                  <a:pt x="879497" y="62912"/>
                </a:cubicBezTo>
                <a:cubicBezTo>
                  <a:pt x="879497" y="57820"/>
                  <a:pt x="882093" y="53143"/>
                  <a:pt x="887286" y="48882"/>
                </a:cubicBezTo>
                <a:cubicBezTo>
                  <a:pt x="892480" y="44620"/>
                  <a:pt x="899768" y="42489"/>
                  <a:pt x="909151" y="42489"/>
                </a:cubicBezTo>
                <a:cubicBezTo>
                  <a:pt x="916350" y="42489"/>
                  <a:pt x="922251" y="43697"/>
                  <a:pt x="926854" y="46113"/>
                </a:cubicBezTo>
                <a:cubicBezTo>
                  <a:pt x="930336" y="47940"/>
                  <a:pt x="932903" y="50799"/>
                  <a:pt x="934555" y="54691"/>
                </a:cubicBezTo>
                <a:cubicBezTo>
                  <a:pt x="935618" y="57224"/>
                  <a:pt x="936149" y="62411"/>
                  <a:pt x="936149" y="70251"/>
                </a:cubicBezTo>
                <a:lnTo>
                  <a:pt x="936149" y="97747"/>
                </a:lnTo>
                <a:cubicBezTo>
                  <a:pt x="936149" y="105468"/>
                  <a:pt x="936296" y="110198"/>
                  <a:pt x="936591" y="111937"/>
                </a:cubicBezTo>
                <a:cubicBezTo>
                  <a:pt x="936886" y="113676"/>
                  <a:pt x="937373" y="114841"/>
                  <a:pt x="938052" y="115431"/>
                </a:cubicBezTo>
                <a:cubicBezTo>
                  <a:pt x="938730" y="116019"/>
                  <a:pt x="939512" y="116313"/>
                  <a:pt x="940398" y="116313"/>
                </a:cubicBezTo>
                <a:cubicBezTo>
                  <a:pt x="941342" y="116313"/>
                  <a:pt x="942168" y="116107"/>
                  <a:pt x="942876" y="115694"/>
                </a:cubicBezTo>
                <a:cubicBezTo>
                  <a:pt x="944115" y="114927"/>
                  <a:pt x="946505" y="112773"/>
                  <a:pt x="950046" y="109232"/>
                </a:cubicBezTo>
                <a:lnTo>
                  <a:pt x="950046" y="114189"/>
                </a:lnTo>
                <a:cubicBezTo>
                  <a:pt x="943437" y="123041"/>
                  <a:pt x="937122" y="127467"/>
                  <a:pt x="931103" y="127467"/>
                </a:cubicBezTo>
                <a:cubicBezTo>
                  <a:pt x="928212" y="127467"/>
                  <a:pt x="925910" y="126471"/>
                  <a:pt x="924199" y="124479"/>
                </a:cubicBezTo>
                <a:cubicBezTo>
                  <a:pt x="922487" y="122486"/>
                  <a:pt x="921602" y="119087"/>
                  <a:pt x="921543" y="114283"/>
                </a:cubicBezTo>
                <a:moveTo>
                  <a:pt x="921543" y="108543"/>
                </a:moveTo>
                <a:lnTo>
                  <a:pt x="921543" y="77719"/>
                </a:lnTo>
                <a:cubicBezTo>
                  <a:pt x="912632" y="81253"/>
                  <a:pt x="906879" y="83755"/>
                  <a:pt x="904282" y="85227"/>
                </a:cubicBezTo>
                <a:cubicBezTo>
                  <a:pt x="899620" y="87818"/>
                  <a:pt x="896286" y="90527"/>
                  <a:pt x="894279" y="93354"/>
                </a:cubicBezTo>
                <a:cubicBezTo>
                  <a:pt x="892273" y="96179"/>
                  <a:pt x="891270" y="99270"/>
                  <a:pt x="891270" y="102626"/>
                </a:cubicBezTo>
                <a:cubicBezTo>
                  <a:pt x="891270" y="106866"/>
                  <a:pt x="892539" y="110384"/>
                  <a:pt x="895076" y="113182"/>
                </a:cubicBezTo>
                <a:cubicBezTo>
                  <a:pt x="897614" y="115978"/>
                  <a:pt x="900535" y="117376"/>
                  <a:pt x="903839" y="117376"/>
                </a:cubicBezTo>
                <a:cubicBezTo>
                  <a:pt x="908324" y="117376"/>
                  <a:pt x="914226" y="114431"/>
                  <a:pt x="921543" y="1085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90" name="Text tegies">
            <a:extLst xmlns:a="http://schemas.openxmlformats.org/drawingml/2006/main">
              <a:ext uri="{FF2B5EF4-FFF2-40B4-BE49-F238E27FC236}">
                <a16:creationId xmlns:a16="http://schemas.microsoft.com/office/drawing/2014/main" id="{9CC42202-9CA5-4639-8A5A-9122245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198" y="3595143"/>
            <a:ext cx="414099" cy="164999"/>
          </a:xfrm>
          <a:custGeom xmlns:a="http://schemas.openxmlformats.org/drawingml/2006/main">
            <a:pathLst>
              <a:path w="414099" h="164999">
                <a:moveTo>
                  <a:pt x="27441" y="18058"/>
                </a:moveTo>
                <a:lnTo>
                  <a:pt x="27441" y="44790"/>
                </a:lnTo>
                <a:lnTo>
                  <a:pt x="46384" y="44790"/>
                </a:lnTo>
                <a:lnTo>
                  <a:pt x="46384" y="50810"/>
                </a:lnTo>
                <a:lnTo>
                  <a:pt x="27441" y="50987"/>
                </a:lnTo>
                <a:lnTo>
                  <a:pt x="27441" y="103639"/>
                </a:lnTo>
                <a:cubicBezTo>
                  <a:pt x="27441" y="108896"/>
                  <a:pt x="28193" y="112442"/>
                  <a:pt x="29698" y="114275"/>
                </a:cubicBezTo>
                <a:cubicBezTo>
                  <a:pt x="31203" y="116106"/>
                  <a:pt x="33135" y="117021"/>
                  <a:pt x="35496" y="117021"/>
                </a:cubicBezTo>
                <a:cubicBezTo>
                  <a:pt x="37443" y="117021"/>
                  <a:pt x="39332" y="116409"/>
                  <a:pt x="41161" y="115185"/>
                </a:cubicBezTo>
                <a:cubicBezTo>
                  <a:pt x="42990" y="113960"/>
                  <a:pt x="44407" y="112153"/>
                  <a:pt x="45410" y="109763"/>
                </a:cubicBezTo>
                <a:lnTo>
                  <a:pt x="48862" y="109763"/>
                </a:lnTo>
                <a:cubicBezTo>
                  <a:pt x="46797" y="115576"/>
                  <a:pt x="43876" y="119950"/>
                  <a:pt x="40099" y="122886"/>
                </a:cubicBezTo>
                <a:cubicBezTo>
                  <a:pt x="36322" y="125822"/>
                  <a:pt x="32427" y="127290"/>
                  <a:pt x="28414" y="127290"/>
                </a:cubicBezTo>
                <a:cubicBezTo>
                  <a:pt x="25700" y="127290"/>
                  <a:pt x="23044" y="126534"/>
                  <a:pt x="20448" y="125024"/>
                </a:cubicBezTo>
                <a:cubicBezTo>
                  <a:pt x="17851" y="123514"/>
                  <a:pt x="15933" y="121352"/>
                  <a:pt x="14694" y="118540"/>
                </a:cubicBezTo>
                <a:cubicBezTo>
                  <a:pt x="13455" y="115728"/>
                  <a:pt x="12835" y="111390"/>
                  <a:pt x="12835" y="105528"/>
                </a:cubicBezTo>
                <a:lnTo>
                  <a:pt x="12835" y="50810"/>
                </a:lnTo>
                <a:lnTo>
                  <a:pt x="0" y="50810"/>
                </a:lnTo>
                <a:lnTo>
                  <a:pt x="0" y="47971"/>
                </a:lnTo>
                <a:cubicBezTo>
                  <a:pt x="3246" y="46681"/>
                  <a:pt x="6565" y="44495"/>
                  <a:pt x="9958" y="41416"/>
                </a:cubicBezTo>
                <a:cubicBezTo>
                  <a:pt x="13352" y="38336"/>
                  <a:pt x="16376" y="34665"/>
                  <a:pt x="19031" y="30403"/>
                </a:cubicBezTo>
                <a:cubicBezTo>
                  <a:pt x="20389" y="28153"/>
                  <a:pt x="22277" y="24038"/>
                  <a:pt x="24697" y="18058"/>
                </a:cubicBezTo>
                <a:lnTo>
                  <a:pt x="27441" y="18058"/>
                </a:lnTo>
                <a:close/>
                <a:moveTo>
                  <a:pt x="67742" y="75418"/>
                </a:moveTo>
                <a:cubicBezTo>
                  <a:pt x="67683" y="87401"/>
                  <a:pt x="70604" y="96800"/>
                  <a:pt x="76506" y="103614"/>
                </a:cubicBezTo>
                <a:cubicBezTo>
                  <a:pt x="82407" y="110428"/>
                  <a:pt x="89341" y="113835"/>
                  <a:pt x="97308" y="113835"/>
                </a:cubicBezTo>
                <a:cubicBezTo>
                  <a:pt x="102619" y="113835"/>
                  <a:pt x="107236" y="112368"/>
                  <a:pt x="111161" y="109434"/>
                </a:cubicBezTo>
                <a:cubicBezTo>
                  <a:pt x="115085" y="106500"/>
                  <a:pt x="118375" y="101475"/>
                  <a:pt x="121031" y="94361"/>
                </a:cubicBezTo>
                <a:lnTo>
                  <a:pt x="123775" y="96139"/>
                </a:lnTo>
                <a:cubicBezTo>
                  <a:pt x="122535" y="104267"/>
                  <a:pt x="118936" y="111667"/>
                  <a:pt x="112975" y="118341"/>
                </a:cubicBezTo>
                <a:cubicBezTo>
                  <a:pt x="107015" y="125015"/>
                  <a:pt x="99550" y="128352"/>
                  <a:pt x="90580" y="128352"/>
                </a:cubicBezTo>
                <a:cubicBezTo>
                  <a:pt x="80843" y="128352"/>
                  <a:pt x="72508" y="124569"/>
                  <a:pt x="65574" y="117002"/>
                </a:cubicBezTo>
                <a:cubicBezTo>
                  <a:pt x="58640" y="109434"/>
                  <a:pt x="55173" y="99260"/>
                  <a:pt x="55173" y="86480"/>
                </a:cubicBezTo>
                <a:cubicBezTo>
                  <a:pt x="55173" y="72641"/>
                  <a:pt x="58728" y="61850"/>
                  <a:pt x="65839" y="54107"/>
                </a:cubicBezTo>
                <a:cubicBezTo>
                  <a:pt x="72950" y="46362"/>
                  <a:pt x="81876" y="42489"/>
                  <a:pt x="92616" y="42489"/>
                </a:cubicBezTo>
                <a:cubicBezTo>
                  <a:pt x="101704" y="42489"/>
                  <a:pt x="109169" y="45476"/>
                  <a:pt x="115011" y="51451"/>
                </a:cubicBezTo>
                <a:cubicBezTo>
                  <a:pt x="120853" y="57425"/>
                  <a:pt x="123775" y="65413"/>
                  <a:pt x="123775" y="75418"/>
                </a:cubicBezTo>
                <a:lnTo>
                  <a:pt x="67742" y="75418"/>
                </a:lnTo>
                <a:moveTo>
                  <a:pt x="67742" y="70284"/>
                </a:moveTo>
                <a:lnTo>
                  <a:pt x="105274" y="70284"/>
                </a:lnTo>
                <a:cubicBezTo>
                  <a:pt x="104979" y="65133"/>
                  <a:pt x="104360" y="61505"/>
                  <a:pt x="103415" y="59399"/>
                </a:cubicBezTo>
                <a:cubicBezTo>
                  <a:pt x="101940" y="56120"/>
                  <a:pt x="99742" y="53544"/>
                  <a:pt x="96821" y="51673"/>
                </a:cubicBezTo>
                <a:cubicBezTo>
                  <a:pt x="93900" y="49799"/>
                  <a:pt x="90846" y="48862"/>
                  <a:pt x="87659" y="48862"/>
                </a:cubicBezTo>
                <a:cubicBezTo>
                  <a:pt x="82761" y="48862"/>
                  <a:pt x="78379" y="50750"/>
                  <a:pt x="74514" y="54525"/>
                </a:cubicBezTo>
                <a:cubicBezTo>
                  <a:pt x="70649" y="58300"/>
                  <a:pt x="68392" y="63553"/>
                  <a:pt x="67742" y="70284"/>
                </a:cubicBezTo>
                <a:close/>
                <a:moveTo>
                  <a:pt x="156107" y="96328"/>
                </a:moveTo>
                <a:cubicBezTo>
                  <a:pt x="151150" y="93912"/>
                  <a:pt x="147343" y="90538"/>
                  <a:pt x="144688" y="86206"/>
                </a:cubicBezTo>
                <a:cubicBezTo>
                  <a:pt x="142032" y="81874"/>
                  <a:pt x="140705" y="77085"/>
                  <a:pt x="140705" y="71838"/>
                </a:cubicBezTo>
                <a:cubicBezTo>
                  <a:pt x="140705" y="63824"/>
                  <a:pt x="143729" y="56928"/>
                  <a:pt x="149778" y="51153"/>
                </a:cubicBezTo>
                <a:cubicBezTo>
                  <a:pt x="155826" y="45377"/>
                  <a:pt x="163572" y="42489"/>
                  <a:pt x="173014" y="42489"/>
                </a:cubicBezTo>
                <a:cubicBezTo>
                  <a:pt x="180744" y="42489"/>
                  <a:pt x="187442" y="44377"/>
                  <a:pt x="193107" y="48154"/>
                </a:cubicBezTo>
                <a:lnTo>
                  <a:pt x="210280" y="48154"/>
                </a:lnTo>
                <a:cubicBezTo>
                  <a:pt x="212818" y="48154"/>
                  <a:pt x="214293" y="48228"/>
                  <a:pt x="214706" y="48375"/>
                </a:cubicBezTo>
                <a:cubicBezTo>
                  <a:pt x="215119" y="48523"/>
                  <a:pt x="215414" y="48774"/>
                  <a:pt x="215591" y="49128"/>
                </a:cubicBezTo>
                <a:cubicBezTo>
                  <a:pt x="215945" y="49659"/>
                  <a:pt x="216122" y="50603"/>
                  <a:pt x="216122" y="51960"/>
                </a:cubicBezTo>
                <a:cubicBezTo>
                  <a:pt x="216122" y="53495"/>
                  <a:pt x="215975" y="54557"/>
                  <a:pt x="215680" y="55147"/>
                </a:cubicBezTo>
                <a:cubicBezTo>
                  <a:pt x="215503" y="55442"/>
                  <a:pt x="215193" y="55678"/>
                  <a:pt x="214750" y="55855"/>
                </a:cubicBezTo>
                <a:cubicBezTo>
                  <a:pt x="214308" y="56032"/>
                  <a:pt x="212818" y="56121"/>
                  <a:pt x="210280" y="56121"/>
                </a:cubicBezTo>
                <a:lnTo>
                  <a:pt x="199746" y="56121"/>
                </a:lnTo>
                <a:cubicBezTo>
                  <a:pt x="203051" y="60370"/>
                  <a:pt x="204703" y="65799"/>
                  <a:pt x="204703" y="72408"/>
                </a:cubicBezTo>
                <a:cubicBezTo>
                  <a:pt x="204703" y="79962"/>
                  <a:pt x="201812" y="86424"/>
                  <a:pt x="196029" y="91794"/>
                </a:cubicBezTo>
                <a:cubicBezTo>
                  <a:pt x="190245" y="97164"/>
                  <a:pt x="182485" y="99849"/>
                  <a:pt x="172748" y="99849"/>
                </a:cubicBezTo>
                <a:cubicBezTo>
                  <a:pt x="168735" y="99849"/>
                  <a:pt x="164634" y="99247"/>
                  <a:pt x="160444" y="98043"/>
                </a:cubicBezTo>
                <a:cubicBezTo>
                  <a:pt x="157848" y="100252"/>
                  <a:pt x="156092" y="102184"/>
                  <a:pt x="155177" y="103841"/>
                </a:cubicBezTo>
                <a:cubicBezTo>
                  <a:pt x="154263" y="105497"/>
                  <a:pt x="153805" y="106905"/>
                  <a:pt x="153805" y="108067"/>
                </a:cubicBezTo>
                <a:cubicBezTo>
                  <a:pt x="153805" y="109056"/>
                  <a:pt x="154292" y="110015"/>
                  <a:pt x="155266" y="110944"/>
                </a:cubicBezTo>
                <a:cubicBezTo>
                  <a:pt x="156239" y="111874"/>
                  <a:pt x="158143" y="112542"/>
                  <a:pt x="160975" y="112950"/>
                </a:cubicBezTo>
                <a:cubicBezTo>
                  <a:pt x="162628" y="113219"/>
                  <a:pt x="166758" y="113455"/>
                  <a:pt x="173368" y="113658"/>
                </a:cubicBezTo>
                <a:cubicBezTo>
                  <a:pt x="185524" y="113995"/>
                  <a:pt x="193403" y="114467"/>
                  <a:pt x="197002" y="115074"/>
                </a:cubicBezTo>
                <a:cubicBezTo>
                  <a:pt x="202490" y="115839"/>
                  <a:pt x="206872" y="117872"/>
                  <a:pt x="210147" y="121171"/>
                </a:cubicBezTo>
                <a:cubicBezTo>
                  <a:pt x="213422" y="124470"/>
                  <a:pt x="215060" y="128534"/>
                  <a:pt x="215060" y="133364"/>
                </a:cubicBezTo>
                <a:cubicBezTo>
                  <a:pt x="215060" y="140022"/>
                  <a:pt x="211932" y="146266"/>
                  <a:pt x="205677" y="152097"/>
                </a:cubicBezTo>
                <a:cubicBezTo>
                  <a:pt x="196471" y="160698"/>
                  <a:pt x="184462" y="164999"/>
                  <a:pt x="169650" y="164999"/>
                </a:cubicBezTo>
                <a:cubicBezTo>
                  <a:pt x="158261" y="164999"/>
                  <a:pt x="148642" y="162431"/>
                  <a:pt x="140793" y="157295"/>
                </a:cubicBezTo>
                <a:cubicBezTo>
                  <a:pt x="136367" y="154344"/>
                  <a:pt x="134154" y="151274"/>
                  <a:pt x="134154" y="148086"/>
                </a:cubicBezTo>
                <a:cubicBezTo>
                  <a:pt x="134154" y="146670"/>
                  <a:pt x="134479" y="145253"/>
                  <a:pt x="135128" y="143837"/>
                </a:cubicBezTo>
                <a:cubicBezTo>
                  <a:pt x="136131" y="141654"/>
                  <a:pt x="138196" y="138614"/>
                  <a:pt x="141324" y="134717"/>
                </a:cubicBezTo>
                <a:cubicBezTo>
                  <a:pt x="141737" y="134186"/>
                  <a:pt x="144747" y="130998"/>
                  <a:pt x="150353" y="125154"/>
                </a:cubicBezTo>
                <a:cubicBezTo>
                  <a:pt x="147284" y="123327"/>
                  <a:pt x="145116" y="121691"/>
                  <a:pt x="143847" y="120247"/>
                </a:cubicBezTo>
                <a:cubicBezTo>
                  <a:pt x="142578" y="118803"/>
                  <a:pt x="141944" y="117167"/>
                  <a:pt x="141944" y="115340"/>
                </a:cubicBezTo>
                <a:cubicBezTo>
                  <a:pt x="141944" y="113276"/>
                  <a:pt x="142785" y="110859"/>
                  <a:pt x="144467" y="108089"/>
                </a:cubicBezTo>
                <a:cubicBezTo>
                  <a:pt x="146148" y="105318"/>
                  <a:pt x="150028" y="101397"/>
                  <a:pt x="156107" y="96328"/>
                </a:cubicBezTo>
                <a:moveTo>
                  <a:pt x="171509" y="46915"/>
                </a:moveTo>
                <a:cubicBezTo>
                  <a:pt x="167142" y="46915"/>
                  <a:pt x="163483" y="48646"/>
                  <a:pt x="160533" y="52110"/>
                </a:cubicBezTo>
                <a:cubicBezTo>
                  <a:pt x="157582" y="55571"/>
                  <a:pt x="156107" y="60882"/>
                  <a:pt x="156107" y="68043"/>
                </a:cubicBezTo>
                <a:cubicBezTo>
                  <a:pt x="156107" y="77317"/>
                  <a:pt x="158113" y="84507"/>
                  <a:pt x="162126" y="89611"/>
                </a:cubicBezTo>
                <a:cubicBezTo>
                  <a:pt x="165195" y="93486"/>
                  <a:pt x="169089" y="95423"/>
                  <a:pt x="173810" y="95423"/>
                </a:cubicBezTo>
                <a:cubicBezTo>
                  <a:pt x="178295" y="95423"/>
                  <a:pt x="181984" y="93750"/>
                  <a:pt x="184875" y="90405"/>
                </a:cubicBezTo>
                <a:cubicBezTo>
                  <a:pt x="187767" y="87060"/>
                  <a:pt x="189213" y="81807"/>
                  <a:pt x="189213" y="74646"/>
                </a:cubicBezTo>
                <a:cubicBezTo>
                  <a:pt x="189213" y="65315"/>
                  <a:pt x="187177" y="58007"/>
                  <a:pt x="183105" y="52724"/>
                </a:cubicBezTo>
                <a:cubicBezTo>
                  <a:pt x="180095" y="48851"/>
                  <a:pt x="176230" y="46915"/>
                  <a:pt x="171509" y="46915"/>
                </a:cubicBezTo>
                <a:moveTo>
                  <a:pt x="155222" y="125873"/>
                </a:moveTo>
                <a:cubicBezTo>
                  <a:pt x="152448" y="128865"/>
                  <a:pt x="150353" y="131650"/>
                  <a:pt x="148937" y="134230"/>
                </a:cubicBezTo>
                <a:cubicBezTo>
                  <a:pt x="147520" y="136810"/>
                  <a:pt x="146812" y="139185"/>
                  <a:pt x="146812" y="141356"/>
                </a:cubicBezTo>
                <a:cubicBezTo>
                  <a:pt x="146812" y="144170"/>
                  <a:pt x="148524" y="146633"/>
                  <a:pt x="151946" y="148744"/>
                </a:cubicBezTo>
                <a:cubicBezTo>
                  <a:pt x="157848" y="152381"/>
                  <a:pt x="166375" y="154199"/>
                  <a:pt x="177528" y="154199"/>
                </a:cubicBezTo>
                <a:cubicBezTo>
                  <a:pt x="188150" y="154199"/>
                  <a:pt x="195984" y="152344"/>
                  <a:pt x="201030" y="148634"/>
                </a:cubicBezTo>
                <a:cubicBezTo>
                  <a:pt x="206075" y="144925"/>
                  <a:pt x="208598" y="140968"/>
                  <a:pt x="208598" y="136761"/>
                </a:cubicBezTo>
                <a:cubicBezTo>
                  <a:pt x="208598" y="133724"/>
                  <a:pt x="207093" y="131562"/>
                  <a:pt x="204084" y="130277"/>
                </a:cubicBezTo>
                <a:cubicBezTo>
                  <a:pt x="201015" y="128992"/>
                  <a:pt x="194937" y="128232"/>
                  <a:pt x="185849" y="127998"/>
                </a:cubicBezTo>
                <a:cubicBezTo>
                  <a:pt x="172571" y="127629"/>
                  <a:pt x="162362" y="126921"/>
                  <a:pt x="155222" y="125873"/>
                </a:cubicBezTo>
                <a:close/>
                <a:moveTo>
                  <a:pt x="245688" y="0"/>
                </a:moveTo>
                <a:cubicBezTo>
                  <a:pt x="248167" y="0"/>
                  <a:pt x="250277" y="875"/>
                  <a:pt x="252017" y="2625"/>
                </a:cubicBezTo>
                <a:cubicBezTo>
                  <a:pt x="253758" y="4373"/>
                  <a:pt x="254629" y="6493"/>
                  <a:pt x="254629" y="8985"/>
                </a:cubicBezTo>
                <a:cubicBezTo>
                  <a:pt x="254629" y="11476"/>
                  <a:pt x="253758" y="13612"/>
                  <a:pt x="252017" y="15391"/>
                </a:cubicBezTo>
                <a:cubicBezTo>
                  <a:pt x="250277" y="17169"/>
                  <a:pt x="248167" y="18058"/>
                  <a:pt x="245688" y="18058"/>
                </a:cubicBezTo>
                <a:cubicBezTo>
                  <a:pt x="243210" y="18058"/>
                  <a:pt x="241085" y="17169"/>
                  <a:pt x="239315" y="15391"/>
                </a:cubicBezTo>
                <a:cubicBezTo>
                  <a:pt x="237545" y="13612"/>
                  <a:pt x="236660" y="11476"/>
                  <a:pt x="236660" y="8985"/>
                </a:cubicBezTo>
                <a:cubicBezTo>
                  <a:pt x="236660" y="6493"/>
                  <a:pt x="237530" y="4373"/>
                  <a:pt x="239271" y="2625"/>
                </a:cubicBezTo>
                <a:cubicBezTo>
                  <a:pt x="241012" y="875"/>
                  <a:pt x="243151" y="0"/>
                  <a:pt x="245688" y="0"/>
                </a:cubicBezTo>
                <a:moveTo>
                  <a:pt x="253035" y="42489"/>
                </a:moveTo>
                <a:lnTo>
                  <a:pt x="253035" y="107461"/>
                </a:lnTo>
                <a:cubicBezTo>
                  <a:pt x="253035" y="112566"/>
                  <a:pt x="253404" y="115965"/>
                  <a:pt x="254142" y="117658"/>
                </a:cubicBezTo>
                <a:cubicBezTo>
                  <a:pt x="254880" y="119349"/>
                  <a:pt x="255971" y="120610"/>
                  <a:pt x="257417" y="121442"/>
                </a:cubicBezTo>
                <a:cubicBezTo>
                  <a:pt x="258863" y="122272"/>
                  <a:pt x="261504" y="122687"/>
                  <a:pt x="265340" y="122687"/>
                </a:cubicBezTo>
                <a:lnTo>
                  <a:pt x="265340" y="125873"/>
                </a:lnTo>
                <a:lnTo>
                  <a:pt x="225949" y="125873"/>
                </a:lnTo>
                <a:lnTo>
                  <a:pt x="225949" y="122687"/>
                </a:lnTo>
                <a:cubicBezTo>
                  <a:pt x="229903" y="122687"/>
                  <a:pt x="232558" y="122301"/>
                  <a:pt x="233915" y="121530"/>
                </a:cubicBezTo>
                <a:cubicBezTo>
                  <a:pt x="235273" y="120758"/>
                  <a:pt x="236350" y="119482"/>
                  <a:pt x="237146" y="117702"/>
                </a:cubicBezTo>
                <a:cubicBezTo>
                  <a:pt x="237943" y="115921"/>
                  <a:pt x="238341" y="112507"/>
                  <a:pt x="238341" y="107461"/>
                </a:cubicBezTo>
                <a:lnTo>
                  <a:pt x="238341" y="76480"/>
                </a:lnTo>
                <a:cubicBezTo>
                  <a:pt x="238341" y="67650"/>
                  <a:pt x="238076" y="61932"/>
                  <a:pt x="237545" y="59324"/>
                </a:cubicBezTo>
                <a:cubicBezTo>
                  <a:pt x="237132" y="57426"/>
                  <a:pt x="236482" y="56109"/>
                  <a:pt x="235597" y="55371"/>
                </a:cubicBezTo>
                <a:cubicBezTo>
                  <a:pt x="234712" y="54632"/>
                  <a:pt x="233502" y="54262"/>
                  <a:pt x="231968" y="54262"/>
                </a:cubicBezTo>
                <a:cubicBezTo>
                  <a:pt x="230316" y="54262"/>
                  <a:pt x="228309" y="54704"/>
                  <a:pt x="225949" y="55590"/>
                </a:cubicBezTo>
                <a:lnTo>
                  <a:pt x="224710" y="52403"/>
                </a:lnTo>
                <a:lnTo>
                  <a:pt x="249141" y="42489"/>
                </a:lnTo>
                <a:lnTo>
                  <a:pt x="253035" y="42489"/>
                </a:lnTo>
                <a:close/>
                <a:moveTo>
                  <a:pt x="288911" y="75418"/>
                </a:moveTo>
                <a:cubicBezTo>
                  <a:pt x="288852" y="87401"/>
                  <a:pt x="291773" y="96800"/>
                  <a:pt x="297674" y="103614"/>
                </a:cubicBezTo>
                <a:cubicBezTo>
                  <a:pt x="303575" y="110428"/>
                  <a:pt x="310509" y="113835"/>
                  <a:pt x="318476" y="113835"/>
                </a:cubicBezTo>
                <a:cubicBezTo>
                  <a:pt x="323787" y="113835"/>
                  <a:pt x="328405" y="112368"/>
                  <a:pt x="332329" y="109434"/>
                </a:cubicBezTo>
                <a:cubicBezTo>
                  <a:pt x="336254" y="106500"/>
                  <a:pt x="339543" y="101475"/>
                  <a:pt x="342199" y="94361"/>
                </a:cubicBezTo>
                <a:lnTo>
                  <a:pt x="344943" y="96139"/>
                </a:lnTo>
                <a:cubicBezTo>
                  <a:pt x="343704" y="104267"/>
                  <a:pt x="340104" y="111667"/>
                  <a:pt x="334144" y="118341"/>
                </a:cubicBezTo>
                <a:cubicBezTo>
                  <a:pt x="328184" y="125015"/>
                  <a:pt x="320719" y="128352"/>
                  <a:pt x="311749" y="128352"/>
                </a:cubicBezTo>
                <a:cubicBezTo>
                  <a:pt x="302012" y="128352"/>
                  <a:pt x="293676" y="124569"/>
                  <a:pt x="286742" y="117002"/>
                </a:cubicBezTo>
                <a:cubicBezTo>
                  <a:pt x="279808" y="109434"/>
                  <a:pt x="276341" y="99260"/>
                  <a:pt x="276341" y="86480"/>
                </a:cubicBezTo>
                <a:cubicBezTo>
                  <a:pt x="276341" y="72641"/>
                  <a:pt x="279897" y="61850"/>
                  <a:pt x="287008" y="54107"/>
                </a:cubicBezTo>
                <a:cubicBezTo>
                  <a:pt x="294119" y="46362"/>
                  <a:pt x="303044" y="42489"/>
                  <a:pt x="313785" y="42489"/>
                </a:cubicBezTo>
                <a:cubicBezTo>
                  <a:pt x="322872" y="42489"/>
                  <a:pt x="330338" y="45476"/>
                  <a:pt x="336180" y="51451"/>
                </a:cubicBezTo>
                <a:cubicBezTo>
                  <a:pt x="342022" y="57425"/>
                  <a:pt x="344943" y="65413"/>
                  <a:pt x="344943" y="75418"/>
                </a:cubicBezTo>
                <a:lnTo>
                  <a:pt x="288911" y="75418"/>
                </a:lnTo>
                <a:moveTo>
                  <a:pt x="288911" y="70284"/>
                </a:moveTo>
                <a:lnTo>
                  <a:pt x="326443" y="70284"/>
                </a:lnTo>
                <a:cubicBezTo>
                  <a:pt x="326148" y="65133"/>
                  <a:pt x="325528" y="61505"/>
                  <a:pt x="324584" y="59399"/>
                </a:cubicBezTo>
                <a:cubicBezTo>
                  <a:pt x="323109" y="56120"/>
                  <a:pt x="320910" y="53544"/>
                  <a:pt x="317989" y="51673"/>
                </a:cubicBezTo>
                <a:cubicBezTo>
                  <a:pt x="315068" y="49799"/>
                  <a:pt x="312014" y="48862"/>
                  <a:pt x="308828" y="48862"/>
                </a:cubicBezTo>
                <a:cubicBezTo>
                  <a:pt x="303930" y="48862"/>
                  <a:pt x="299548" y="50750"/>
                  <a:pt x="295683" y="54525"/>
                </a:cubicBezTo>
                <a:cubicBezTo>
                  <a:pt x="291817" y="58300"/>
                  <a:pt x="289560" y="63553"/>
                  <a:pt x="288911" y="70284"/>
                </a:cubicBezTo>
                <a:close/>
                <a:moveTo>
                  <a:pt x="407992" y="42489"/>
                </a:moveTo>
                <a:lnTo>
                  <a:pt x="407992" y="70107"/>
                </a:lnTo>
                <a:lnTo>
                  <a:pt x="405071" y="70107"/>
                </a:lnTo>
                <a:cubicBezTo>
                  <a:pt x="402828" y="61467"/>
                  <a:pt x="399951" y="55590"/>
                  <a:pt x="396440" y="52475"/>
                </a:cubicBezTo>
                <a:cubicBezTo>
                  <a:pt x="392929" y="49358"/>
                  <a:pt x="388459" y="47800"/>
                  <a:pt x="383030" y="47800"/>
                </a:cubicBezTo>
                <a:cubicBezTo>
                  <a:pt x="378899" y="47800"/>
                  <a:pt x="375564" y="48888"/>
                  <a:pt x="373027" y="51064"/>
                </a:cubicBezTo>
                <a:cubicBezTo>
                  <a:pt x="370489" y="53240"/>
                  <a:pt x="369221" y="55651"/>
                  <a:pt x="369221" y="58298"/>
                </a:cubicBezTo>
                <a:cubicBezTo>
                  <a:pt x="369221" y="61590"/>
                  <a:pt x="370165" y="64412"/>
                  <a:pt x="372053" y="66765"/>
                </a:cubicBezTo>
                <a:cubicBezTo>
                  <a:pt x="373883" y="69175"/>
                  <a:pt x="377600" y="71733"/>
                  <a:pt x="383207" y="74439"/>
                </a:cubicBezTo>
                <a:lnTo>
                  <a:pt x="396130" y="80701"/>
                </a:lnTo>
                <a:cubicBezTo>
                  <a:pt x="408110" y="86536"/>
                  <a:pt x="414099" y="94227"/>
                  <a:pt x="414099" y="103774"/>
                </a:cubicBezTo>
                <a:cubicBezTo>
                  <a:pt x="414099" y="111141"/>
                  <a:pt x="411311" y="117080"/>
                  <a:pt x="405734" y="121588"/>
                </a:cubicBezTo>
                <a:cubicBezTo>
                  <a:pt x="400158" y="126097"/>
                  <a:pt x="393917" y="128352"/>
                  <a:pt x="387013" y="128352"/>
                </a:cubicBezTo>
                <a:cubicBezTo>
                  <a:pt x="382056" y="128352"/>
                  <a:pt x="376391" y="127511"/>
                  <a:pt x="370017" y="125829"/>
                </a:cubicBezTo>
                <a:cubicBezTo>
                  <a:pt x="368070" y="125268"/>
                  <a:pt x="366477" y="124988"/>
                  <a:pt x="365237" y="124988"/>
                </a:cubicBezTo>
                <a:cubicBezTo>
                  <a:pt x="363880" y="124988"/>
                  <a:pt x="362818" y="125696"/>
                  <a:pt x="362051" y="127113"/>
                </a:cubicBezTo>
                <a:lnTo>
                  <a:pt x="359129" y="127113"/>
                </a:lnTo>
                <a:lnTo>
                  <a:pt x="359129" y="98079"/>
                </a:lnTo>
                <a:lnTo>
                  <a:pt x="362051" y="98079"/>
                </a:lnTo>
                <a:cubicBezTo>
                  <a:pt x="363703" y="106340"/>
                  <a:pt x="366860" y="112566"/>
                  <a:pt x="371522" y="116756"/>
                </a:cubicBezTo>
                <a:cubicBezTo>
                  <a:pt x="376184" y="120946"/>
                  <a:pt x="381407" y="123041"/>
                  <a:pt x="387190" y="123041"/>
                </a:cubicBezTo>
                <a:cubicBezTo>
                  <a:pt x="391262" y="123041"/>
                  <a:pt x="394581" y="121852"/>
                  <a:pt x="397148" y="119475"/>
                </a:cubicBezTo>
                <a:cubicBezTo>
                  <a:pt x="399715" y="117096"/>
                  <a:pt x="400999" y="114233"/>
                  <a:pt x="400999" y="110886"/>
                </a:cubicBezTo>
                <a:cubicBezTo>
                  <a:pt x="400999" y="106834"/>
                  <a:pt x="399568" y="103429"/>
                  <a:pt x="396706" y="100670"/>
                </a:cubicBezTo>
                <a:cubicBezTo>
                  <a:pt x="393844" y="97910"/>
                  <a:pt x="388134" y="94423"/>
                  <a:pt x="379577" y="90211"/>
                </a:cubicBezTo>
                <a:cubicBezTo>
                  <a:pt x="371020" y="85998"/>
                  <a:pt x="365414" y="82177"/>
                  <a:pt x="362759" y="78748"/>
                </a:cubicBezTo>
                <a:cubicBezTo>
                  <a:pt x="360103" y="75379"/>
                  <a:pt x="358775" y="71124"/>
                  <a:pt x="358775" y="65982"/>
                </a:cubicBezTo>
                <a:cubicBezTo>
                  <a:pt x="358775" y="59303"/>
                  <a:pt x="361062" y="53718"/>
                  <a:pt x="365636" y="49227"/>
                </a:cubicBezTo>
                <a:cubicBezTo>
                  <a:pt x="370209" y="44735"/>
                  <a:pt x="376125" y="42489"/>
                  <a:pt x="383384" y="42489"/>
                </a:cubicBezTo>
                <a:cubicBezTo>
                  <a:pt x="386570" y="42489"/>
                  <a:pt x="390436" y="43168"/>
                  <a:pt x="394980" y="44525"/>
                </a:cubicBezTo>
                <a:cubicBezTo>
                  <a:pt x="397989" y="45410"/>
                  <a:pt x="399996" y="45853"/>
                  <a:pt x="400999" y="45853"/>
                </a:cubicBezTo>
                <a:cubicBezTo>
                  <a:pt x="401943" y="45853"/>
                  <a:pt x="402681" y="45646"/>
                  <a:pt x="403212" y="45233"/>
                </a:cubicBezTo>
                <a:cubicBezTo>
                  <a:pt x="403743" y="44820"/>
                  <a:pt x="404362" y="43905"/>
                  <a:pt x="405071" y="42489"/>
                </a:cubicBezTo>
                <a:lnTo>
                  <a:pt x="407992" y="4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tegies">
            <a:extLst xmlns:a="http://schemas.openxmlformats.org/drawingml/2006/main">
              <a:ext uri="{FF2B5EF4-FFF2-40B4-BE49-F238E27FC236}">
                <a16:creationId xmlns:a16="http://schemas.microsoft.com/office/drawing/2014/main" id="{162A0372-1E37-4438-9108-7EC356F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198" y="3595143"/>
            <a:ext cx="414099" cy="164999"/>
          </a:xfrm>
          <a:custGeom xmlns:a="http://schemas.openxmlformats.org/drawingml/2006/main">
            <a:pathLst>
              <a:path w="414099" h="164999" fill="none">
                <a:moveTo>
                  <a:pt x="27441" y="18058"/>
                </a:moveTo>
                <a:lnTo>
                  <a:pt x="27441" y="44790"/>
                </a:lnTo>
                <a:lnTo>
                  <a:pt x="46384" y="44790"/>
                </a:lnTo>
                <a:lnTo>
                  <a:pt x="46384" y="50810"/>
                </a:lnTo>
                <a:lnTo>
                  <a:pt x="27441" y="50987"/>
                </a:lnTo>
                <a:lnTo>
                  <a:pt x="27441" y="103639"/>
                </a:lnTo>
                <a:cubicBezTo>
                  <a:pt x="27441" y="108896"/>
                  <a:pt x="28193" y="112442"/>
                  <a:pt x="29698" y="114275"/>
                </a:cubicBezTo>
                <a:cubicBezTo>
                  <a:pt x="31203" y="116106"/>
                  <a:pt x="33135" y="117021"/>
                  <a:pt x="35496" y="117021"/>
                </a:cubicBezTo>
                <a:cubicBezTo>
                  <a:pt x="37443" y="117021"/>
                  <a:pt x="39332" y="116409"/>
                  <a:pt x="41161" y="115185"/>
                </a:cubicBezTo>
                <a:cubicBezTo>
                  <a:pt x="42990" y="113960"/>
                  <a:pt x="44407" y="112153"/>
                  <a:pt x="45410" y="109763"/>
                </a:cubicBezTo>
                <a:lnTo>
                  <a:pt x="48862" y="109763"/>
                </a:lnTo>
                <a:cubicBezTo>
                  <a:pt x="46797" y="115576"/>
                  <a:pt x="43876" y="119950"/>
                  <a:pt x="40099" y="122886"/>
                </a:cubicBezTo>
                <a:cubicBezTo>
                  <a:pt x="36322" y="125822"/>
                  <a:pt x="32427" y="127290"/>
                  <a:pt x="28414" y="127290"/>
                </a:cubicBezTo>
                <a:cubicBezTo>
                  <a:pt x="25700" y="127290"/>
                  <a:pt x="23044" y="126534"/>
                  <a:pt x="20448" y="125024"/>
                </a:cubicBezTo>
                <a:cubicBezTo>
                  <a:pt x="17851" y="123514"/>
                  <a:pt x="15933" y="121352"/>
                  <a:pt x="14694" y="118540"/>
                </a:cubicBezTo>
                <a:cubicBezTo>
                  <a:pt x="13455" y="115728"/>
                  <a:pt x="12835" y="111390"/>
                  <a:pt x="12835" y="105528"/>
                </a:cubicBezTo>
                <a:lnTo>
                  <a:pt x="12835" y="50810"/>
                </a:lnTo>
                <a:lnTo>
                  <a:pt x="0" y="50810"/>
                </a:lnTo>
                <a:lnTo>
                  <a:pt x="0" y="47971"/>
                </a:lnTo>
                <a:cubicBezTo>
                  <a:pt x="3246" y="46681"/>
                  <a:pt x="6565" y="44495"/>
                  <a:pt x="9958" y="41416"/>
                </a:cubicBezTo>
                <a:cubicBezTo>
                  <a:pt x="13352" y="38336"/>
                  <a:pt x="16376" y="34665"/>
                  <a:pt x="19031" y="30403"/>
                </a:cubicBezTo>
                <a:cubicBezTo>
                  <a:pt x="20389" y="28153"/>
                  <a:pt x="22277" y="24038"/>
                  <a:pt x="24697" y="18058"/>
                </a:cubicBezTo>
                <a:lnTo>
                  <a:pt x="27441" y="18058"/>
                </a:lnTo>
                <a:close/>
                <a:moveTo>
                  <a:pt x="67742" y="75418"/>
                </a:moveTo>
                <a:cubicBezTo>
                  <a:pt x="67683" y="87401"/>
                  <a:pt x="70604" y="96800"/>
                  <a:pt x="76506" y="103614"/>
                </a:cubicBezTo>
                <a:cubicBezTo>
                  <a:pt x="82407" y="110428"/>
                  <a:pt x="89341" y="113835"/>
                  <a:pt x="97308" y="113835"/>
                </a:cubicBezTo>
                <a:cubicBezTo>
                  <a:pt x="102619" y="113835"/>
                  <a:pt x="107236" y="112368"/>
                  <a:pt x="111161" y="109434"/>
                </a:cubicBezTo>
                <a:cubicBezTo>
                  <a:pt x="115085" y="106500"/>
                  <a:pt x="118375" y="101475"/>
                  <a:pt x="121031" y="94361"/>
                </a:cubicBezTo>
                <a:lnTo>
                  <a:pt x="123775" y="96139"/>
                </a:lnTo>
                <a:cubicBezTo>
                  <a:pt x="122535" y="104267"/>
                  <a:pt x="118936" y="111667"/>
                  <a:pt x="112975" y="118341"/>
                </a:cubicBezTo>
                <a:cubicBezTo>
                  <a:pt x="107015" y="125015"/>
                  <a:pt x="99550" y="128352"/>
                  <a:pt x="90580" y="128352"/>
                </a:cubicBezTo>
                <a:cubicBezTo>
                  <a:pt x="80843" y="128352"/>
                  <a:pt x="72508" y="124569"/>
                  <a:pt x="65574" y="117002"/>
                </a:cubicBezTo>
                <a:cubicBezTo>
                  <a:pt x="58640" y="109434"/>
                  <a:pt x="55173" y="99260"/>
                  <a:pt x="55173" y="86480"/>
                </a:cubicBezTo>
                <a:cubicBezTo>
                  <a:pt x="55173" y="72641"/>
                  <a:pt x="58728" y="61850"/>
                  <a:pt x="65839" y="54107"/>
                </a:cubicBezTo>
                <a:cubicBezTo>
                  <a:pt x="72950" y="46362"/>
                  <a:pt x="81876" y="42489"/>
                  <a:pt x="92616" y="42489"/>
                </a:cubicBezTo>
                <a:cubicBezTo>
                  <a:pt x="101704" y="42489"/>
                  <a:pt x="109169" y="45476"/>
                  <a:pt x="115011" y="51451"/>
                </a:cubicBezTo>
                <a:cubicBezTo>
                  <a:pt x="120853" y="57425"/>
                  <a:pt x="123775" y="65413"/>
                  <a:pt x="123775" y="75418"/>
                </a:cubicBezTo>
                <a:lnTo>
                  <a:pt x="67742" y="75418"/>
                </a:lnTo>
                <a:moveTo>
                  <a:pt x="67742" y="70284"/>
                </a:moveTo>
                <a:lnTo>
                  <a:pt x="105274" y="70284"/>
                </a:lnTo>
                <a:cubicBezTo>
                  <a:pt x="104979" y="65133"/>
                  <a:pt x="104360" y="61505"/>
                  <a:pt x="103415" y="59399"/>
                </a:cubicBezTo>
                <a:cubicBezTo>
                  <a:pt x="101940" y="56120"/>
                  <a:pt x="99742" y="53544"/>
                  <a:pt x="96821" y="51673"/>
                </a:cubicBezTo>
                <a:cubicBezTo>
                  <a:pt x="93900" y="49799"/>
                  <a:pt x="90846" y="48862"/>
                  <a:pt x="87659" y="48862"/>
                </a:cubicBezTo>
                <a:cubicBezTo>
                  <a:pt x="82761" y="48862"/>
                  <a:pt x="78379" y="50750"/>
                  <a:pt x="74514" y="54525"/>
                </a:cubicBezTo>
                <a:cubicBezTo>
                  <a:pt x="70649" y="58300"/>
                  <a:pt x="68392" y="63553"/>
                  <a:pt x="67742" y="70284"/>
                </a:cubicBezTo>
                <a:close/>
                <a:moveTo>
                  <a:pt x="156107" y="96328"/>
                </a:moveTo>
                <a:cubicBezTo>
                  <a:pt x="151150" y="93912"/>
                  <a:pt x="147343" y="90538"/>
                  <a:pt x="144688" y="86206"/>
                </a:cubicBezTo>
                <a:cubicBezTo>
                  <a:pt x="142032" y="81874"/>
                  <a:pt x="140705" y="77085"/>
                  <a:pt x="140705" y="71838"/>
                </a:cubicBezTo>
                <a:cubicBezTo>
                  <a:pt x="140705" y="63824"/>
                  <a:pt x="143729" y="56928"/>
                  <a:pt x="149778" y="51153"/>
                </a:cubicBezTo>
                <a:cubicBezTo>
                  <a:pt x="155826" y="45377"/>
                  <a:pt x="163572" y="42489"/>
                  <a:pt x="173014" y="42489"/>
                </a:cubicBezTo>
                <a:cubicBezTo>
                  <a:pt x="180744" y="42489"/>
                  <a:pt x="187442" y="44377"/>
                  <a:pt x="193107" y="48154"/>
                </a:cubicBezTo>
                <a:lnTo>
                  <a:pt x="210280" y="48154"/>
                </a:lnTo>
                <a:cubicBezTo>
                  <a:pt x="212818" y="48154"/>
                  <a:pt x="214293" y="48228"/>
                  <a:pt x="214706" y="48375"/>
                </a:cubicBezTo>
                <a:cubicBezTo>
                  <a:pt x="215119" y="48523"/>
                  <a:pt x="215414" y="48774"/>
                  <a:pt x="215591" y="49128"/>
                </a:cubicBezTo>
                <a:cubicBezTo>
                  <a:pt x="215945" y="49659"/>
                  <a:pt x="216122" y="50603"/>
                  <a:pt x="216122" y="51960"/>
                </a:cubicBezTo>
                <a:cubicBezTo>
                  <a:pt x="216122" y="53495"/>
                  <a:pt x="215975" y="54557"/>
                  <a:pt x="215680" y="55147"/>
                </a:cubicBezTo>
                <a:cubicBezTo>
                  <a:pt x="215503" y="55442"/>
                  <a:pt x="215193" y="55678"/>
                  <a:pt x="214750" y="55855"/>
                </a:cubicBezTo>
                <a:cubicBezTo>
                  <a:pt x="214308" y="56032"/>
                  <a:pt x="212818" y="56121"/>
                  <a:pt x="210280" y="56121"/>
                </a:cubicBezTo>
                <a:lnTo>
                  <a:pt x="199746" y="56121"/>
                </a:lnTo>
                <a:cubicBezTo>
                  <a:pt x="203051" y="60370"/>
                  <a:pt x="204703" y="65799"/>
                  <a:pt x="204703" y="72408"/>
                </a:cubicBezTo>
                <a:cubicBezTo>
                  <a:pt x="204703" y="79962"/>
                  <a:pt x="201812" y="86424"/>
                  <a:pt x="196029" y="91794"/>
                </a:cubicBezTo>
                <a:cubicBezTo>
                  <a:pt x="190245" y="97164"/>
                  <a:pt x="182485" y="99849"/>
                  <a:pt x="172748" y="99849"/>
                </a:cubicBezTo>
                <a:cubicBezTo>
                  <a:pt x="168735" y="99849"/>
                  <a:pt x="164634" y="99247"/>
                  <a:pt x="160444" y="98043"/>
                </a:cubicBezTo>
                <a:cubicBezTo>
                  <a:pt x="157848" y="100252"/>
                  <a:pt x="156092" y="102184"/>
                  <a:pt x="155177" y="103841"/>
                </a:cubicBezTo>
                <a:cubicBezTo>
                  <a:pt x="154263" y="105497"/>
                  <a:pt x="153805" y="106905"/>
                  <a:pt x="153805" y="108067"/>
                </a:cubicBezTo>
                <a:cubicBezTo>
                  <a:pt x="153805" y="109056"/>
                  <a:pt x="154292" y="110015"/>
                  <a:pt x="155266" y="110944"/>
                </a:cubicBezTo>
                <a:cubicBezTo>
                  <a:pt x="156239" y="111874"/>
                  <a:pt x="158143" y="112542"/>
                  <a:pt x="160975" y="112950"/>
                </a:cubicBezTo>
                <a:cubicBezTo>
                  <a:pt x="162628" y="113219"/>
                  <a:pt x="166758" y="113455"/>
                  <a:pt x="173368" y="113658"/>
                </a:cubicBezTo>
                <a:cubicBezTo>
                  <a:pt x="185524" y="113995"/>
                  <a:pt x="193403" y="114467"/>
                  <a:pt x="197002" y="115074"/>
                </a:cubicBezTo>
                <a:cubicBezTo>
                  <a:pt x="202490" y="115839"/>
                  <a:pt x="206872" y="117872"/>
                  <a:pt x="210147" y="121171"/>
                </a:cubicBezTo>
                <a:cubicBezTo>
                  <a:pt x="213422" y="124470"/>
                  <a:pt x="215060" y="128534"/>
                  <a:pt x="215060" y="133364"/>
                </a:cubicBezTo>
                <a:cubicBezTo>
                  <a:pt x="215060" y="140022"/>
                  <a:pt x="211932" y="146266"/>
                  <a:pt x="205677" y="152097"/>
                </a:cubicBezTo>
                <a:cubicBezTo>
                  <a:pt x="196471" y="160698"/>
                  <a:pt x="184462" y="164999"/>
                  <a:pt x="169650" y="164999"/>
                </a:cubicBezTo>
                <a:cubicBezTo>
                  <a:pt x="158261" y="164999"/>
                  <a:pt x="148642" y="162431"/>
                  <a:pt x="140793" y="157295"/>
                </a:cubicBezTo>
                <a:cubicBezTo>
                  <a:pt x="136367" y="154344"/>
                  <a:pt x="134154" y="151274"/>
                  <a:pt x="134154" y="148086"/>
                </a:cubicBezTo>
                <a:cubicBezTo>
                  <a:pt x="134154" y="146670"/>
                  <a:pt x="134479" y="145253"/>
                  <a:pt x="135128" y="143837"/>
                </a:cubicBezTo>
                <a:cubicBezTo>
                  <a:pt x="136131" y="141654"/>
                  <a:pt x="138196" y="138614"/>
                  <a:pt x="141324" y="134717"/>
                </a:cubicBezTo>
                <a:cubicBezTo>
                  <a:pt x="141737" y="134186"/>
                  <a:pt x="144747" y="130998"/>
                  <a:pt x="150353" y="125154"/>
                </a:cubicBezTo>
                <a:cubicBezTo>
                  <a:pt x="147284" y="123327"/>
                  <a:pt x="145116" y="121691"/>
                  <a:pt x="143847" y="120247"/>
                </a:cubicBezTo>
                <a:cubicBezTo>
                  <a:pt x="142578" y="118803"/>
                  <a:pt x="141944" y="117167"/>
                  <a:pt x="141944" y="115340"/>
                </a:cubicBezTo>
                <a:cubicBezTo>
                  <a:pt x="141944" y="113276"/>
                  <a:pt x="142785" y="110859"/>
                  <a:pt x="144467" y="108089"/>
                </a:cubicBezTo>
                <a:cubicBezTo>
                  <a:pt x="146148" y="105318"/>
                  <a:pt x="150028" y="101397"/>
                  <a:pt x="156107" y="96328"/>
                </a:cubicBezTo>
                <a:moveTo>
                  <a:pt x="171509" y="46915"/>
                </a:moveTo>
                <a:cubicBezTo>
                  <a:pt x="167142" y="46915"/>
                  <a:pt x="163483" y="48646"/>
                  <a:pt x="160533" y="52110"/>
                </a:cubicBezTo>
                <a:cubicBezTo>
                  <a:pt x="157582" y="55571"/>
                  <a:pt x="156107" y="60882"/>
                  <a:pt x="156107" y="68043"/>
                </a:cubicBezTo>
                <a:cubicBezTo>
                  <a:pt x="156107" y="77317"/>
                  <a:pt x="158113" y="84507"/>
                  <a:pt x="162126" y="89611"/>
                </a:cubicBezTo>
                <a:cubicBezTo>
                  <a:pt x="165195" y="93486"/>
                  <a:pt x="169089" y="95423"/>
                  <a:pt x="173810" y="95423"/>
                </a:cubicBezTo>
                <a:cubicBezTo>
                  <a:pt x="178295" y="95423"/>
                  <a:pt x="181984" y="93750"/>
                  <a:pt x="184875" y="90405"/>
                </a:cubicBezTo>
                <a:cubicBezTo>
                  <a:pt x="187767" y="87060"/>
                  <a:pt x="189213" y="81807"/>
                  <a:pt x="189213" y="74646"/>
                </a:cubicBezTo>
                <a:cubicBezTo>
                  <a:pt x="189213" y="65315"/>
                  <a:pt x="187177" y="58007"/>
                  <a:pt x="183105" y="52724"/>
                </a:cubicBezTo>
                <a:cubicBezTo>
                  <a:pt x="180095" y="48851"/>
                  <a:pt x="176230" y="46915"/>
                  <a:pt x="171509" y="46915"/>
                </a:cubicBezTo>
                <a:moveTo>
                  <a:pt x="155222" y="125873"/>
                </a:moveTo>
                <a:cubicBezTo>
                  <a:pt x="152448" y="128865"/>
                  <a:pt x="150353" y="131650"/>
                  <a:pt x="148937" y="134230"/>
                </a:cubicBezTo>
                <a:cubicBezTo>
                  <a:pt x="147520" y="136810"/>
                  <a:pt x="146812" y="139185"/>
                  <a:pt x="146812" y="141356"/>
                </a:cubicBezTo>
                <a:cubicBezTo>
                  <a:pt x="146812" y="144170"/>
                  <a:pt x="148524" y="146633"/>
                  <a:pt x="151946" y="148744"/>
                </a:cubicBezTo>
                <a:cubicBezTo>
                  <a:pt x="157848" y="152381"/>
                  <a:pt x="166375" y="154199"/>
                  <a:pt x="177528" y="154199"/>
                </a:cubicBezTo>
                <a:cubicBezTo>
                  <a:pt x="188150" y="154199"/>
                  <a:pt x="195984" y="152344"/>
                  <a:pt x="201030" y="148634"/>
                </a:cubicBezTo>
                <a:cubicBezTo>
                  <a:pt x="206075" y="144925"/>
                  <a:pt x="208598" y="140968"/>
                  <a:pt x="208598" y="136761"/>
                </a:cubicBezTo>
                <a:cubicBezTo>
                  <a:pt x="208598" y="133724"/>
                  <a:pt x="207093" y="131562"/>
                  <a:pt x="204084" y="130277"/>
                </a:cubicBezTo>
                <a:cubicBezTo>
                  <a:pt x="201015" y="128992"/>
                  <a:pt x="194937" y="128232"/>
                  <a:pt x="185849" y="127998"/>
                </a:cubicBezTo>
                <a:cubicBezTo>
                  <a:pt x="172571" y="127629"/>
                  <a:pt x="162362" y="126921"/>
                  <a:pt x="155222" y="125873"/>
                </a:cubicBezTo>
                <a:close/>
                <a:moveTo>
                  <a:pt x="245688" y="0"/>
                </a:moveTo>
                <a:cubicBezTo>
                  <a:pt x="248167" y="0"/>
                  <a:pt x="250277" y="875"/>
                  <a:pt x="252017" y="2625"/>
                </a:cubicBezTo>
                <a:cubicBezTo>
                  <a:pt x="253758" y="4373"/>
                  <a:pt x="254629" y="6493"/>
                  <a:pt x="254629" y="8985"/>
                </a:cubicBezTo>
                <a:cubicBezTo>
                  <a:pt x="254629" y="11476"/>
                  <a:pt x="253758" y="13612"/>
                  <a:pt x="252017" y="15391"/>
                </a:cubicBezTo>
                <a:cubicBezTo>
                  <a:pt x="250277" y="17169"/>
                  <a:pt x="248167" y="18058"/>
                  <a:pt x="245688" y="18058"/>
                </a:cubicBezTo>
                <a:cubicBezTo>
                  <a:pt x="243210" y="18058"/>
                  <a:pt x="241085" y="17169"/>
                  <a:pt x="239315" y="15391"/>
                </a:cubicBezTo>
                <a:cubicBezTo>
                  <a:pt x="237545" y="13612"/>
                  <a:pt x="236660" y="11476"/>
                  <a:pt x="236660" y="8985"/>
                </a:cubicBezTo>
                <a:cubicBezTo>
                  <a:pt x="236660" y="6493"/>
                  <a:pt x="237530" y="4373"/>
                  <a:pt x="239271" y="2625"/>
                </a:cubicBezTo>
                <a:cubicBezTo>
                  <a:pt x="241012" y="875"/>
                  <a:pt x="243151" y="0"/>
                  <a:pt x="245688" y="0"/>
                </a:cubicBezTo>
                <a:moveTo>
                  <a:pt x="253035" y="42489"/>
                </a:moveTo>
                <a:lnTo>
                  <a:pt x="253035" y="107461"/>
                </a:lnTo>
                <a:cubicBezTo>
                  <a:pt x="253035" y="112566"/>
                  <a:pt x="253404" y="115965"/>
                  <a:pt x="254142" y="117658"/>
                </a:cubicBezTo>
                <a:cubicBezTo>
                  <a:pt x="254880" y="119349"/>
                  <a:pt x="255971" y="120610"/>
                  <a:pt x="257417" y="121442"/>
                </a:cubicBezTo>
                <a:cubicBezTo>
                  <a:pt x="258863" y="122272"/>
                  <a:pt x="261504" y="122687"/>
                  <a:pt x="265340" y="122687"/>
                </a:cubicBezTo>
                <a:lnTo>
                  <a:pt x="265340" y="125873"/>
                </a:lnTo>
                <a:lnTo>
                  <a:pt x="225949" y="125873"/>
                </a:lnTo>
                <a:lnTo>
                  <a:pt x="225949" y="122687"/>
                </a:lnTo>
                <a:cubicBezTo>
                  <a:pt x="229903" y="122687"/>
                  <a:pt x="232558" y="122301"/>
                  <a:pt x="233915" y="121530"/>
                </a:cubicBezTo>
                <a:cubicBezTo>
                  <a:pt x="235273" y="120758"/>
                  <a:pt x="236350" y="119482"/>
                  <a:pt x="237146" y="117702"/>
                </a:cubicBezTo>
                <a:cubicBezTo>
                  <a:pt x="237943" y="115921"/>
                  <a:pt x="238341" y="112507"/>
                  <a:pt x="238341" y="107461"/>
                </a:cubicBezTo>
                <a:lnTo>
                  <a:pt x="238341" y="76480"/>
                </a:lnTo>
                <a:cubicBezTo>
                  <a:pt x="238341" y="67650"/>
                  <a:pt x="238076" y="61932"/>
                  <a:pt x="237545" y="59324"/>
                </a:cubicBezTo>
                <a:cubicBezTo>
                  <a:pt x="237132" y="57426"/>
                  <a:pt x="236482" y="56109"/>
                  <a:pt x="235597" y="55371"/>
                </a:cubicBezTo>
                <a:cubicBezTo>
                  <a:pt x="234712" y="54632"/>
                  <a:pt x="233502" y="54262"/>
                  <a:pt x="231968" y="54262"/>
                </a:cubicBezTo>
                <a:cubicBezTo>
                  <a:pt x="230316" y="54262"/>
                  <a:pt x="228309" y="54704"/>
                  <a:pt x="225949" y="55590"/>
                </a:cubicBezTo>
                <a:lnTo>
                  <a:pt x="224710" y="52403"/>
                </a:lnTo>
                <a:lnTo>
                  <a:pt x="249141" y="42489"/>
                </a:lnTo>
                <a:lnTo>
                  <a:pt x="253035" y="42489"/>
                </a:lnTo>
                <a:close/>
                <a:moveTo>
                  <a:pt x="288911" y="75418"/>
                </a:moveTo>
                <a:cubicBezTo>
                  <a:pt x="288852" y="87401"/>
                  <a:pt x="291773" y="96800"/>
                  <a:pt x="297674" y="103614"/>
                </a:cubicBezTo>
                <a:cubicBezTo>
                  <a:pt x="303575" y="110428"/>
                  <a:pt x="310509" y="113835"/>
                  <a:pt x="318476" y="113835"/>
                </a:cubicBezTo>
                <a:cubicBezTo>
                  <a:pt x="323787" y="113835"/>
                  <a:pt x="328405" y="112368"/>
                  <a:pt x="332329" y="109434"/>
                </a:cubicBezTo>
                <a:cubicBezTo>
                  <a:pt x="336254" y="106500"/>
                  <a:pt x="339543" y="101475"/>
                  <a:pt x="342199" y="94361"/>
                </a:cubicBezTo>
                <a:lnTo>
                  <a:pt x="344943" y="96139"/>
                </a:lnTo>
                <a:cubicBezTo>
                  <a:pt x="343704" y="104267"/>
                  <a:pt x="340104" y="111667"/>
                  <a:pt x="334144" y="118341"/>
                </a:cubicBezTo>
                <a:cubicBezTo>
                  <a:pt x="328184" y="125015"/>
                  <a:pt x="320719" y="128352"/>
                  <a:pt x="311749" y="128352"/>
                </a:cubicBezTo>
                <a:cubicBezTo>
                  <a:pt x="302012" y="128352"/>
                  <a:pt x="293676" y="124569"/>
                  <a:pt x="286742" y="117002"/>
                </a:cubicBezTo>
                <a:cubicBezTo>
                  <a:pt x="279808" y="109434"/>
                  <a:pt x="276341" y="99260"/>
                  <a:pt x="276341" y="86480"/>
                </a:cubicBezTo>
                <a:cubicBezTo>
                  <a:pt x="276341" y="72641"/>
                  <a:pt x="279897" y="61850"/>
                  <a:pt x="287008" y="54107"/>
                </a:cubicBezTo>
                <a:cubicBezTo>
                  <a:pt x="294119" y="46362"/>
                  <a:pt x="303044" y="42489"/>
                  <a:pt x="313785" y="42489"/>
                </a:cubicBezTo>
                <a:cubicBezTo>
                  <a:pt x="322872" y="42489"/>
                  <a:pt x="330338" y="45476"/>
                  <a:pt x="336180" y="51451"/>
                </a:cubicBezTo>
                <a:cubicBezTo>
                  <a:pt x="342022" y="57425"/>
                  <a:pt x="344943" y="65413"/>
                  <a:pt x="344943" y="75418"/>
                </a:cubicBezTo>
                <a:lnTo>
                  <a:pt x="288911" y="75418"/>
                </a:lnTo>
                <a:moveTo>
                  <a:pt x="288911" y="70284"/>
                </a:moveTo>
                <a:lnTo>
                  <a:pt x="326443" y="70284"/>
                </a:lnTo>
                <a:cubicBezTo>
                  <a:pt x="326148" y="65133"/>
                  <a:pt x="325528" y="61505"/>
                  <a:pt x="324584" y="59399"/>
                </a:cubicBezTo>
                <a:cubicBezTo>
                  <a:pt x="323109" y="56120"/>
                  <a:pt x="320910" y="53544"/>
                  <a:pt x="317989" y="51673"/>
                </a:cubicBezTo>
                <a:cubicBezTo>
                  <a:pt x="315068" y="49799"/>
                  <a:pt x="312014" y="48862"/>
                  <a:pt x="308828" y="48862"/>
                </a:cubicBezTo>
                <a:cubicBezTo>
                  <a:pt x="303930" y="48862"/>
                  <a:pt x="299548" y="50750"/>
                  <a:pt x="295683" y="54525"/>
                </a:cubicBezTo>
                <a:cubicBezTo>
                  <a:pt x="291817" y="58300"/>
                  <a:pt x="289560" y="63553"/>
                  <a:pt x="288911" y="70284"/>
                </a:cubicBezTo>
                <a:close/>
                <a:moveTo>
                  <a:pt x="407992" y="42489"/>
                </a:moveTo>
                <a:lnTo>
                  <a:pt x="407992" y="70107"/>
                </a:lnTo>
                <a:lnTo>
                  <a:pt x="405071" y="70107"/>
                </a:lnTo>
                <a:cubicBezTo>
                  <a:pt x="402828" y="61467"/>
                  <a:pt x="399951" y="55590"/>
                  <a:pt x="396440" y="52475"/>
                </a:cubicBezTo>
                <a:cubicBezTo>
                  <a:pt x="392929" y="49358"/>
                  <a:pt x="388459" y="47800"/>
                  <a:pt x="383030" y="47800"/>
                </a:cubicBezTo>
                <a:cubicBezTo>
                  <a:pt x="378899" y="47800"/>
                  <a:pt x="375564" y="48888"/>
                  <a:pt x="373027" y="51064"/>
                </a:cubicBezTo>
                <a:cubicBezTo>
                  <a:pt x="370489" y="53240"/>
                  <a:pt x="369221" y="55651"/>
                  <a:pt x="369221" y="58298"/>
                </a:cubicBezTo>
                <a:cubicBezTo>
                  <a:pt x="369221" y="61590"/>
                  <a:pt x="370165" y="64412"/>
                  <a:pt x="372053" y="66765"/>
                </a:cubicBezTo>
                <a:cubicBezTo>
                  <a:pt x="373883" y="69175"/>
                  <a:pt x="377600" y="71733"/>
                  <a:pt x="383207" y="74439"/>
                </a:cubicBezTo>
                <a:lnTo>
                  <a:pt x="396130" y="80701"/>
                </a:lnTo>
                <a:cubicBezTo>
                  <a:pt x="408110" y="86536"/>
                  <a:pt x="414099" y="94227"/>
                  <a:pt x="414099" y="103774"/>
                </a:cubicBezTo>
                <a:cubicBezTo>
                  <a:pt x="414099" y="111141"/>
                  <a:pt x="411311" y="117080"/>
                  <a:pt x="405734" y="121588"/>
                </a:cubicBezTo>
                <a:cubicBezTo>
                  <a:pt x="400158" y="126097"/>
                  <a:pt x="393917" y="128352"/>
                  <a:pt x="387013" y="128352"/>
                </a:cubicBezTo>
                <a:cubicBezTo>
                  <a:pt x="382056" y="128352"/>
                  <a:pt x="376391" y="127511"/>
                  <a:pt x="370017" y="125829"/>
                </a:cubicBezTo>
                <a:cubicBezTo>
                  <a:pt x="368070" y="125268"/>
                  <a:pt x="366477" y="124988"/>
                  <a:pt x="365237" y="124988"/>
                </a:cubicBezTo>
                <a:cubicBezTo>
                  <a:pt x="363880" y="124988"/>
                  <a:pt x="362818" y="125696"/>
                  <a:pt x="362051" y="127113"/>
                </a:cubicBezTo>
                <a:lnTo>
                  <a:pt x="359129" y="127113"/>
                </a:lnTo>
                <a:lnTo>
                  <a:pt x="359129" y="98079"/>
                </a:lnTo>
                <a:lnTo>
                  <a:pt x="362051" y="98079"/>
                </a:lnTo>
                <a:cubicBezTo>
                  <a:pt x="363703" y="106340"/>
                  <a:pt x="366860" y="112566"/>
                  <a:pt x="371522" y="116756"/>
                </a:cubicBezTo>
                <a:cubicBezTo>
                  <a:pt x="376184" y="120946"/>
                  <a:pt x="381407" y="123041"/>
                  <a:pt x="387190" y="123041"/>
                </a:cubicBezTo>
                <a:cubicBezTo>
                  <a:pt x="391262" y="123041"/>
                  <a:pt x="394581" y="121852"/>
                  <a:pt x="397148" y="119475"/>
                </a:cubicBezTo>
                <a:cubicBezTo>
                  <a:pt x="399715" y="117096"/>
                  <a:pt x="400999" y="114233"/>
                  <a:pt x="400999" y="110886"/>
                </a:cubicBezTo>
                <a:cubicBezTo>
                  <a:pt x="400999" y="106834"/>
                  <a:pt x="399568" y="103429"/>
                  <a:pt x="396706" y="100670"/>
                </a:cubicBezTo>
                <a:cubicBezTo>
                  <a:pt x="393844" y="97910"/>
                  <a:pt x="388134" y="94423"/>
                  <a:pt x="379577" y="90211"/>
                </a:cubicBezTo>
                <a:cubicBezTo>
                  <a:pt x="371020" y="85998"/>
                  <a:pt x="365414" y="82177"/>
                  <a:pt x="362759" y="78748"/>
                </a:cubicBezTo>
                <a:cubicBezTo>
                  <a:pt x="360103" y="75379"/>
                  <a:pt x="358775" y="71124"/>
                  <a:pt x="358775" y="65982"/>
                </a:cubicBezTo>
                <a:cubicBezTo>
                  <a:pt x="358775" y="59303"/>
                  <a:pt x="361062" y="53718"/>
                  <a:pt x="365636" y="49227"/>
                </a:cubicBezTo>
                <a:cubicBezTo>
                  <a:pt x="370209" y="44735"/>
                  <a:pt x="376125" y="42489"/>
                  <a:pt x="383384" y="42489"/>
                </a:cubicBezTo>
                <a:cubicBezTo>
                  <a:pt x="386570" y="42489"/>
                  <a:pt x="390436" y="43168"/>
                  <a:pt x="394980" y="44525"/>
                </a:cubicBezTo>
                <a:cubicBezTo>
                  <a:pt x="397989" y="45410"/>
                  <a:pt x="399996" y="45853"/>
                  <a:pt x="400999" y="45853"/>
                </a:cubicBezTo>
                <a:cubicBezTo>
                  <a:pt x="401943" y="45853"/>
                  <a:pt x="402681" y="45646"/>
                  <a:pt x="403212" y="45233"/>
                </a:cubicBezTo>
                <a:cubicBezTo>
                  <a:pt x="403743" y="44820"/>
                  <a:pt x="404362" y="43905"/>
                  <a:pt x="405071" y="42489"/>
                </a:cubicBezTo>
                <a:lnTo>
                  <a:pt x="407992" y="42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" cap="flat">
            <a:solidFill>
              <a:srgbClr val="000000"/>
            </a:solidFill>
            <a:miter/>
          </a:ln>
        </p:spPr>
      </p:sp>
      <p:sp>
        <p:nvSpPr>
          <p:cNvPr id="192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BB714B12-FDB0-48C8-BFEA-6FF5A95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636" y="464339"/>
            <a:ext cx="951824" cy="132793"/>
          </a:xfrm>
          <a:custGeom xmlns:a="http://schemas.openxmlformats.org/drawingml/2006/main">
            <a:pathLst>
              <a:path w="951824" h="132793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4" y="34196"/>
                </a:moveTo>
                <a:cubicBezTo>
                  <a:pt x="106003" y="34196"/>
                  <a:pt x="113934" y="37944"/>
                  <a:pt x="119918" y="45441"/>
                </a:cubicBezTo>
                <a:cubicBezTo>
                  <a:pt x="125000" y="51845"/>
                  <a:pt x="127541" y="59199"/>
                  <a:pt x="127541" y="67503"/>
                </a:cubicBezTo>
                <a:cubicBezTo>
                  <a:pt x="127541" y="73339"/>
                  <a:pt x="126140" y="79246"/>
                  <a:pt x="123338" y="85224"/>
                </a:cubicBezTo>
                <a:cubicBezTo>
                  <a:pt x="120536" y="91201"/>
                  <a:pt x="116677" y="95708"/>
                  <a:pt x="111761" y="98744"/>
                </a:cubicBezTo>
                <a:cubicBezTo>
                  <a:pt x="106846" y="101781"/>
                  <a:pt x="101372" y="103299"/>
                  <a:pt x="95340" y="103299"/>
                </a:cubicBezTo>
                <a:cubicBezTo>
                  <a:pt x="85509" y="103299"/>
                  <a:pt x="77696" y="99385"/>
                  <a:pt x="71902" y="91556"/>
                </a:cubicBezTo>
                <a:cubicBezTo>
                  <a:pt x="67010" y="84961"/>
                  <a:pt x="64564" y="77560"/>
                  <a:pt x="64564" y="69353"/>
                </a:cubicBezTo>
                <a:cubicBezTo>
                  <a:pt x="64564" y="63375"/>
                  <a:pt x="66048" y="57432"/>
                  <a:pt x="69017" y="51525"/>
                </a:cubicBezTo>
                <a:cubicBezTo>
                  <a:pt x="71985" y="45618"/>
                  <a:pt x="75892" y="41253"/>
                  <a:pt x="80736" y="38430"/>
                </a:cubicBezTo>
                <a:cubicBezTo>
                  <a:pt x="85580" y="35607"/>
                  <a:pt x="90710" y="34196"/>
                  <a:pt x="96124" y="34196"/>
                </a:cubicBezTo>
                <a:moveTo>
                  <a:pt x="93915" y="38898"/>
                </a:moveTo>
                <a:cubicBezTo>
                  <a:pt x="91398" y="38898"/>
                  <a:pt x="88869" y="39643"/>
                  <a:pt x="86328" y="41135"/>
                </a:cubicBezTo>
                <a:cubicBezTo>
                  <a:pt x="83787" y="42625"/>
                  <a:pt x="81733" y="45239"/>
                  <a:pt x="80166" y="48978"/>
                </a:cubicBezTo>
                <a:cubicBezTo>
                  <a:pt x="78599" y="52717"/>
                  <a:pt x="77815" y="57520"/>
                  <a:pt x="77815" y="63387"/>
                </a:cubicBezTo>
                <a:cubicBezTo>
                  <a:pt x="77815" y="72851"/>
                  <a:pt x="79703" y="81015"/>
                  <a:pt x="83479" y="87878"/>
                </a:cubicBezTo>
                <a:cubicBezTo>
                  <a:pt x="87254" y="94739"/>
                  <a:pt x="92229" y="98170"/>
                  <a:pt x="98404" y="98170"/>
                </a:cubicBezTo>
                <a:cubicBezTo>
                  <a:pt x="103011" y="98170"/>
                  <a:pt x="106810" y="96277"/>
                  <a:pt x="109802" y="92491"/>
                </a:cubicBezTo>
                <a:cubicBezTo>
                  <a:pt x="112794" y="88704"/>
                  <a:pt x="114290" y="82198"/>
                  <a:pt x="114290" y="72971"/>
                </a:cubicBezTo>
                <a:cubicBezTo>
                  <a:pt x="114290" y="61424"/>
                  <a:pt x="111797" y="52338"/>
                  <a:pt x="106810" y="45712"/>
                </a:cubicBezTo>
                <a:cubicBezTo>
                  <a:pt x="103438" y="41169"/>
                  <a:pt x="99140" y="38898"/>
                  <a:pt x="93915" y="38898"/>
                </a:cubicBezTo>
                <a:close/>
                <a:moveTo>
                  <a:pt x="183251" y="93971"/>
                </a:moveTo>
                <a:cubicBezTo>
                  <a:pt x="180068" y="97294"/>
                  <a:pt x="176958" y="99680"/>
                  <a:pt x="173918" y="101129"/>
                </a:cubicBezTo>
                <a:cubicBezTo>
                  <a:pt x="170878" y="102576"/>
                  <a:pt x="167601" y="103299"/>
                  <a:pt x="164087" y="103299"/>
                </a:cubicBezTo>
                <a:cubicBezTo>
                  <a:pt x="156963" y="103299"/>
                  <a:pt x="150741" y="100326"/>
                  <a:pt x="145422" y="94379"/>
                </a:cubicBezTo>
                <a:cubicBezTo>
                  <a:pt x="140102" y="88430"/>
                  <a:pt x="137443" y="80786"/>
                  <a:pt x="137443" y="71448"/>
                </a:cubicBezTo>
                <a:cubicBezTo>
                  <a:pt x="137443" y="62111"/>
                  <a:pt x="140387" y="53568"/>
                  <a:pt x="146277" y="45819"/>
                </a:cubicBezTo>
                <a:cubicBezTo>
                  <a:pt x="152166" y="38070"/>
                  <a:pt x="159741" y="34196"/>
                  <a:pt x="169002" y="34196"/>
                </a:cubicBezTo>
                <a:cubicBezTo>
                  <a:pt x="174749" y="34196"/>
                  <a:pt x="179499" y="36023"/>
                  <a:pt x="183251" y="39679"/>
                </a:cubicBezTo>
                <a:lnTo>
                  <a:pt x="183251" y="27499"/>
                </a:lnTo>
                <a:cubicBezTo>
                  <a:pt x="183251" y="20074"/>
                  <a:pt x="183072" y="15510"/>
                  <a:pt x="182716" y="13807"/>
                </a:cubicBezTo>
                <a:cubicBezTo>
                  <a:pt x="182360" y="12105"/>
                  <a:pt x="181802" y="10946"/>
                  <a:pt x="181042" y="10330"/>
                </a:cubicBezTo>
                <a:cubicBezTo>
                  <a:pt x="180282" y="9713"/>
                  <a:pt x="179332" y="9404"/>
                  <a:pt x="178192" y="9404"/>
                </a:cubicBezTo>
                <a:cubicBezTo>
                  <a:pt x="176958" y="9404"/>
                  <a:pt x="175319" y="9784"/>
                  <a:pt x="173277" y="10544"/>
                </a:cubicBezTo>
                <a:lnTo>
                  <a:pt x="172351" y="7979"/>
                </a:lnTo>
                <a:lnTo>
                  <a:pt x="191799" y="0"/>
                </a:lnTo>
                <a:lnTo>
                  <a:pt x="195005" y="0"/>
                </a:lnTo>
                <a:lnTo>
                  <a:pt x="195005" y="75515"/>
                </a:lnTo>
                <a:cubicBezTo>
                  <a:pt x="195005" y="83131"/>
                  <a:pt x="195183" y="87778"/>
                  <a:pt x="195540" y="89456"/>
                </a:cubicBezTo>
                <a:cubicBezTo>
                  <a:pt x="195896" y="91135"/>
                  <a:pt x="196466" y="92307"/>
                  <a:pt x="197249" y="92972"/>
                </a:cubicBezTo>
                <a:cubicBezTo>
                  <a:pt x="198033" y="93635"/>
                  <a:pt x="198947" y="93967"/>
                  <a:pt x="199992" y="93967"/>
                </a:cubicBezTo>
                <a:cubicBezTo>
                  <a:pt x="201274" y="93967"/>
                  <a:pt x="202984" y="93563"/>
                  <a:pt x="205121" y="92756"/>
                </a:cubicBezTo>
                <a:lnTo>
                  <a:pt x="205905" y="95320"/>
                </a:lnTo>
                <a:lnTo>
                  <a:pt x="186528" y="103299"/>
                </a:lnTo>
                <a:lnTo>
                  <a:pt x="183251" y="103299"/>
                </a:lnTo>
                <a:lnTo>
                  <a:pt x="183251" y="93971"/>
                </a:lnTo>
                <a:moveTo>
                  <a:pt x="183251" y="88995"/>
                </a:moveTo>
                <a:lnTo>
                  <a:pt x="183251" y="55454"/>
                </a:lnTo>
                <a:cubicBezTo>
                  <a:pt x="182966" y="52232"/>
                  <a:pt x="182111" y="49295"/>
                  <a:pt x="180686" y="46643"/>
                </a:cubicBezTo>
                <a:cubicBezTo>
                  <a:pt x="179261" y="43989"/>
                  <a:pt x="177373" y="41988"/>
                  <a:pt x="175022" y="40638"/>
                </a:cubicBezTo>
                <a:cubicBezTo>
                  <a:pt x="172671" y="39288"/>
                  <a:pt x="170380" y="38613"/>
                  <a:pt x="168148" y="38613"/>
                </a:cubicBezTo>
                <a:cubicBezTo>
                  <a:pt x="163968" y="38613"/>
                  <a:pt x="160240" y="40484"/>
                  <a:pt x="156963" y="44227"/>
                </a:cubicBezTo>
                <a:cubicBezTo>
                  <a:pt x="152641" y="49153"/>
                  <a:pt x="150480" y="56354"/>
                  <a:pt x="150480" y="65829"/>
                </a:cubicBezTo>
                <a:cubicBezTo>
                  <a:pt x="150480" y="75399"/>
                  <a:pt x="152570" y="82731"/>
                  <a:pt x="156749" y="87824"/>
                </a:cubicBezTo>
                <a:cubicBezTo>
                  <a:pt x="160928" y="92917"/>
                  <a:pt x="165583" y="95463"/>
                  <a:pt x="170712" y="95463"/>
                </a:cubicBezTo>
                <a:cubicBezTo>
                  <a:pt x="175034" y="95463"/>
                  <a:pt x="179214" y="93307"/>
                  <a:pt x="183251" y="88995"/>
                </a:cubicBezTo>
                <a:close/>
                <a:moveTo>
                  <a:pt x="221080" y="60697"/>
                </a:moveTo>
                <a:cubicBezTo>
                  <a:pt x="221033" y="70341"/>
                  <a:pt x="223384" y="77906"/>
                  <a:pt x="228133" y="83390"/>
                </a:cubicBezTo>
                <a:cubicBezTo>
                  <a:pt x="232882" y="88874"/>
                  <a:pt x="238463" y="91616"/>
                  <a:pt x="244875" y="91616"/>
                </a:cubicBezTo>
                <a:cubicBezTo>
                  <a:pt x="249149" y="91616"/>
                  <a:pt x="252866" y="90435"/>
                  <a:pt x="256024" y="88074"/>
                </a:cubicBezTo>
                <a:cubicBezTo>
                  <a:pt x="259182" y="85712"/>
                  <a:pt x="261830" y="81669"/>
                  <a:pt x="263967" y="75943"/>
                </a:cubicBezTo>
                <a:lnTo>
                  <a:pt x="266176" y="77374"/>
                </a:lnTo>
                <a:cubicBezTo>
                  <a:pt x="265178" y="83915"/>
                  <a:pt x="262281" y="89871"/>
                  <a:pt x="257484" y="95242"/>
                </a:cubicBezTo>
                <a:cubicBezTo>
                  <a:pt x="252687" y="100614"/>
                  <a:pt x="246679" y="103299"/>
                  <a:pt x="239460" y="103299"/>
                </a:cubicBezTo>
                <a:cubicBezTo>
                  <a:pt x="231624" y="103299"/>
                  <a:pt x="224915" y="100254"/>
                  <a:pt x="219335" y="94165"/>
                </a:cubicBezTo>
                <a:cubicBezTo>
                  <a:pt x="213754" y="88074"/>
                  <a:pt x="210964" y="79885"/>
                  <a:pt x="210964" y="69600"/>
                </a:cubicBezTo>
                <a:cubicBezTo>
                  <a:pt x="210964" y="58463"/>
                  <a:pt x="213826" y="49778"/>
                  <a:pt x="219549" y="43546"/>
                </a:cubicBezTo>
                <a:cubicBezTo>
                  <a:pt x="225272" y="37312"/>
                  <a:pt x="232455" y="34196"/>
                  <a:pt x="241099" y="34196"/>
                </a:cubicBezTo>
                <a:cubicBezTo>
                  <a:pt x="248413" y="34196"/>
                  <a:pt x="254421" y="36600"/>
                  <a:pt x="259123" y="41409"/>
                </a:cubicBezTo>
                <a:cubicBezTo>
                  <a:pt x="263825" y="46216"/>
                  <a:pt x="266176" y="52646"/>
                  <a:pt x="266176" y="60697"/>
                </a:cubicBezTo>
                <a:lnTo>
                  <a:pt x="221080" y="60697"/>
                </a:lnTo>
                <a:moveTo>
                  <a:pt x="221080" y="56565"/>
                </a:moveTo>
                <a:lnTo>
                  <a:pt x="251286" y="56565"/>
                </a:lnTo>
                <a:cubicBezTo>
                  <a:pt x="251049" y="52420"/>
                  <a:pt x="250550" y="49500"/>
                  <a:pt x="249790" y="47805"/>
                </a:cubicBezTo>
                <a:cubicBezTo>
                  <a:pt x="248603" y="45166"/>
                  <a:pt x="246834" y="43093"/>
                  <a:pt x="244483" y="41587"/>
                </a:cubicBezTo>
                <a:cubicBezTo>
                  <a:pt x="242132" y="40079"/>
                  <a:pt x="239674" y="39325"/>
                  <a:pt x="237109" y="39325"/>
                </a:cubicBezTo>
                <a:cubicBezTo>
                  <a:pt x="233167" y="39325"/>
                  <a:pt x="229641" y="40844"/>
                  <a:pt x="226530" y="43882"/>
                </a:cubicBezTo>
                <a:cubicBezTo>
                  <a:pt x="223419" y="46920"/>
                  <a:pt x="221603" y="51148"/>
                  <a:pt x="221080" y="56565"/>
                </a:cubicBezTo>
                <a:close/>
                <a:moveTo>
                  <a:pt x="322190" y="60697"/>
                </a:moveTo>
                <a:cubicBezTo>
                  <a:pt x="322142" y="70341"/>
                  <a:pt x="324493" y="77906"/>
                  <a:pt x="329243" y="83390"/>
                </a:cubicBezTo>
                <a:cubicBezTo>
                  <a:pt x="333992" y="88874"/>
                  <a:pt x="339572" y="91616"/>
                  <a:pt x="345984" y="91616"/>
                </a:cubicBezTo>
                <a:cubicBezTo>
                  <a:pt x="350259" y="91616"/>
                  <a:pt x="353975" y="90435"/>
                  <a:pt x="357133" y="88074"/>
                </a:cubicBezTo>
                <a:cubicBezTo>
                  <a:pt x="360292" y="85712"/>
                  <a:pt x="362939" y="81669"/>
                  <a:pt x="365077" y="75943"/>
                </a:cubicBezTo>
                <a:lnTo>
                  <a:pt x="367285" y="77374"/>
                </a:lnTo>
                <a:cubicBezTo>
                  <a:pt x="366288" y="83915"/>
                  <a:pt x="363391" y="89871"/>
                  <a:pt x="358594" y="95242"/>
                </a:cubicBezTo>
                <a:cubicBezTo>
                  <a:pt x="353797" y="100614"/>
                  <a:pt x="347789" y="103299"/>
                  <a:pt x="340570" y="103299"/>
                </a:cubicBezTo>
                <a:cubicBezTo>
                  <a:pt x="332733" y="103299"/>
                  <a:pt x="326025" y="100254"/>
                  <a:pt x="320444" y="94165"/>
                </a:cubicBezTo>
                <a:cubicBezTo>
                  <a:pt x="314864" y="88074"/>
                  <a:pt x="312074" y="79885"/>
                  <a:pt x="312074" y="69600"/>
                </a:cubicBezTo>
                <a:cubicBezTo>
                  <a:pt x="312074" y="58463"/>
                  <a:pt x="314935" y="49778"/>
                  <a:pt x="320658" y="43546"/>
                </a:cubicBezTo>
                <a:cubicBezTo>
                  <a:pt x="326381" y="37312"/>
                  <a:pt x="333565" y="34196"/>
                  <a:pt x="342208" y="34196"/>
                </a:cubicBezTo>
                <a:cubicBezTo>
                  <a:pt x="349522" y="34196"/>
                  <a:pt x="355530" y="36600"/>
                  <a:pt x="360232" y="41409"/>
                </a:cubicBezTo>
                <a:cubicBezTo>
                  <a:pt x="364934" y="46216"/>
                  <a:pt x="367285" y="52646"/>
                  <a:pt x="367285" y="60697"/>
                </a:cubicBezTo>
                <a:lnTo>
                  <a:pt x="322190" y="60697"/>
                </a:lnTo>
                <a:moveTo>
                  <a:pt x="322190" y="56565"/>
                </a:moveTo>
                <a:lnTo>
                  <a:pt x="352396" y="56565"/>
                </a:lnTo>
                <a:cubicBezTo>
                  <a:pt x="352158" y="52420"/>
                  <a:pt x="351660" y="49500"/>
                  <a:pt x="350900" y="47805"/>
                </a:cubicBezTo>
                <a:cubicBezTo>
                  <a:pt x="349712" y="45166"/>
                  <a:pt x="347943" y="43093"/>
                  <a:pt x="345592" y="41587"/>
                </a:cubicBezTo>
                <a:cubicBezTo>
                  <a:pt x="343241" y="40079"/>
                  <a:pt x="340784" y="39325"/>
                  <a:pt x="338219" y="39325"/>
                </a:cubicBezTo>
                <a:cubicBezTo>
                  <a:pt x="334277" y="39325"/>
                  <a:pt x="330751" y="40844"/>
                  <a:pt x="327640" y="43882"/>
                </a:cubicBezTo>
                <a:cubicBezTo>
                  <a:pt x="324529" y="46920"/>
                  <a:pt x="322712" y="51148"/>
                  <a:pt x="322190" y="56565"/>
                </a:cubicBezTo>
                <a:close/>
                <a:moveTo>
                  <a:pt x="395230" y="48210"/>
                </a:moveTo>
                <a:cubicBezTo>
                  <a:pt x="399979" y="43419"/>
                  <a:pt x="402781" y="40664"/>
                  <a:pt x="403636" y="39946"/>
                </a:cubicBezTo>
                <a:cubicBezTo>
                  <a:pt x="405774" y="38125"/>
                  <a:pt x="408077" y="36711"/>
                  <a:pt x="410547" y="35705"/>
                </a:cubicBezTo>
                <a:cubicBezTo>
                  <a:pt x="413016" y="34699"/>
                  <a:pt x="415462" y="34196"/>
                  <a:pt x="417885" y="34196"/>
                </a:cubicBezTo>
                <a:cubicBezTo>
                  <a:pt x="421969" y="34196"/>
                  <a:pt x="425484" y="35393"/>
                  <a:pt x="428428" y="37789"/>
                </a:cubicBezTo>
                <a:cubicBezTo>
                  <a:pt x="431373" y="40184"/>
                  <a:pt x="433344" y="43658"/>
                  <a:pt x="434341" y="48210"/>
                </a:cubicBezTo>
                <a:cubicBezTo>
                  <a:pt x="439233" y="42460"/>
                  <a:pt x="443365" y="38688"/>
                  <a:pt x="446737" y="36892"/>
                </a:cubicBezTo>
                <a:cubicBezTo>
                  <a:pt x="450109" y="35094"/>
                  <a:pt x="453576" y="34196"/>
                  <a:pt x="457138" y="34196"/>
                </a:cubicBezTo>
                <a:cubicBezTo>
                  <a:pt x="460605" y="34196"/>
                  <a:pt x="463681" y="35084"/>
                  <a:pt x="466364" y="36860"/>
                </a:cubicBezTo>
                <a:cubicBezTo>
                  <a:pt x="469047" y="38636"/>
                  <a:pt x="471173" y="41536"/>
                  <a:pt x="472740" y="45563"/>
                </a:cubicBezTo>
                <a:cubicBezTo>
                  <a:pt x="473785" y="48310"/>
                  <a:pt x="474307" y="52620"/>
                  <a:pt x="474307" y="58493"/>
                </a:cubicBezTo>
                <a:lnTo>
                  <a:pt x="474307" y="86486"/>
                </a:lnTo>
                <a:cubicBezTo>
                  <a:pt x="474307" y="90595"/>
                  <a:pt x="474616" y="93413"/>
                  <a:pt x="475233" y="94942"/>
                </a:cubicBezTo>
                <a:cubicBezTo>
                  <a:pt x="475708" y="95993"/>
                  <a:pt x="476587" y="96888"/>
                  <a:pt x="477869" y="97629"/>
                </a:cubicBezTo>
                <a:cubicBezTo>
                  <a:pt x="479152" y="98370"/>
                  <a:pt x="481241" y="98740"/>
                  <a:pt x="484138" y="98740"/>
                </a:cubicBezTo>
                <a:lnTo>
                  <a:pt x="484138" y="101304"/>
                </a:lnTo>
                <a:lnTo>
                  <a:pt x="451938" y="101304"/>
                </a:lnTo>
                <a:lnTo>
                  <a:pt x="451938" y="98740"/>
                </a:lnTo>
                <a:lnTo>
                  <a:pt x="453291" y="98740"/>
                </a:lnTo>
                <a:cubicBezTo>
                  <a:pt x="456093" y="98740"/>
                  <a:pt x="458278" y="98191"/>
                  <a:pt x="459845" y="97092"/>
                </a:cubicBezTo>
                <a:cubicBezTo>
                  <a:pt x="460938" y="96328"/>
                  <a:pt x="461721" y="95110"/>
                  <a:pt x="462196" y="93437"/>
                </a:cubicBezTo>
                <a:cubicBezTo>
                  <a:pt x="462386" y="92625"/>
                  <a:pt x="462481" y="90308"/>
                  <a:pt x="462481" y="86486"/>
                </a:cubicBezTo>
                <a:lnTo>
                  <a:pt x="462481" y="58600"/>
                </a:lnTo>
                <a:cubicBezTo>
                  <a:pt x="462481" y="53315"/>
                  <a:pt x="461840" y="49587"/>
                  <a:pt x="460558" y="47417"/>
                </a:cubicBezTo>
                <a:cubicBezTo>
                  <a:pt x="458706" y="44397"/>
                  <a:pt x="455737" y="42887"/>
                  <a:pt x="451653" y="42887"/>
                </a:cubicBezTo>
                <a:cubicBezTo>
                  <a:pt x="449136" y="42887"/>
                  <a:pt x="446606" y="43514"/>
                  <a:pt x="444066" y="44768"/>
                </a:cubicBezTo>
                <a:cubicBezTo>
                  <a:pt x="441525" y="46022"/>
                  <a:pt x="438449" y="48353"/>
                  <a:pt x="434840" y="51759"/>
                </a:cubicBezTo>
                <a:lnTo>
                  <a:pt x="434697" y="52540"/>
                </a:lnTo>
                <a:lnTo>
                  <a:pt x="434840" y="55581"/>
                </a:lnTo>
                <a:lnTo>
                  <a:pt x="434840" y="86486"/>
                </a:lnTo>
                <a:cubicBezTo>
                  <a:pt x="434840" y="90978"/>
                  <a:pt x="435089" y="93772"/>
                  <a:pt x="435588" y="94871"/>
                </a:cubicBezTo>
                <a:cubicBezTo>
                  <a:pt x="436087" y="95969"/>
                  <a:pt x="437025" y="96888"/>
                  <a:pt x="438402" y="97629"/>
                </a:cubicBezTo>
                <a:cubicBezTo>
                  <a:pt x="439779" y="98370"/>
                  <a:pt x="442130" y="98740"/>
                  <a:pt x="445455" y="98740"/>
                </a:cubicBezTo>
                <a:lnTo>
                  <a:pt x="445455" y="101304"/>
                </a:lnTo>
                <a:lnTo>
                  <a:pt x="412470" y="101304"/>
                </a:lnTo>
                <a:lnTo>
                  <a:pt x="412470" y="98740"/>
                </a:lnTo>
                <a:cubicBezTo>
                  <a:pt x="416080" y="98740"/>
                  <a:pt x="418561" y="98310"/>
                  <a:pt x="419915" y="97451"/>
                </a:cubicBezTo>
                <a:cubicBezTo>
                  <a:pt x="421268" y="96590"/>
                  <a:pt x="422206" y="95300"/>
                  <a:pt x="422729" y="93582"/>
                </a:cubicBezTo>
                <a:cubicBezTo>
                  <a:pt x="422966" y="92768"/>
                  <a:pt x="423085" y="90403"/>
                  <a:pt x="423085" y="86486"/>
                </a:cubicBezTo>
                <a:lnTo>
                  <a:pt x="423085" y="58618"/>
                </a:lnTo>
                <a:cubicBezTo>
                  <a:pt x="423085" y="53336"/>
                  <a:pt x="422301" y="49525"/>
                  <a:pt x="420734" y="47186"/>
                </a:cubicBezTo>
                <a:cubicBezTo>
                  <a:pt x="418644" y="44130"/>
                  <a:pt x="415724" y="42602"/>
                  <a:pt x="411972" y="42602"/>
                </a:cubicBezTo>
                <a:cubicBezTo>
                  <a:pt x="409407" y="42602"/>
                  <a:pt x="406866" y="43294"/>
                  <a:pt x="404349" y="44677"/>
                </a:cubicBezTo>
                <a:cubicBezTo>
                  <a:pt x="400407" y="46776"/>
                  <a:pt x="397367" y="49136"/>
                  <a:pt x="395230" y="51759"/>
                </a:cubicBezTo>
                <a:lnTo>
                  <a:pt x="395230" y="86486"/>
                </a:lnTo>
                <a:cubicBezTo>
                  <a:pt x="395230" y="90786"/>
                  <a:pt x="395527" y="93581"/>
                  <a:pt x="396120" y="94871"/>
                </a:cubicBezTo>
                <a:cubicBezTo>
                  <a:pt x="396714" y="96160"/>
                  <a:pt x="397593" y="97128"/>
                  <a:pt x="398756" y="97774"/>
                </a:cubicBezTo>
                <a:cubicBezTo>
                  <a:pt x="399920" y="98418"/>
                  <a:pt x="402283" y="98740"/>
                  <a:pt x="405845" y="98740"/>
                </a:cubicBezTo>
                <a:lnTo>
                  <a:pt x="405845" y="101304"/>
                </a:lnTo>
                <a:lnTo>
                  <a:pt x="373573" y="101304"/>
                </a:lnTo>
                <a:lnTo>
                  <a:pt x="373573" y="98740"/>
                </a:lnTo>
                <a:cubicBezTo>
                  <a:pt x="376565" y="98740"/>
                  <a:pt x="378655" y="98418"/>
                  <a:pt x="379842" y="97774"/>
                </a:cubicBezTo>
                <a:cubicBezTo>
                  <a:pt x="381029" y="97128"/>
                  <a:pt x="381932" y="96101"/>
                  <a:pt x="382549" y="94692"/>
                </a:cubicBezTo>
                <a:cubicBezTo>
                  <a:pt x="383166" y="93282"/>
                  <a:pt x="383475" y="90547"/>
                  <a:pt x="383475" y="86486"/>
                </a:cubicBezTo>
                <a:lnTo>
                  <a:pt x="383475" y="61695"/>
                </a:lnTo>
                <a:cubicBezTo>
                  <a:pt x="383475" y="54523"/>
                  <a:pt x="383261" y="49892"/>
                  <a:pt x="382834" y="47803"/>
                </a:cubicBezTo>
                <a:cubicBezTo>
                  <a:pt x="382502" y="46235"/>
                  <a:pt x="381979" y="45155"/>
                  <a:pt x="381267" y="44561"/>
                </a:cubicBezTo>
                <a:cubicBezTo>
                  <a:pt x="380554" y="43967"/>
                  <a:pt x="379581" y="43671"/>
                  <a:pt x="378346" y="43671"/>
                </a:cubicBezTo>
                <a:cubicBezTo>
                  <a:pt x="377016" y="43671"/>
                  <a:pt x="375425" y="44027"/>
                  <a:pt x="373573" y="44739"/>
                </a:cubicBezTo>
                <a:lnTo>
                  <a:pt x="372504" y="42175"/>
                </a:lnTo>
                <a:lnTo>
                  <a:pt x="392167" y="34196"/>
                </a:lnTo>
                <a:lnTo>
                  <a:pt x="395230" y="34196"/>
                </a:lnTo>
                <a:lnTo>
                  <a:pt x="395230" y="48210"/>
                </a:lnTo>
                <a:close/>
                <a:moveTo>
                  <a:pt x="507099" y="47502"/>
                </a:moveTo>
                <a:cubicBezTo>
                  <a:pt x="513415" y="38631"/>
                  <a:pt x="520231" y="34196"/>
                  <a:pt x="527545" y="34196"/>
                </a:cubicBezTo>
                <a:cubicBezTo>
                  <a:pt x="534241" y="34196"/>
                  <a:pt x="540083" y="37054"/>
                  <a:pt x="545070" y="42771"/>
                </a:cubicBezTo>
                <a:cubicBezTo>
                  <a:pt x="550057" y="48488"/>
                  <a:pt x="552550" y="56305"/>
                  <a:pt x="552550" y="66221"/>
                </a:cubicBezTo>
                <a:cubicBezTo>
                  <a:pt x="552550" y="77797"/>
                  <a:pt x="548703" y="87120"/>
                  <a:pt x="541009" y="94189"/>
                </a:cubicBezTo>
                <a:cubicBezTo>
                  <a:pt x="534408" y="100263"/>
                  <a:pt x="527046" y="103299"/>
                  <a:pt x="518925" y="103299"/>
                </a:cubicBezTo>
                <a:cubicBezTo>
                  <a:pt x="515125" y="103299"/>
                  <a:pt x="511266" y="102606"/>
                  <a:pt x="507348" y="101220"/>
                </a:cubicBezTo>
                <a:cubicBezTo>
                  <a:pt x="503430" y="99834"/>
                  <a:pt x="499428" y="97754"/>
                  <a:pt x="495344" y="94980"/>
                </a:cubicBezTo>
                <a:lnTo>
                  <a:pt x="495344" y="27499"/>
                </a:lnTo>
                <a:cubicBezTo>
                  <a:pt x="495344" y="20090"/>
                  <a:pt x="495166" y="15531"/>
                  <a:pt x="494810" y="13821"/>
                </a:cubicBezTo>
                <a:cubicBezTo>
                  <a:pt x="494453" y="12111"/>
                  <a:pt x="493895" y="10947"/>
                  <a:pt x="493135" y="10330"/>
                </a:cubicBezTo>
                <a:cubicBezTo>
                  <a:pt x="492376" y="9713"/>
                  <a:pt x="491426" y="9404"/>
                  <a:pt x="490286" y="9404"/>
                </a:cubicBezTo>
                <a:cubicBezTo>
                  <a:pt x="488956" y="9404"/>
                  <a:pt x="487294" y="9784"/>
                  <a:pt x="485299" y="10544"/>
                </a:cubicBezTo>
                <a:lnTo>
                  <a:pt x="484302" y="7979"/>
                </a:lnTo>
                <a:lnTo>
                  <a:pt x="503893" y="0"/>
                </a:lnTo>
                <a:lnTo>
                  <a:pt x="507099" y="0"/>
                </a:lnTo>
                <a:lnTo>
                  <a:pt x="507099" y="47502"/>
                </a:lnTo>
                <a:moveTo>
                  <a:pt x="507099" y="52037"/>
                </a:moveTo>
                <a:lnTo>
                  <a:pt x="507099" y="90870"/>
                </a:lnTo>
                <a:cubicBezTo>
                  <a:pt x="509521" y="93233"/>
                  <a:pt x="512026" y="95017"/>
                  <a:pt x="514615" y="96222"/>
                </a:cubicBezTo>
                <a:cubicBezTo>
                  <a:pt x="517203" y="97426"/>
                  <a:pt x="519851" y="98027"/>
                  <a:pt x="522558" y="98027"/>
                </a:cubicBezTo>
                <a:cubicBezTo>
                  <a:pt x="526880" y="98027"/>
                  <a:pt x="530905" y="95665"/>
                  <a:pt x="534633" y="90941"/>
                </a:cubicBezTo>
                <a:cubicBezTo>
                  <a:pt x="538361" y="86217"/>
                  <a:pt x="540226" y="79343"/>
                  <a:pt x="540226" y="70319"/>
                </a:cubicBezTo>
                <a:cubicBezTo>
                  <a:pt x="540226" y="62005"/>
                  <a:pt x="538361" y="55615"/>
                  <a:pt x="534633" y="51151"/>
                </a:cubicBezTo>
                <a:cubicBezTo>
                  <a:pt x="530905" y="46687"/>
                  <a:pt x="526666" y="44454"/>
                  <a:pt x="521917" y="44454"/>
                </a:cubicBezTo>
                <a:cubicBezTo>
                  <a:pt x="519400" y="44454"/>
                  <a:pt x="516882" y="45092"/>
                  <a:pt x="514365" y="46367"/>
                </a:cubicBezTo>
                <a:cubicBezTo>
                  <a:pt x="512465" y="47312"/>
                  <a:pt x="510043" y="49202"/>
                  <a:pt x="507099" y="52037"/>
                </a:cubicBezTo>
                <a:close/>
                <a:moveTo>
                  <a:pt x="573139" y="60697"/>
                </a:moveTo>
                <a:cubicBezTo>
                  <a:pt x="573092" y="70341"/>
                  <a:pt x="575443" y="77906"/>
                  <a:pt x="580192" y="83390"/>
                </a:cubicBezTo>
                <a:cubicBezTo>
                  <a:pt x="584942" y="88874"/>
                  <a:pt x="590522" y="91616"/>
                  <a:pt x="596934" y="91616"/>
                </a:cubicBezTo>
                <a:cubicBezTo>
                  <a:pt x="601208" y="91616"/>
                  <a:pt x="604925" y="90435"/>
                  <a:pt x="608083" y="88074"/>
                </a:cubicBezTo>
                <a:cubicBezTo>
                  <a:pt x="611241" y="85712"/>
                  <a:pt x="613889" y="81669"/>
                  <a:pt x="616026" y="75943"/>
                </a:cubicBezTo>
                <a:lnTo>
                  <a:pt x="618235" y="77374"/>
                </a:lnTo>
                <a:cubicBezTo>
                  <a:pt x="617237" y="83915"/>
                  <a:pt x="614340" y="89871"/>
                  <a:pt x="609543" y="95242"/>
                </a:cubicBezTo>
                <a:cubicBezTo>
                  <a:pt x="604747" y="100614"/>
                  <a:pt x="598739" y="103299"/>
                  <a:pt x="591520" y="103299"/>
                </a:cubicBezTo>
                <a:cubicBezTo>
                  <a:pt x="583683" y="103299"/>
                  <a:pt x="576975" y="100254"/>
                  <a:pt x="571394" y="94165"/>
                </a:cubicBezTo>
                <a:cubicBezTo>
                  <a:pt x="565813" y="88074"/>
                  <a:pt x="563023" y="79885"/>
                  <a:pt x="563023" y="69600"/>
                </a:cubicBezTo>
                <a:cubicBezTo>
                  <a:pt x="563023" y="58463"/>
                  <a:pt x="565885" y="49778"/>
                  <a:pt x="571608" y="43546"/>
                </a:cubicBezTo>
                <a:cubicBezTo>
                  <a:pt x="577331" y="37312"/>
                  <a:pt x="584514" y="34196"/>
                  <a:pt x="593158" y="34196"/>
                </a:cubicBezTo>
                <a:cubicBezTo>
                  <a:pt x="600472" y="34196"/>
                  <a:pt x="606480" y="36600"/>
                  <a:pt x="611182" y="41409"/>
                </a:cubicBezTo>
                <a:cubicBezTo>
                  <a:pt x="615884" y="46216"/>
                  <a:pt x="618235" y="52646"/>
                  <a:pt x="618235" y="60697"/>
                </a:cubicBezTo>
                <a:lnTo>
                  <a:pt x="573139" y="60697"/>
                </a:lnTo>
                <a:moveTo>
                  <a:pt x="573139" y="56565"/>
                </a:moveTo>
                <a:lnTo>
                  <a:pt x="603346" y="56565"/>
                </a:lnTo>
                <a:cubicBezTo>
                  <a:pt x="603108" y="52420"/>
                  <a:pt x="602609" y="49500"/>
                  <a:pt x="601849" y="47805"/>
                </a:cubicBezTo>
                <a:cubicBezTo>
                  <a:pt x="600662" y="45166"/>
                  <a:pt x="598893" y="43093"/>
                  <a:pt x="596542" y="41587"/>
                </a:cubicBezTo>
                <a:cubicBezTo>
                  <a:pt x="594191" y="40079"/>
                  <a:pt x="591733" y="39325"/>
                  <a:pt x="589169" y="39325"/>
                </a:cubicBezTo>
                <a:cubicBezTo>
                  <a:pt x="585227" y="39325"/>
                  <a:pt x="581700" y="40844"/>
                  <a:pt x="578589" y="43882"/>
                </a:cubicBezTo>
                <a:cubicBezTo>
                  <a:pt x="575478" y="46920"/>
                  <a:pt x="573662" y="51148"/>
                  <a:pt x="573139" y="56565"/>
                </a:cubicBezTo>
                <a:close/>
                <a:moveTo>
                  <a:pt x="672896" y="93971"/>
                </a:moveTo>
                <a:cubicBezTo>
                  <a:pt x="669714" y="97294"/>
                  <a:pt x="666603" y="99680"/>
                  <a:pt x="663563" y="101129"/>
                </a:cubicBezTo>
                <a:cubicBezTo>
                  <a:pt x="660524" y="102576"/>
                  <a:pt x="657247" y="103299"/>
                  <a:pt x="653732" y="103299"/>
                </a:cubicBezTo>
                <a:cubicBezTo>
                  <a:pt x="646608" y="103299"/>
                  <a:pt x="640386" y="100326"/>
                  <a:pt x="635067" y="94379"/>
                </a:cubicBezTo>
                <a:cubicBezTo>
                  <a:pt x="629748" y="88430"/>
                  <a:pt x="627088" y="80786"/>
                  <a:pt x="627088" y="71448"/>
                </a:cubicBezTo>
                <a:cubicBezTo>
                  <a:pt x="627088" y="62111"/>
                  <a:pt x="630033" y="53568"/>
                  <a:pt x="635922" y="45819"/>
                </a:cubicBezTo>
                <a:cubicBezTo>
                  <a:pt x="641811" y="38070"/>
                  <a:pt x="649386" y="34196"/>
                  <a:pt x="658648" y="34196"/>
                </a:cubicBezTo>
                <a:cubicBezTo>
                  <a:pt x="664394" y="34196"/>
                  <a:pt x="669144" y="36023"/>
                  <a:pt x="672896" y="39679"/>
                </a:cubicBezTo>
                <a:lnTo>
                  <a:pt x="672896" y="27499"/>
                </a:lnTo>
                <a:cubicBezTo>
                  <a:pt x="672896" y="20074"/>
                  <a:pt x="672718" y="15510"/>
                  <a:pt x="672361" y="13807"/>
                </a:cubicBezTo>
                <a:cubicBezTo>
                  <a:pt x="672005" y="12105"/>
                  <a:pt x="671447" y="10946"/>
                  <a:pt x="670687" y="10330"/>
                </a:cubicBezTo>
                <a:cubicBezTo>
                  <a:pt x="669927" y="9713"/>
                  <a:pt x="668978" y="9404"/>
                  <a:pt x="667838" y="9404"/>
                </a:cubicBezTo>
                <a:cubicBezTo>
                  <a:pt x="666603" y="9404"/>
                  <a:pt x="664964" y="9784"/>
                  <a:pt x="662922" y="10544"/>
                </a:cubicBezTo>
                <a:lnTo>
                  <a:pt x="661996" y="7979"/>
                </a:lnTo>
                <a:lnTo>
                  <a:pt x="681445" y="0"/>
                </a:lnTo>
                <a:lnTo>
                  <a:pt x="684651" y="0"/>
                </a:lnTo>
                <a:lnTo>
                  <a:pt x="684650" y="75515"/>
                </a:lnTo>
                <a:cubicBezTo>
                  <a:pt x="684650" y="83131"/>
                  <a:pt x="684829" y="87778"/>
                  <a:pt x="685185" y="89456"/>
                </a:cubicBezTo>
                <a:cubicBezTo>
                  <a:pt x="685541" y="91135"/>
                  <a:pt x="686111" y="92307"/>
                  <a:pt x="686895" y="92972"/>
                </a:cubicBezTo>
                <a:cubicBezTo>
                  <a:pt x="687678" y="93635"/>
                  <a:pt x="688592" y="93967"/>
                  <a:pt x="689637" y="93967"/>
                </a:cubicBezTo>
                <a:cubicBezTo>
                  <a:pt x="690920" y="93967"/>
                  <a:pt x="692629" y="93563"/>
                  <a:pt x="694767" y="92756"/>
                </a:cubicBezTo>
                <a:lnTo>
                  <a:pt x="695550" y="95320"/>
                </a:lnTo>
                <a:lnTo>
                  <a:pt x="676173" y="103299"/>
                </a:lnTo>
                <a:lnTo>
                  <a:pt x="672896" y="103299"/>
                </a:lnTo>
                <a:lnTo>
                  <a:pt x="672896" y="93971"/>
                </a:lnTo>
                <a:moveTo>
                  <a:pt x="672896" y="88995"/>
                </a:moveTo>
                <a:lnTo>
                  <a:pt x="672896" y="55454"/>
                </a:lnTo>
                <a:cubicBezTo>
                  <a:pt x="672611" y="52232"/>
                  <a:pt x="671756" y="49295"/>
                  <a:pt x="670331" y="46643"/>
                </a:cubicBezTo>
                <a:cubicBezTo>
                  <a:pt x="668906" y="43989"/>
                  <a:pt x="667018" y="41988"/>
                  <a:pt x="664667" y="40638"/>
                </a:cubicBezTo>
                <a:cubicBezTo>
                  <a:pt x="662317" y="39288"/>
                  <a:pt x="660025" y="38613"/>
                  <a:pt x="657793" y="38613"/>
                </a:cubicBezTo>
                <a:cubicBezTo>
                  <a:pt x="653613" y="38613"/>
                  <a:pt x="649885" y="40484"/>
                  <a:pt x="646608" y="44227"/>
                </a:cubicBezTo>
                <a:cubicBezTo>
                  <a:pt x="642286" y="49153"/>
                  <a:pt x="640125" y="56354"/>
                  <a:pt x="640125" y="65829"/>
                </a:cubicBezTo>
                <a:cubicBezTo>
                  <a:pt x="640125" y="75399"/>
                  <a:pt x="642215" y="82731"/>
                  <a:pt x="646394" y="87824"/>
                </a:cubicBezTo>
                <a:cubicBezTo>
                  <a:pt x="650574" y="92917"/>
                  <a:pt x="655228" y="95463"/>
                  <a:pt x="660357" y="95463"/>
                </a:cubicBezTo>
                <a:cubicBezTo>
                  <a:pt x="664679" y="95463"/>
                  <a:pt x="668859" y="93307"/>
                  <a:pt x="672896" y="88995"/>
                </a:cubicBezTo>
                <a:close/>
                <a:moveTo>
                  <a:pt x="745845" y="93971"/>
                </a:moveTo>
                <a:cubicBezTo>
                  <a:pt x="742663" y="97294"/>
                  <a:pt x="739552" y="99680"/>
                  <a:pt x="736512" y="101129"/>
                </a:cubicBezTo>
                <a:cubicBezTo>
                  <a:pt x="733473" y="102576"/>
                  <a:pt x="730196" y="103299"/>
                  <a:pt x="726681" y="103299"/>
                </a:cubicBezTo>
                <a:cubicBezTo>
                  <a:pt x="719557" y="103299"/>
                  <a:pt x="713335" y="100326"/>
                  <a:pt x="708016" y="94379"/>
                </a:cubicBezTo>
                <a:cubicBezTo>
                  <a:pt x="702697" y="88430"/>
                  <a:pt x="700037" y="80786"/>
                  <a:pt x="700037" y="71448"/>
                </a:cubicBezTo>
                <a:cubicBezTo>
                  <a:pt x="700037" y="62111"/>
                  <a:pt x="702982" y="53568"/>
                  <a:pt x="708871" y="45819"/>
                </a:cubicBezTo>
                <a:cubicBezTo>
                  <a:pt x="714760" y="38070"/>
                  <a:pt x="722335" y="34196"/>
                  <a:pt x="731597" y="34196"/>
                </a:cubicBezTo>
                <a:cubicBezTo>
                  <a:pt x="737343" y="34196"/>
                  <a:pt x="742093" y="36023"/>
                  <a:pt x="745845" y="39679"/>
                </a:cubicBezTo>
                <a:lnTo>
                  <a:pt x="745845" y="27499"/>
                </a:lnTo>
                <a:cubicBezTo>
                  <a:pt x="745845" y="20074"/>
                  <a:pt x="745667" y="15510"/>
                  <a:pt x="745311" y="13807"/>
                </a:cubicBezTo>
                <a:cubicBezTo>
                  <a:pt x="744954" y="12105"/>
                  <a:pt x="744396" y="10946"/>
                  <a:pt x="743636" y="10330"/>
                </a:cubicBezTo>
                <a:cubicBezTo>
                  <a:pt x="742877" y="9713"/>
                  <a:pt x="741927" y="9404"/>
                  <a:pt x="740787" y="9404"/>
                </a:cubicBezTo>
                <a:cubicBezTo>
                  <a:pt x="739552" y="9404"/>
                  <a:pt x="737913" y="9784"/>
                  <a:pt x="735871" y="10544"/>
                </a:cubicBezTo>
                <a:lnTo>
                  <a:pt x="734945" y="7979"/>
                </a:lnTo>
                <a:lnTo>
                  <a:pt x="754394" y="0"/>
                </a:lnTo>
                <a:lnTo>
                  <a:pt x="757600" y="0"/>
                </a:lnTo>
                <a:lnTo>
                  <a:pt x="757600" y="75515"/>
                </a:lnTo>
                <a:cubicBezTo>
                  <a:pt x="757600" y="83131"/>
                  <a:pt x="757778" y="87778"/>
                  <a:pt x="758134" y="89456"/>
                </a:cubicBezTo>
                <a:cubicBezTo>
                  <a:pt x="758490" y="91135"/>
                  <a:pt x="759060" y="92307"/>
                  <a:pt x="759844" y="92972"/>
                </a:cubicBezTo>
                <a:cubicBezTo>
                  <a:pt x="760627" y="93635"/>
                  <a:pt x="761542" y="93967"/>
                  <a:pt x="762586" y="93967"/>
                </a:cubicBezTo>
                <a:cubicBezTo>
                  <a:pt x="763869" y="93967"/>
                  <a:pt x="765579" y="93563"/>
                  <a:pt x="767716" y="92756"/>
                </a:cubicBezTo>
                <a:lnTo>
                  <a:pt x="768499" y="95320"/>
                </a:lnTo>
                <a:lnTo>
                  <a:pt x="749122" y="103299"/>
                </a:lnTo>
                <a:lnTo>
                  <a:pt x="745845" y="103299"/>
                </a:lnTo>
                <a:lnTo>
                  <a:pt x="745845" y="93971"/>
                </a:lnTo>
                <a:moveTo>
                  <a:pt x="745845" y="88995"/>
                </a:moveTo>
                <a:lnTo>
                  <a:pt x="745845" y="55454"/>
                </a:lnTo>
                <a:cubicBezTo>
                  <a:pt x="745560" y="52232"/>
                  <a:pt x="744705" y="49295"/>
                  <a:pt x="743280" y="46643"/>
                </a:cubicBezTo>
                <a:cubicBezTo>
                  <a:pt x="741855" y="43989"/>
                  <a:pt x="739968" y="41988"/>
                  <a:pt x="737617" y="40638"/>
                </a:cubicBezTo>
                <a:cubicBezTo>
                  <a:pt x="735266" y="39288"/>
                  <a:pt x="732974" y="38613"/>
                  <a:pt x="730742" y="38613"/>
                </a:cubicBezTo>
                <a:cubicBezTo>
                  <a:pt x="726562" y="38613"/>
                  <a:pt x="722834" y="40484"/>
                  <a:pt x="719557" y="44227"/>
                </a:cubicBezTo>
                <a:cubicBezTo>
                  <a:pt x="715235" y="49153"/>
                  <a:pt x="713074" y="56354"/>
                  <a:pt x="713074" y="65829"/>
                </a:cubicBezTo>
                <a:cubicBezTo>
                  <a:pt x="713074" y="75399"/>
                  <a:pt x="715164" y="82731"/>
                  <a:pt x="719343" y="87824"/>
                </a:cubicBezTo>
                <a:cubicBezTo>
                  <a:pt x="723523" y="92917"/>
                  <a:pt x="728177" y="95463"/>
                  <a:pt x="733306" y="95463"/>
                </a:cubicBezTo>
                <a:cubicBezTo>
                  <a:pt x="737628" y="95463"/>
                  <a:pt x="741808" y="93307"/>
                  <a:pt x="745845" y="88995"/>
                </a:cubicBezTo>
                <a:close/>
                <a:moveTo>
                  <a:pt x="789303" y="0"/>
                </a:moveTo>
                <a:cubicBezTo>
                  <a:pt x="791298" y="0"/>
                  <a:pt x="792996" y="704"/>
                  <a:pt x="794397" y="2113"/>
                </a:cubicBezTo>
                <a:cubicBezTo>
                  <a:pt x="795798" y="3520"/>
                  <a:pt x="796498" y="5226"/>
                  <a:pt x="796498" y="7231"/>
                </a:cubicBezTo>
                <a:cubicBezTo>
                  <a:pt x="796498" y="9236"/>
                  <a:pt x="795798" y="10955"/>
                  <a:pt x="794397" y="12387"/>
                </a:cubicBezTo>
                <a:cubicBezTo>
                  <a:pt x="792996" y="13818"/>
                  <a:pt x="791298" y="14533"/>
                  <a:pt x="789303" y="14533"/>
                </a:cubicBezTo>
                <a:cubicBezTo>
                  <a:pt x="787308" y="14533"/>
                  <a:pt x="785598" y="13818"/>
                  <a:pt x="784174" y="12387"/>
                </a:cubicBezTo>
                <a:cubicBezTo>
                  <a:pt x="782749" y="10955"/>
                  <a:pt x="782036" y="9236"/>
                  <a:pt x="782036" y="7231"/>
                </a:cubicBezTo>
                <a:cubicBezTo>
                  <a:pt x="782036" y="5226"/>
                  <a:pt x="782737" y="3520"/>
                  <a:pt x="784138" y="2113"/>
                </a:cubicBezTo>
                <a:cubicBezTo>
                  <a:pt x="785539" y="704"/>
                  <a:pt x="787261" y="0"/>
                  <a:pt x="789303" y="0"/>
                </a:cubicBezTo>
                <a:moveTo>
                  <a:pt x="795216" y="34196"/>
                </a:moveTo>
                <a:lnTo>
                  <a:pt x="795216" y="86486"/>
                </a:lnTo>
                <a:cubicBezTo>
                  <a:pt x="795216" y="90595"/>
                  <a:pt x="795513" y="93330"/>
                  <a:pt x="796106" y="94692"/>
                </a:cubicBezTo>
                <a:cubicBezTo>
                  <a:pt x="796700" y="96053"/>
                  <a:pt x="797579" y="97069"/>
                  <a:pt x="798742" y="97738"/>
                </a:cubicBezTo>
                <a:cubicBezTo>
                  <a:pt x="799906" y="98406"/>
                  <a:pt x="802031" y="98740"/>
                  <a:pt x="805118" y="98740"/>
                </a:cubicBezTo>
                <a:lnTo>
                  <a:pt x="805118" y="101304"/>
                </a:lnTo>
                <a:lnTo>
                  <a:pt x="773416" y="101304"/>
                </a:lnTo>
                <a:lnTo>
                  <a:pt x="773416" y="98740"/>
                </a:lnTo>
                <a:cubicBezTo>
                  <a:pt x="776598" y="98740"/>
                  <a:pt x="778735" y="98430"/>
                  <a:pt x="779828" y="97809"/>
                </a:cubicBezTo>
                <a:cubicBezTo>
                  <a:pt x="780920" y="97187"/>
                  <a:pt x="781787" y="96160"/>
                  <a:pt x="782428" y="94728"/>
                </a:cubicBezTo>
                <a:cubicBezTo>
                  <a:pt x="783069" y="93294"/>
                  <a:pt x="783390" y="90547"/>
                  <a:pt x="783390" y="86486"/>
                </a:cubicBezTo>
                <a:lnTo>
                  <a:pt x="783390" y="61552"/>
                </a:lnTo>
                <a:cubicBezTo>
                  <a:pt x="783390" y="54446"/>
                  <a:pt x="783176" y="49843"/>
                  <a:pt x="782749" y="47745"/>
                </a:cubicBezTo>
                <a:cubicBezTo>
                  <a:pt x="782416" y="46217"/>
                  <a:pt x="781894" y="45157"/>
                  <a:pt x="781181" y="44563"/>
                </a:cubicBezTo>
                <a:cubicBezTo>
                  <a:pt x="780469" y="43968"/>
                  <a:pt x="779495" y="43671"/>
                  <a:pt x="778261" y="43671"/>
                </a:cubicBezTo>
                <a:cubicBezTo>
                  <a:pt x="776931" y="43671"/>
                  <a:pt x="775316" y="44027"/>
                  <a:pt x="773416" y="44739"/>
                </a:cubicBezTo>
                <a:lnTo>
                  <a:pt x="772419" y="42175"/>
                </a:lnTo>
                <a:lnTo>
                  <a:pt x="792081" y="34196"/>
                </a:lnTo>
                <a:lnTo>
                  <a:pt x="795216" y="34196"/>
                </a:lnTo>
                <a:close/>
                <a:moveTo>
                  <a:pt x="832139" y="47945"/>
                </a:moveTo>
                <a:cubicBezTo>
                  <a:pt x="839785" y="38779"/>
                  <a:pt x="847076" y="34196"/>
                  <a:pt x="854010" y="34196"/>
                </a:cubicBezTo>
                <a:cubicBezTo>
                  <a:pt x="857572" y="34196"/>
                  <a:pt x="860635" y="35084"/>
                  <a:pt x="863200" y="36860"/>
                </a:cubicBezTo>
                <a:cubicBezTo>
                  <a:pt x="865765" y="38636"/>
                  <a:pt x="867807" y="41560"/>
                  <a:pt x="869327" y="45634"/>
                </a:cubicBezTo>
                <a:cubicBezTo>
                  <a:pt x="870372" y="48476"/>
                  <a:pt x="870894" y="52834"/>
                  <a:pt x="870894" y="58707"/>
                </a:cubicBezTo>
                <a:lnTo>
                  <a:pt x="870894" y="86486"/>
                </a:lnTo>
                <a:cubicBezTo>
                  <a:pt x="870894" y="90642"/>
                  <a:pt x="871226" y="93461"/>
                  <a:pt x="871891" y="94942"/>
                </a:cubicBezTo>
                <a:cubicBezTo>
                  <a:pt x="872414" y="96137"/>
                  <a:pt x="873257" y="97069"/>
                  <a:pt x="874420" y="97738"/>
                </a:cubicBezTo>
                <a:cubicBezTo>
                  <a:pt x="875584" y="98406"/>
                  <a:pt x="877733" y="98740"/>
                  <a:pt x="880868" y="98740"/>
                </a:cubicBezTo>
                <a:lnTo>
                  <a:pt x="880868" y="101304"/>
                </a:lnTo>
                <a:lnTo>
                  <a:pt x="848596" y="101304"/>
                </a:lnTo>
                <a:lnTo>
                  <a:pt x="848596" y="98740"/>
                </a:lnTo>
                <a:lnTo>
                  <a:pt x="849949" y="98740"/>
                </a:lnTo>
                <a:cubicBezTo>
                  <a:pt x="852989" y="98740"/>
                  <a:pt x="855114" y="98275"/>
                  <a:pt x="856325" y="97344"/>
                </a:cubicBezTo>
                <a:cubicBezTo>
                  <a:pt x="857536" y="96412"/>
                  <a:pt x="858379" y="95038"/>
                  <a:pt x="858854" y="93223"/>
                </a:cubicBezTo>
                <a:cubicBezTo>
                  <a:pt x="859044" y="92506"/>
                  <a:pt x="859139" y="90261"/>
                  <a:pt x="859139" y="86486"/>
                </a:cubicBezTo>
                <a:lnTo>
                  <a:pt x="859139" y="59816"/>
                </a:lnTo>
                <a:cubicBezTo>
                  <a:pt x="859139" y="53888"/>
                  <a:pt x="858367" y="49584"/>
                  <a:pt x="856824" y="46905"/>
                </a:cubicBezTo>
                <a:cubicBezTo>
                  <a:pt x="855280" y="44226"/>
                  <a:pt x="852680" y="42887"/>
                  <a:pt x="849023" y="42887"/>
                </a:cubicBezTo>
                <a:cubicBezTo>
                  <a:pt x="843371" y="42887"/>
                  <a:pt x="837743" y="45974"/>
                  <a:pt x="832139" y="52148"/>
                </a:cubicBezTo>
                <a:lnTo>
                  <a:pt x="832139" y="86486"/>
                </a:lnTo>
                <a:cubicBezTo>
                  <a:pt x="832139" y="90929"/>
                  <a:pt x="832400" y="93676"/>
                  <a:pt x="832923" y="94728"/>
                </a:cubicBezTo>
                <a:cubicBezTo>
                  <a:pt x="833588" y="96113"/>
                  <a:pt x="834502" y="97128"/>
                  <a:pt x="835665" y="97774"/>
                </a:cubicBezTo>
                <a:cubicBezTo>
                  <a:pt x="836829" y="98418"/>
                  <a:pt x="839192" y="98740"/>
                  <a:pt x="842754" y="98740"/>
                </a:cubicBezTo>
                <a:lnTo>
                  <a:pt x="842754" y="101304"/>
                </a:lnTo>
                <a:lnTo>
                  <a:pt x="810482" y="101304"/>
                </a:lnTo>
                <a:lnTo>
                  <a:pt x="810482" y="98740"/>
                </a:lnTo>
                <a:lnTo>
                  <a:pt x="811907" y="98740"/>
                </a:lnTo>
                <a:cubicBezTo>
                  <a:pt x="815231" y="98740"/>
                  <a:pt x="817475" y="97892"/>
                  <a:pt x="818639" y="96197"/>
                </a:cubicBezTo>
                <a:cubicBezTo>
                  <a:pt x="819802" y="94501"/>
                  <a:pt x="820384" y="91264"/>
                  <a:pt x="820384" y="86486"/>
                </a:cubicBezTo>
                <a:lnTo>
                  <a:pt x="820384" y="62407"/>
                </a:lnTo>
                <a:cubicBezTo>
                  <a:pt x="820384" y="54570"/>
                  <a:pt x="820206" y="49797"/>
                  <a:pt x="819850" y="48088"/>
                </a:cubicBezTo>
                <a:cubicBezTo>
                  <a:pt x="819494" y="46378"/>
                  <a:pt x="818948" y="45214"/>
                  <a:pt x="818211" y="44597"/>
                </a:cubicBezTo>
                <a:cubicBezTo>
                  <a:pt x="817475" y="43979"/>
                  <a:pt x="816490" y="43671"/>
                  <a:pt x="815255" y="43671"/>
                </a:cubicBezTo>
                <a:cubicBezTo>
                  <a:pt x="813925" y="43671"/>
                  <a:pt x="812334" y="44027"/>
                  <a:pt x="810482" y="44739"/>
                </a:cubicBezTo>
                <a:lnTo>
                  <a:pt x="809413" y="42175"/>
                </a:lnTo>
                <a:lnTo>
                  <a:pt x="829076" y="34196"/>
                </a:lnTo>
                <a:lnTo>
                  <a:pt x="832139" y="34196"/>
                </a:lnTo>
                <a:lnTo>
                  <a:pt x="832139" y="47945"/>
                </a:lnTo>
                <a:close/>
                <a:moveTo>
                  <a:pt x="903523" y="77526"/>
                </a:moveTo>
                <a:cubicBezTo>
                  <a:pt x="899534" y="75581"/>
                  <a:pt x="896470" y="72866"/>
                  <a:pt x="894333" y="69380"/>
                </a:cubicBezTo>
                <a:cubicBezTo>
                  <a:pt x="892196" y="65893"/>
                  <a:pt x="891127" y="62039"/>
                  <a:pt x="891127" y="57816"/>
                </a:cubicBezTo>
                <a:cubicBezTo>
                  <a:pt x="891127" y="51366"/>
                  <a:pt x="893561" y="45817"/>
                  <a:pt x="898429" y="41168"/>
                </a:cubicBezTo>
                <a:cubicBezTo>
                  <a:pt x="903297" y="36520"/>
                  <a:pt x="909531" y="34196"/>
                  <a:pt x="917130" y="34196"/>
                </a:cubicBezTo>
                <a:cubicBezTo>
                  <a:pt x="923352" y="34196"/>
                  <a:pt x="928742" y="35715"/>
                  <a:pt x="933302" y="38755"/>
                </a:cubicBezTo>
                <a:lnTo>
                  <a:pt x="947122" y="38755"/>
                </a:lnTo>
                <a:cubicBezTo>
                  <a:pt x="949165" y="38755"/>
                  <a:pt x="950352" y="38814"/>
                  <a:pt x="950685" y="38933"/>
                </a:cubicBezTo>
                <a:cubicBezTo>
                  <a:pt x="951017" y="39052"/>
                  <a:pt x="951254" y="39254"/>
                  <a:pt x="951397" y="39539"/>
                </a:cubicBezTo>
                <a:cubicBezTo>
                  <a:pt x="951682" y="39966"/>
                  <a:pt x="951824" y="40726"/>
                  <a:pt x="951824" y="41818"/>
                </a:cubicBezTo>
                <a:cubicBezTo>
                  <a:pt x="951824" y="43053"/>
                  <a:pt x="951706" y="43908"/>
                  <a:pt x="951468" y="44383"/>
                </a:cubicBezTo>
                <a:cubicBezTo>
                  <a:pt x="951326" y="44621"/>
                  <a:pt x="951076" y="44811"/>
                  <a:pt x="950720" y="44953"/>
                </a:cubicBezTo>
                <a:cubicBezTo>
                  <a:pt x="950364" y="45095"/>
                  <a:pt x="949165" y="45167"/>
                  <a:pt x="947122" y="45167"/>
                </a:cubicBezTo>
                <a:lnTo>
                  <a:pt x="938645" y="45167"/>
                </a:lnTo>
                <a:cubicBezTo>
                  <a:pt x="941304" y="48586"/>
                  <a:pt x="942634" y="52956"/>
                  <a:pt x="942634" y="58275"/>
                </a:cubicBezTo>
                <a:cubicBezTo>
                  <a:pt x="942634" y="64354"/>
                  <a:pt x="940307" y="69555"/>
                  <a:pt x="935653" y="73877"/>
                </a:cubicBezTo>
                <a:cubicBezTo>
                  <a:pt x="930998" y="78199"/>
                  <a:pt x="924753" y="80360"/>
                  <a:pt x="916916" y="80360"/>
                </a:cubicBezTo>
                <a:cubicBezTo>
                  <a:pt x="913687" y="80360"/>
                  <a:pt x="910386" y="79875"/>
                  <a:pt x="907014" y="78906"/>
                </a:cubicBezTo>
                <a:cubicBezTo>
                  <a:pt x="904924" y="80684"/>
                  <a:pt x="903511" y="82239"/>
                  <a:pt x="902775" y="83572"/>
                </a:cubicBezTo>
                <a:cubicBezTo>
                  <a:pt x="902039" y="84905"/>
                  <a:pt x="901671" y="86039"/>
                  <a:pt x="901671" y="86974"/>
                </a:cubicBezTo>
                <a:cubicBezTo>
                  <a:pt x="901671" y="87769"/>
                  <a:pt x="902063" y="88541"/>
                  <a:pt x="902846" y="89289"/>
                </a:cubicBezTo>
                <a:cubicBezTo>
                  <a:pt x="903630" y="90037"/>
                  <a:pt x="905162" y="90575"/>
                  <a:pt x="907441" y="90903"/>
                </a:cubicBezTo>
                <a:cubicBezTo>
                  <a:pt x="908771" y="91120"/>
                  <a:pt x="912096" y="91310"/>
                  <a:pt x="917415" y="91473"/>
                </a:cubicBezTo>
                <a:cubicBezTo>
                  <a:pt x="927199" y="91745"/>
                  <a:pt x="933539" y="92125"/>
                  <a:pt x="936436" y="92613"/>
                </a:cubicBezTo>
                <a:cubicBezTo>
                  <a:pt x="940853" y="93229"/>
                  <a:pt x="944380" y="94865"/>
                  <a:pt x="947016" y="97520"/>
                </a:cubicBezTo>
                <a:cubicBezTo>
                  <a:pt x="949651" y="100175"/>
                  <a:pt x="950969" y="103446"/>
                  <a:pt x="950969" y="107333"/>
                </a:cubicBezTo>
                <a:cubicBezTo>
                  <a:pt x="950969" y="112691"/>
                  <a:pt x="948452" y="117717"/>
                  <a:pt x="943418" y="122410"/>
                </a:cubicBezTo>
                <a:cubicBezTo>
                  <a:pt x="936009" y="129332"/>
                  <a:pt x="926344" y="132793"/>
                  <a:pt x="914423" y="132793"/>
                </a:cubicBezTo>
                <a:cubicBezTo>
                  <a:pt x="905257" y="132793"/>
                  <a:pt x="897515" y="130726"/>
                  <a:pt x="891198" y="126593"/>
                </a:cubicBezTo>
                <a:cubicBezTo>
                  <a:pt x="887636" y="124218"/>
                  <a:pt x="885855" y="121748"/>
                  <a:pt x="885855" y="119181"/>
                </a:cubicBezTo>
                <a:cubicBezTo>
                  <a:pt x="885855" y="118042"/>
                  <a:pt x="886117" y="116902"/>
                  <a:pt x="886639" y="115762"/>
                </a:cubicBezTo>
                <a:cubicBezTo>
                  <a:pt x="887446" y="114005"/>
                  <a:pt x="889109" y="111558"/>
                  <a:pt x="891626" y="108422"/>
                </a:cubicBezTo>
                <a:cubicBezTo>
                  <a:pt x="891958" y="107994"/>
                  <a:pt x="894380" y="105429"/>
                  <a:pt x="898892" y="100726"/>
                </a:cubicBezTo>
                <a:cubicBezTo>
                  <a:pt x="896423" y="99255"/>
                  <a:pt x="894677" y="97938"/>
                  <a:pt x="893656" y="96776"/>
                </a:cubicBezTo>
                <a:cubicBezTo>
                  <a:pt x="892635" y="95614"/>
                  <a:pt x="892125" y="94298"/>
                  <a:pt x="892125" y="92827"/>
                </a:cubicBezTo>
                <a:cubicBezTo>
                  <a:pt x="892125" y="91166"/>
                  <a:pt x="892801" y="89221"/>
                  <a:pt x="894155" y="86992"/>
                </a:cubicBezTo>
                <a:cubicBezTo>
                  <a:pt x="895508" y="84761"/>
                  <a:pt x="898631" y="81606"/>
                  <a:pt x="903523" y="77526"/>
                </a:cubicBezTo>
                <a:moveTo>
                  <a:pt x="915919" y="37758"/>
                </a:moveTo>
                <a:cubicBezTo>
                  <a:pt x="912404" y="37758"/>
                  <a:pt x="909460" y="39151"/>
                  <a:pt x="907085" y="41939"/>
                </a:cubicBezTo>
                <a:cubicBezTo>
                  <a:pt x="904710" y="44724"/>
                  <a:pt x="903523" y="48999"/>
                  <a:pt x="903523" y="54762"/>
                </a:cubicBezTo>
                <a:cubicBezTo>
                  <a:pt x="903523" y="62226"/>
                  <a:pt x="905138" y="68012"/>
                  <a:pt x="908367" y="72120"/>
                </a:cubicBezTo>
                <a:cubicBezTo>
                  <a:pt x="910837" y="75238"/>
                  <a:pt x="913972" y="76798"/>
                  <a:pt x="917771" y="76798"/>
                </a:cubicBezTo>
                <a:cubicBezTo>
                  <a:pt x="921381" y="76798"/>
                  <a:pt x="924349" y="75451"/>
                  <a:pt x="926676" y="72759"/>
                </a:cubicBezTo>
                <a:cubicBezTo>
                  <a:pt x="929004" y="70067"/>
                  <a:pt x="930167" y="65839"/>
                  <a:pt x="930167" y="60076"/>
                </a:cubicBezTo>
                <a:cubicBezTo>
                  <a:pt x="930167" y="52566"/>
                  <a:pt x="928529" y="46685"/>
                  <a:pt x="925252" y="42433"/>
                </a:cubicBezTo>
                <a:cubicBezTo>
                  <a:pt x="922829" y="39316"/>
                  <a:pt x="919718" y="37758"/>
                  <a:pt x="915919" y="37758"/>
                </a:cubicBezTo>
                <a:moveTo>
                  <a:pt x="902811" y="101304"/>
                </a:moveTo>
                <a:cubicBezTo>
                  <a:pt x="900578" y="103712"/>
                  <a:pt x="898892" y="105954"/>
                  <a:pt x="897753" y="108030"/>
                </a:cubicBezTo>
                <a:cubicBezTo>
                  <a:pt x="896613" y="110106"/>
                  <a:pt x="896043" y="112018"/>
                  <a:pt x="896043" y="113765"/>
                </a:cubicBezTo>
                <a:cubicBezTo>
                  <a:pt x="896043" y="116030"/>
                  <a:pt x="897420" y="118012"/>
                  <a:pt x="900175" y="119711"/>
                </a:cubicBezTo>
                <a:cubicBezTo>
                  <a:pt x="904924" y="122638"/>
                  <a:pt x="911787" y="124102"/>
                  <a:pt x="920763" y="124102"/>
                </a:cubicBezTo>
                <a:cubicBezTo>
                  <a:pt x="929312" y="124102"/>
                  <a:pt x="935617" y="122608"/>
                  <a:pt x="939678" y="119622"/>
                </a:cubicBezTo>
                <a:cubicBezTo>
                  <a:pt x="943739" y="116638"/>
                  <a:pt x="945769" y="113453"/>
                  <a:pt x="945769" y="110067"/>
                </a:cubicBezTo>
                <a:cubicBezTo>
                  <a:pt x="945769" y="107623"/>
                  <a:pt x="944558" y="105883"/>
                  <a:pt x="942136" y="104849"/>
                </a:cubicBezTo>
                <a:cubicBezTo>
                  <a:pt x="939666" y="103814"/>
                  <a:pt x="934774" y="103203"/>
                  <a:pt x="927460" y="103014"/>
                </a:cubicBezTo>
                <a:cubicBezTo>
                  <a:pt x="916774" y="102717"/>
                  <a:pt x="908557" y="102147"/>
                  <a:pt x="902811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F918CC26-806B-44C2-BDDA-F1E8261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636" y="464339"/>
            <a:ext cx="951824" cy="132793"/>
          </a:xfrm>
          <a:custGeom xmlns:a="http://schemas.openxmlformats.org/drawingml/2006/main">
            <a:pathLst>
              <a:path w="951824" h="132793" fill="none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4" y="34196"/>
                </a:moveTo>
                <a:cubicBezTo>
                  <a:pt x="106003" y="34196"/>
                  <a:pt x="113934" y="37944"/>
                  <a:pt x="119918" y="45441"/>
                </a:cubicBezTo>
                <a:cubicBezTo>
                  <a:pt x="125000" y="51845"/>
                  <a:pt x="127541" y="59199"/>
                  <a:pt x="127541" y="67503"/>
                </a:cubicBezTo>
                <a:cubicBezTo>
                  <a:pt x="127541" y="73339"/>
                  <a:pt x="126140" y="79246"/>
                  <a:pt x="123338" y="85224"/>
                </a:cubicBezTo>
                <a:cubicBezTo>
                  <a:pt x="120536" y="91201"/>
                  <a:pt x="116677" y="95708"/>
                  <a:pt x="111761" y="98744"/>
                </a:cubicBezTo>
                <a:cubicBezTo>
                  <a:pt x="106846" y="101781"/>
                  <a:pt x="101372" y="103299"/>
                  <a:pt x="95340" y="103299"/>
                </a:cubicBezTo>
                <a:cubicBezTo>
                  <a:pt x="85509" y="103299"/>
                  <a:pt x="77696" y="99385"/>
                  <a:pt x="71902" y="91556"/>
                </a:cubicBezTo>
                <a:cubicBezTo>
                  <a:pt x="67010" y="84961"/>
                  <a:pt x="64564" y="77560"/>
                  <a:pt x="64564" y="69353"/>
                </a:cubicBezTo>
                <a:cubicBezTo>
                  <a:pt x="64564" y="63375"/>
                  <a:pt x="66048" y="57432"/>
                  <a:pt x="69017" y="51525"/>
                </a:cubicBezTo>
                <a:cubicBezTo>
                  <a:pt x="71985" y="45618"/>
                  <a:pt x="75892" y="41253"/>
                  <a:pt x="80736" y="38430"/>
                </a:cubicBezTo>
                <a:cubicBezTo>
                  <a:pt x="85580" y="35607"/>
                  <a:pt x="90710" y="34196"/>
                  <a:pt x="96124" y="34196"/>
                </a:cubicBezTo>
                <a:moveTo>
                  <a:pt x="93915" y="38898"/>
                </a:moveTo>
                <a:cubicBezTo>
                  <a:pt x="91398" y="38898"/>
                  <a:pt x="88869" y="39643"/>
                  <a:pt x="86328" y="41135"/>
                </a:cubicBezTo>
                <a:cubicBezTo>
                  <a:pt x="83787" y="42625"/>
                  <a:pt x="81733" y="45239"/>
                  <a:pt x="80166" y="48978"/>
                </a:cubicBezTo>
                <a:cubicBezTo>
                  <a:pt x="78599" y="52717"/>
                  <a:pt x="77815" y="57520"/>
                  <a:pt x="77815" y="63387"/>
                </a:cubicBezTo>
                <a:cubicBezTo>
                  <a:pt x="77815" y="72851"/>
                  <a:pt x="79703" y="81015"/>
                  <a:pt x="83479" y="87878"/>
                </a:cubicBezTo>
                <a:cubicBezTo>
                  <a:pt x="87254" y="94739"/>
                  <a:pt x="92229" y="98170"/>
                  <a:pt x="98404" y="98170"/>
                </a:cubicBezTo>
                <a:cubicBezTo>
                  <a:pt x="103011" y="98170"/>
                  <a:pt x="106810" y="96277"/>
                  <a:pt x="109802" y="92491"/>
                </a:cubicBezTo>
                <a:cubicBezTo>
                  <a:pt x="112794" y="88704"/>
                  <a:pt x="114290" y="82198"/>
                  <a:pt x="114290" y="72971"/>
                </a:cubicBezTo>
                <a:cubicBezTo>
                  <a:pt x="114290" y="61424"/>
                  <a:pt x="111797" y="52338"/>
                  <a:pt x="106810" y="45712"/>
                </a:cubicBezTo>
                <a:cubicBezTo>
                  <a:pt x="103438" y="41169"/>
                  <a:pt x="99140" y="38898"/>
                  <a:pt x="93915" y="38898"/>
                </a:cubicBezTo>
                <a:close/>
                <a:moveTo>
                  <a:pt x="183251" y="93971"/>
                </a:moveTo>
                <a:cubicBezTo>
                  <a:pt x="180068" y="97294"/>
                  <a:pt x="176958" y="99680"/>
                  <a:pt x="173918" y="101129"/>
                </a:cubicBezTo>
                <a:cubicBezTo>
                  <a:pt x="170878" y="102576"/>
                  <a:pt x="167601" y="103299"/>
                  <a:pt x="164087" y="103299"/>
                </a:cubicBezTo>
                <a:cubicBezTo>
                  <a:pt x="156963" y="103299"/>
                  <a:pt x="150741" y="100326"/>
                  <a:pt x="145422" y="94379"/>
                </a:cubicBezTo>
                <a:cubicBezTo>
                  <a:pt x="140102" y="88430"/>
                  <a:pt x="137443" y="80786"/>
                  <a:pt x="137443" y="71448"/>
                </a:cubicBezTo>
                <a:cubicBezTo>
                  <a:pt x="137443" y="62111"/>
                  <a:pt x="140387" y="53568"/>
                  <a:pt x="146277" y="45819"/>
                </a:cubicBezTo>
                <a:cubicBezTo>
                  <a:pt x="152166" y="38070"/>
                  <a:pt x="159741" y="34196"/>
                  <a:pt x="169002" y="34196"/>
                </a:cubicBezTo>
                <a:cubicBezTo>
                  <a:pt x="174749" y="34196"/>
                  <a:pt x="179499" y="36023"/>
                  <a:pt x="183251" y="39679"/>
                </a:cubicBezTo>
                <a:lnTo>
                  <a:pt x="183251" y="27499"/>
                </a:lnTo>
                <a:cubicBezTo>
                  <a:pt x="183251" y="20074"/>
                  <a:pt x="183072" y="15510"/>
                  <a:pt x="182716" y="13807"/>
                </a:cubicBezTo>
                <a:cubicBezTo>
                  <a:pt x="182360" y="12105"/>
                  <a:pt x="181802" y="10946"/>
                  <a:pt x="181042" y="10330"/>
                </a:cubicBezTo>
                <a:cubicBezTo>
                  <a:pt x="180282" y="9713"/>
                  <a:pt x="179332" y="9404"/>
                  <a:pt x="178192" y="9404"/>
                </a:cubicBezTo>
                <a:cubicBezTo>
                  <a:pt x="176958" y="9404"/>
                  <a:pt x="175319" y="9784"/>
                  <a:pt x="173277" y="10544"/>
                </a:cubicBezTo>
                <a:lnTo>
                  <a:pt x="172351" y="7979"/>
                </a:lnTo>
                <a:lnTo>
                  <a:pt x="191799" y="0"/>
                </a:lnTo>
                <a:lnTo>
                  <a:pt x="195005" y="0"/>
                </a:lnTo>
                <a:lnTo>
                  <a:pt x="195005" y="75515"/>
                </a:lnTo>
                <a:cubicBezTo>
                  <a:pt x="195005" y="83131"/>
                  <a:pt x="195183" y="87778"/>
                  <a:pt x="195540" y="89456"/>
                </a:cubicBezTo>
                <a:cubicBezTo>
                  <a:pt x="195896" y="91135"/>
                  <a:pt x="196466" y="92307"/>
                  <a:pt x="197249" y="92972"/>
                </a:cubicBezTo>
                <a:cubicBezTo>
                  <a:pt x="198033" y="93635"/>
                  <a:pt x="198947" y="93967"/>
                  <a:pt x="199992" y="93967"/>
                </a:cubicBezTo>
                <a:cubicBezTo>
                  <a:pt x="201274" y="93967"/>
                  <a:pt x="202984" y="93563"/>
                  <a:pt x="205121" y="92756"/>
                </a:cubicBezTo>
                <a:lnTo>
                  <a:pt x="205905" y="95320"/>
                </a:lnTo>
                <a:lnTo>
                  <a:pt x="186528" y="103299"/>
                </a:lnTo>
                <a:lnTo>
                  <a:pt x="183251" y="103299"/>
                </a:lnTo>
                <a:lnTo>
                  <a:pt x="183251" y="93971"/>
                </a:lnTo>
                <a:moveTo>
                  <a:pt x="183251" y="88995"/>
                </a:moveTo>
                <a:lnTo>
                  <a:pt x="183251" y="55454"/>
                </a:lnTo>
                <a:cubicBezTo>
                  <a:pt x="182966" y="52232"/>
                  <a:pt x="182111" y="49295"/>
                  <a:pt x="180686" y="46643"/>
                </a:cubicBezTo>
                <a:cubicBezTo>
                  <a:pt x="179261" y="43989"/>
                  <a:pt x="177373" y="41988"/>
                  <a:pt x="175022" y="40638"/>
                </a:cubicBezTo>
                <a:cubicBezTo>
                  <a:pt x="172671" y="39288"/>
                  <a:pt x="170380" y="38613"/>
                  <a:pt x="168148" y="38613"/>
                </a:cubicBezTo>
                <a:cubicBezTo>
                  <a:pt x="163968" y="38613"/>
                  <a:pt x="160240" y="40484"/>
                  <a:pt x="156963" y="44227"/>
                </a:cubicBezTo>
                <a:cubicBezTo>
                  <a:pt x="152641" y="49153"/>
                  <a:pt x="150480" y="56354"/>
                  <a:pt x="150480" y="65829"/>
                </a:cubicBezTo>
                <a:cubicBezTo>
                  <a:pt x="150480" y="75399"/>
                  <a:pt x="152570" y="82731"/>
                  <a:pt x="156749" y="87824"/>
                </a:cubicBezTo>
                <a:cubicBezTo>
                  <a:pt x="160928" y="92917"/>
                  <a:pt x="165583" y="95463"/>
                  <a:pt x="170712" y="95463"/>
                </a:cubicBezTo>
                <a:cubicBezTo>
                  <a:pt x="175034" y="95463"/>
                  <a:pt x="179214" y="93307"/>
                  <a:pt x="183251" y="88995"/>
                </a:cubicBezTo>
                <a:close/>
                <a:moveTo>
                  <a:pt x="221080" y="60697"/>
                </a:moveTo>
                <a:cubicBezTo>
                  <a:pt x="221033" y="70341"/>
                  <a:pt x="223384" y="77906"/>
                  <a:pt x="228133" y="83390"/>
                </a:cubicBezTo>
                <a:cubicBezTo>
                  <a:pt x="232882" y="88874"/>
                  <a:pt x="238463" y="91616"/>
                  <a:pt x="244875" y="91616"/>
                </a:cubicBezTo>
                <a:cubicBezTo>
                  <a:pt x="249149" y="91616"/>
                  <a:pt x="252866" y="90435"/>
                  <a:pt x="256024" y="88074"/>
                </a:cubicBezTo>
                <a:cubicBezTo>
                  <a:pt x="259182" y="85712"/>
                  <a:pt x="261830" y="81669"/>
                  <a:pt x="263967" y="75943"/>
                </a:cubicBezTo>
                <a:lnTo>
                  <a:pt x="266176" y="77374"/>
                </a:lnTo>
                <a:cubicBezTo>
                  <a:pt x="265178" y="83915"/>
                  <a:pt x="262281" y="89871"/>
                  <a:pt x="257484" y="95242"/>
                </a:cubicBezTo>
                <a:cubicBezTo>
                  <a:pt x="252687" y="100614"/>
                  <a:pt x="246679" y="103299"/>
                  <a:pt x="239460" y="103299"/>
                </a:cubicBezTo>
                <a:cubicBezTo>
                  <a:pt x="231624" y="103299"/>
                  <a:pt x="224915" y="100254"/>
                  <a:pt x="219335" y="94165"/>
                </a:cubicBezTo>
                <a:cubicBezTo>
                  <a:pt x="213754" y="88074"/>
                  <a:pt x="210964" y="79885"/>
                  <a:pt x="210964" y="69600"/>
                </a:cubicBezTo>
                <a:cubicBezTo>
                  <a:pt x="210964" y="58463"/>
                  <a:pt x="213826" y="49778"/>
                  <a:pt x="219549" y="43546"/>
                </a:cubicBezTo>
                <a:cubicBezTo>
                  <a:pt x="225272" y="37312"/>
                  <a:pt x="232455" y="34196"/>
                  <a:pt x="241099" y="34196"/>
                </a:cubicBezTo>
                <a:cubicBezTo>
                  <a:pt x="248413" y="34196"/>
                  <a:pt x="254421" y="36600"/>
                  <a:pt x="259123" y="41409"/>
                </a:cubicBezTo>
                <a:cubicBezTo>
                  <a:pt x="263825" y="46216"/>
                  <a:pt x="266176" y="52646"/>
                  <a:pt x="266176" y="60697"/>
                </a:cubicBezTo>
                <a:lnTo>
                  <a:pt x="221080" y="60697"/>
                </a:lnTo>
                <a:moveTo>
                  <a:pt x="221080" y="56565"/>
                </a:moveTo>
                <a:lnTo>
                  <a:pt x="251286" y="56565"/>
                </a:lnTo>
                <a:cubicBezTo>
                  <a:pt x="251049" y="52420"/>
                  <a:pt x="250550" y="49500"/>
                  <a:pt x="249790" y="47805"/>
                </a:cubicBezTo>
                <a:cubicBezTo>
                  <a:pt x="248603" y="45166"/>
                  <a:pt x="246834" y="43093"/>
                  <a:pt x="244483" y="41587"/>
                </a:cubicBezTo>
                <a:cubicBezTo>
                  <a:pt x="242132" y="40079"/>
                  <a:pt x="239674" y="39325"/>
                  <a:pt x="237109" y="39325"/>
                </a:cubicBezTo>
                <a:cubicBezTo>
                  <a:pt x="233167" y="39325"/>
                  <a:pt x="229641" y="40844"/>
                  <a:pt x="226530" y="43882"/>
                </a:cubicBezTo>
                <a:cubicBezTo>
                  <a:pt x="223419" y="46920"/>
                  <a:pt x="221603" y="51148"/>
                  <a:pt x="221080" y="56565"/>
                </a:cubicBezTo>
                <a:close/>
                <a:moveTo>
                  <a:pt x="322190" y="60697"/>
                </a:moveTo>
                <a:cubicBezTo>
                  <a:pt x="322142" y="70341"/>
                  <a:pt x="324493" y="77906"/>
                  <a:pt x="329243" y="83390"/>
                </a:cubicBezTo>
                <a:cubicBezTo>
                  <a:pt x="333992" y="88874"/>
                  <a:pt x="339572" y="91616"/>
                  <a:pt x="345984" y="91616"/>
                </a:cubicBezTo>
                <a:cubicBezTo>
                  <a:pt x="350259" y="91616"/>
                  <a:pt x="353975" y="90435"/>
                  <a:pt x="357133" y="88074"/>
                </a:cubicBezTo>
                <a:cubicBezTo>
                  <a:pt x="360292" y="85712"/>
                  <a:pt x="362939" y="81669"/>
                  <a:pt x="365077" y="75943"/>
                </a:cubicBezTo>
                <a:lnTo>
                  <a:pt x="367285" y="77374"/>
                </a:lnTo>
                <a:cubicBezTo>
                  <a:pt x="366288" y="83915"/>
                  <a:pt x="363391" y="89871"/>
                  <a:pt x="358594" y="95242"/>
                </a:cubicBezTo>
                <a:cubicBezTo>
                  <a:pt x="353797" y="100614"/>
                  <a:pt x="347789" y="103299"/>
                  <a:pt x="340570" y="103299"/>
                </a:cubicBezTo>
                <a:cubicBezTo>
                  <a:pt x="332733" y="103299"/>
                  <a:pt x="326025" y="100254"/>
                  <a:pt x="320444" y="94165"/>
                </a:cubicBezTo>
                <a:cubicBezTo>
                  <a:pt x="314864" y="88074"/>
                  <a:pt x="312074" y="79885"/>
                  <a:pt x="312074" y="69600"/>
                </a:cubicBezTo>
                <a:cubicBezTo>
                  <a:pt x="312074" y="58463"/>
                  <a:pt x="314935" y="49778"/>
                  <a:pt x="320658" y="43546"/>
                </a:cubicBezTo>
                <a:cubicBezTo>
                  <a:pt x="326381" y="37312"/>
                  <a:pt x="333565" y="34196"/>
                  <a:pt x="342208" y="34196"/>
                </a:cubicBezTo>
                <a:cubicBezTo>
                  <a:pt x="349522" y="34196"/>
                  <a:pt x="355530" y="36600"/>
                  <a:pt x="360232" y="41409"/>
                </a:cubicBezTo>
                <a:cubicBezTo>
                  <a:pt x="364934" y="46216"/>
                  <a:pt x="367285" y="52646"/>
                  <a:pt x="367285" y="60697"/>
                </a:cubicBezTo>
                <a:lnTo>
                  <a:pt x="322190" y="60697"/>
                </a:lnTo>
                <a:moveTo>
                  <a:pt x="322190" y="56565"/>
                </a:moveTo>
                <a:lnTo>
                  <a:pt x="352396" y="56565"/>
                </a:lnTo>
                <a:cubicBezTo>
                  <a:pt x="352158" y="52420"/>
                  <a:pt x="351660" y="49500"/>
                  <a:pt x="350900" y="47805"/>
                </a:cubicBezTo>
                <a:cubicBezTo>
                  <a:pt x="349712" y="45166"/>
                  <a:pt x="347943" y="43093"/>
                  <a:pt x="345592" y="41587"/>
                </a:cubicBezTo>
                <a:cubicBezTo>
                  <a:pt x="343241" y="40079"/>
                  <a:pt x="340784" y="39325"/>
                  <a:pt x="338219" y="39325"/>
                </a:cubicBezTo>
                <a:cubicBezTo>
                  <a:pt x="334277" y="39325"/>
                  <a:pt x="330751" y="40844"/>
                  <a:pt x="327640" y="43882"/>
                </a:cubicBezTo>
                <a:cubicBezTo>
                  <a:pt x="324529" y="46920"/>
                  <a:pt x="322712" y="51148"/>
                  <a:pt x="322190" y="56565"/>
                </a:cubicBezTo>
                <a:close/>
                <a:moveTo>
                  <a:pt x="395230" y="48210"/>
                </a:moveTo>
                <a:cubicBezTo>
                  <a:pt x="399979" y="43419"/>
                  <a:pt x="402781" y="40664"/>
                  <a:pt x="403636" y="39946"/>
                </a:cubicBezTo>
                <a:cubicBezTo>
                  <a:pt x="405774" y="38125"/>
                  <a:pt x="408077" y="36711"/>
                  <a:pt x="410547" y="35705"/>
                </a:cubicBezTo>
                <a:cubicBezTo>
                  <a:pt x="413016" y="34699"/>
                  <a:pt x="415462" y="34196"/>
                  <a:pt x="417885" y="34196"/>
                </a:cubicBezTo>
                <a:cubicBezTo>
                  <a:pt x="421969" y="34196"/>
                  <a:pt x="425484" y="35393"/>
                  <a:pt x="428428" y="37789"/>
                </a:cubicBezTo>
                <a:cubicBezTo>
                  <a:pt x="431373" y="40184"/>
                  <a:pt x="433344" y="43658"/>
                  <a:pt x="434341" y="48210"/>
                </a:cubicBezTo>
                <a:cubicBezTo>
                  <a:pt x="439233" y="42460"/>
                  <a:pt x="443365" y="38688"/>
                  <a:pt x="446737" y="36892"/>
                </a:cubicBezTo>
                <a:cubicBezTo>
                  <a:pt x="450109" y="35094"/>
                  <a:pt x="453576" y="34196"/>
                  <a:pt x="457138" y="34196"/>
                </a:cubicBezTo>
                <a:cubicBezTo>
                  <a:pt x="460605" y="34196"/>
                  <a:pt x="463681" y="35084"/>
                  <a:pt x="466364" y="36860"/>
                </a:cubicBezTo>
                <a:cubicBezTo>
                  <a:pt x="469047" y="38636"/>
                  <a:pt x="471173" y="41536"/>
                  <a:pt x="472740" y="45563"/>
                </a:cubicBezTo>
                <a:cubicBezTo>
                  <a:pt x="473785" y="48310"/>
                  <a:pt x="474307" y="52620"/>
                  <a:pt x="474307" y="58493"/>
                </a:cubicBezTo>
                <a:lnTo>
                  <a:pt x="474307" y="86486"/>
                </a:lnTo>
                <a:cubicBezTo>
                  <a:pt x="474307" y="90595"/>
                  <a:pt x="474616" y="93413"/>
                  <a:pt x="475233" y="94942"/>
                </a:cubicBezTo>
                <a:cubicBezTo>
                  <a:pt x="475708" y="95993"/>
                  <a:pt x="476587" y="96888"/>
                  <a:pt x="477869" y="97629"/>
                </a:cubicBezTo>
                <a:cubicBezTo>
                  <a:pt x="479152" y="98370"/>
                  <a:pt x="481241" y="98740"/>
                  <a:pt x="484138" y="98740"/>
                </a:cubicBezTo>
                <a:lnTo>
                  <a:pt x="484138" y="101304"/>
                </a:lnTo>
                <a:lnTo>
                  <a:pt x="451938" y="101304"/>
                </a:lnTo>
                <a:lnTo>
                  <a:pt x="451938" y="98740"/>
                </a:lnTo>
                <a:lnTo>
                  <a:pt x="453291" y="98740"/>
                </a:lnTo>
                <a:cubicBezTo>
                  <a:pt x="456093" y="98740"/>
                  <a:pt x="458278" y="98191"/>
                  <a:pt x="459845" y="97092"/>
                </a:cubicBezTo>
                <a:cubicBezTo>
                  <a:pt x="460938" y="96328"/>
                  <a:pt x="461721" y="95110"/>
                  <a:pt x="462196" y="93437"/>
                </a:cubicBezTo>
                <a:cubicBezTo>
                  <a:pt x="462386" y="92625"/>
                  <a:pt x="462481" y="90308"/>
                  <a:pt x="462481" y="86486"/>
                </a:cubicBezTo>
                <a:lnTo>
                  <a:pt x="462481" y="58600"/>
                </a:lnTo>
                <a:cubicBezTo>
                  <a:pt x="462481" y="53315"/>
                  <a:pt x="461840" y="49587"/>
                  <a:pt x="460558" y="47417"/>
                </a:cubicBezTo>
                <a:cubicBezTo>
                  <a:pt x="458706" y="44397"/>
                  <a:pt x="455737" y="42887"/>
                  <a:pt x="451653" y="42887"/>
                </a:cubicBezTo>
                <a:cubicBezTo>
                  <a:pt x="449136" y="42887"/>
                  <a:pt x="446606" y="43514"/>
                  <a:pt x="444066" y="44768"/>
                </a:cubicBezTo>
                <a:cubicBezTo>
                  <a:pt x="441525" y="46022"/>
                  <a:pt x="438449" y="48353"/>
                  <a:pt x="434840" y="51759"/>
                </a:cubicBezTo>
                <a:lnTo>
                  <a:pt x="434697" y="52540"/>
                </a:lnTo>
                <a:lnTo>
                  <a:pt x="434840" y="55581"/>
                </a:lnTo>
                <a:lnTo>
                  <a:pt x="434840" y="86486"/>
                </a:lnTo>
                <a:cubicBezTo>
                  <a:pt x="434840" y="90978"/>
                  <a:pt x="435089" y="93772"/>
                  <a:pt x="435588" y="94871"/>
                </a:cubicBezTo>
                <a:cubicBezTo>
                  <a:pt x="436087" y="95969"/>
                  <a:pt x="437025" y="96888"/>
                  <a:pt x="438402" y="97629"/>
                </a:cubicBezTo>
                <a:cubicBezTo>
                  <a:pt x="439779" y="98370"/>
                  <a:pt x="442130" y="98740"/>
                  <a:pt x="445455" y="98740"/>
                </a:cubicBezTo>
                <a:lnTo>
                  <a:pt x="445455" y="101304"/>
                </a:lnTo>
                <a:lnTo>
                  <a:pt x="412470" y="101304"/>
                </a:lnTo>
                <a:lnTo>
                  <a:pt x="412470" y="98740"/>
                </a:lnTo>
                <a:cubicBezTo>
                  <a:pt x="416080" y="98740"/>
                  <a:pt x="418561" y="98310"/>
                  <a:pt x="419915" y="97451"/>
                </a:cubicBezTo>
                <a:cubicBezTo>
                  <a:pt x="421268" y="96590"/>
                  <a:pt x="422206" y="95300"/>
                  <a:pt x="422729" y="93582"/>
                </a:cubicBezTo>
                <a:cubicBezTo>
                  <a:pt x="422966" y="92768"/>
                  <a:pt x="423085" y="90403"/>
                  <a:pt x="423085" y="86486"/>
                </a:cubicBezTo>
                <a:lnTo>
                  <a:pt x="423085" y="58618"/>
                </a:lnTo>
                <a:cubicBezTo>
                  <a:pt x="423085" y="53336"/>
                  <a:pt x="422301" y="49525"/>
                  <a:pt x="420734" y="47186"/>
                </a:cubicBezTo>
                <a:cubicBezTo>
                  <a:pt x="418644" y="44130"/>
                  <a:pt x="415724" y="42602"/>
                  <a:pt x="411972" y="42602"/>
                </a:cubicBezTo>
                <a:cubicBezTo>
                  <a:pt x="409407" y="42602"/>
                  <a:pt x="406866" y="43294"/>
                  <a:pt x="404349" y="44677"/>
                </a:cubicBezTo>
                <a:cubicBezTo>
                  <a:pt x="400407" y="46776"/>
                  <a:pt x="397367" y="49136"/>
                  <a:pt x="395230" y="51759"/>
                </a:cubicBezTo>
                <a:lnTo>
                  <a:pt x="395230" y="86486"/>
                </a:lnTo>
                <a:cubicBezTo>
                  <a:pt x="395230" y="90786"/>
                  <a:pt x="395527" y="93581"/>
                  <a:pt x="396120" y="94871"/>
                </a:cubicBezTo>
                <a:cubicBezTo>
                  <a:pt x="396714" y="96160"/>
                  <a:pt x="397593" y="97128"/>
                  <a:pt x="398756" y="97774"/>
                </a:cubicBezTo>
                <a:cubicBezTo>
                  <a:pt x="399920" y="98418"/>
                  <a:pt x="402283" y="98740"/>
                  <a:pt x="405845" y="98740"/>
                </a:cubicBezTo>
                <a:lnTo>
                  <a:pt x="405845" y="101304"/>
                </a:lnTo>
                <a:lnTo>
                  <a:pt x="373573" y="101304"/>
                </a:lnTo>
                <a:lnTo>
                  <a:pt x="373573" y="98740"/>
                </a:lnTo>
                <a:cubicBezTo>
                  <a:pt x="376565" y="98740"/>
                  <a:pt x="378655" y="98418"/>
                  <a:pt x="379842" y="97774"/>
                </a:cubicBezTo>
                <a:cubicBezTo>
                  <a:pt x="381029" y="97128"/>
                  <a:pt x="381932" y="96101"/>
                  <a:pt x="382549" y="94692"/>
                </a:cubicBezTo>
                <a:cubicBezTo>
                  <a:pt x="383166" y="93282"/>
                  <a:pt x="383475" y="90547"/>
                  <a:pt x="383475" y="86486"/>
                </a:cubicBezTo>
                <a:lnTo>
                  <a:pt x="383475" y="61695"/>
                </a:lnTo>
                <a:cubicBezTo>
                  <a:pt x="383475" y="54523"/>
                  <a:pt x="383261" y="49892"/>
                  <a:pt x="382834" y="47803"/>
                </a:cubicBezTo>
                <a:cubicBezTo>
                  <a:pt x="382502" y="46235"/>
                  <a:pt x="381979" y="45155"/>
                  <a:pt x="381267" y="44561"/>
                </a:cubicBezTo>
                <a:cubicBezTo>
                  <a:pt x="380554" y="43967"/>
                  <a:pt x="379581" y="43671"/>
                  <a:pt x="378346" y="43671"/>
                </a:cubicBezTo>
                <a:cubicBezTo>
                  <a:pt x="377016" y="43671"/>
                  <a:pt x="375425" y="44027"/>
                  <a:pt x="373573" y="44739"/>
                </a:cubicBezTo>
                <a:lnTo>
                  <a:pt x="372504" y="42175"/>
                </a:lnTo>
                <a:lnTo>
                  <a:pt x="392167" y="34196"/>
                </a:lnTo>
                <a:lnTo>
                  <a:pt x="395230" y="34196"/>
                </a:lnTo>
                <a:lnTo>
                  <a:pt x="395230" y="48210"/>
                </a:lnTo>
                <a:close/>
                <a:moveTo>
                  <a:pt x="507099" y="47502"/>
                </a:moveTo>
                <a:cubicBezTo>
                  <a:pt x="513415" y="38631"/>
                  <a:pt x="520231" y="34196"/>
                  <a:pt x="527545" y="34196"/>
                </a:cubicBezTo>
                <a:cubicBezTo>
                  <a:pt x="534241" y="34196"/>
                  <a:pt x="540083" y="37054"/>
                  <a:pt x="545070" y="42771"/>
                </a:cubicBezTo>
                <a:cubicBezTo>
                  <a:pt x="550057" y="48488"/>
                  <a:pt x="552550" y="56305"/>
                  <a:pt x="552550" y="66221"/>
                </a:cubicBezTo>
                <a:cubicBezTo>
                  <a:pt x="552550" y="77797"/>
                  <a:pt x="548703" y="87120"/>
                  <a:pt x="541009" y="94189"/>
                </a:cubicBezTo>
                <a:cubicBezTo>
                  <a:pt x="534408" y="100263"/>
                  <a:pt x="527046" y="103299"/>
                  <a:pt x="518925" y="103299"/>
                </a:cubicBezTo>
                <a:cubicBezTo>
                  <a:pt x="515125" y="103299"/>
                  <a:pt x="511266" y="102606"/>
                  <a:pt x="507348" y="101220"/>
                </a:cubicBezTo>
                <a:cubicBezTo>
                  <a:pt x="503430" y="99834"/>
                  <a:pt x="499428" y="97754"/>
                  <a:pt x="495344" y="94980"/>
                </a:cubicBezTo>
                <a:lnTo>
                  <a:pt x="495344" y="27499"/>
                </a:lnTo>
                <a:cubicBezTo>
                  <a:pt x="495344" y="20090"/>
                  <a:pt x="495166" y="15531"/>
                  <a:pt x="494810" y="13821"/>
                </a:cubicBezTo>
                <a:cubicBezTo>
                  <a:pt x="494453" y="12111"/>
                  <a:pt x="493895" y="10947"/>
                  <a:pt x="493135" y="10330"/>
                </a:cubicBezTo>
                <a:cubicBezTo>
                  <a:pt x="492376" y="9713"/>
                  <a:pt x="491426" y="9404"/>
                  <a:pt x="490286" y="9404"/>
                </a:cubicBezTo>
                <a:cubicBezTo>
                  <a:pt x="488956" y="9404"/>
                  <a:pt x="487294" y="9784"/>
                  <a:pt x="485299" y="10544"/>
                </a:cubicBezTo>
                <a:lnTo>
                  <a:pt x="484302" y="7979"/>
                </a:lnTo>
                <a:lnTo>
                  <a:pt x="503893" y="0"/>
                </a:lnTo>
                <a:lnTo>
                  <a:pt x="507099" y="0"/>
                </a:lnTo>
                <a:lnTo>
                  <a:pt x="507099" y="47502"/>
                </a:lnTo>
                <a:moveTo>
                  <a:pt x="507099" y="52037"/>
                </a:moveTo>
                <a:lnTo>
                  <a:pt x="507099" y="90870"/>
                </a:lnTo>
                <a:cubicBezTo>
                  <a:pt x="509521" y="93233"/>
                  <a:pt x="512026" y="95017"/>
                  <a:pt x="514615" y="96222"/>
                </a:cubicBezTo>
                <a:cubicBezTo>
                  <a:pt x="517203" y="97426"/>
                  <a:pt x="519851" y="98027"/>
                  <a:pt x="522558" y="98027"/>
                </a:cubicBezTo>
                <a:cubicBezTo>
                  <a:pt x="526880" y="98027"/>
                  <a:pt x="530905" y="95665"/>
                  <a:pt x="534633" y="90941"/>
                </a:cubicBezTo>
                <a:cubicBezTo>
                  <a:pt x="538361" y="86217"/>
                  <a:pt x="540226" y="79343"/>
                  <a:pt x="540226" y="70319"/>
                </a:cubicBezTo>
                <a:cubicBezTo>
                  <a:pt x="540226" y="62005"/>
                  <a:pt x="538361" y="55615"/>
                  <a:pt x="534633" y="51151"/>
                </a:cubicBezTo>
                <a:cubicBezTo>
                  <a:pt x="530905" y="46687"/>
                  <a:pt x="526666" y="44454"/>
                  <a:pt x="521917" y="44454"/>
                </a:cubicBezTo>
                <a:cubicBezTo>
                  <a:pt x="519400" y="44454"/>
                  <a:pt x="516882" y="45092"/>
                  <a:pt x="514365" y="46367"/>
                </a:cubicBezTo>
                <a:cubicBezTo>
                  <a:pt x="512465" y="47312"/>
                  <a:pt x="510043" y="49202"/>
                  <a:pt x="507099" y="52037"/>
                </a:cubicBezTo>
                <a:close/>
                <a:moveTo>
                  <a:pt x="573139" y="60697"/>
                </a:moveTo>
                <a:cubicBezTo>
                  <a:pt x="573092" y="70341"/>
                  <a:pt x="575443" y="77906"/>
                  <a:pt x="580192" y="83390"/>
                </a:cubicBezTo>
                <a:cubicBezTo>
                  <a:pt x="584942" y="88874"/>
                  <a:pt x="590522" y="91616"/>
                  <a:pt x="596934" y="91616"/>
                </a:cubicBezTo>
                <a:cubicBezTo>
                  <a:pt x="601208" y="91616"/>
                  <a:pt x="604925" y="90435"/>
                  <a:pt x="608083" y="88074"/>
                </a:cubicBezTo>
                <a:cubicBezTo>
                  <a:pt x="611241" y="85712"/>
                  <a:pt x="613889" y="81669"/>
                  <a:pt x="616026" y="75943"/>
                </a:cubicBezTo>
                <a:lnTo>
                  <a:pt x="618235" y="77374"/>
                </a:lnTo>
                <a:cubicBezTo>
                  <a:pt x="617237" y="83915"/>
                  <a:pt x="614340" y="89871"/>
                  <a:pt x="609543" y="95242"/>
                </a:cubicBezTo>
                <a:cubicBezTo>
                  <a:pt x="604747" y="100614"/>
                  <a:pt x="598739" y="103299"/>
                  <a:pt x="591520" y="103299"/>
                </a:cubicBezTo>
                <a:cubicBezTo>
                  <a:pt x="583683" y="103299"/>
                  <a:pt x="576975" y="100254"/>
                  <a:pt x="571394" y="94165"/>
                </a:cubicBezTo>
                <a:cubicBezTo>
                  <a:pt x="565813" y="88074"/>
                  <a:pt x="563023" y="79885"/>
                  <a:pt x="563023" y="69600"/>
                </a:cubicBezTo>
                <a:cubicBezTo>
                  <a:pt x="563023" y="58463"/>
                  <a:pt x="565885" y="49778"/>
                  <a:pt x="571608" y="43546"/>
                </a:cubicBezTo>
                <a:cubicBezTo>
                  <a:pt x="577331" y="37312"/>
                  <a:pt x="584514" y="34196"/>
                  <a:pt x="593158" y="34196"/>
                </a:cubicBezTo>
                <a:cubicBezTo>
                  <a:pt x="600472" y="34196"/>
                  <a:pt x="606480" y="36600"/>
                  <a:pt x="611182" y="41409"/>
                </a:cubicBezTo>
                <a:cubicBezTo>
                  <a:pt x="615884" y="46216"/>
                  <a:pt x="618235" y="52646"/>
                  <a:pt x="618235" y="60697"/>
                </a:cubicBezTo>
                <a:lnTo>
                  <a:pt x="573139" y="60697"/>
                </a:lnTo>
                <a:moveTo>
                  <a:pt x="573139" y="56565"/>
                </a:moveTo>
                <a:lnTo>
                  <a:pt x="603346" y="56565"/>
                </a:lnTo>
                <a:cubicBezTo>
                  <a:pt x="603108" y="52420"/>
                  <a:pt x="602609" y="49500"/>
                  <a:pt x="601849" y="47805"/>
                </a:cubicBezTo>
                <a:cubicBezTo>
                  <a:pt x="600662" y="45166"/>
                  <a:pt x="598893" y="43093"/>
                  <a:pt x="596542" y="41587"/>
                </a:cubicBezTo>
                <a:cubicBezTo>
                  <a:pt x="594191" y="40079"/>
                  <a:pt x="591733" y="39325"/>
                  <a:pt x="589169" y="39325"/>
                </a:cubicBezTo>
                <a:cubicBezTo>
                  <a:pt x="585227" y="39325"/>
                  <a:pt x="581700" y="40844"/>
                  <a:pt x="578589" y="43882"/>
                </a:cubicBezTo>
                <a:cubicBezTo>
                  <a:pt x="575478" y="46920"/>
                  <a:pt x="573662" y="51148"/>
                  <a:pt x="573139" y="56565"/>
                </a:cubicBezTo>
                <a:close/>
                <a:moveTo>
                  <a:pt x="672896" y="93971"/>
                </a:moveTo>
                <a:cubicBezTo>
                  <a:pt x="669714" y="97294"/>
                  <a:pt x="666603" y="99680"/>
                  <a:pt x="663563" y="101129"/>
                </a:cubicBezTo>
                <a:cubicBezTo>
                  <a:pt x="660524" y="102576"/>
                  <a:pt x="657247" y="103299"/>
                  <a:pt x="653732" y="103299"/>
                </a:cubicBezTo>
                <a:cubicBezTo>
                  <a:pt x="646608" y="103299"/>
                  <a:pt x="640386" y="100326"/>
                  <a:pt x="635067" y="94379"/>
                </a:cubicBezTo>
                <a:cubicBezTo>
                  <a:pt x="629748" y="88430"/>
                  <a:pt x="627088" y="80786"/>
                  <a:pt x="627088" y="71448"/>
                </a:cubicBezTo>
                <a:cubicBezTo>
                  <a:pt x="627088" y="62111"/>
                  <a:pt x="630033" y="53568"/>
                  <a:pt x="635922" y="45819"/>
                </a:cubicBezTo>
                <a:cubicBezTo>
                  <a:pt x="641811" y="38070"/>
                  <a:pt x="649386" y="34196"/>
                  <a:pt x="658648" y="34196"/>
                </a:cubicBezTo>
                <a:cubicBezTo>
                  <a:pt x="664394" y="34196"/>
                  <a:pt x="669144" y="36023"/>
                  <a:pt x="672896" y="39679"/>
                </a:cubicBezTo>
                <a:lnTo>
                  <a:pt x="672896" y="27499"/>
                </a:lnTo>
                <a:cubicBezTo>
                  <a:pt x="672896" y="20074"/>
                  <a:pt x="672718" y="15510"/>
                  <a:pt x="672361" y="13807"/>
                </a:cubicBezTo>
                <a:cubicBezTo>
                  <a:pt x="672005" y="12105"/>
                  <a:pt x="671447" y="10946"/>
                  <a:pt x="670687" y="10330"/>
                </a:cubicBezTo>
                <a:cubicBezTo>
                  <a:pt x="669927" y="9713"/>
                  <a:pt x="668978" y="9404"/>
                  <a:pt x="667838" y="9404"/>
                </a:cubicBezTo>
                <a:cubicBezTo>
                  <a:pt x="666603" y="9404"/>
                  <a:pt x="664964" y="9784"/>
                  <a:pt x="662922" y="10544"/>
                </a:cubicBezTo>
                <a:lnTo>
                  <a:pt x="661996" y="7979"/>
                </a:lnTo>
                <a:lnTo>
                  <a:pt x="681445" y="0"/>
                </a:lnTo>
                <a:lnTo>
                  <a:pt x="684651" y="0"/>
                </a:lnTo>
                <a:lnTo>
                  <a:pt x="684650" y="75515"/>
                </a:lnTo>
                <a:cubicBezTo>
                  <a:pt x="684650" y="83131"/>
                  <a:pt x="684829" y="87778"/>
                  <a:pt x="685185" y="89456"/>
                </a:cubicBezTo>
                <a:cubicBezTo>
                  <a:pt x="685541" y="91135"/>
                  <a:pt x="686111" y="92307"/>
                  <a:pt x="686895" y="92972"/>
                </a:cubicBezTo>
                <a:cubicBezTo>
                  <a:pt x="687678" y="93635"/>
                  <a:pt x="688592" y="93967"/>
                  <a:pt x="689637" y="93967"/>
                </a:cubicBezTo>
                <a:cubicBezTo>
                  <a:pt x="690920" y="93967"/>
                  <a:pt x="692629" y="93563"/>
                  <a:pt x="694767" y="92756"/>
                </a:cubicBezTo>
                <a:lnTo>
                  <a:pt x="695550" y="95320"/>
                </a:lnTo>
                <a:lnTo>
                  <a:pt x="676173" y="103299"/>
                </a:lnTo>
                <a:lnTo>
                  <a:pt x="672896" y="103299"/>
                </a:lnTo>
                <a:lnTo>
                  <a:pt x="672896" y="93971"/>
                </a:lnTo>
                <a:moveTo>
                  <a:pt x="672896" y="88995"/>
                </a:moveTo>
                <a:lnTo>
                  <a:pt x="672896" y="55454"/>
                </a:lnTo>
                <a:cubicBezTo>
                  <a:pt x="672611" y="52232"/>
                  <a:pt x="671756" y="49295"/>
                  <a:pt x="670331" y="46643"/>
                </a:cubicBezTo>
                <a:cubicBezTo>
                  <a:pt x="668906" y="43989"/>
                  <a:pt x="667018" y="41988"/>
                  <a:pt x="664667" y="40638"/>
                </a:cubicBezTo>
                <a:cubicBezTo>
                  <a:pt x="662317" y="39288"/>
                  <a:pt x="660025" y="38613"/>
                  <a:pt x="657793" y="38613"/>
                </a:cubicBezTo>
                <a:cubicBezTo>
                  <a:pt x="653613" y="38613"/>
                  <a:pt x="649885" y="40484"/>
                  <a:pt x="646608" y="44227"/>
                </a:cubicBezTo>
                <a:cubicBezTo>
                  <a:pt x="642286" y="49153"/>
                  <a:pt x="640125" y="56354"/>
                  <a:pt x="640125" y="65829"/>
                </a:cubicBezTo>
                <a:cubicBezTo>
                  <a:pt x="640125" y="75399"/>
                  <a:pt x="642215" y="82731"/>
                  <a:pt x="646394" y="87824"/>
                </a:cubicBezTo>
                <a:cubicBezTo>
                  <a:pt x="650574" y="92917"/>
                  <a:pt x="655228" y="95463"/>
                  <a:pt x="660357" y="95463"/>
                </a:cubicBezTo>
                <a:cubicBezTo>
                  <a:pt x="664679" y="95463"/>
                  <a:pt x="668859" y="93307"/>
                  <a:pt x="672896" y="88995"/>
                </a:cubicBezTo>
                <a:close/>
                <a:moveTo>
                  <a:pt x="745845" y="93971"/>
                </a:moveTo>
                <a:cubicBezTo>
                  <a:pt x="742663" y="97294"/>
                  <a:pt x="739552" y="99680"/>
                  <a:pt x="736512" y="101129"/>
                </a:cubicBezTo>
                <a:cubicBezTo>
                  <a:pt x="733473" y="102576"/>
                  <a:pt x="730196" y="103299"/>
                  <a:pt x="726681" y="103299"/>
                </a:cubicBezTo>
                <a:cubicBezTo>
                  <a:pt x="719557" y="103299"/>
                  <a:pt x="713335" y="100326"/>
                  <a:pt x="708016" y="94379"/>
                </a:cubicBezTo>
                <a:cubicBezTo>
                  <a:pt x="702697" y="88430"/>
                  <a:pt x="700037" y="80786"/>
                  <a:pt x="700037" y="71448"/>
                </a:cubicBezTo>
                <a:cubicBezTo>
                  <a:pt x="700037" y="62111"/>
                  <a:pt x="702982" y="53568"/>
                  <a:pt x="708871" y="45819"/>
                </a:cubicBezTo>
                <a:cubicBezTo>
                  <a:pt x="714760" y="38070"/>
                  <a:pt x="722335" y="34196"/>
                  <a:pt x="731597" y="34196"/>
                </a:cubicBezTo>
                <a:cubicBezTo>
                  <a:pt x="737343" y="34196"/>
                  <a:pt x="742093" y="36023"/>
                  <a:pt x="745845" y="39679"/>
                </a:cubicBezTo>
                <a:lnTo>
                  <a:pt x="745845" y="27499"/>
                </a:lnTo>
                <a:cubicBezTo>
                  <a:pt x="745845" y="20074"/>
                  <a:pt x="745667" y="15510"/>
                  <a:pt x="745311" y="13807"/>
                </a:cubicBezTo>
                <a:cubicBezTo>
                  <a:pt x="744954" y="12105"/>
                  <a:pt x="744396" y="10946"/>
                  <a:pt x="743636" y="10330"/>
                </a:cubicBezTo>
                <a:cubicBezTo>
                  <a:pt x="742877" y="9713"/>
                  <a:pt x="741927" y="9404"/>
                  <a:pt x="740787" y="9404"/>
                </a:cubicBezTo>
                <a:cubicBezTo>
                  <a:pt x="739552" y="9404"/>
                  <a:pt x="737913" y="9784"/>
                  <a:pt x="735871" y="10544"/>
                </a:cubicBezTo>
                <a:lnTo>
                  <a:pt x="734945" y="7979"/>
                </a:lnTo>
                <a:lnTo>
                  <a:pt x="754394" y="0"/>
                </a:lnTo>
                <a:lnTo>
                  <a:pt x="757600" y="0"/>
                </a:lnTo>
                <a:lnTo>
                  <a:pt x="757600" y="75515"/>
                </a:lnTo>
                <a:cubicBezTo>
                  <a:pt x="757600" y="83131"/>
                  <a:pt x="757778" y="87778"/>
                  <a:pt x="758134" y="89456"/>
                </a:cubicBezTo>
                <a:cubicBezTo>
                  <a:pt x="758490" y="91135"/>
                  <a:pt x="759060" y="92307"/>
                  <a:pt x="759844" y="92972"/>
                </a:cubicBezTo>
                <a:cubicBezTo>
                  <a:pt x="760627" y="93635"/>
                  <a:pt x="761542" y="93967"/>
                  <a:pt x="762586" y="93967"/>
                </a:cubicBezTo>
                <a:cubicBezTo>
                  <a:pt x="763869" y="93967"/>
                  <a:pt x="765579" y="93563"/>
                  <a:pt x="767716" y="92756"/>
                </a:cubicBezTo>
                <a:lnTo>
                  <a:pt x="768499" y="95320"/>
                </a:lnTo>
                <a:lnTo>
                  <a:pt x="749122" y="103299"/>
                </a:lnTo>
                <a:lnTo>
                  <a:pt x="745845" y="103299"/>
                </a:lnTo>
                <a:lnTo>
                  <a:pt x="745845" y="93971"/>
                </a:lnTo>
                <a:moveTo>
                  <a:pt x="745845" y="88995"/>
                </a:moveTo>
                <a:lnTo>
                  <a:pt x="745845" y="55454"/>
                </a:lnTo>
                <a:cubicBezTo>
                  <a:pt x="745560" y="52232"/>
                  <a:pt x="744705" y="49295"/>
                  <a:pt x="743280" y="46643"/>
                </a:cubicBezTo>
                <a:cubicBezTo>
                  <a:pt x="741855" y="43989"/>
                  <a:pt x="739968" y="41988"/>
                  <a:pt x="737617" y="40638"/>
                </a:cubicBezTo>
                <a:cubicBezTo>
                  <a:pt x="735266" y="39288"/>
                  <a:pt x="732974" y="38613"/>
                  <a:pt x="730742" y="38613"/>
                </a:cubicBezTo>
                <a:cubicBezTo>
                  <a:pt x="726562" y="38613"/>
                  <a:pt x="722834" y="40484"/>
                  <a:pt x="719557" y="44227"/>
                </a:cubicBezTo>
                <a:cubicBezTo>
                  <a:pt x="715235" y="49153"/>
                  <a:pt x="713074" y="56354"/>
                  <a:pt x="713074" y="65829"/>
                </a:cubicBezTo>
                <a:cubicBezTo>
                  <a:pt x="713074" y="75399"/>
                  <a:pt x="715164" y="82731"/>
                  <a:pt x="719343" y="87824"/>
                </a:cubicBezTo>
                <a:cubicBezTo>
                  <a:pt x="723523" y="92917"/>
                  <a:pt x="728177" y="95463"/>
                  <a:pt x="733306" y="95463"/>
                </a:cubicBezTo>
                <a:cubicBezTo>
                  <a:pt x="737628" y="95463"/>
                  <a:pt x="741808" y="93307"/>
                  <a:pt x="745845" y="88995"/>
                </a:cubicBezTo>
                <a:close/>
                <a:moveTo>
                  <a:pt x="789303" y="0"/>
                </a:moveTo>
                <a:cubicBezTo>
                  <a:pt x="791298" y="0"/>
                  <a:pt x="792996" y="704"/>
                  <a:pt x="794397" y="2113"/>
                </a:cubicBezTo>
                <a:cubicBezTo>
                  <a:pt x="795798" y="3520"/>
                  <a:pt x="796498" y="5226"/>
                  <a:pt x="796498" y="7231"/>
                </a:cubicBezTo>
                <a:cubicBezTo>
                  <a:pt x="796498" y="9236"/>
                  <a:pt x="795798" y="10955"/>
                  <a:pt x="794397" y="12387"/>
                </a:cubicBezTo>
                <a:cubicBezTo>
                  <a:pt x="792996" y="13818"/>
                  <a:pt x="791298" y="14533"/>
                  <a:pt x="789303" y="14533"/>
                </a:cubicBezTo>
                <a:cubicBezTo>
                  <a:pt x="787308" y="14533"/>
                  <a:pt x="785598" y="13818"/>
                  <a:pt x="784174" y="12387"/>
                </a:cubicBezTo>
                <a:cubicBezTo>
                  <a:pt x="782749" y="10955"/>
                  <a:pt x="782036" y="9236"/>
                  <a:pt x="782036" y="7231"/>
                </a:cubicBezTo>
                <a:cubicBezTo>
                  <a:pt x="782036" y="5226"/>
                  <a:pt x="782737" y="3520"/>
                  <a:pt x="784138" y="2113"/>
                </a:cubicBezTo>
                <a:cubicBezTo>
                  <a:pt x="785539" y="704"/>
                  <a:pt x="787261" y="0"/>
                  <a:pt x="789303" y="0"/>
                </a:cubicBezTo>
                <a:moveTo>
                  <a:pt x="795216" y="34196"/>
                </a:moveTo>
                <a:lnTo>
                  <a:pt x="795216" y="86486"/>
                </a:lnTo>
                <a:cubicBezTo>
                  <a:pt x="795216" y="90595"/>
                  <a:pt x="795513" y="93330"/>
                  <a:pt x="796106" y="94692"/>
                </a:cubicBezTo>
                <a:cubicBezTo>
                  <a:pt x="796700" y="96053"/>
                  <a:pt x="797579" y="97069"/>
                  <a:pt x="798742" y="97738"/>
                </a:cubicBezTo>
                <a:cubicBezTo>
                  <a:pt x="799906" y="98406"/>
                  <a:pt x="802031" y="98740"/>
                  <a:pt x="805118" y="98740"/>
                </a:cubicBezTo>
                <a:lnTo>
                  <a:pt x="805118" y="101304"/>
                </a:lnTo>
                <a:lnTo>
                  <a:pt x="773416" y="101304"/>
                </a:lnTo>
                <a:lnTo>
                  <a:pt x="773416" y="98740"/>
                </a:lnTo>
                <a:cubicBezTo>
                  <a:pt x="776598" y="98740"/>
                  <a:pt x="778735" y="98430"/>
                  <a:pt x="779828" y="97809"/>
                </a:cubicBezTo>
                <a:cubicBezTo>
                  <a:pt x="780920" y="97187"/>
                  <a:pt x="781787" y="96160"/>
                  <a:pt x="782428" y="94728"/>
                </a:cubicBezTo>
                <a:cubicBezTo>
                  <a:pt x="783069" y="93294"/>
                  <a:pt x="783390" y="90547"/>
                  <a:pt x="783390" y="86486"/>
                </a:cubicBezTo>
                <a:lnTo>
                  <a:pt x="783390" y="61552"/>
                </a:lnTo>
                <a:cubicBezTo>
                  <a:pt x="783390" y="54446"/>
                  <a:pt x="783176" y="49843"/>
                  <a:pt x="782749" y="47745"/>
                </a:cubicBezTo>
                <a:cubicBezTo>
                  <a:pt x="782416" y="46217"/>
                  <a:pt x="781894" y="45157"/>
                  <a:pt x="781181" y="44563"/>
                </a:cubicBezTo>
                <a:cubicBezTo>
                  <a:pt x="780469" y="43968"/>
                  <a:pt x="779495" y="43671"/>
                  <a:pt x="778261" y="43671"/>
                </a:cubicBezTo>
                <a:cubicBezTo>
                  <a:pt x="776931" y="43671"/>
                  <a:pt x="775316" y="44027"/>
                  <a:pt x="773416" y="44739"/>
                </a:cubicBezTo>
                <a:lnTo>
                  <a:pt x="772419" y="42175"/>
                </a:lnTo>
                <a:lnTo>
                  <a:pt x="792081" y="34196"/>
                </a:lnTo>
                <a:lnTo>
                  <a:pt x="795216" y="34196"/>
                </a:lnTo>
                <a:close/>
                <a:moveTo>
                  <a:pt x="832139" y="47945"/>
                </a:moveTo>
                <a:cubicBezTo>
                  <a:pt x="839785" y="38779"/>
                  <a:pt x="847076" y="34196"/>
                  <a:pt x="854010" y="34196"/>
                </a:cubicBezTo>
                <a:cubicBezTo>
                  <a:pt x="857572" y="34196"/>
                  <a:pt x="860635" y="35084"/>
                  <a:pt x="863200" y="36860"/>
                </a:cubicBezTo>
                <a:cubicBezTo>
                  <a:pt x="865765" y="38636"/>
                  <a:pt x="867807" y="41560"/>
                  <a:pt x="869327" y="45634"/>
                </a:cubicBezTo>
                <a:cubicBezTo>
                  <a:pt x="870372" y="48476"/>
                  <a:pt x="870894" y="52834"/>
                  <a:pt x="870894" y="58707"/>
                </a:cubicBezTo>
                <a:lnTo>
                  <a:pt x="870894" y="86486"/>
                </a:lnTo>
                <a:cubicBezTo>
                  <a:pt x="870894" y="90642"/>
                  <a:pt x="871226" y="93461"/>
                  <a:pt x="871891" y="94942"/>
                </a:cubicBezTo>
                <a:cubicBezTo>
                  <a:pt x="872414" y="96137"/>
                  <a:pt x="873257" y="97069"/>
                  <a:pt x="874420" y="97738"/>
                </a:cubicBezTo>
                <a:cubicBezTo>
                  <a:pt x="875584" y="98406"/>
                  <a:pt x="877733" y="98740"/>
                  <a:pt x="880868" y="98740"/>
                </a:cubicBezTo>
                <a:lnTo>
                  <a:pt x="880868" y="101304"/>
                </a:lnTo>
                <a:lnTo>
                  <a:pt x="848596" y="101304"/>
                </a:lnTo>
                <a:lnTo>
                  <a:pt x="848596" y="98740"/>
                </a:lnTo>
                <a:lnTo>
                  <a:pt x="849949" y="98740"/>
                </a:lnTo>
                <a:cubicBezTo>
                  <a:pt x="852989" y="98740"/>
                  <a:pt x="855114" y="98275"/>
                  <a:pt x="856325" y="97344"/>
                </a:cubicBezTo>
                <a:cubicBezTo>
                  <a:pt x="857536" y="96412"/>
                  <a:pt x="858379" y="95038"/>
                  <a:pt x="858854" y="93223"/>
                </a:cubicBezTo>
                <a:cubicBezTo>
                  <a:pt x="859044" y="92506"/>
                  <a:pt x="859139" y="90261"/>
                  <a:pt x="859139" y="86486"/>
                </a:cubicBezTo>
                <a:lnTo>
                  <a:pt x="859139" y="59816"/>
                </a:lnTo>
                <a:cubicBezTo>
                  <a:pt x="859139" y="53888"/>
                  <a:pt x="858367" y="49584"/>
                  <a:pt x="856824" y="46905"/>
                </a:cubicBezTo>
                <a:cubicBezTo>
                  <a:pt x="855280" y="44226"/>
                  <a:pt x="852680" y="42887"/>
                  <a:pt x="849023" y="42887"/>
                </a:cubicBezTo>
                <a:cubicBezTo>
                  <a:pt x="843371" y="42887"/>
                  <a:pt x="837743" y="45974"/>
                  <a:pt x="832139" y="52148"/>
                </a:cubicBezTo>
                <a:lnTo>
                  <a:pt x="832139" y="86486"/>
                </a:lnTo>
                <a:cubicBezTo>
                  <a:pt x="832139" y="90929"/>
                  <a:pt x="832400" y="93676"/>
                  <a:pt x="832923" y="94728"/>
                </a:cubicBezTo>
                <a:cubicBezTo>
                  <a:pt x="833588" y="96113"/>
                  <a:pt x="834502" y="97128"/>
                  <a:pt x="835665" y="97774"/>
                </a:cubicBezTo>
                <a:cubicBezTo>
                  <a:pt x="836829" y="98418"/>
                  <a:pt x="839192" y="98740"/>
                  <a:pt x="842754" y="98740"/>
                </a:cubicBezTo>
                <a:lnTo>
                  <a:pt x="842754" y="101304"/>
                </a:lnTo>
                <a:lnTo>
                  <a:pt x="810482" y="101304"/>
                </a:lnTo>
                <a:lnTo>
                  <a:pt x="810482" y="98740"/>
                </a:lnTo>
                <a:lnTo>
                  <a:pt x="811907" y="98740"/>
                </a:lnTo>
                <a:cubicBezTo>
                  <a:pt x="815231" y="98740"/>
                  <a:pt x="817475" y="97892"/>
                  <a:pt x="818639" y="96197"/>
                </a:cubicBezTo>
                <a:cubicBezTo>
                  <a:pt x="819802" y="94501"/>
                  <a:pt x="820384" y="91264"/>
                  <a:pt x="820384" y="86486"/>
                </a:cubicBezTo>
                <a:lnTo>
                  <a:pt x="820384" y="62407"/>
                </a:lnTo>
                <a:cubicBezTo>
                  <a:pt x="820384" y="54570"/>
                  <a:pt x="820206" y="49797"/>
                  <a:pt x="819850" y="48088"/>
                </a:cubicBezTo>
                <a:cubicBezTo>
                  <a:pt x="819494" y="46378"/>
                  <a:pt x="818948" y="45214"/>
                  <a:pt x="818211" y="44597"/>
                </a:cubicBezTo>
                <a:cubicBezTo>
                  <a:pt x="817475" y="43979"/>
                  <a:pt x="816490" y="43671"/>
                  <a:pt x="815255" y="43671"/>
                </a:cubicBezTo>
                <a:cubicBezTo>
                  <a:pt x="813925" y="43671"/>
                  <a:pt x="812334" y="44027"/>
                  <a:pt x="810482" y="44739"/>
                </a:cubicBezTo>
                <a:lnTo>
                  <a:pt x="809413" y="42175"/>
                </a:lnTo>
                <a:lnTo>
                  <a:pt x="829076" y="34196"/>
                </a:lnTo>
                <a:lnTo>
                  <a:pt x="832139" y="34196"/>
                </a:lnTo>
                <a:lnTo>
                  <a:pt x="832139" y="47945"/>
                </a:lnTo>
                <a:close/>
                <a:moveTo>
                  <a:pt x="903523" y="77526"/>
                </a:moveTo>
                <a:cubicBezTo>
                  <a:pt x="899534" y="75581"/>
                  <a:pt x="896470" y="72866"/>
                  <a:pt x="894333" y="69380"/>
                </a:cubicBezTo>
                <a:cubicBezTo>
                  <a:pt x="892196" y="65893"/>
                  <a:pt x="891127" y="62039"/>
                  <a:pt x="891127" y="57816"/>
                </a:cubicBezTo>
                <a:cubicBezTo>
                  <a:pt x="891127" y="51366"/>
                  <a:pt x="893561" y="45817"/>
                  <a:pt x="898429" y="41168"/>
                </a:cubicBezTo>
                <a:cubicBezTo>
                  <a:pt x="903297" y="36520"/>
                  <a:pt x="909531" y="34196"/>
                  <a:pt x="917130" y="34196"/>
                </a:cubicBezTo>
                <a:cubicBezTo>
                  <a:pt x="923352" y="34196"/>
                  <a:pt x="928742" y="35715"/>
                  <a:pt x="933302" y="38755"/>
                </a:cubicBezTo>
                <a:lnTo>
                  <a:pt x="947122" y="38755"/>
                </a:lnTo>
                <a:cubicBezTo>
                  <a:pt x="949165" y="38755"/>
                  <a:pt x="950352" y="38814"/>
                  <a:pt x="950685" y="38933"/>
                </a:cubicBezTo>
                <a:cubicBezTo>
                  <a:pt x="951017" y="39052"/>
                  <a:pt x="951254" y="39254"/>
                  <a:pt x="951397" y="39539"/>
                </a:cubicBezTo>
                <a:cubicBezTo>
                  <a:pt x="951682" y="39966"/>
                  <a:pt x="951824" y="40726"/>
                  <a:pt x="951824" y="41818"/>
                </a:cubicBezTo>
                <a:cubicBezTo>
                  <a:pt x="951824" y="43053"/>
                  <a:pt x="951706" y="43908"/>
                  <a:pt x="951468" y="44383"/>
                </a:cubicBezTo>
                <a:cubicBezTo>
                  <a:pt x="951326" y="44621"/>
                  <a:pt x="951076" y="44811"/>
                  <a:pt x="950720" y="44953"/>
                </a:cubicBezTo>
                <a:cubicBezTo>
                  <a:pt x="950364" y="45095"/>
                  <a:pt x="949165" y="45167"/>
                  <a:pt x="947122" y="45167"/>
                </a:cubicBezTo>
                <a:lnTo>
                  <a:pt x="938645" y="45167"/>
                </a:lnTo>
                <a:cubicBezTo>
                  <a:pt x="941304" y="48586"/>
                  <a:pt x="942634" y="52956"/>
                  <a:pt x="942634" y="58275"/>
                </a:cubicBezTo>
                <a:cubicBezTo>
                  <a:pt x="942634" y="64354"/>
                  <a:pt x="940307" y="69555"/>
                  <a:pt x="935653" y="73877"/>
                </a:cubicBezTo>
                <a:cubicBezTo>
                  <a:pt x="930998" y="78199"/>
                  <a:pt x="924753" y="80360"/>
                  <a:pt x="916916" y="80360"/>
                </a:cubicBezTo>
                <a:cubicBezTo>
                  <a:pt x="913687" y="80360"/>
                  <a:pt x="910386" y="79875"/>
                  <a:pt x="907014" y="78906"/>
                </a:cubicBezTo>
                <a:cubicBezTo>
                  <a:pt x="904924" y="80684"/>
                  <a:pt x="903511" y="82239"/>
                  <a:pt x="902775" y="83572"/>
                </a:cubicBezTo>
                <a:cubicBezTo>
                  <a:pt x="902039" y="84905"/>
                  <a:pt x="901671" y="86039"/>
                  <a:pt x="901671" y="86974"/>
                </a:cubicBezTo>
                <a:cubicBezTo>
                  <a:pt x="901671" y="87769"/>
                  <a:pt x="902063" y="88541"/>
                  <a:pt x="902846" y="89289"/>
                </a:cubicBezTo>
                <a:cubicBezTo>
                  <a:pt x="903630" y="90037"/>
                  <a:pt x="905162" y="90575"/>
                  <a:pt x="907441" y="90903"/>
                </a:cubicBezTo>
                <a:cubicBezTo>
                  <a:pt x="908771" y="91120"/>
                  <a:pt x="912096" y="91310"/>
                  <a:pt x="917415" y="91473"/>
                </a:cubicBezTo>
                <a:cubicBezTo>
                  <a:pt x="927199" y="91745"/>
                  <a:pt x="933539" y="92125"/>
                  <a:pt x="936436" y="92613"/>
                </a:cubicBezTo>
                <a:cubicBezTo>
                  <a:pt x="940853" y="93229"/>
                  <a:pt x="944380" y="94865"/>
                  <a:pt x="947016" y="97520"/>
                </a:cubicBezTo>
                <a:cubicBezTo>
                  <a:pt x="949651" y="100175"/>
                  <a:pt x="950969" y="103446"/>
                  <a:pt x="950969" y="107333"/>
                </a:cubicBezTo>
                <a:cubicBezTo>
                  <a:pt x="950969" y="112691"/>
                  <a:pt x="948452" y="117717"/>
                  <a:pt x="943418" y="122410"/>
                </a:cubicBezTo>
                <a:cubicBezTo>
                  <a:pt x="936009" y="129332"/>
                  <a:pt x="926344" y="132793"/>
                  <a:pt x="914423" y="132793"/>
                </a:cubicBezTo>
                <a:cubicBezTo>
                  <a:pt x="905257" y="132793"/>
                  <a:pt x="897515" y="130726"/>
                  <a:pt x="891198" y="126593"/>
                </a:cubicBezTo>
                <a:cubicBezTo>
                  <a:pt x="887636" y="124218"/>
                  <a:pt x="885855" y="121748"/>
                  <a:pt x="885855" y="119181"/>
                </a:cubicBezTo>
                <a:cubicBezTo>
                  <a:pt x="885855" y="118042"/>
                  <a:pt x="886117" y="116902"/>
                  <a:pt x="886639" y="115762"/>
                </a:cubicBezTo>
                <a:cubicBezTo>
                  <a:pt x="887446" y="114005"/>
                  <a:pt x="889109" y="111558"/>
                  <a:pt x="891626" y="108422"/>
                </a:cubicBezTo>
                <a:cubicBezTo>
                  <a:pt x="891958" y="107994"/>
                  <a:pt x="894380" y="105429"/>
                  <a:pt x="898892" y="100726"/>
                </a:cubicBezTo>
                <a:cubicBezTo>
                  <a:pt x="896423" y="99255"/>
                  <a:pt x="894677" y="97938"/>
                  <a:pt x="893656" y="96776"/>
                </a:cubicBezTo>
                <a:cubicBezTo>
                  <a:pt x="892635" y="95614"/>
                  <a:pt x="892125" y="94298"/>
                  <a:pt x="892125" y="92827"/>
                </a:cubicBezTo>
                <a:cubicBezTo>
                  <a:pt x="892125" y="91166"/>
                  <a:pt x="892801" y="89221"/>
                  <a:pt x="894155" y="86992"/>
                </a:cubicBezTo>
                <a:cubicBezTo>
                  <a:pt x="895508" y="84761"/>
                  <a:pt x="898631" y="81606"/>
                  <a:pt x="903523" y="77526"/>
                </a:cubicBezTo>
                <a:moveTo>
                  <a:pt x="915919" y="37758"/>
                </a:moveTo>
                <a:cubicBezTo>
                  <a:pt x="912404" y="37758"/>
                  <a:pt x="909460" y="39151"/>
                  <a:pt x="907085" y="41939"/>
                </a:cubicBezTo>
                <a:cubicBezTo>
                  <a:pt x="904710" y="44724"/>
                  <a:pt x="903523" y="48999"/>
                  <a:pt x="903523" y="54762"/>
                </a:cubicBezTo>
                <a:cubicBezTo>
                  <a:pt x="903523" y="62226"/>
                  <a:pt x="905138" y="68012"/>
                  <a:pt x="908367" y="72120"/>
                </a:cubicBezTo>
                <a:cubicBezTo>
                  <a:pt x="910837" y="75238"/>
                  <a:pt x="913972" y="76798"/>
                  <a:pt x="917771" y="76798"/>
                </a:cubicBezTo>
                <a:cubicBezTo>
                  <a:pt x="921381" y="76798"/>
                  <a:pt x="924349" y="75451"/>
                  <a:pt x="926676" y="72759"/>
                </a:cubicBezTo>
                <a:cubicBezTo>
                  <a:pt x="929004" y="70067"/>
                  <a:pt x="930167" y="65839"/>
                  <a:pt x="930167" y="60076"/>
                </a:cubicBezTo>
                <a:cubicBezTo>
                  <a:pt x="930167" y="52566"/>
                  <a:pt x="928529" y="46685"/>
                  <a:pt x="925252" y="42433"/>
                </a:cubicBezTo>
                <a:cubicBezTo>
                  <a:pt x="922829" y="39316"/>
                  <a:pt x="919718" y="37758"/>
                  <a:pt x="915919" y="37758"/>
                </a:cubicBezTo>
                <a:moveTo>
                  <a:pt x="902811" y="101304"/>
                </a:moveTo>
                <a:cubicBezTo>
                  <a:pt x="900578" y="103712"/>
                  <a:pt x="898892" y="105954"/>
                  <a:pt x="897753" y="108030"/>
                </a:cubicBezTo>
                <a:cubicBezTo>
                  <a:pt x="896613" y="110106"/>
                  <a:pt x="896043" y="112018"/>
                  <a:pt x="896043" y="113765"/>
                </a:cubicBezTo>
                <a:cubicBezTo>
                  <a:pt x="896043" y="116030"/>
                  <a:pt x="897420" y="118012"/>
                  <a:pt x="900175" y="119711"/>
                </a:cubicBezTo>
                <a:cubicBezTo>
                  <a:pt x="904924" y="122638"/>
                  <a:pt x="911787" y="124102"/>
                  <a:pt x="920763" y="124102"/>
                </a:cubicBezTo>
                <a:cubicBezTo>
                  <a:pt x="929312" y="124102"/>
                  <a:pt x="935617" y="122608"/>
                  <a:pt x="939678" y="119622"/>
                </a:cubicBezTo>
                <a:cubicBezTo>
                  <a:pt x="943739" y="116638"/>
                  <a:pt x="945769" y="113453"/>
                  <a:pt x="945769" y="110067"/>
                </a:cubicBezTo>
                <a:cubicBezTo>
                  <a:pt x="945769" y="107623"/>
                  <a:pt x="944558" y="105883"/>
                  <a:pt x="942136" y="104849"/>
                </a:cubicBezTo>
                <a:cubicBezTo>
                  <a:pt x="939666" y="103814"/>
                  <a:pt x="934774" y="103203"/>
                  <a:pt x="927460" y="103014"/>
                </a:cubicBezTo>
                <a:cubicBezTo>
                  <a:pt x="916774" y="102717"/>
                  <a:pt x="908557" y="102147"/>
                  <a:pt x="902811" y="10130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C1DFD-06E5-46EE-B2B5-AD06E61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650" y="589859"/>
            <a:ext cx="959445" cy="7296"/>
          </a:xfrm>
          <a:custGeom xmlns:a="http://schemas.openxmlformats.org/drawingml/2006/main">
            <a:pathLst>
              <a:path w="959445" h="7296">
                <a:moveTo>
                  <a:pt x="959445" y="7296"/>
                </a:moveTo>
                <a:lnTo>
                  <a:pt x="0" y="7296"/>
                </a:lnTo>
                <a:lnTo>
                  <a:pt x="0" y="0"/>
                </a:lnTo>
                <a:lnTo>
                  <a:pt x="959445" y="0"/>
                </a:lnTo>
                <a:lnTo>
                  <a:pt x="959445" y="7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codeembedding">
            <a:extLst xmlns:a="http://schemas.openxmlformats.org/drawingml/2006/main">
              <a:ext uri="{FF2B5EF4-FFF2-40B4-BE49-F238E27FC236}">
                <a16:creationId xmlns:a16="http://schemas.microsoft.com/office/drawing/2014/main" id="{91DABA42-941D-4092-A73D-A7CD8B7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669" y="262558"/>
            <a:ext cx="951823" cy="132793"/>
          </a:xfrm>
          <a:custGeom xmlns:a="http://schemas.openxmlformats.org/drawingml/2006/main">
            <a:pathLst>
              <a:path w="951823" h="132793">
                <a:moveTo>
                  <a:pt x="54998" y="76513"/>
                </a:moveTo>
                <a:cubicBezTo>
                  <a:pt x="53241" y="85109"/>
                  <a:pt x="49797" y="91723"/>
                  <a:pt x="44668" y="96353"/>
                </a:cubicBezTo>
                <a:cubicBezTo>
                  <a:pt x="39539" y="100984"/>
                  <a:pt x="33863" y="103299"/>
                  <a:pt x="27641" y="103299"/>
                </a:cubicBezTo>
                <a:cubicBezTo>
                  <a:pt x="20232" y="103299"/>
                  <a:pt x="13773" y="100192"/>
                  <a:pt x="8264" y="93978"/>
                </a:cubicBezTo>
                <a:cubicBezTo>
                  <a:pt x="2755" y="87762"/>
                  <a:pt x="0" y="79364"/>
                  <a:pt x="0" y="68783"/>
                </a:cubicBezTo>
                <a:cubicBezTo>
                  <a:pt x="0" y="58535"/>
                  <a:pt x="3051" y="50208"/>
                  <a:pt x="9154" y="43804"/>
                </a:cubicBezTo>
                <a:cubicBezTo>
                  <a:pt x="15257" y="37398"/>
                  <a:pt x="22583" y="34196"/>
                  <a:pt x="31132" y="34196"/>
                </a:cubicBezTo>
                <a:cubicBezTo>
                  <a:pt x="37544" y="34196"/>
                  <a:pt x="42816" y="35899"/>
                  <a:pt x="46948" y="39307"/>
                </a:cubicBezTo>
                <a:cubicBezTo>
                  <a:pt x="51080" y="42713"/>
                  <a:pt x="53146" y="46251"/>
                  <a:pt x="53146" y="49920"/>
                </a:cubicBezTo>
                <a:cubicBezTo>
                  <a:pt x="53146" y="51731"/>
                  <a:pt x="52564" y="53196"/>
                  <a:pt x="51400" y="54317"/>
                </a:cubicBezTo>
                <a:cubicBezTo>
                  <a:pt x="50237" y="55436"/>
                  <a:pt x="48610" y="55995"/>
                  <a:pt x="46520" y="55995"/>
                </a:cubicBezTo>
                <a:cubicBezTo>
                  <a:pt x="43718" y="55995"/>
                  <a:pt x="41605" y="55086"/>
                  <a:pt x="40180" y="53266"/>
                </a:cubicBezTo>
                <a:cubicBezTo>
                  <a:pt x="39372" y="52260"/>
                  <a:pt x="38838" y="50344"/>
                  <a:pt x="38577" y="47518"/>
                </a:cubicBezTo>
                <a:cubicBezTo>
                  <a:pt x="38316" y="44692"/>
                  <a:pt x="37354" y="42537"/>
                  <a:pt x="35692" y="41053"/>
                </a:cubicBezTo>
                <a:cubicBezTo>
                  <a:pt x="34029" y="39616"/>
                  <a:pt x="31726" y="38898"/>
                  <a:pt x="28781" y="38898"/>
                </a:cubicBezTo>
                <a:cubicBezTo>
                  <a:pt x="24032" y="38898"/>
                  <a:pt x="20209" y="40655"/>
                  <a:pt x="17312" y="44169"/>
                </a:cubicBezTo>
                <a:cubicBezTo>
                  <a:pt x="13465" y="48824"/>
                  <a:pt x="11541" y="54974"/>
                  <a:pt x="11541" y="62621"/>
                </a:cubicBezTo>
                <a:cubicBezTo>
                  <a:pt x="11541" y="70410"/>
                  <a:pt x="13453" y="77284"/>
                  <a:pt x="17276" y="83245"/>
                </a:cubicBezTo>
                <a:cubicBezTo>
                  <a:pt x="21099" y="89205"/>
                  <a:pt x="26264" y="92186"/>
                  <a:pt x="32771" y="92186"/>
                </a:cubicBezTo>
                <a:cubicBezTo>
                  <a:pt x="37425" y="92186"/>
                  <a:pt x="41605" y="90595"/>
                  <a:pt x="45309" y="87413"/>
                </a:cubicBezTo>
                <a:cubicBezTo>
                  <a:pt x="47921" y="85228"/>
                  <a:pt x="50462" y="81262"/>
                  <a:pt x="52932" y="75515"/>
                </a:cubicBezTo>
                <a:lnTo>
                  <a:pt x="54998" y="76513"/>
                </a:lnTo>
                <a:close/>
                <a:moveTo>
                  <a:pt x="96123" y="34196"/>
                </a:moveTo>
                <a:cubicBezTo>
                  <a:pt x="106001" y="34196"/>
                  <a:pt x="113933" y="37944"/>
                  <a:pt x="119917" y="45441"/>
                </a:cubicBezTo>
                <a:cubicBezTo>
                  <a:pt x="124999" y="51845"/>
                  <a:pt x="127540" y="59199"/>
                  <a:pt x="127540" y="67503"/>
                </a:cubicBezTo>
                <a:cubicBezTo>
                  <a:pt x="127540" y="73339"/>
                  <a:pt x="126139" y="79246"/>
                  <a:pt x="123337" y="85224"/>
                </a:cubicBezTo>
                <a:cubicBezTo>
                  <a:pt x="120534" y="91201"/>
                  <a:pt x="116675" y="95708"/>
                  <a:pt x="111760" y="98744"/>
                </a:cubicBezTo>
                <a:cubicBezTo>
                  <a:pt x="106844" y="101781"/>
                  <a:pt x="101371" y="103299"/>
                  <a:pt x="95339" y="103299"/>
                </a:cubicBezTo>
                <a:cubicBezTo>
                  <a:pt x="85508" y="103299"/>
                  <a:pt x="77695" y="99385"/>
                  <a:pt x="71901" y="91556"/>
                </a:cubicBezTo>
                <a:cubicBezTo>
                  <a:pt x="67009" y="84961"/>
                  <a:pt x="64563" y="77560"/>
                  <a:pt x="64563" y="69353"/>
                </a:cubicBezTo>
                <a:cubicBezTo>
                  <a:pt x="64563" y="63375"/>
                  <a:pt x="66047" y="57432"/>
                  <a:pt x="69015" y="51525"/>
                </a:cubicBezTo>
                <a:cubicBezTo>
                  <a:pt x="71984" y="45618"/>
                  <a:pt x="75890" y="41253"/>
                  <a:pt x="80735" y="38430"/>
                </a:cubicBezTo>
                <a:cubicBezTo>
                  <a:pt x="85579" y="35607"/>
                  <a:pt x="90708" y="34196"/>
                  <a:pt x="96123" y="34196"/>
                </a:cubicBezTo>
                <a:moveTo>
                  <a:pt x="93914" y="38898"/>
                </a:moveTo>
                <a:cubicBezTo>
                  <a:pt x="91397" y="38898"/>
                  <a:pt x="88868" y="39643"/>
                  <a:pt x="86327" y="41135"/>
                </a:cubicBezTo>
                <a:cubicBezTo>
                  <a:pt x="83786" y="42625"/>
                  <a:pt x="81732" y="45239"/>
                  <a:pt x="80165" y="48978"/>
                </a:cubicBezTo>
                <a:cubicBezTo>
                  <a:pt x="78597" y="52717"/>
                  <a:pt x="77814" y="57520"/>
                  <a:pt x="77814" y="63387"/>
                </a:cubicBezTo>
                <a:cubicBezTo>
                  <a:pt x="77814" y="72851"/>
                  <a:pt x="79702" y="81015"/>
                  <a:pt x="83477" y="87878"/>
                </a:cubicBezTo>
                <a:cubicBezTo>
                  <a:pt x="87253" y="94739"/>
                  <a:pt x="92228" y="98170"/>
                  <a:pt x="98402" y="98170"/>
                </a:cubicBezTo>
                <a:cubicBezTo>
                  <a:pt x="103009" y="98170"/>
                  <a:pt x="106809" y="96277"/>
                  <a:pt x="109801" y="92491"/>
                </a:cubicBezTo>
                <a:cubicBezTo>
                  <a:pt x="112793" y="88704"/>
                  <a:pt x="114289" y="82198"/>
                  <a:pt x="114289" y="72971"/>
                </a:cubicBezTo>
                <a:cubicBezTo>
                  <a:pt x="114289" y="61424"/>
                  <a:pt x="111796" y="52338"/>
                  <a:pt x="106809" y="45712"/>
                </a:cubicBezTo>
                <a:cubicBezTo>
                  <a:pt x="103437" y="41169"/>
                  <a:pt x="99138" y="38898"/>
                  <a:pt x="93914" y="38898"/>
                </a:cubicBezTo>
                <a:close/>
                <a:moveTo>
                  <a:pt x="183249" y="93971"/>
                </a:moveTo>
                <a:cubicBezTo>
                  <a:pt x="180067" y="97294"/>
                  <a:pt x="176956" y="99680"/>
                  <a:pt x="173917" y="101129"/>
                </a:cubicBezTo>
                <a:cubicBezTo>
                  <a:pt x="170877" y="102576"/>
                  <a:pt x="167600" y="103299"/>
                  <a:pt x="164086" y="103299"/>
                </a:cubicBezTo>
                <a:cubicBezTo>
                  <a:pt x="156962" y="103299"/>
                  <a:pt x="150740" y="100326"/>
                  <a:pt x="145421" y="94379"/>
                </a:cubicBezTo>
                <a:cubicBezTo>
                  <a:pt x="140101" y="88430"/>
                  <a:pt x="137442" y="80786"/>
                  <a:pt x="137442" y="71448"/>
                </a:cubicBezTo>
                <a:cubicBezTo>
                  <a:pt x="137442" y="62111"/>
                  <a:pt x="140386" y="53568"/>
                  <a:pt x="146275" y="45819"/>
                </a:cubicBezTo>
                <a:cubicBezTo>
                  <a:pt x="152165" y="38070"/>
                  <a:pt x="159740" y="34196"/>
                  <a:pt x="169001" y="34196"/>
                </a:cubicBezTo>
                <a:cubicBezTo>
                  <a:pt x="174748" y="34196"/>
                  <a:pt x="179497" y="36023"/>
                  <a:pt x="183249" y="39679"/>
                </a:cubicBezTo>
                <a:lnTo>
                  <a:pt x="183249" y="27499"/>
                </a:lnTo>
                <a:cubicBezTo>
                  <a:pt x="183249" y="20074"/>
                  <a:pt x="183071" y="15510"/>
                  <a:pt x="182715" y="13807"/>
                </a:cubicBezTo>
                <a:cubicBezTo>
                  <a:pt x="182359" y="12105"/>
                  <a:pt x="181801" y="10946"/>
                  <a:pt x="181041" y="10330"/>
                </a:cubicBezTo>
                <a:cubicBezTo>
                  <a:pt x="180281" y="9713"/>
                  <a:pt x="179331" y="9404"/>
                  <a:pt x="178191" y="9404"/>
                </a:cubicBezTo>
                <a:cubicBezTo>
                  <a:pt x="176957" y="9404"/>
                  <a:pt x="175318" y="9784"/>
                  <a:pt x="173276" y="10544"/>
                </a:cubicBezTo>
                <a:lnTo>
                  <a:pt x="172350" y="7979"/>
                </a:lnTo>
                <a:lnTo>
                  <a:pt x="191798" y="0"/>
                </a:lnTo>
                <a:lnTo>
                  <a:pt x="195004" y="0"/>
                </a:lnTo>
                <a:lnTo>
                  <a:pt x="195004" y="75515"/>
                </a:lnTo>
                <a:cubicBezTo>
                  <a:pt x="195004" y="83131"/>
                  <a:pt x="195182" y="87778"/>
                  <a:pt x="195538" y="89456"/>
                </a:cubicBezTo>
                <a:cubicBezTo>
                  <a:pt x="195895" y="91135"/>
                  <a:pt x="196465" y="92307"/>
                  <a:pt x="197248" y="92972"/>
                </a:cubicBezTo>
                <a:cubicBezTo>
                  <a:pt x="198032" y="93635"/>
                  <a:pt x="198946" y="93967"/>
                  <a:pt x="199991" y="93967"/>
                </a:cubicBezTo>
                <a:cubicBezTo>
                  <a:pt x="201273" y="93967"/>
                  <a:pt x="202983" y="93563"/>
                  <a:pt x="205120" y="92756"/>
                </a:cubicBezTo>
                <a:lnTo>
                  <a:pt x="205904" y="95320"/>
                </a:lnTo>
                <a:lnTo>
                  <a:pt x="186526" y="103299"/>
                </a:lnTo>
                <a:lnTo>
                  <a:pt x="183249" y="103299"/>
                </a:lnTo>
                <a:lnTo>
                  <a:pt x="183249" y="93971"/>
                </a:lnTo>
                <a:moveTo>
                  <a:pt x="183249" y="88995"/>
                </a:moveTo>
                <a:lnTo>
                  <a:pt x="183249" y="55454"/>
                </a:lnTo>
                <a:cubicBezTo>
                  <a:pt x="182964" y="52232"/>
                  <a:pt x="182110" y="49295"/>
                  <a:pt x="180685" y="46643"/>
                </a:cubicBezTo>
                <a:cubicBezTo>
                  <a:pt x="179260" y="43989"/>
                  <a:pt x="177372" y="41988"/>
                  <a:pt x="175021" y="40638"/>
                </a:cubicBezTo>
                <a:cubicBezTo>
                  <a:pt x="172670" y="39288"/>
                  <a:pt x="170379" y="38613"/>
                  <a:pt x="168146" y="38613"/>
                </a:cubicBezTo>
                <a:cubicBezTo>
                  <a:pt x="163967" y="38613"/>
                  <a:pt x="160239" y="40484"/>
                  <a:pt x="156962" y="44227"/>
                </a:cubicBezTo>
                <a:cubicBezTo>
                  <a:pt x="152640" y="49153"/>
                  <a:pt x="150479" y="56354"/>
                  <a:pt x="150479" y="65829"/>
                </a:cubicBezTo>
                <a:cubicBezTo>
                  <a:pt x="150479" y="75399"/>
                  <a:pt x="152568" y="82731"/>
                  <a:pt x="156748" y="87824"/>
                </a:cubicBezTo>
                <a:cubicBezTo>
                  <a:pt x="160927" y="92917"/>
                  <a:pt x="165582" y="95463"/>
                  <a:pt x="170711" y="95463"/>
                </a:cubicBezTo>
                <a:cubicBezTo>
                  <a:pt x="175033" y="95463"/>
                  <a:pt x="179212" y="93307"/>
                  <a:pt x="183249" y="88995"/>
                </a:cubicBezTo>
                <a:close/>
                <a:moveTo>
                  <a:pt x="221079" y="60697"/>
                </a:moveTo>
                <a:cubicBezTo>
                  <a:pt x="221031" y="70341"/>
                  <a:pt x="223382" y="77906"/>
                  <a:pt x="228131" y="83390"/>
                </a:cubicBezTo>
                <a:cubicBezTo>
                  <a:pt x="232881" y="88874"/>
                  <a:pt x="238461" y="91616"/>
                  <a:pt x="244873" y="91616"/>
                </a:cubicBezTo>
                <a:cubicBezTo>
                  <a:pt x="249147" y="91616"/>
                  <a:pt x="252864" y="90435"/>
                  <a:pt x="256022" y="88074"/>
                </a:cubicBezTo>
                <a:cubicBezTo>
                  <a:pt x="259180" y="85712"/>
                  <a:pt x="261828" y="81669"/>
                  <a:pt x="263966" y="75943"/>
                </a:cubicBezTo>
                <a:lnTo>
                  <a:pt x="266174" y="77374"/>
                </a:lnTo>
                <a:cubicBezTo>
                  <a:pt x="265177" y="83915"/>
                  <a:pt x="262279" y="89871"/>
                  <a:pt x="257483" y="95242"/>
                </a:cubicBezTo>
                <a:cubicBezTo>
                  <a:pt x="252686" y="100614"/>
                  <a:pt x="246678" y="103299"/>
                  <a:pt x="239459" y="103299"/>
                </a:cubicBezTo>
                <a:cubicBezTo>
                  <a:pt x="231622" y="103299"/>
                  <a:pt x="224914" y="100254"/>
                  <a:pt x="219333" y="94165"/>
                </a:cubicBezTo>
                <a:cubicBezTo>
                  <a:pt x="213753" y="88074"/>
                  <a:pt x="210962" y="79885"/>
                  <a:pt x="210962" y="69600"/>
                </a:cubicBezTo>
                <a:cubicBezTo>
                  <a:pt x="210962" y="58463"/>
                  <a:pt x="213824" y="49778"/>
                  <a:pt x="219547" y="43546"/>
                </a:cubicBezTo>
                <a:cubicBezTo>
                  <a:pt x="225270" y="37312"/>
                  <a:pt x="232453" y="34196"/>
                  <a:pt x="241097" y="34196"/>
                </a:cubicBezTo>
                <a:cubicBezTo>
                  <a:pt x="248411" y="34196"/>
                  <a:pt x="254419" y="36600"/>
                  <a:pt x="259121" y="41409"/>
                </a:cubicBezTo>
                <a:cubicBezTo>
                  <a:pt x="263823" y="46216"/>
                  <a:pt x="266174" y="52646"/>
                  <a:pt x="266174" y="60697"/>
                </a:cubicBezTo>
                <a:lnTo>
                  <a:pt x="221079" y="60697"/>
                </a:lnTo>
                <a:moveTo>
                  <a:pt x="221079" y="56565"/>
                </a:moveTo>
                <a:lnTo>
                  <a:pt x="251285" y="56565"/>
                </a:lnTo>
                <a:cubicBezTo>
                  <a:pt x="251047" y="52420"/>
                  <a:pt x="250548" y="49500"/>
                  <a:pt x="249789" y="47805"/>
                </a:cubicBezTo>
                <a:cubicBezTo>
                  <a:pt x="248601" y="45166"/>
                  <a:pt x="246832" y="43093"/>
                  <a:pt x="244481" y="41587"/>
                </a:cubicBezTo>
                <a:cubicBezTo>
                  <a:pt x="242130" y="40079"/>
                  <a:pt x="239672" y="39325"/>
                  <a:pt x="237108" y="39325"/>
                </a:cubicBezTo>
                <a:cubicBezTo>
                  <a:pt x="233166" y="39325"/>
                  <a:pt x="229639" y="40844"/>
                  <a:pt x="226528" y="43882"/>
                </a:cubicBezTo>
                <a:cubicBezTo>
                  <a:pt x="223418" y="46920"/>
                  <a:pt x="221601" y="51148"/>
                  <a:pt x="221079" y="56565"/>
                </a:cubicBezTo>
                <a:close/>
                <a:moveTo>
                  <a:pt x="322188" y="60697"/>
                </a:moveTo>
                <a:cubicBezTo>
                  <a:pt x="322141" y="70341"/>
                  <a:pt x="324491" y="77906"/>
                  <a:pt x="329241" y="83390"/>
                </a:cubicBezTo>
                <a:cubicBezTo>
                  <a:pt x="333990" y="88874"/>
                  <a:pt x="339571" y="91616"/>
                  <a:pt x="345982" y="91616"/>
                </a:cubicBezTo>
                <a:cubicBezTo>
                  <a:pt x="350257" y="91616"/>
                  <a:pt x="353973" y="90435"/>
                  <a:pt x="357132" y="88074"/>
                </a:cubicBezTo>
                <a:cubicBezTo>
                  <a:pt x="360290" y="85712"/>
                  <a:pt x="362938" y="81669"/>
                  <a:pt x="365075" y="75943"/>
                </a:cubicBezTo>
                <a:lnTo>
                  <a:pt x="367283" y="77374"/>
                </a:lnTo>
                <a:cubicBezTo>
                  <a:pt x="366286" y="83915"/>
                  <a:pt x="363389" y="89871"/>
                  <a:pt x="358592" y="95242"/>
                </a:cubicBezTo>
                <a:cubicBezTo>
                  <a:pt x="353795" y="100614"/>
                  <a:pt x="347787" y="103299"/>
                  <a:pt x="340568" y="103299"/>
                </a:cubicBezTo>
                <a:cubicBezTo>
                  <a:pt x="332732" y="103299"/>
                  <a:pt x="326023" y="100254"/>
                  <a:pt x="320443" y="94165"/>
                </a:cubicBezTo>
                <a:cubicBezTo>
                  <a:pt x="314862" y="88074"/>
                  <a:pt x="312072" y="79885"/>
                  <a:pt x="312072" y="69600"/>
                </a:cubicBezTo>
                <a:cubicBezTo>
                  <a:pt x="312072" y="58463"/>
                  <a:pt x="314933" y="49778"/>
                  <a:pt x="320656" y="43546"/>
                </a:cubicBezTo>
                <a:cubicBezTo>
                  <a:pt x="326379" y="37312"/>
                  <a:pt x="333563" y="34196"/>
                  <a:pt x="342207" y="34196"/>
                </a:cubicBezTo>
                <a:cubicBezTo>
                  <a:pt x="349521" y="34196"/>
                  <a:pt x="355529" y="36600"/>
                  <a:pt x="360231" y="41409"/>
                </a:cubicBezTo>
                <a:cubicBezTo>
                  <a:pt x="364933" y="46216"/>
                  <a:pt x="367283" y="52646"/>
                  <a:pt x="367283" y="60697"/>
                </a:cubicBezTo>
                <a:lnTo>
                  <a:pt x="322188" y="60697"/>
                </a:lnTo>
                <a:moveTo>
                  <a:pt x="322188" y="56565"/>
                </a:moveTo>
                <a:lnTo>
                  <a:pt x="352394" y="56565"/>
                </a:lnTo>
                <a:cubicBezTo>
                  <a:pt x="352157" y="52420"/>
                  <a:pt x="351658" y="49500"/>
                  <a:pt x="350898" y="47805"/>
                </a:cubicBezTo>
                <a:cubicBezTo>
                  <a:pt x="349711" y="45166"/>
                  <a:pt x="347942" y="43093"/>
                  <a:pt x="345591" y="41587"/>
                </a:cubicBezTo>
                <a:cubicBezTo>
                  <a:pt x="343240" y="40079"/>
                  <a:pt x="340782" y="39325"/>
                  <a:pt x="338217" y="39325"/>
                </a:cubicBezTo>
                <a:cubicBezTo>
                  <a:pt x="334275" y="39325"/>
                  <a:pt x="330749" y="40844"/>
                  <a:pt x="327638" y="43882"/>
                </a:cubicBezTo>
                <a:cubicBezTo>
                  <a:pt x="324527" y="46920"/>
                  <a:pt x="322710" y="51148"/>
                  <a:pt x="322188" y="56565"/>
                </a:cubicBezTo>
                <a:close/>
                <a:moveTo>
                  <a:pt x="395228" y="48210"/>
                </a:moveTo>
                <a:cubicBezTo>
                  <a:pt x="399978" y="43419"/>
                  <a:pt x="402780" y="40664"/>
                  <a:pt x="403635" y="39946"/>
                </a:cubicBezTo>
                <a:cubicBezTo>
                  <a:pt x="405772" y="38125"/>
                  <a:pt x="408075" y="36711"/>
                  <a:pt x="410545" y="35705"/>
                </a:cubicBezTo>
                <a:cubicBezTo>
                  <a:pt x="413015" y="34699"/>
                  <a:pt x="415461" y="34196"/>
                  <a:pt x="417883" y="34196"/>
                </a:cubicBezTo>
                <a:cubicBezTo>
                  <a:pt x="421967" y="34196"/>
                  <a:pt x="425482" y="35393"/>
                  <a:pt x="428426" y="37789"/>
                </a:cubicBezTo>
                <a:cubicBezTo>
                  <a:pt x="431371" y="40184"/>
                  <a:pt x="433342" y="43658"/>
                  <a:pt x="434339" y="48210"/>
                </a:cubicBezTo>
                <a:cubicBezTo>
                  <a:pt x="439231" y="42460"/>
                  <a:pt x="443363" y="38688"/>
                  <a:pt x="446735" y="36892"/>
                </a:cubicBezTo>
                <a:cubicBezTo>
                  <a:pt x="450107" y="35094"/>
                  <a:pt x="453574" y="34196"/>
                  <a:pt x="457137" y="34196"/>
                </a:cubicBezTo>
                <a:cubicBezTo>
                  <a:pt x="460604" y="34196"/>
                  <a:pt x="463679" y="35084"/>
                  <a:pt x="466362" y="36860"/>
                </a:cubicBezTo>
                <a:cubicBezTo>
                  <a:pt x="469046" y="38636"/>
                  <a:pt x="471171" y="41536"/>
                  <a:pt x="472738" y="45563"/>
                </a:cubicBezTo>
                <a:cubicBezTo>
                  <a:pt x="473783" y="48310"/>
                  <a:pt x="474306" y="52620"/>
                  <a:pt x="474306" y="58493"/>
                </a:cubicBezTo>
                <a:lnTo>
                  <a:pt x="474306" y="86486"/>
                </a:lnTo>
                <a:cubicBezTo>
                  <a:pt x="474306" y="90595"/>
                  <a:pt x="474614" y="93413"/>
                  <a:pt x="475232" y="94942"/>
                </a:cubicBezTo>
                <a:cubicBezTo>
                  <a:pt x="475707" y="95993"/>
                  <a:pt x="476585" y="96888"/>
                  <a:pt x="477868" y="97629"/>
                </a:cubicBezTo>
                <a:cubicBezTo>
                  <a:pt x="479150" y="98370"/>
                  <a:pt x="481240" y="98740"/>
                  <a:pt x="484137" y="98740"/>
                </a:cubicBezTo>
                <a:lnTo>
                  <a:pt x="484137" y="101304"/>
                </a:lnTo>
                <a:lnTo>
                  <a:pt x="451936" y="101304"/>
                </a:lnTo>
                <a:lnTo>
                  <a:pt x="451936" y="98740"/>
                </a:lnTo>
                <a:lnTo>
                  <a:pt x="453289" y="98740"/>
                </a:lnTo>
                <a:cubicBezTo>
                  <a:pt x="456092" y="98740"/>
                  <a:pt x="458276" y="98191"/>
                  <a:pt x="459844" y="97092"/>
                </a:cubicBezTo>
                <a:cubicBezTo>
                  <a:pt x="460936" y="96328"/>
                  <a:pt x="461720" y="95110"/>
                  <a:pt x="462195" y="93437"/>
                </a:cubicBezTo>
                <a:cubicBezTo>
                  <a:pt x="462385" y="92625"/>
                  <a:pt x="462480" y="90308"/>
                  <a:pt x="462480" y="86486"/>
                </a:cubicBezTo>
                <a:lnTo>
                  <a:pt x="462480" y="58600"/>
                </a:lnTo>
                <a:cubicBezTo>
                  <a:pt x="462480" y="53315"/>
                  <a:pt x="461838" y="49587"/>
                  <a:pt x="460556" y="47417"/>
                </a:cubicBezTo>
                <a:cubicBezTo>
                  <a:pt x="458704" y="44397"/>
                  <a:pt x="455735" y="42887"/>
                  <a:pt x="451651" y="42887"/>
                </a:cubicBezTo>
                <a:cubicBezTo>
                  <a:pt x="449134" y="42887"/>
                  <a:pt x="446605" y="43514"/>
                  <a:pt x="444064" y="44768"/>
                </a:cubicBezTo>
                <a:cubicBezTo>
                  <a:pt x="441523" y="46022"/>
                  <a:pt x="438448" y="48353"/>
                  <a:pt x="434838" y="51759"/>
                </a:cubicBezTo>
                <a:lnTo>
                  <a:pt x="434696" y="52540"/>
                </a:lnTo>
                <a:lnTo>
                  <a:pt x="434838" y="55581"/>
                </a:lnTo>
                <a:lnTo>
                  <a:pt x="434838" y="86486"/>
                </a:lnTo>
                <a:cubicBezTo>
                  <a:pt x="434838" y="90978"/>
                  <a:pt x="435087" y="93772"/>
                  <a:pt x="435586" y="94871"/>
                </a:cubicBezTo>
                <a:cubicBezTo>
                  <a:pt x="436085" y="95969"/>
                  <a:pt x="437023" y="96888"/>
                  <a:pt x="438400" y="97629"/>
                </a:cubicBezTo>
                <a:cubicBezTo>
                  <a:pt x="439777" y="98370"/>
                  <a:pt x="442128" y="98740"/>
                  <a:pt x="445453" y="98740"/>
                </a:cubicBezTo>
                <a:lnTo>
                  <a:pt x="445453" y="101304"/>
                </a:lnTo>
                <a:lnTo>
                  <a:pt x="412469" y="101304"/>
                </a:lnTo>
                <a:lnTo>
                  <a:pt x="412469" y="98740"/>
                </a:lnTo>
                <a:cubicBezTo>
                  <a:pt x="416078" y="98740"/>
                  <a:pt x="418560" y="98310"/>
                  <a:pt x="419913" y="97451"/>
                </a:cubicBezTo>
                <a:cubicBezTo>
                  <a:pt x="421267" y="96590"/>
                  <a:pt x="422205" y="95300"/>
                  <a:pt x="422727" y="93582"/>
                </a:cubicBezTo>
                <a:cubicBezTo>
                  <a:pt x="422965" y="92768"/>
                  <a:pt x="423083" y="90403"/>
                  <a:pt x="423083" y="86486"/>
                </a:cubicBezTo>
                <a:lnTo>
                  <a:pt x="423083" y="58618"/>
                </a:lnTo>
                <a:cubicBezTo>
                  <a:pt x="423083" y="53336"/>
                  <a:pt x="422300" y="49525"/>
                  <a:pt x="420732" y="47186"/>
                </a:cubicBezTo>
                <a:cubicBezTo>
                  <a:pt x="418643" y="44130"/>
                  <a:pt x="415722" y="42602"/>
                  <a:pt x="411970" y="42602"/>
                </a:cubicBezTo>
                <a:cubicBezTo>
                  <a:pt x="409405" y="42602"/>
                  <a:pt x="406864" y="43294"/>
                  <a:pt x="404347" y="44677"/>
                </a:cubicBezTo>
                <a:cubicBezTo>
                  <a:pt x="400405" y="46776"/>
                  <a:pt x="397365" y="49136"/>
                  <a:pt x="395228" y="51759"/>
                </a:cubicBezTo>
                <a:lnTo>
                  <a:pt x="395228" y="86486"/>
                </a:lnTo>
                <a:cubicBezTo>
                  <a:pt x="395228" y="90786"/>
                  <a:pt x="395525" y="93581"/>
                  <a:pt x="396119" y="94871"/>
                </a:cubicBezTo>
                <a:cubicBezTo>
                  <a:pt x="396712" y="96160"/>
                  <a:pt x="397591" y="97128"/>
                  <a:pt x="398755" y="97774"/>
                </a:cubicBezTo>
                <a:cubicBezTo>
                  <a:pt x="399918" y="98418"/>
                  <a:pt x="402281" y="98740"/>
                  <a:pt x="405843" y="98740"/>
                </a:cubicBezTo>
                <a:lnTo>
                  <a:pt x="405843" y="101304"/>
                </a:lnTo>
                <a:lnTo>
                  <a:pt x="373571" y="101304"/>
                </a:lnTo>
                <a:lnTo>
                  <a:pt x="373571" y="98740"/>
                </a:lnTo>
                <a:cubicBezTo>
                  <a:pt x="376563" y="98740"/>
                  <a:pt x="378653" y="98418"/>
                  <a:pt x="379840" y="97774"/>
                </a:cubicBezTo>
                <a:cubicBezTo>
                  <a:pt x="381028" y="97128"/>
                  <a:pt x="381930" y="96101"/>
                  <a:pt x="382547" y="94692"/>
                </a:cubicBezTo>
                <a:cubicBezTo>
                  <a:pt x="383165" y="93282"/>
                  <a:pt x="383473" y="90547"/>
                  <a:pt x="383473" y="86486"/>
                </a:cubicBezTo>
                <a:lnTo>
                  <a:pt x="383473" y="61695"/>
                </a:lnTo>
                <a:cubicBezTo>
                  <a:pt x="383474" y="54523"/>
                  <a:pt x="383260" y="49892"/>
                  <a:pt x="382832" y="47803"/>
                </a:cubicBezTo>
                <a:cubicBezTo>
                  <a:pt x="382500" y="46235"/>
                  <a:pt x="381977" y="45155"/>
                  <a:pt x="381265" y="44561"/>
                </a:cubicBezTo>
                <a:cubicBezTo>
                  <a:pt x="380553" y="43967"/>
                  <a:pt x="379579" y="43671"/>
                  <a:pt x="378344" y="43671"/>
                </a:cubicBezTo>
                <a:cubicBezTo>
                  <a:pt x="377014" y="43671"/>
                  <a:pt x="375423" y="44027"/>
                  <a:pt x="373571" y="44739"/>
                </a:cubicBezTo>
                <a:lnTo>
                  <a:pt x="372502" y="42175"/>
                </a:lnTo>
                <a:lnTo>
                  <a:pt x="392165" y="34196"/>
                </a:lnTo>
                <a:lnTo>
                  <a:pt x="395228" y="34196"/>
                </a:lnTo>
                <a:lnTo>
                  <a:pt x="395228" y="48210"/>
                </a:lnTo>
                <a:close/>
                <a:moveTo>
                  <a:pt x="507097" y="47502"/>
                </a:moveTo>
                <a:cubicBezTo>
                  <a:pt x="513414" y="38631"/>
                  <a:pt x="520230" y="34196"/>
                  <a:pt x="527544" y="34196"/>
                </a:cubicBezTo>
                <a:cubicBezTo>
                  <a:pt x="534240" y="34196"/>
                  <a:pt x="540082" y="37054"/>
                  <a:pt x="545069" y="42771"/>
                </a:cubicBezTo>
                <a:cubicBezTo>
                  <a:pt x="550056" y="48488"/>
                  <a:pt x="552549" y="56305"/>
                  <a:pt x="552549" y="66221"/>
                </a:cubicBezTo>
                <a:cubicBezTo>
                  <a:pt x="552549" y="77797"/>
                  <a:pt x="548702" y="87120"/>
                  <a:pt x="541008" y="94189"/>
                </a:cubicBezTo>
                <a:cubicBezTo>
                  <a:pt x="534406" y="100263"/>
                  <a:pt x="527045" y="103299"/>
                  <a:pt x="518923" y="103299"/>
                </a:cubicBezTo>
                <a:cubicBezTo>
                  <a:pt x="515124" y="103299"/>
                  <a:pt x="511265" y="102606"/>
                  <a:pt x="507347" y="101220"/>
                </a:cubicBezTo>
                <a:cubicBezTo>
                  <a:pt x="503429" y="99834"/>
                  <a:pt x="499427" y="97754"/>
                  <a:pt x="495343" y="94980"/>
                </a:cubicBezTo>
                <a:lnTo>
                  <a:pt x="495343" y="27499"/>
                </a:lnTo>
                <a:cubicBezTo>
                  <a:pt x="495343" y="20090"/>
                  <a:pt x="495165" y="15531"/>
                  <a:pt x="494808" y="13821"/>
                </a:cubicBezTo>
                <a:cubicBezTo>
                  <a:pt x="494452" y="12111"/>
                  <a:pt x="493894" y="10947"/>
                  <a:pt x="493134" y="10330"/>
                </a:cubicBezTo>
                <a:cubicBezTo>
                  <a:pt x="492374" y="9713"/>
                  <a:pt x="491425" y="9404"/>
                  <a:pt x="490285" y="9404"/>
                </a:cubicBezTo>
                <a:cubicBezTo>
                  <a:pt x="488955" y="9404"/>
                  <a:pt x="487293" y="9784"/>
                  <a:pt x="485298" y="10544"/>
                </a:cubicBezTo>
                <a:lnTo>
                  <a:pt x="484300" y="7979"/>
                </a:lnTo>
                <a:lnTo>
                  <a:pt x="503892" y="0"/>
                </a:lnTo>
                <a:lnTo>
                  <a:pt x="507098" y="0"/>
                </a:lnTo>
                <a:lnTo>
                  <a:pt x="507097" y="47502"/>
                </a:lnTo>
                <a:moveTo>
                  <a:pt x="507097" y="52037"/>
                </a:moveTo>
                <a:lnTo>
                  <a:pt x="507097" y="90870"/>
                </a:lnTo>
                <a:cubicBezTo>
                  <a:pt x="509520" y="93233"/>
                  <a:pt x="512025" y="95017"/>
                  <a:pt x="514613" y="96222"/>
                </a:cubicBezTo>
                <a:cubicBezTo>
                  <a:pt x="517202" y="97426"/>
                  <a:pt x="519850" y="98027"/>
                  <a:pt x="522557" y="98027"/>
                </a:cubicBezTo>
                <a:cubicBezTo>
                  <a:pt x="526879" y="98027"/>
                  <a:pt x="530904" y="95665"/>
                  <a:pt x="534632" y="90941"/>
                </a:cubicBezTo>
                <a:cubicBezTo>
                  <a:pt x="538360" y="86217"/>
                  <a:pt x="540224" y="79343"/>
                  <a:pt x="540224" y="70319"/>
                </a:cubicBezTo>
                <a:cubicBezTo>
                  <a:pt x="540224" y="62005"/>
                  <a:pt x="538360" y="55615"/>
                  <a:pt x="534632" y="51151"/>
                </a:cubicBezTo>
                <a:cubicBezTo>
                  <a:pt x="530904" y="46687"/>
                  <a:pt x="526665" y="44454"/>
                  <a:pt x="521916" y="44454"/>
                </a:cubicBezTo>
                <a:cubicBezTo>
                  <a:pt x="519398" y="44454"/>
                  <a:pt x="516881" y="45092"/>
                  <a:pt x="514364" y="46367"/>
                </a:cubicBezTo>
                <a:cubicBezTo>
                  <a:pt x="512464" y="47312"/>
                  <a:pt x="510042" y="49202"/>
                  <a:pt x="507097" y="52037"/>
                </a:cubicBezTo>
                <a:close/>
                <a:moveTo>
                  <a:pt x="573138" y="60697"/>
                </a:moveTo>
                <a:cubicBezTo>
                  <a:pt x="573090" y="70341"/>
                  <a:pt x="575441" y="77906"/>
                  <a:pt x="580191" y="83390"/>
                </a:cubicBezTo>
                <a:cubicBezTo>
                  <a:pt x="584940" y="88874"/>
                  <a:pt x="590521" y="91616"/>
                  <a:pt x="596932" y="91616"/>
                </a:cubicBezTo>
                <a:cubicBezTo>
                  <a:pt x="601207" y="91616"/>
                  <a:pt x="604923" y="90435"/>
                  <a:pt x="608082" y="88074"/>
                </a:cubicBezTo>
                <a:cubicBezTo>
                  <a:pt x="611240" y="85712"/>
                  <a:pt x="613888" y="81669"/>
                  <a:pt x="616025" y="75943"/>
                </a:cubicBezTo>
                <a:lnTo>
                  <a:pt x="618233" y="77374"/>
                </a:lnTo>
                <a:cubicBezTo>
                  <a:pt x="617236" y="83915"/>
                  <a:pt x="614339" y="89871"/>
                  <a:pt x="609542" y="95242"/>
                </a:cubicBezTo>
                <a:cubicBezTo>
                  <a:pt x="604745" y="100614"/>
                  <a:pt x="598737" y="103299"/>
                  <a:pt x="591518" y="103299"/>
                </a:cubicBezTo>
                <a:cubicBezTo>
                  <a:pt x="583682" y="103299"/>
                  <a:pt x="576973" y="100254"/>
                  <a:pt x="571393" y="94165"/>
                </a:cubicBezTo>
                <a:cubicBezTo>
                  <a:pt x="565812" y="88074"/>
                  <a:pt x="563022" y="79885"/>
                  <a:pt x="563022" y="69600"/>
                </a:cubicBezTo>
                <a:cubicBezTo>
                  <a:pt x="563022" y="58463"/>
                  <a:pt x="565883" y="49778"/>
                  <a:pt x="571606" y="43546"/>
                </a:cubicBezTo>
                <a:cubicBezTo>
                  <a:pt x="577329" y="37312"/>
                  <a:pt x="584513" y="34196"/>
                  <a:pt x="593157" y="34196"/>
                </a:cubicBezTo>
                <a:cubicBezTo>
                  <a:pt x="600471" y="34196"/>
                  <a:pt x="606479" y="36600"/>
                  <a:pt x="611181" y="41409"/>
                </a:cubicBezTo>
                <a:cubicBezTo>
                  <a:pt x="615882" y="46216"/>
                  <a:pt x="618233" y="52646"/>
                  <a:pt x="618233" y="60697"/>
                </a:cubicBezTo>
                <a:lnTo>
                  <a:pt x="573138" y="60697"/>
                </a:lnTo>
                <a:moveTo>
                  <a:pt x="573138" y="56565"/>
                </a:moveTo>
                <a:lnTo>
                  <a:pt x="603344" y="56565"/>
                </a:lnTo>
                <a:cubicBezTo>
                  <a:pt x="603107" y="52420"/>
                  <a:pt x="602608" y="49500"/>
                  <a:pt x="601848" y="47805"/>
                </a:cubicBezTo>
                <a:cubicBezTo>
                  <a:pt x="600661" y="45166"/>
                  <a:pt x="598892" y="43093"/>
                  <a:pt x="596541" y="41587"/>
                </a:cubicBezTo>
                <a:cubicBezTo>
                  <a:pt x="594190" y="40079"/>
                  <a:pt x="591732" y="39325"/>
                  <a:pt x="589167" y="39325"/>
                </a:cubicBezTo>
                <a:cubicBezTo>
                  <a:pt x="585225" y="39325"/>
                  <a:pt x="581699" y="40844"/>
                  <a:pt x="578588" y="43882"/>
                </a:cubicBezTo>
                <a:cubicBezTo>
                  <a:pt x="575477" y="46920"/>
                  <a:pt x="573660" y="51148"/>
                  <a:pt x="573138" y="56565"/>
                </a:cubicBezTo>
                <a:close/>
                <a:moveTo>
                  <a:pt x="672893" y="93971"/>
                </a:moveTo>
                <a:cubicBezTo>
                  <a:pt x="669711" y="97294"/>
                  <a:pt x="666601" y="99680"/>
                  <a:pt x="663561" y="101129"/>
                </a:cubicBezTo>
                <a:cubicBezTo>
                  <a:pt x="660521" y="102576"/>
                  <a:pt x="657244" y="103299"/>
                  <a:pt x="653730" y="103299"/>
                </a:cubicBezTo>
                <a:cubicBezTo>
                  <a:pt x="646606" y="103299"/>
                  <a:pt x="640384" y="100326"/>
                  <a:pt x="635065" y="94379"/>
                </a:cubicBezTo>
                <a:cubicBezTo>
                  <a:pt x="629745" y="88430"/>
                  <a:pt x="627086" y="80786"/>
                  <a:pt x="627086" y="71448"/>
                </a:cubicBezTo>
                <a:cubicBezTo>
                  <a:pt x="627086" y="62111"/>
                  <a:pt x="630030" y="53568"/>
                  <a:pt x="635919" y="45819"/>
                </a:cubicBezTo>
                <a:cubicBezTo>
                  <a:pt x="641809" y="38070"/>
                  <a:pt x="649384" y="34196"/>
                  <a:pt x="658645" y="34196"/>
                </a:cubicBezTo>
                <a:cubicBezTo>
                  <a:pt x="664392" y="34196"/>
                  <a:pt x="669141" y="36023"/>
                  <a:pt x="672893" y="39679"/>
                </a:cubicBezTo>
                <a:lnTo>
                  <a:pt x="672893" y="27499"/>
                </a:lnTo>
                <a:cubicBezTo>
                  <a:pt x="672893" y="20074"/>
                  <a:pt x="672715" y="15510"/>
                  <a:pt x="672359" y="13807"/>
                </a:cubicBezTo>
                <a:cubicBezTo>
                  <a:pt x="672003" y="12105"/>
                  <a:pt x="671445" y="10946"/>
                  <a:pt x="670685" y="10330"/>
                </a:cubicBezTo>
                <a:cubicBezTo>
                  <a:pt x="669925" y="9713"/>
                  <a:pt x="668975" y="9404"/>
                  <a:pt x="667835" y="9404"/>
                </a:cubicBezTo>
                <a:cubicBezTo>
                  <a:pt x="666601" y="9404"/>
                  <a:pt x="664962" y="9784"/>
                  <a:pt x="662920" y="10544"/>
                </a:cubicBezTo>
                <a:lnTo>
                  <a:pt x="661994" y="7979"/>
                </a:lnTo>
                <a:lnTo>
                  <a:pt x="681442" y="0"/>
                </a:lnTo>
                <a:lnTo>
                  <a:pt x="684648" y="0"/>
                </a:lnTo>
                <a:lnTo>
                  <a:pt x="684648" y="75515"/>
                </a:lnTo>
                <a:cubicBezTo>
                  <a:pt x="684648" y="83131"/>
                  <a:pt x="684826" y="87778"/>
                  <a:pt x="685183" y="89456"/>
                </a:cubicBezTo>
                <a:cubicBezTo>
                  <a:pt x="685539" y="91135"/>
                  <a:pt x="686109" y="92307"/>
                  <a:pt x="686892" y="92972"/>
                </a:cubicBezTo>
                <a:cubicBezTo>
                  <a:pt x="687676" y="93635"/>
                  <a:pt x="688590" y="93967"/>
                  <a:pt x="689635" y="93967"/>
                </a:cubicBezTo>
                <a:cubicBezTo>
                  <a:pt x="690917" y="93967"/>
                  <a:pt x="692627" y="93563"/>
                  <a:pt x="694764" y="92756"/>
                </a:cubicBezTo>
                <a:lnTo>
                  <a:pt x="695548" y="95320"/>
                </a:lnTo>
                <a:lnTo>
                  <a:pt x="676171" y="103299"/>
                </a:lnTo>
                <a:lnTo>
                  <a:pt x="672893" y="103299"/>
                </a:lnTo>
                <a:lnTo>
                  <a:pt x="672893" y="93971"/>
                </a:lnTo>
                <a:moveTo>
                  <a:pt x="672893" y="88995"/>
                </a:moveTo>
                <a:lnTo>
                  <a:pt x="672893" y="55454"/>
                </a:lnTo>
                <a:cubicBezTo>
                  <a:pt x="672609" y="52232"/>
                  <a:pt x="671754" y="49295"/>
                  <a:pt x="670329" y="46643"/>
                </a:cubicBezTo>
                <a:cubicBezTo>
                  <a:pt x="668904" y="43989"/>
                  <a:pt x="667016" y="41988"/>
                  <a:pt x="664665" y="40638"/>
                </a:cubicBezTo>
                <a:cubicBezTo>
                  <a:pt x="662314" y="39288"/>
                  <a:pt x="660023" y="38613"/>
                  <a:pt x="657790" y="38613"/>
                </a:cubicBezTo>
                <a:cubicBezTo>
                  <a:pt x="653611" y="38613"/>
                  <a:pt x="649883" y="40484"/>
                  <a:pt x="646606" y="44227"/>
                </a:cubicBezTo>
                <a:cubicBezTo>
                  <a:pt x="642284" y="49153"/>
                  <a:pt x="640123" y="56354"/>
                  <a:pt x="640123" y="65829"/>
                </a:cubicBezTo>
                <a:cubicBezTo>
                  <a:pt x="640123" y="75399"/>
                  <a:pt x="642212" y="82731"/>
                  <a:pt x="646392" y="87824"/>
                </a:cubicBezTo>
                <a:cubicBezTo>
                  <a:pt x="650571" y="92917"/>
                  <a:pt x="655226" y="95463"/>
                  <a:pt x="660355" y="95463"/>
                </a:cubicBezTo>
                <a:cubicBezTo>
                  <a:pt x="664677" y="95463"/>
                  <a:pt x="668856" y="93307"/>
                  <a:pt x="672893" y="88995"/>
                </a:cubicBezTo>
                <a:close/>
                <a:moveTo>
                  <a:pt x="745845" y="93971"/>
                </a:moveTo>
                <a:cubicBezTo>
                  <a:pt x="742662" y="97294"/>
                  <a:pt x="739552" y="99680"/>
                  <a:pt x="736512" y="101129"/>
                </a:cubicBezTo>
                <a:cubicBezTo>
                  <a:pt x="733472" y="102576"/>
                  <a:pt x="730195" y="103299"/>
                  <a:pt x="726681" y="103299"/>
                </a:cubicBezTo>
                <a:cubicBezTo>
                  <a:pt x="719557" y="103299"/>
                  <a:pt x="713335" y="100326"/>
                  <a:pt x="708016" y="94379"/>
                </a:cubicBezTo>
                <a:cubicBezTo>
                  <a:pt x="702696" y="88430"/>
                  <a:pt x="700037" y="80786"/>
                  <a:pt x="700037" y="71448"/>
                </a:cubicBezTo>
                <a:cubicBezTo>
                  <a:pt x="700037" y="62111"/>
                  <a:pt x="702981" y="53568"/>
                  <a:pt x="708871" y="45819"/>
                </a:cubicBezTo>
                <a:cubicBezTo>
                  <a:pt x="714760" y="38070"/>
                  <a:pt x="722335" y="34196"/>
                  <a:pt x="731596" y="34196"/>
                </a:cubicBezTo>
                <a:cubicBezTo>
                  <a:pt x="737343" y="34196"/>
                  <a:pt x="742093" y="36023"/>
                  <a:pt x="745845" y="39679"/>
                </a:cubicBezTo>
                <a:lnTo>
                  <a:pt x="745845" y="27499"/>
                </a:lnTo>
                <a:cubicBezTo>
                  <a:pt x="745845" y="20074"/>
                  <a:pt x="745667" y="15510"/>
                  <a:pt x="745310" y="13807"/>
                </a:cubicBezTo>
                <a:cubicBezTo>
                  <a:pt x="744954" y="12105"/>
                  <a:pt x="744396" y="10946"/>
                  <a:pt x="743636" y="10330"/>
                </a:cubicBezTo>
                <a:cubicBezTo>
                  <a:pt x="742876" y="9713"/>
                  <a:pt x="741926" y="9404"/>
                  <a:pt x="740787" y="9404"/>
                </a:cubicBezTo>
                <a:cubicBezTo>
                  <a:pt x="739552" y="9404"/>
                  <a:pt x="737913" y="9784"/>
                  <a:pt x="735871" y="10544"/>
                </a:cubicBezTo>
                <a:lnTo>
                  <a:pt x="734945" y="7979"/>
                </a:lnTo>
                <a:lnTo>
                  <a:pt x="754394" y="0"/>
                </a:lnTo>
                <a:lnTo>
                  <a:pt x="757599" y="0"/>
                </a:lnTo>
                <a:lnTo>
                  <a:pt x="757599" y="75515"/>
                </a:lnTo>
                <a:cubicBezTo>
                  <a:pt x="757599" y="83131"/>
                  <a:pt x="757777" y="87778"/>
                  <a:pt x="758134" y="89456"/>
                </a:cubicBezTo>
                <a:cubicBezTo>
                  <a:pt x="758490" y="91135"/>
                  <a:pt x="759060" y="92307"/>
                  <a:pt x="759843" y="92972"/>
                </a:cubicBezTo>
                <a:cubicBezTo>
                  <a:pt x="760627" y="93635"/>
                  <a:pt x="761541" y="93967"/>
                  <a:pt x="762586" y="93967"/>
                </a:cubicBezTo>
                <a:cubicBezTo>
                  <a:pt x="763869" y="93967"/>
                  <a:pt x="765578" y="93563"/>
                  <a:pt x="767716" y="92756"/>
                </a:cubicBezTo>
                <a:lnTo>
                  <a:pt x="768499" y="95320"/>
                </a:lnTo>
                <a:lnTo>
                  <a:pt x="749122" y="103299"/>
                </a:lnTo>
                <a:lnTo>
                  <a:pt x="745845" y="103299"/>
                </a:lnTo>
                <a:lnTo>
                  <a:pt x="745845" y="93971"/>
                </a:lnTo>
                <a:moveTo>
                  <a:pt x="745845" y="88995"/>
                </a:moveTo>
                <a:lnTo>
                  <a:pt x="745845" y="55454"/>
                </a:lnTo>
                <a:cubicBezTo>
                  <a:pt x="745560" y="52232"/>
                  <a:pt x="744705" y="49295"/>
                  <a:pt x="743280" y="46643"/>
                </a:cubicBezTo>
                <a:cubicBezTo>
                  <a:pt x="741855" y="43989"/>
                  <a:pt x="739967" y="41988"/>
                  <a:pt x="737616" y="40638"/>
                </a:cubicBezTo>
                <a:cubicBezTo>
                  <a:pt x="735265" y="39288"/>
                  <a:pt x="732974" y="38613"/>
                  <a:pt x="730742" y="38613"/>
                </a:cubicBezTo>
                <a:cubicBezTo>
                  <a:pt x="726562" y="38613"/>
                  <a:pt x="722834" y="40484"/>
                  <a:pt x="719557" y="44227"/>
                </a:cubicBezTo>
                <a:cubicBezTo>
                  <a:pt x="715235" y="49153"/>
                  <a:pt x="713074" y="56354"/>
                  <a:pt x="713074" y="65829"/>
                </a:cubicBezTo>
                <a:cubicBezTo>
                  <a:pt x="713074" y="75399"/>
                  <a:pt x="715164" y="82731"/>
                  <a:pt x="719343" y="87824"/>
                </a:cubicBezTo>
                <a:cubicBezTo>
                  <a:pt x="723522" y="92917"/>
                  <a:pt x="728177" y="95463"/>
                  <a:pt x="733306" y="95463"/>
                </a:cubicBezTo>
                <a:cubicBezTo>
                  <a:pt x="737628" y="95463"/>
                  <a:pt x="741808" y="93307"/>
                  <a:pt x="745845" y="88995"/>
                </a:cubicBezTo>
                <a:close/>
                <a:moveTo>
                  <a:pt x="789301" y="0"/>
                </a:moveTo>
                <a:cubicBezTo>
                  <a:pt x="791296" y="0"/>
                  <a:pt x="792994" y="704"/>
                  <a:pt x="794395" y="2113"/>
                </a:cubicBezTo>
                <a:cubicBezTo>
                  <a:pt x="795796" y="3520"/>
                  <a:pt x="796496" y="5226"/>
                  <a:pt x="796496" y="7231"/>
                </a:cubicBezTo>
                <a:cubicBezTo>
                  <a:pt x="796496" y="9236"/>
                  <a:pt x="795796" y="10955"/>
                  <a:pt x="794395" y="12387"/>
                </a:cubicBezTo>
                <a:cubicBezTo>
                  <a:pt x="792994" y="13818"/>
                  <a:pt x="791296" y="14533"/>
                  <a:pt x="789301" y="14533"/>
                </a:cubicBezTo>
                <a:cubicBezTo>
                  <a:pt x="787306" y="14533"/>
                  <a:pt x="785596" y="13818"/>
                  <a:pt x="784172" y="12387"/>
                </a:cubicBezTo>
                <a:cubicBezTo>
                  <a:pt x="782747" y="10955"/>
                  <a:pt x="782034" y="9236"/>
                  <a:pt x="782034" y="7231"/>
                </a:cubicBezTo>
                <a:cubicBezTo>
                  <a:pt x="782034" y="5226"/>
                  <a:pt x="782735" y="3520"/>
                  <a:pt x="784136" y="2113"/>
                </a:cubicBezTo>
                <a:cubicBezTo>
                  <a:pt x="785537" y="704"/>
                  <a:pt x="787259" y="0"/>
                  <a:pt x="789301" y="0"/>
                </a:cubicBezTo>
                <a:moveTo>
                  <a:pt x="795214" y="34196"/>
                </a:moveTo>
                <a:lnTo>
                  <a:pt x="795214" y="86486"/>
                </a:lnTo>
                <a:cubicBezTo>
                  <a:pt x="795214" y="90595"/>
                  <a:pt x="795511" y="93330"/>
                  <a:pt x="796104" y="94692"/>
                </a:cubicBezTo>
                <a:cubicBezTo>
                  <a:pt x="796698" y="96053"/>
                  <a:pt x="797577" y="97069"/>
                  <a:pt x="798740" y="97738"/>
                </a:cubicBezTo>
                <a:cubicBezTo>
                  <a:pt x="799904" y="98406"/>
                  <a:pt x="802029" y="98740"/>
                  <a:pt x="805116" y="98740"/>
                </a:cubicBezTo>
                <a:lnTo>
                  <a:pt x="805116" y="101304"/>
                </a:lnTo>
                <a:lnTo>
                  <a:pt x="773414" y="101304"/>
                </a:lnTo>
                <a:lnTo>
                  <a:pt x="773414" y="98740"/>
                </a:lnTo>
                <a:cubicBezTo>
                  <a:pt x="776596" y="98740"/>
                  <a:pt x="778733" y="98430"/>
                  <a:pt x="779826" y="97809"/>
                </a:cubicBezTo>
                <a:cubicBezTo>
                  <a:pt x="780918" y="97187"/>
                  <a:pt x="781785" y="96160"/>
                  <a:pt x="782426" y="94728"/>
                </a:cubicBezTo>
                <a:cubicBezTo>
                  <a:pt x="783067" y="93294"/>
                  <a:pt x="783388" y="90547"/>
                  <a:pt x="783388" y="86486"/>
                </a:cubicBezTo>
                <a:lnTo>
                  <a:pt x="783388" y="61552"/>
                </a:lnTo>
                <a:cubicBezTo>
                  <a:pt x="783388" y="54446"/>
                  <a:pt x="783174" y="49843"/>
                  <a:pt x="782747" y="47745"/>
                </a:cubicBezTo>
                <a:cubicBezTo>
                  <a:pt x="782414" y="46217"/>
                  <a:pt x="781892" y="45157"/>
                  <a:pt x="781179" y="44563"/>
                </a:cubicBezTo>
                <a:cubicBezTo>
                  <a:pt x="780467" y="43968"/>
                  <a:pt x="779493" y="43671"/>
                  <a:pt x="778259" y="43671"/>
                </a:cubicBezTo>
                <a:cubicBezTo>
                  <a:pt x="776929" y="43671"/>
                  <a:pt x="775314" y="44027"/>
                  <a:pt x="773414" y="44739"/>
                </a:cubicBezTo>
                <a:lnTo>
                  <a:pt x="772417" y="42175"/>
                </a:lnTo>
                <a:lnTo>
                  <a:pt x="792079" y="34196"/>
                </a:lnTo>
                <a:lnTo>
                  <a:pt x="795214" y="34196"/>
                </a:lnTo>
                <a:close/>
                <a:moveTo>
                  <a:pt x="832138" y="47945"/>
                </a:moveTo>
                <a:cubicBezTo>
                  <a:pt x="839785" y="38779"/>
                  <a:pt x="847075" y="34196"/>
                  <a:pt x="854009" y="34196"/>
                </a:cubicBezTo>
                <a:cubicBezTo>
                  <a:pt x="857571" y="34196"/>
                  <a:pt x="860634" y="35084"/>
                  <a:pt x="863199" y="36860"/>
                </a:cubicBezTo>
                <a:cubicBezTo>
                  <a:pt x="865764" y="38636"/>
                  <a:pt x="867806" y="41560"/>
                  <a:pt x="869326" y="45634"/>
                </a:cubicBezTo>
                <a:cubicBezTo>
                  <a:pt x="870371" y="48476"/>
                  <a:pt x="870893" y="52834"/>
                  <a:pt x="870893" y="58707"/>
                </a:cubicBezTo>
                <a:lnTo>
                  <a:pt x="870893" y="86486"/>
                </a:lnTo>
                <a:cubicBezTo>
                  <a:pt x="870893" y="90642"/>
                  <a:pt x="871226" y="93461"/>
                  <a:pt x="871890" y="94942"/>
                </a:cubicBezTo>
                <a:cubicBezTo>
                  <a:pt x="872413" y="96137"/>
                  <a:pt x="873256" y="97069"/>
                  <a:pt x="874420" y="97738"/>
                </a:cubicBezTo>
                <a:cubicBezTo>
                  <a:pt x="875583" y="98406"/>
                  <a:pt x="877732" y="98740"/>
                  <a:pt x="880867" y="98740"/>
                </a:cubicBezTo>
                <a:lnTo>
                  <a:pt x="880867" y="101304"/>
                </a:lnTo>
                <a:lnTo>
                  <a:pt x="848595" y="101304"/>
                </a:lnTo>
                <a:lnTo>
                  <a:pt x="848595" y="98740"/>
                </a:lnTo>
                <a:lnTo>
                  <a:pt x="849948" y="98740"/>
                </a:lnTo>
                <a:cubicBezTo>
                  <a:pt x="852988" y="98740"/>
                  <a:pt x="855113" y="98275"/>
                  <a:pt x="856324" y="97344"/>
                </a:cubicBezTo>
                <a:cubicBezTo>
                  <a:pt x="857535" y="96412"/>
                  <a:pt x="858378" y="95038"/>
                  <a:pt x="858853" y="93223"/>
                </a:cubicBezTo>
                <a:cubicBezTo>
                  <a:pt x="859043" y="92506"/>
                  <a:pt x="859138" y="90261"/>
                  <a:pt x="859138" y="86486"/>
                </a:cubicBezTo>
                <a:lnTo>
                  <a:pt x="859138" y="59816"/>
                </a:lnTo>
                <a:cubicBezTo>
                  <a:pt x="859138" y="53888"/>
                  <a:pt x="858367" y="49584"/>
                  <a:pt x="856823" y="46905"/>
                </a:cubicBezTo>
                <a:cubicBezTo>
                  <a:pt x="855280" y="44226"/>
                  <a:pt x="852679" y="42887"/>
                  <a:pt x="849022" y="42887"/>
                </a:cubicBezTo>
                <a:cubicBezTo>
                  <a:pt x="843370" y="42887"/>
                  <a:pt x="837742" y="45974"/>
                  <a:pt x="832138" y="52148"/>
                </a:cubicBezTo>
                <a:lnTo>
                  <a:pt x="832138" y="86486"/>
                </a:lnTo>
                <a:cubicBezTo>
                  <a:pt x="832138" y="90929"/>
                  <a:pt x="832399" y="93676"/>
                  <a:pt x="832922" y="94728"/>
                </a:cubicBezTo>
                <a:cubicBezTo>
                  <a:pt x="833587" y="96113"/>
                  <a:pt x="834501" y="97128"/>
                  <a:pt x="835665" y="97774"/>
                </a:cubicBezTo>
                <a:cubicBezTo>
                  <a:pt x="836828" y="98418"/>
                  <a:pt x="839191" y="98740"/>
                  <a:pt x="842753" y="98740"/>
                </a:cubicBezTo>
                <a:lnTo>
                  <a:pt x="842753" y="101304"/>
                </a:lnTo>
                <a:lnTo>
                  <a:pt x="810481" y="101304"/>
                </a:lnTo>
                <a:lnTo>
                  <a:pt x="810481" y="98740"/>
                </a:lnTo>
                <a:lnTo>
                  <a:pt x="811906" y="98740"/>
                </a:lnTo>
                <a:cubicBezTo>
                  <a:pt x="815230" y="98740"/>
                  <a:pt x="817474" y="97892"/>
                  <a:pt x="818638" y="96197"/>
                </a:cubicBezTo>
                <a:cubicBezTo>
                  <a:pt x="819802" y="94501"/>
                  <a:pt x="820383" y="91264"/>
                  <a:pt x="820383" y="86486"/>
                </a:cubicBezTo>
                <a:lnTo>
                  <a:pt x="820383" y="62407"/>
                </a:lnTo>
                <a:cubicBezTo>
                  <a:pt x="820383" y="54570"/>
                  <a:pt x="820205" y="49797"/>
                  <a:pt x="819849" y="48088"/>
                </a:cubicBezTo>
                <a:cubicBezTo>
                  <a:pt x="819493" y="46378"/>
                  <a:pt x="818947" y="45214"/>
                  <a:pt x="818211" y="44597"/>
                </a:cubicBezTo>
                <a:cubicBezTo>
                  <a:pt x="817474" y="43979"/>
                  <a:pt x="816489" y="43671"/>
                  <a:pt x="815254" y="43671"/>
                </a:cubicBezTo>
                <a:cubicBezTo>
                  <a:pt x="813924" y="43671"/>
                  <a:pt x="812333" y="44027"/>
                  <a:pt x="810481" y="44739"/>
                </a:cubicBezTo>
                <a:lnTo>
                  <a:pt x="809412" y="42175"/>
                </a:lnTo>
                <a:lnTo>
                  <a:pt x="829075" y="34196"/>
                </a:lnTo>
                <a:lnTo>
                  <a:pt x="832138" y="34196"/>
                </a:lnTo>
                <a:lnTo>
                  <a:pt x="832138" y="47945"/>
                </a:lnTo>
                <a:close/>
                <a:moveTo>
                  <a:pt x="903521" y="77526"/>
                </a:moveTo>
                <a:cubicBezTo>
                  <a:pt x="899532" y="75581"/>
                  <a:pt x="896469" y="72866"/>
                  <a:pt x="894331" y="69380"/>
                </a:cubicBezTo>
                <a:cubicBezTo>
                  <a:pt x="892194" y="65893"/>
                  <a:pt x="891125" y="62039"/>
                  <a:pt x="891125" y="57816"/>
                </a:cubicBezTo>
                <a:cubicBezTo>
                  <a:pt x="891125" y="51366"/>
                  <a:pt x="893560" y="45817"/>
                  <a:pt x="898428" y="41168"/>
                </a:cubicBezTo>
                <a:cubicBezTo>
                  <a:pt x="903296" y="36520"/>
                  <a:pt x="909529" y="34196"/>
                  <a:pt x="917128" y="34196"/>
                </a:cubicBezTo>
                <a:cubicBezTo>
                  <a:pt x="923350" y="34196"/>
                  <a:pt x="928741" y="35715"/>
                  <a:pt x="933300" y="38755"/>
                </a:cubicBezTo>
                <a:lnTo>
                  <a:pt x="947121" y="38755"/>
                </a:lnTo>
                <a:cubicBezTo>
                  <a:pt x="949163" y="38755"/>
                  <a:pt x="950350" y="38814"/>
                  <a:pt x="950683" y="38933"/>
                </a:cubicBezTo>
                <a:cubicBezTo>
                  <a:pt x="951015" y="39052"/>
                  <a:pt x="951253" y="39254"/>
                  <a:pt x="951395" y="39539"/>
                </a:cubicBezTo>
                <a:cubicBezTo>
                  <a:pt x="951680" y="39966"/>
                  <a:pt x="951823" y="40726"/>
                  <a:pt x="951823" y="41818"/>
                </a:cubicBezTo>
                <a:cubicBezTo>
                  <a:pt x="951823" y="43053"/>
                  <a:pt x="951704" y="43908"/>
                  <a:pt x="951466" y="44383"/>
                </a:cubicBezTo>
                <a:cubicBezTo>
                  <a:pt x="951324" y="44621"/>
                  <a:pt x="951075" y="44811"/>
                  <a:pt x="950718" y="44953"/>
                </a:cubicBezTo>
                <a:cubicBezTo>
                  <a:pt x="950362" y="45095"/>
                  <a:pt x="949163" y="45167"/>
                  <a:pt x="947121" y="45167"/>
                </a:cubicBezTo>
                <a:lnTo>
                  <a:pt x="938643" y="45167"/>
                </a:lnTo>
                <a:cubicBezTo>
                  <a:pt x="941303" y="48586"/>
                  <a:pt x="942633" y="52956"/>
                  <a:pt x="942633" y="58275"/>
                </a:cubicBezTo>
                <a:cubicBezTo>
                  <a:pt x="942633" y="64354"/>
                  <a:pt x="940305" y="69555"/>
                  <a:pt x="935651" y="73877"/>
                </a:cubicBezTo>
                <a:cubicBezTo>
                  <a:pt x="930997" y="78199"/>
                  <a:pt x="924751" y="80360"/>
                  <a:pt x="916915" y="80360"/>
                </a:cubicBezTo>
                <a:cubicBezTo>
                  <a:pt x="913685" y="80360"/>
                  <a:pt x="910384" y="79875"/>
                  <a:pt x="907012" y="78906"/>
                </a:cubicBezTo>
                <a:cubicBezTo>
                  <a:pt x="904922" y="80684"/>
                  <a:pt x="903509" y="82239"/>
                  <a:pt x="902773" y="83572"/>
                </a:cubicBezTo>
                <a:cubicBezTo>
                  <a:pt x="902037" y="84905"/>
                  <a:pt x="901669" y="86039"/>
                  <a:pt x="901669" y="86974"/>
                </a:cubicBezTo>
                <a:cubicBezTo>
                  <a:pt x="901669" y="87769"/>
                  <a:pt x="902061" y="88541"/>
                  <a:pt x="902845" y="89289"/>
                </a:cubicBezTo>
                <a:cubicBezTo>
                  <a:pt x="903628" y="90037"/>
                  <a:pt x="905160" y="90575"/>
                  <a:pt x="907440" y="90903"/>
                </a:cubicBezTo>
                <a:cubicBezTo>
                  <a:pt x="908769" y="91120"/>
                  <a:pt x="912094" y="91310"/>
                  <a:pt x="917413" y="91473"/>
                </a:cubicBezTo>
                <a:cubicBezTo>
                  <a:pt x="927197" y="91745"/>
                  <a:pt x="933537" y="92125"/>
                  <a:pt x="936435" y="92613"/>
                </a:cubicBezTo>
                <a:cubicBezTo>
                  <a:pt x="940852" y="93229"/>
                  <a:pt x="944378" y="94865"/>
                  <a:pt x="947014" y="97520"/>
                </a:cubicBezTo>
                <a:cubicBezTo>
                  <a:pt x="949650" y="100175"/>
                  <a:pt x="950968" y="103446"/>
                  <a:pt x="950968" y="107333"/>
                </a:cubicBezTo>
                <a:cubicBezTo>
                  <a:pt x="950968" y="112691"/>
                  <a:pt x="948451" y="117717"/>
                  <a:pt x="943416" y="122410"/>
                </a:cubicBezTo>
                <a:cubicBezTo>
                  <a:pt x="936007" y="129332"/>
                  <a:pt x="926342" y="132793"/>
                  <a:pt x="914421" y="132793"/>
                </a:cubicBezTo>
                <a:cubicBezTo>
                  <a:pt x="905255" y="132793"/>
                  <a:pt x="897513" y="130726"/>
                  <a:pt x="891197" y="126593"/>
                </a:cubicBezTo>
                <a:cubicBezTo>
                  <a:pt x="887635" y="124218"/>
                  <a:pt x="885854" y="121748"/>
                  <a:pt x="885854" y="119181"/>
                </a:cubicBezTo>
                <a:cubicBezTo>
                  <a:pt x="885854" y="118042"/>
                  <a:pt x="886115" y="116902"/>
                  <a:pt x="886637" y="115762"/>
                </a:cubicBezTo>
                <a:cubicBezTo>
                  <a:pt x="887445" y="114005"/>
                  <a:pt x="889107" y="111558"/>
                  <a:pt x="891624" y="108422"/>
                </a:cubicBezTo>
                <a:cubicBezTo>
                  <a:pt x="891957" y="107994"/>
                  <a:pt x="894379" y="105429"/>
                  <a:pt x="898891" y="100726"/>
                </a:cubicBezTo>
                <a:cubicBezTo>
                  <a:pt x="896421" y="99255"/>
                  <a:pt x="894676" y="97938"/>
                  <a:pt x="893654" y="96776"/>
                </a:cubicBezTo>
                <a:cubicBezTo>
                  <a:pt x="892633" y="95614"/>
                  <a:pt x="892123" y="94298"/>
                  <a:pt x="892123" y="92827"/>
                </a:cubicBezTo>
                <a:cubicBezTo>
                  <a:pt x="892123" y="91166"/>
                  <a:pt x="892800" y="89221"/>
                  <a:pt x="894153" y="86992"/>
                </a:cubicBezTo>
                <a:cubicBezTo>
                  <a:pt x="895507" y="84761"/>
                  <a:pt x="898629" y="81606"/>
                  <a:pt x="903521" y="77526"/>
                </a:cubicBezTo>
                <a:moveTo>
                  <a:pt x="915917" y="37758"/>
                </a:moveTo>
                <a:cubicBezTo>
                  <a:pt x="912403" y="37758"/>
                  <a:pt x="909458" y="39151"/>
                  <a:pt x="907083" y="41939"/>
                </a:cubicBezTo>
                <a:cubicBezTo>
                  <a:pt x="904709" y="44724"/>
                  <a:pt x="903521" y="48999"/>
                  <a:pt x="903521" y="54762"/>
                </a:cubicBezTo>
                <a:cubicBezTo>
                  <a:pt x="903521" y="62226"/>
                  <a:pt x="905136" y="68012"/>
                  <a:pt x="908366" y="72120"/>
                </a:cubicBezTo>
                <a:cubicBezTo>
                  <a:pt x="910835" y="75238"/>
                  <a:pt x="913970" y="76798"/>
                  <a:pt x="917770" y="76798"/>
                </a:cubicBezTo>
                <a:cubicBezTo>
                  <a:pt x="921379" y="76798"/>
                  <a:pt x="924347" y="75451"/>
                  <a:pt x="926675" y="72759"/>
                </a:cubicBezTo>
                <a:cubicBezTo>
                  <a:pt x="929002" y="70067"/>
                  <a:pt x="930165" y="65839"/>
                  <a:pt x="930165" y="60076"/>
                </a:cubicBezTo>
                <a:cubicBezTo>
                  <a:pt x="930165" y="52566"/>
                  <a:pt x="928527" y="46685"/>
                  <a:pt x="925250" y="42433"/>
                </a:cubicBezTo>
                <a:cubicBezTo>
                  <a:pt x="922828" y="39316"/>
                  <a:pt x="919717" y="37758"/>
                  <a:pt x="915917" y="37758"/>
                </a:cubicBezTo>
                <a:moveTo>
                  <a:pt x="902809" y="101304"/>
                </a:moveTo>
                <a:cubicBezTo>
                  <a:pt x="900577" y="103712"/>
                  <a:pt x="898891" y="105954"/>
                  <a:pt x="897751" y="108030"/>
                </a:cubicBezTo>
                <a:cubicBezTo>
                  <a:pt x="896611" y="110106"/>
                  <a:pt x="896041" y="112018"/>
                  <a:pt x="896041" y="113765"/>
                </a:cubicBezTo>
                <a:cubicBezTo>
                  <a:pt x="896041" y="116030"/>
                  <a:pt x="897418" y="118012"/>
                  <a:pt x="900173" y="119711"/>
                </a:cubicBezTo>
                <a:cubicBezTo>
                  <a:pt x="904922" y="122638"/>
                  <a:pt x="911785" y="124102"/>
                  <a:pt x="920762" y="124102"/>
                </a:cubicBezTo>
                <a:cubicBezTo>
                  <a:pt x="929311" y="124102"/>
                  <a:pt x="935615" y="122608"/>
                  <a:pt x="939676" y="119622"/>
                </a:cubicBezTo>
                <a:cubicBezTo>
                  <a:pt x="943737" y="116638"/>
                  <a:pt x="945767" y="113453"/>
                  <a:pt x="945767" y="110067"/>
                </a:cubicBezTo>
                <a:cubicBezTo>
                  <a:pt x="945767" y="107623"/>
                  <a:pt x="944556" y="105883"/>
                  <a:pt x="942134" y="104849"/>
                </a:cubicBezTo>
                <a:cubicBezTo>
                  <a:pt x="939664" y="103814"/>
                  <a:pt x="934772" y="103203"/>
                  <a:pt x="927458" y="103014"/>
                </a:cubicBezTo>
                <a:cubicBezTo>
                  <a:pt x="916772" y="102717"/>
                  <a:pt x="908556" y="102147"/>
                  <a:pt x="902809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Zero-shot">
            <a:extLst xmlns:a="http://schemas.openxmlformats.org/drawingml/2006/main">
              <a:ext uri="{FF2B5EF4-FFF2-40B4-BE49-F238E27FC236}">
                <a16:creationId xmlns:a16="http://schemas.microsoft.com/office/drawing/2014/main" id="{AF14B3BE-C37B-44AA-B883-7950E36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120" y="799911"/>
            <a:ext cx="565309" cy="103299"/>
          </a:xfrm>
          <a:custGeom xmlns:a="http://schemas.openxmlformats.org/drawingml/2006/main">
            <a:pathLst>
              <a:path w="565309" h="103299">
                <a:moveTo>
                  <a:pt x="82069" y="4702"/>
                </a:moveTo>
                <a:lnTo>
                  <a:pt x="18594" y="95463"/>
                </a:lnTo>
                <a:lnTo>
                  <a:pt x="58204" y="95463"/>
                </a:lnTo>
                <a:cubicBezTo>
                  <a:pt x="64283" y="95463"/>
                  <a:pt x="68949" y="94134"/>
                  <a:pt x="72203" y="91478"/>
                </a:cubicBezTo>
                <a:cubicBezTo>
                  <a:pt x="75456" y="88820"/>
                  <a:pt x="78341" y="83433"/>
                  <a:pt x="80858" y="75319"/>
                </a:cubicBezTo>
                <a:lnTo>
                  <a:pt x="83209" y="75745"/>
                </a:lnTo>
                <a:lnTo>
                  <a:pt x="78650" y="101304"/>
                </a:lnTo>
                <a:lnTo>
                  <a:pt x="0" y="101304"/>
                </a:lnTo>
                <a:lnTo>
                  <a:pt x="0" y="98669"/>
                </a:lnTo>
                <a:lnTo>
                  <a:pt x="61980" y="10544"/>
                </a:lnTo>
                <a:lnTo>
                  <a:pt x="31061" y="10544"/>
                </a:lnTo>
                <a:cubicBezTo>
                  <a:pt x="25932" y="10544"/>
                  <a:pt x="22215" y="11102"/>
                  <a:pt x="19912" y="12218"/>
                </a:cubicBezTo>
                <a:cubicBezTo>
                  <a:pt x="17608" y="13334"/>
                  <a:pt x="15851" y="14949"/>
                  <a:pt x="14640" y="17062"/>
                </a:cubicBezTo>
                <a:cubicBezTo>
                  <a:pt x="13429" y="19176"/>
                  <a:pt x="12325" y="23130"/>
                  <a:pt x="11327" y="28924"/>
                </a:cubicBezTo>
                <a:lnTo>
                  <a:pt x="8620" y="28924"/>
                </a:lnTo>
                <a:lnTo>
                  <a:pt x="10615" y="4702"/>
                </a:lnTo>
                <a:lnTo>
                  <a:pt x="82069" y="4702"/>
                </a:lnTo>
                <a:close/>
                <a:moveTo>
                  <a:pt x="102678" y="60697"/>
                </a:moveTo>
                <a:cubicBezTo>
                  <a:pt x="102630" y="70341"/>
                  <a:pt x="104981" y="77906"/>
                  <a:pt x="109731" y="83390"/>
                </a:cubicBezTo>
                <a:cubicBezTo>
                  <a:pt x="114480" y="88874"/>
                  <a:pt x="120061" y="91616"/>
                  <a:pt x="126472" y="91616"/>
                </a:cubicBezTo>
                <a:cubicBezTo>
                  <a:pt x="130747" y="91616"/>
                  <a:pt x="134463" y="90435"/>
                  <a:pt x="137622" y="88074"/>
                </a:cubicBezTo>
                <a:cubicBezTo>
                  <a:pt x="140780" y="85712"/>
                  <a:pt x="143428" y="81669"/>
                  <a:pt x="145565" y="75943"/>
                </a:cubicBezTo>
                <a:lnTo>
                  <a:pt x="147773" y="77374"/>
                </a:lnTo>
                <a:cubicBezTo>
                  <a:pt x="146776" y="83915"/>
                  <a:pt x="143879" y="89871"/>
                  <a:pt x="139082" y="95242"/>
                </a:cubicBezTo>
                <a:cubicBezTo>
                  <a:pt x="134285" y="100614"/>
                  <a:pt x="128277" y="103299"/>
                  <a:pt x="121058" y="103299"/>
                </a:cubicBezTo>
                <a:cubicBezTo>
                  <a:pt x="113222" y="103299"/>
                  <a:pt x="106513" y="100254"/>
                  <a:pt x="100933" y="94165"/>
                </a:cubicBezTo>
                <a:cubicBezTo>
                  <a:pt x="95352" y="88074"/>
                  <a:pt x="92562" y="79885"/>
                  <a:pt x="92562" y="69600"/>
                </a:cubicBezTo>
                <a:cubicBezTo>
                  <a:pt x="92562" y="58463"/>
                  <a:pt x="95423" y="49778"/>
                  <a:pt x="101146" y="43546"/>
                </a:cubicBezTo>
                <a:cubicBezTo>
                  <a:pt x="106869" y="37312"/>
                  <a:pt x="114053" y="34196"/>
                  <a:pt x="122697" y="34196"/>
                </a:cubicBezTo>
                <a:cubicBezTo>
                  <a:pt x="130011" y="34196"/>
                  <a:pt x="136019" y="36600"/>
                  <a:pt x="140721" y="41409"/>
                </a:cubicBezTo>
                <a:cubicBezTo>
                  <a:pt x="145422" y="46216"/>
                  <a:pt x="147773" y="52646"/>
                  <a:pt x="147773" y="60697"/>
                </a:cubicBezTo>
                <a:lnTo>
                  <a:pt x="102678" y="60697"/>
                </a:lnTo>
                <a:moveTo>
                  <a:pt x="102678" y="56565"/>
                </a:moveTo>
                <a:lnTo>
                  <a:pt x="132884" y="56565"/>
                </a:lnTo>
                <a:cubicBezTo>
                  <a:pt x="132647" y="52420"/>
                  <a:pt x="132148" y="49500"/>
                  <a:pt x="131388" y="47805"/>
                </a:cubicBezTo>
                <a:cubicBezTo>
                  <a:pt x="130201" y="45166"/>
                  <a:pt x="128432" y="43093"/>
                  <a:pt x="126081" y="41587"/>
                </a:cubicBezTo>
                <a:cubicBezTo>
                  <a:pt x="123730" y="40079"/>
                  <a:pt x="121272" y="39325"/>
                  <a:pt x="118707" y="39325"/>
                </a:cubicBezTo>
                <a:cubicBezTo>
                  <a:pt x="114765" y="39325"/>
                  <a:pt x="111239" y="40844"/>
                  <a:pt x="108128" y="43882"/>
                </a:cubicBezTo>
                <a:cubicBezTo>
                  <a:pt x="105017" y="46920"/>
                  <a:pt x="103200" y="51148"/>
                  <a:pt x="102678" y="56565"/>
                </a:cubicBezTo>
                <a:close/>
                <a:moveTo>
                  <a:pt x="175434" y="34196"/>
                </a:moveTo>
                <a:lnTo>
                  <a:pt x="175434" y="48871"/>
                </a:lnTo>
                <a:cubicBezTo>
                  <a:pt x="180896" y="39087"/>
                  <a:pt x="186500" y="34196"/>
                  <a:pt x="192247" y="34196"/>
                </a:cubicBezTo>
                <a:cubicBezTo>
                  <a:pt x="194859" y="34196"/>
                  <a:pt x="197020" y="34991"/>
                  <a:pt x="198730" y="36582"/>
                </a:cubicBezTo>
                <a:cubicBezTo>
                  <a:pt x="200440" y="38173"/>
                  <a:pt x="201295" y="40014"/>
                  <a:pt x="201295" y="42103"/>
                </a:cubicBezTo>
                <a:cubicBezTo>
                  <a:pt x="201295" y="43956"/>
                  <a:pt x="200677" y="45523"/>
                  <a:pt x="199442" y="46805"/>
                </a:cubicBezTo>
                <a:cubicBezTo>
                  <a:pt x="198208" y="48088"/>
                  <a:pt x="196735" y="48729"/>
                  <a:pt x="195026" y="48729"/>
                </a:cubicBezTo>
                <a:cubicBezTo>
                  <a:pt x="193363" y="48729"/>
                  <a:pt x="191499" y="47921"/>
                  <a:pt x="189433" y="46307"/>
                </a:cubicBezTo>
                <a:cubicBezTo>
                  <a:pt x="187367" y="44692"/>
                  <a:pt x="185835" y="43884"/>
                  <a:pt x="184838" y="43884"/>
                </a:cubicBezTo>
                <a:cubicBezTo>
                  <a:pt x="183983" y="43884"/>
                  <a:pt x="183057" y="44356"/>
                  <a:pt x="182060" y="45298"/>
                </a:cubicBezTo>
                <a:cubicBezTo>
                  <a:pt x="179923" y="47232"/>
                  <a:pt x="177714" y="50415"/>
                  <a:pt x="175434" y="54847"/>
                </a:cubicBezTo>
                <a:lnTo>
                  <a:pt x="175434" y="86059"/>
                </a:lnTo>
                <a:cubicBezTo>
                  <a:pt x="175434" y="89671"/>
                  <a:pt x="175886" y="92404"/>
                  <a:pt x="176788" y="94256"/>
                </a:cubicBezTo>
                <a:cubicBezTo>
                  <a:pt x="177405" y="95540"/>
                  <a:pt x="178498" y="96609"/>
                  <a:pt x="180065" y="97462"/>
                </a:cubicBezTo>
                <a:cubicBezTo>
                  <a:pt x="181632" y="98314"/>
                  <a:pt x="183888" y="98740"/>
                  <a:pt x="186833" y="98740"/>
                </a:cubicBezTo>
                <a:lnTo>
                  <a:pt x="186833" y="101304"/>
                </a:lnTo>
                <a:lnTo>
                  <a:pt x="153421" y="101304"/>
                </a:lnTo>
                <a:lnTo>
                  <a:pt x="153421" y="98740"/>
                </a:lnTo>
                <a:cubicBezTo>
                  <a:pt x="156745" y="98740"/>
                  <a:pt x="159215" y="98211"/>
                  <a:pt x="160830" y="97155"/>
                </a:cubicBezTo>
                <a:cubicBezTo>
                  <a:pt x="162017" y="96386"/>
                  <a:pt x="162848" y="95161"/>
                  <a:pt x="163323" y="93479"/>
                </a:cubicBezTo>
                <a:cubicBezTo>
                  <a:pt x="163561" y="92661"/>
                  <a:pt x="163680" y="90330"/>
                  <a:pt x="163680" y="86486"/>
                </a:cubicBezTo>
                <a:lnTo>
                  <a:pt x="163680" y="61410"/>
                </a:lnTo>
                <a:cubicBezTo>
                  <a:pt x="163680" y="53811"/>
                  <a:pt x="163525" y="49287"/>
                  <a:pt x="163217" y="47838"/>
                </a:cubicBezTo>
                <a:cubicBezTo>
                  <a:pt x="162908" y="46390"/>
                  <a:pt x="162338" y="45333"/>
                  <a:pt x="161507" y="44668"/>
                </a:cubicBezTo>
                <a:cubicBezTo>
                  <a:pt x="160676" y="44003"/>
                  <a:pt x="159643" y="43671"/>
                  <a:pt x="158408" y="43671"/>
                </a:cubicBezTo>
                <a:cubicBezTo>
                  <a:pt x="156935" y="43671"/>
                  <a:pt x="155273" y="44027"/>
                  <a:pt x="153421" y="44739"/>
                </a:cubicBezTo>
                <a:lnTo>
                  <a:pt x="152709" y="42175"/>
                </a:lnTo>
                <a:lnTo>
                  <a:pt x="172442" y="34196"/>
                </a:lnTo>
                <a:lnTo>
                  <a:pt x="175434" y="34196"/>
                </a:lnTo>
                <a:close/>
                <a:moveTo>
                  <a:pt x="236843" y="34196"/>
                </a:moveTo>
                <a:cubicBezTo>
                  <a:pt x="246721" y="34196"/>
                  <a:pt x="254653" y="37944"/>
                  <a:pt x="260637" y="45441"/>
                </a:cubicBezTo>
                <a:cubicBezTo>
                  <a:pt x="265719" y="51845"/>
                  <a:pt x="268260" y="59199"/>
                  <a:pt x="268260" y="67503"/>
                </a:cubicBezTo>
                <a:cubicBezTo>
                  <a:pt x="268260" y="73339"/>
                  <a:pt x="266859" y="79246"/>
                  <a:pt x="264057" y="85224"/>
                </a:cubicBezTo>
                <a:cubicBezTo>
                  <a:pt x="261254" y="91201"/>
                  <a:pt x="257396" y="95708"/>
                  <a:pt x="252480" y="98744"/>
                </a:cubicBezTo>
                <a:cubicBezTo>
                  <a:pt x="247564" y="101781"/>
                  <a:pt x="242091" y="103299"/>
                  <a:pt x="236059" y="103299"/>
                </a:cubicBezTo>
                <a:cubicBezTo>
                  <a:pt x="226228" y="103299"/>
                  <a:pt x="218415" y="99385"/>
                  <a:pt x="212621" y="91556"/>
                </a:cubicBezTo>
                <a:cubicBezTo>
                  <a:pt x="207729" y="84961"/>
                  <a:pt x="205283" y="77560"/>
                  <a:pt x="205283" y="69353"/>
                </a:cubicBezTo>
                <a:cubicBezTo>
                  <a:pt x="205283" y="63375"/>
                  <a:pt x="206767" y="57432"/>
                  <a:pt x="209735" y="51525"/>
                </a:cubicBezTo>
                <a:cubicBezTo>
                  <a:pt x="212704" y="45618"/>
                  <a:pt x="216610" y="41253"/>
                  <a:pt x="221455" y="38430"/>
                </a:cubicBezTo>
                <a:cubicBezTo>
                  <a:pt x="226299" y="35607"/>
                  <a:pt x="231428" y="34196"/>
                  <a:pt x="236843" y="34196"/>
                </a:cubicBezTo>
                <a:moveTo>
                  <a:pt x="234634" y="38898"/>
                </a:moveTo>
                <a:cubicBezTo>
                  <a:pt x="232117" y="38898"/>
                  <a:pt x="229588" y="39643"/>
                  <a:pt x="227047" y="41135"/>
                </a:cubicBezTo>
                <a:cubicBezTo>
                  <a:pt x="224506" y="42625"/>
                  <a:pt x="222452" y="45239"/>
                  <a:pt x="220885" y="48978"/>
                </a:cubicBezTo>
                <a:cubicBezTo>
                  <a:pt x="219317" y="52717"/>
                  <a:pt x="218534" y="57520"/>
                  <a:pt x="218534" y="63387"/>
                </a:cubicBezTo>
                <a:cubicBezTo>
                  <a:pt x="218534" y="72851"/>
                  <a:pt x="220422" y="81015"/>
                  <a:pt x="224197" y="87878"/>
                </a:cubicBezTo>
                <a:cubicBezTo>
                  <a:pt x="227973" y="94739"/>
                  <a:pt x="232948" y="98170"/>
                  <a:pt x="239122" y="98170"/>
                </a:cubicBezTo>
                <a:cubicBezTo>
                  <a:pt x="243729" y="98170"/>
                  <a:pt x="247529" y="96277"/>
                  <a:pt x="250521" y="92491"/>
                </a:cubicBezTo>
                <a:cubicBezTo>
                  <a:pt x="253513" y="88704"/>
                  <a:pt x="255009" y="82198"/>
                  <a:pt x="255009" y="72971"/>
                </a:cubicBezTo>
                <a:cubicBezTo>
                  <a:pt x="255009" y="61424"/>
                  <a:pt x="252516" y="52338"/>
                  <a:pt x="247529" y="45712"/>
                </a:cubicBezTo>
                <a:cubicBezTo>
                  <a:pt x="244157" y="41169"/>
                  <a:pt x="239858" y="38898"/>
                  <a:pt x="234634" y="38898"/>
                </a:cubicBezTo>
                <a:close/>
                <a:moveTo>
                  <a:pt x="279231" y="63119"/>
                </a:moveTo>
                <a:lnTo>
                  <a:pt x="316062" y="63119"/>
                </a:lnTo>
                <a:lnTo>
                  <a:pt x="316062" y="73948"/>
                </a:lnTo>
                <a:lnTo>
                  <a:pt x="279231" y="73948"/>
                </a:lnTo>
                <a:lnTo>
                  <a:pt x="279231" y="63119"/>
                </a:lnTo>
                <a:close/>
                <a:moveTo>
                  <a:pt x="368636" y="34196"/>
                </a:moveTo>
                <a:lnTo>
                  <a:pt x="368636" y="56423"/>
                </a:lnTo>
                <a:lnTo>
                  <a:pt x="366286" y="56423"/>
                </a:lnTo>
                <a:cubicBezTo>
                  <a:pt x="364481" y="49469"/>
                  <a:pt x="362165" y="44739"/>
                  <a:pt x="359340" y="42232"/>
                </a:cubicBezTo>
                <a:cubicBezTo>
                  <a:pt x="356514" y="39724"/>
                  <a:pt x="352916" y="38470"/>
                  <a:pt x="348547" y="38470"/>
                </a:cubicBezTo>
                <a:cubicBezTo>
                  <a:pt x="345222" y="38470"/>
                  <a:pt x="342539" y="39346"/>
                  <a:pt x="340496" y="41097"/>
                </a:cubicBezTo>
                <a:cubicBezTo>
                  <a:pt x="338454" y="42848"/>
                  <a:pt x="337433" y="44789"/>
                  <a:pt x="337433" y="46919"/>
                </a:cubicBezTo>
                <a:cubicBezTo>
                  <a:pt x="337433" y="49568"/>
                  <a:pt x="338193" y="51840"/>
                  <a:pt x="339713" y="53733"/>
                </a:cubicBezTo>
                <a:cubicBezTo>
                  <a:pt x="341185" y="55673"/>
                  <a:pt x="344177" y="57732"/>
                  <a:pt x="348689" y="59909"/>
                </a:cubicBezTo>
                <a:lnTo>
                  <a:pt x="359090" y="64949"/>
                </a:lnTo>
                <a:cubicBezTo>
                  <a:pt x="368731" y="69645"/>
                  <a:pt x="373552" y="75835"/>
                  <a:pt x="373552" y="83519"/>
                </a:cubicBezTo>
                <a:cubicBezTo>
                  <a:pt x="373552" y="89448"/>
                  <a:pt x="371308" y="94227"/>
                  <a:pt x="366820" y="97856"/>
                </a:cubicBezTo>
                <a:cubicBezTo>
                  <a:pt x="362332" y="101485"/>
                  <a:pt x="357309" y="103299"/>
                  <a:pt x="351752" y="103299"/>
                </a:cubicBezTo>
                <a:cubicBezTo>
                  <a:pt x="347763" y="103299"/>
                  <a:pt x="343203" y="102622"/>
                  <a:pt x="338074" y="101269"/>
                </a:cubicBezTo>
                <a:cubicBezTo>
                  <a:pt x="336507" y="100818"/>
                  <a:pt x="335225" y="100592"/>
                  <a:pt x="334227" y="100592"/>
                </a:cubicBezTo>
                <a:cubicBezTo>
                  <a:pt x="333135" y="100592"/>
                  <a:pt x="332280" y="101162"/>
                  <a:pt x="331662" y="102302"/>
                </a:cubicBezTo>
                <a:lnTo>
                  <a:pt x="329312" y="102302"/>
                </a:lnTo>
                <a:lnTo>
                  <a:pt x="329312" y="78935"/>
                </a:lnTo>
                <a:lnTo>
                  <a:pt x="331662" y="78935"/>
                </a:lnTo>
                <a:cubicBezTo>
                  <a:pt x="332992" y="85584"/>
                  <a:pt x="335533" y="90595"/>
                  <a:pt x="339285" y="93967"/>
                </a:cubicBezTo>
                <a:cubicBezTo>
                  <a:pt x="343037" y="97339"/>
                  <a:pt x="347240" y="99025"/>
                  <a:pt x="351895" y="99025"/>
                </a:cubicBezTo>
                <a:cubicBezTo>
                  <a:pt x="355172" y="99025"/>
                  <a:pt x="357843" y="98068"/>
                  <a:pt x="359909" y="96155"/>
                </a:cubicBezTo>
                <a:cubicBezTo>
                  <a:pt x="361975" y="94241"/>
                  <a:pt x="363008" y="91936"/>
                  <a:pt x="363008" y="89243"/>
                </a:cubicBezTo>
                <a:cubicBezTo>
                  <a:pt x="363008" y="85982"/>
                  <a:pt x="361857" y="83241"/>
                  <a:pt x="359553" y="81021"/>
                </a:cubicBezTo>
                <a:cubicBezTo>
                  <a:pt x="357250" y="78799"/>
                  <a:pt x="352655" y="75993"/>
                  <a:pt x="345768" y="72603"/>
                </a:cubicBezTo>
                <a:cubicBezTo>
                  <a:pt x="338882" y="69212"/>
                  <a:pt x="334370" y="66137"/>
                  <a:pt x="332232" y="63378"/>
                </a:cubicBezTo>
                <a:cubicBezTo>
                  <a:pt x="330095" y="60666"/>
                  <a:pt x="329027" y="57241"/>
                  <a:pt x="329027" y="53103"/>
                </a:cubicBezTo>
                <a:cubicBezTo>
                  <a:pt x="329027" y="47728"/>
                  <a:pt x="330867" y="43233"/>
                  <a:pt x="334548" y="39619"/>
                </a:cubicBezTo>
                <a:cubicBezTo>
                  <a:pt x="338229" y="36003"/>
                  <a:pt x="342990" y="34196"/>
                  <a:pt x="348832" y="34196"/>
                </a:cubicBezTo>
                <a:cubicBezTo>
                  <a:pt x="351396" y="34196"/>
                  <a:pt x="354507" y="34742"/>
                  <a:pt x="358164" y="35834"/>
                </a:cubicBezTo>
                <a:cubicBezTo>
                  <a:pt x="360586" y="36547"/>
                  <a:pt x="362201" y="36903"/>
                  <a:pt x="363008" y="36903"/>
                </a:cubicBezTo>
                <a:cubicBezTo>
                  <a:pt x="363768" y="36903"/>
                  <a:pt x="364362" y="36737"/>
                  <a:pt x="364789" y="36404"/>
                </a:cubicBezTo>
                <a:cubicBezTo>
                  <a:pt x="365217" y="36072"/>
                  <a:pt x="365716" y="35335"/>
                  <a:pt x="366286" y="34196"/>
                </a:cubicBezTo>
                <a:lnTo>
                  <a:pt x="368636" y="34196"/>
                </a:lnTo>
                <a:close/>
                <a:moveTo>
                  <a:pt x="402381" y="0"/>
                </a:moveTo>
                <a:lnTo>
                  <a:pt x="402381" y="47863"/>
                </a:lnTo>
                <a:cubicBezTo>
                  <a:pt x="407653" y="42043"/>
                  <a:pt x="411833" y="38311"/>
                  <a:pt x="414920" y="36665"/>
                </a:cubicBezTo>
                <a:cubicBezTo>
                  <a:pt x="418007" y="35019"/>
                  <a:pt x="421094" y="34196"/>
                  <a:pt x="424181" y="34196"/>
                </a:cubicBezTo>
                <a:cubicBezTo>
                  <a:pt x="427886" y="34196"/>
                  <a:pt x="431068" y="35215"/>
                  <a:pt x="433727" y="37252"/>
                </a:cubicBezTo>
                <a:cubicBezTo>
                  <a:pt x="436387" y="39289"/>
                  <a:pt x="438358" y="42486"/>
                  <a:pt x="439640" y="46843"/>
                </a:cubicBezTo>
                <a:cubicBezTo>
                  <a:pt x="440543" y="49874"/>
                  <a:pt x="440994" y="55415"/>
                  <a:pt x="440994" y="63467"/>
                </a:cubicBezTo>
                <a:lnTo>
                  <a:pt x="440994" y="86486"/>
                </a:lnTo>
                <a:cubicBezTo>
                  <a:pt x="440994" y="90642"/>
                  <a:pt x="441326" y="93484"/>
                  <a:pt x="441991" y="95013"/>
                </a:cubicBezTo>
                <a:cubicBezTo>
                  <a:pt x="442466" y="96160"/>
                  <a:pt x="443274" y="97069"/>
                  <a:pt x="444413" y="97738"/>
                </a:cubicBezTo>
                <a:cubicBezTo>
                  <a:pt x="445553" y="98406"/>
                  <a:pt x="447643" y="98740"/>
                  <a:pt x="450683" y="98740"/>
                </a:cubicBezTo>
                <a:lnTo>
                  <a:pt x="450683" y="101304"/>
                </a:lnTo>
                <a:lnTo>
                  <a:pt x="418624" y="101304"/>
                </a:lnTo>
                <a:lnTo>
                  <a:pt x="418624" y="98740"/>
                </a:lnTo>
                <a:lnTo>
                  <a:pt x="420120" y="98740"/>
                </a:lnTo>
                <a:cubicBezTo>
                  <a:pt x="423160" y="98740"/>
                  <a:pt x="425273" y="98275"/>
                  <a:pt x="426461" y="97344"/>
                </a:cubicBezTo>
                <a:cubicBezTo>
                  <a:pt x="427648" y="96412"/>
                  <a:pt x="428479" y="95038"/>
                  <a:pt x="428954" y="93223"/>
                </a:cubicBezTo>
                <a:cubicBezTo>
                  <a:pt x="429097" y="92459"/>
                  <a:pt x="429168" y="90213"/>
                  <a:pt x="429168" y="86486"/>
                </a:cubicBezTo>
                <a:lnTo>
                  <a:pt x="429168" y="63518"/>
                </a:lnTo>
                <a:cubicBezTo>
                  <a:pt x="429168" y="56428"/>
                  <a:pt x="428800" y="51773"/>
                  <a:pt x="428064" y="49552"/>
                </a:cubicBezTo>
                <a:cubicBezTo>
                  <a:pt x="427328" y="47331"/>
                  <a:pt x="426152" y="45665"/>
                  <a:pt x="424537" y="44554"/>
                </a:cubicBezTo>
                <a:cubicBezTo>
                  <a:pt x="422922" y="43443"/>
                  <a:pt x="420975" y="42887"/>
                  <a:pt x="418696" y="42887"/>
                </a:cubicBezTo>
                <a:cubicBezTo>
                  <a:pt x="416368" y="42887"/>
                  <a:pt x="413946" y="43503"/>
                  <a:pt x="411429" y="44735"/>
                </a:cubicBezTo>
                <a:cubicBezTo>
                  <a:pt x="408912" y="45967"/>
                  <a:pt x="405896" y="48454"/>
                  <a:pt x="402381" y="52197"/>
                </a:cubicBezTo>
                <a:lnTo>
                  <a:pt x="402381" y="86486"/>
                </a:lnTo>
                <a:cubicBezTo>
                  <a:pt x="402381" y="90978"/>
                  <a:pt x="402631" y="93772"/>
                  <a:pt x="403129" y="94871"/>
                </a:cubicBezTo>
                <a:cubicBezTo>
                  <a:pt x="403628" y="95969"/>
                  <a:pt x="404554" y="96888"/>
                  <a:pt x="405908" y="97629"/>
                </a:cubicBezTo>
                <a:cubicBezTo>
                  <a:pt x="407261" y="98369"/>
                  <a:pt x="409600" y="98740"/>
                  <a:pt x="412925" y="98740"/>
                </a:cubicBezTo>
                <a:lnTo>
                  <a:pt x="412925" y="101304"/>
                </a:lnTo>
                <a:lnTo>
                  <a:pt x="380582" y="101304"/>
                </a:lnTo>
                <a:lnTo>
                  <a:pt x="380582" y="98740"/>
                </a:lnTo>
                <a:cubicBezTo>
                  <a:pt x="383479" y="98740"/>
                  <a:pt x="385758" y="98286"/>
                  <a:pt x="387421" y="97377"/>
                </a:cubicBezTo>
                <a:cubicBezTo>
                  <a:pt x="388371" y="96901"/>
                  <a:pt x="389131" y="95994"/>
                  <a:pt x="389700" y="94657"/>
                </a:cubicBezTo>
                <a:cubicBezTo>
                  <a:pt x="390270" y="93318"/>
                  <a:pt x="390555" y="90595"/>
                  <a:pt x="390555" y="86486"/>
                </a:cubicBezTo>
                <a:lnTo>
                  <a:pt x="390555" y="27499"/>
                </a:lnTo>
                <a:cubicBezTo>
                  <a:pt x="390555" y="20074"/>
                  <a:pt x="390377" y="15510"/>
                  <a:pt x="390021" y="13807"/>
                </a:cubicBezTo>
                <a:cubicBezTo>
                  <a:pt x="389665" y="12105"/>
                  <a:pt x="389119" y="10946"/>
                  <a:pt x="388383" y="10330"/>
                </a:cubicBezTo>
                <a:cubicBezTo>
                  <a:pt x="387646" y="9713"/>
                  <a:pt x="386661" y="9404"/>
                  <a:pt x="385426" y="9404"/>
                </a:cubicBezTo>
                <a:cubicBezTo>
                  <a:pt x="384429" y="9404"/>
                  <a:pt x="382814" y="9784"/>
                  <a:pt x="380582" y="10544"/>
                </a:cubicBezTo>
                <a:lnTo>
                  <a:pt x="379584" y="7979"/>
                </a:lnTo>
                <a:lnTo>
                  <a:pt x="399104" y="0"/>
                </a:lnTo>
                <a:lnTo>
                  <a:pt x="402381" y="0"/>
                </a:lnTo>
                <a:close/>
                <a:moveTo>
                  <a:pt x="488084" y="34196"/>
                </a:moveTo>
                <a:cubicBezTo>
                  <a:pt x="497963" y="34196"/>
                  <a:pt x="505895" y="37944"/>
                  <a:pt x="511879" y="45441"/>
                </a:cubicBezTo>
                <a:cubicBezTo>
                  <a:pt x="516961" y="51845"/>
                  <a:pt x="519502" y="59199"/>
                  <a:pt x="519501" y="67503"/>
                </a:cubicBezTo>
                <a:cubicBezTo>
                  <a:pt x="519501" y="73339"/>
                  <a:pt x="518100" y="79246"/>
                  <a:pt x="515298" y="85224"/>
                </a:cubicBezTo>
                <a:cubicBezTo>
                  <a:pt x="512496" y="91201"/>
                  <a:pt x="508637" y="95708"/>
                  <a:pt x="503722" y="98744"/>
                </a:cubicBezTo>
                <a:cubicBezTo>
                  <a:pt x="498806" y="101781"/>
                  <a:pt x="493332" y="103299"/>
                  <a:pt x="487301" y="103299"/>
                </a:cubicBezTo>
                <a:cubicBezTo>
                  <a:pt x="477469" y="103299"/>
                  <a:pt x="469657" y="99385"/>
                  <a:pt x="463862" y="91556"/>
                </a:cubicBezTo>
                <a:cubicBezTo>
                  <a:pt x="458971" y="84961"/>
                  <a:pt x="456525" y="77560"/>
                  <a:pt x="456525" y="69353"/>
                </a:cubicBezTo>
                <a:cubicBezTo>
                  <a:pt x="456525" y="63375"/>
                  <a:pt x="458009" y="57432"/>
                  <a:pt x="460977" y="51525"/>
                </a:cubicBezTo>
                <a:cubicBezTo>
                  <a:pt x="463946" y="45618"/>
                  <a:pt x="467852" y="41253"/>
                  <a:pt x="472696" y="38430"/>
                </a:cubicBezTo>
                <a:cubicBezTo>
                  <a:pt x="477541" y="35607"/>
                  <a:pt x="482670" y="34196"/>
                  <a:pt x="488084" y="34196"/>
                </a:cubicBezTo>
                <a:moveTo>
                  <a:pt x="485876" y="38898"/>
                </a:moveTo>
                <a:cubicBezTo>
                  <a:pt x="483359" y="38898"/>
                  <a:pt x="480830" y="39643"/>
                  <a:pt x="478289" y="41135"/>
                </a:cubicBezTo>
                <a:cubicBezTo>
                  <a:pt x="475748" y="42625"/>
                  <a:pt x="473694" y="45239"/>
                  <a:pt x="472126" y="48978"/>
                </a:cubicBezTo>
                <a:cubicBezTo>
                  <a:pt x="470559" y="52717"/>
                  <a:pt x="469775" y="57520"/>
                  <a:pt x="469775" y="63387"/>
                </a:cubicBezTo>
                <a:cubicBezTo>
                  <a:pt x="469775" y="72851"/>
                  <a:pt x="471663" y="81015"/>
                  <a:pt x="475439" y="87878"/>
                </a:cubicBezTo>
                <a:cubicBezTo>
                  <a:pt x="479215" y="94739"/>
                  <a:pt x="484190" y="98170"/>
                  <a:pt x="490364" y="98170"/>
                </a:cubicBezTo>
                <a:cubicBezTo>
                  <a:pt x="494971" y="98170"/>
                  <a:pt x="498770" y="96277"/>
                  <a:pt x="501763" y="92491"/>
                </a:cubicBezTo>
                <a:cubicBezTo>
                  <a:pt x="504755" y="88704"/>
                  <a:pt x="506251" y="82198"/>
                  <a:pt x="506251" y="72971"/>
                </a:cubicBezTo>
                <a:cubicBezTo>
                  <a:pt x="506251" y="61424"/>
                  <a:pt x="503757" y="52338"/>
                  <a:pt x="498770" y="45712"/>
                </a:cubicBezTo>
                <a:cubicBezTo>
                  <a:pt x="495398" y="41169"/>
                  <a:pt x="491100" y="38898"/>
                  <a:pt x="485876" y="38898"/>
                </a:cubicBezTo>
                <a:close/>
                <a:moveTo>
                  <a:pt x="548069" y="14533"/>
                </a:moveTo>
                <a:lnTo>
                  <a:pt x="548069" y="36048"/>
                </a:lnTo>
                <a:lnTo>
                  <a:pt x="563314" y="36048"/>
                </a:lnTo>
                <a:lnTo>
                  <a:pt x="563314" y="40892"/>
                </a:lnTo>
                <a:lnTo>
                  <a:pt x="548069" y="41035"/>
                </a:lnTo>
                <a:lnTo>
                  <a:pt x="548069" y="83410"/>
                </a:lnTo>
                <a:cubicBezTo>
                  <a:pt x="548069" y="87641"/>
                  <a:pt x="548674" y="90494"/>
                  <a:pt x="549885" y="91970"/>
                </a:cubicBezTo>
                <a:cubicBezTo>
                  <a:pt x="551096" y="93443"/>
                  <a:pt x="552652" y="94180"/>
                  <a:pt x="554552" y="94180"/>
                </a:cubicBezTo>
                <a:cubicBezTo>
                  <a:pt x="556119" y="94180"/>
                  <a:pt x="557639" y="93688"/>
                  <a:pt x="559111" y="92702"/>
                </a:cubicBezTo>
                <a:cubicBezTo>
                  <a:pt x="560583" y="91717"/>
                  <a:pt x="561723" y="90262"/>
                  <a:pt x="562531" y="88339"/>
                </a:cubicBezTo>
                <a:lnTo>
                  <a:pt x="565309" y="88339"/>
                </a:lnTo>
                <a:cubicBezTo>
                  <a:pt x="563647" y="93017"/>
                  <a:pt x="561296" y="96537"/>
                  <a:pt x="558256" y="98900"/>
                </a:cubicBezTo>
                <a:cubicBezTo>
                  <a:pt x="555217" y="101263"/>
                  <a:pt x="552082" y="102444"/>
                  <a:pt x="548852" y="102444"/>
                </a:cubicBezTo>
                <a:cubicBezTo>
                  <a:pt x="546668" y="102444"/>
                  <a:pt x="544530" y="101837"/>
                  <a:pt x="542441" y="100621"/>
                </a:cubicBezTo>
                <a:cubicBezTo>
                  <a:pt x="540351" y="99405"/>
                  <a:pt x="538807" y="97666"/>
                  <a:pt x="537810" y="95403"/>
                </a:cubicBezTo>
                <a:cubicBezTo>
                  <a:pt x="536813" y="93139"/>
                  <a:pt x="536314" y="89648"/>
                  <a:pt x="536314" y="84930"/>
                </a:cubicBezTo>
                <a:lnTo>
                  <a:pt x="536314" y="40892"/>
                </a:lnTo>
                <a:lnTo>
                  <a:pt x="525984" y="40892"/>
                </a:lnTo>
                <a:lnTo>
                  <a:pt x="525984" y="38608"/>
                </a:lnTo>
                <a:cubicBezTo>
                  <a:pt x="528596" y="37569"/>
                  <a:pt x="531268" y="35810"/>
                  <a:pt x="533999" y="33332"/>
                </a:cubicBezTo>
                <a:cubicBezTo>
                  <a:pt x="536730" y="30853"/>
                  <a:pt x="539164" y="27899"/>
                  <a:pt x="541301" y="24469"/>
                </a:cubicBezTo>
                <a:cubicBezTo>
                  <a:pt x="542393" y="22658"/>
                  <a:pt x="543913" y="19346"/>
                  <a:pt x="545860" y="14533"/>
                </a:cubicBezTo>
                <a:lnTo>
                  <a:pt x="548069" y="14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prompting">
            <a:extLst xmlns:a="http://schemas.openxmlformats.org/drawingml/2006/main">
              <a:ext uri="{FF2B5EF4-FFF2-40B4-BE49-F238E27FC236}">
                <a16:creationId xmlns:a16="http://schemas.microsoft.com/office/drawing/2014/main" id="{AF10959A-21F7-4EC7-A65D-EBBB692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769" y="961424"/>
            <a:ext cx="605395" cy="132793"/>
          </a:xfrm>
          <a:custGeom xmlns:a="http://schemas.openxmlformats.org/drawingml/2006/main">
            <a:pathLst>
              <a:path w="605395" h="132793">
                <a:moveTo>
                  <a:pt x="356" y="42317"/>
                </a:moveTo>
                <a:lnTo>
                  <a:pt x="20446" y="34338"/>
                </a:lnTo>
                <a:lnTo>
                  <a:pt x="23153" y="34338"/>
                </a:lnTo>
                <a:lnTo>
                  <a:pt x="23153" y="49655"/>
                </a:lnTo>
                <a:cubicBezTo>
                  <a:pt x="26525" y="43935"/>
                  <a:pt x="29909" y="39928"/>
                  <a:pt x="33305" y="37635"/>
                </a:cubicBezTo>
                <a:cubicBezTo>
                  <a:pt x="36701" y="35342"/>
                  <a:pt x="40275" y="34196"/>
                  <a:pt x="44027" y="34196"/>
                </a:cubicBezTo>
                <a:cubicBezTo>
                  <a:pt x="50581" y="34196"/>
                  <a:pt x="56043" y="36757"/>
                  <a:pt x="60412" y="41881"/>
                </a:cubicBezTo>
                <a:cubicBezTo>
                  <a:pt x="65779" y="48144"/>
                  <a:pt x="68462" y="56305"/>
                  <a:pt x="68462" y="66363"/>
                </a:cubicBezTo>
                <a:cubicBezTo>
                  <a:pt x="68462" y="77607"/>
                  <a:pt x="65233" y="86906"/>
                  <a:pt x="58774" y="94261"/>
                </a:cubicBezTo>
                <a:cubicBezTo>
                  <a:pt x="53454" y="100286"/>
                  <a:pt x="46758" y="103299"/>
                  <a:pt x="38684" y="103299"/>
                </a:cubicBezTo>
                <a:cubicBezTo>
                  <a:pt x="35169" y="103299"/>
                  <a:pt x="32130" y="102801"/>
                  <a:pt x="29565" y="101803"/>
                </a:cubicBezTo>
                <a:cubicBezTo>
                  <a:pt x="27665" y="101091"/>
                  <a:pt x="25528" y="99666"/>
                  <a:pt x="23153" y="97529"/>
                </a:cubicBezTo>
                <a:lnTo>
                  <a:pt x="23153" y="117405"/>
                </a:lnTo>
                <a:cubicBezTo>
                  <a:pt x="23153" y="121895"/>
                  <a:pt x="23426" y="124749"/>
                  <a:pt x="23973" y="125967"/>
                </a:cubicBezTo>
                <a:cubicBezTo>
                  <a:pt x="24519" y="127186"/>
                  <a:pt x="25469" y="128153"/>
                  <a:pt x="26822" y="128868"/>
                </a:cubicBezTo>
                <a:cubicBezTo>
                  <a:pt x="28176" y="129585"/>
                  <a:pt x="30634" y="129943"/>
                  <a:pt x="34196" y="129943"/>
                </a:cubicBezTo>
                <a:lnTo>
                  <a:pt x="34196" y="132508"/>
                </a:lnTo>
                <a:lnTo>
                  <a:pt x="0" y="132508"/>
                </a:lnTo>
                <a:lnTo>
                  <a:pt x="0" y="129943"/>
                </a:lnTo>
                <a:lnTo>
                  <a:pt x="1781" y="129943"/>
                </a:lnTo>
                <a:cubicBezTo>
                  <a:pt x="4393" y="129991"/>
                  <a:pt x="6625" y="129489"/>
                  <a:pt x="8478" y="128438"/>
                </a:cubicBezTo>
                <a:cubicBezTo>
                  <a:pt x="9380" y="127913"/>
                  <a:pt x="10081" y="127065"/>
                  <a:pt x="10579" y="125896"/>
                </a:cubicBezTo>
                <a:cubicBezTo>
                  <a:pt x="11078" y="124726"/>
                  <a:pt x="11327" y="121754"/>
                  <a:pt x="11327" y="116977"/>
                </a:cubicBezTo>
                <a:lnTo>
                  <a:pt x="11327" y="55140"/>
                </a:lnTo>
                <a:cubicBezTo>
                  <a:pt x="11327" y="50885"/>
                  <a:pt x="11137" y="48184"/>
                  <a:pt x="10757" y="47037"/>
                </a:cubicBezTo>
                <a:cubicBezTo>
                  <a:pt x="10377" y="45888"/>
                  <a:pt x="9772" y="45028"/>
                  <a:pt x="8941" y="44457"/>
                </a:cubicBezTo>
                <a:cubicBezTo>
                  <a:pt x="8110" y="43885"/>
                  <a:pt x="6982" y="43599"/>
                  <a:pt x="5557" y="43599"/>
                </a:cubicBezTo>
                <a:cubicBezTo>
                  <a:pt x="4417" y="43599"/>
                  <a:pt x="2968" y="43932"/>
                  <a:pt x="1211" y="44597"/>
                </a:cubicBezTo>
                <a:lnTo>
                  <a:pt x="356" y="42317"/>
                </a:lnTo>
                <a:moveTo>
                  <a:pt x="23153" y="53858"/>
                </a:moveTo>
                <a:lnTo>
                  <a:pt x="23153" y="78222"/>
                </a:lnTo>
                <a:cubicBezTo>
                  <a:pt x="23153" y="83494"/>
                  <a:pt x="23367" y="86961"/>
                  <a:pt x="23794" y="88624"/>
                </a:cubicBezTo>
                <a:cubicBezTo>
                  <a:pt x="24459" y="91378"/>
                  <a:pt x="26086" y="93800"/>
                  <a:pt x="28674" y="95890"/>
                </a:cubicBezTo>
                <a:cubicBezTo>
                  <a:pt x="31263" y="97980"/>
                  <a:pt x="34528" y="99025"/>
                  <a:pt x="38470" y="99025"/>
                </a:cubicBezTo>
                <a:cubicBezTo>
                  <a:pt x="43219" y="99025"/>
                  <a:pt x="47066" y="97173"/>
                  <a:pt x="50011" y="93468"/>
                </a:cubicBezTo>
                <a:cubicBezTo>
                  <a:pt x="53858" y="88624"/>
                  <a:pt x="55782" y="81808"/>
                  <a:pt x="55782" y="73022"/>
                </a:cubicBezTo>
                <a:cubicBezTo>
                  <a:pt x="55782" y="63048"/>
                  <a:pt x="53597" y="55378"/>
                  <a:pt x="49227" y="50011"/>
                </a:cubicBezTo>
                <a:cubicBezTo>
                  <a:pt x="46188" y="46307"/>
                  <a:pt x="42578" y="44454"/>
                  <a:pt x="38399" y="44454"/>
                </a:cubicBezTo>
                <a:cubicBezTo>
                  <a:pt x="36119" y="44454"/>
                  <a:pt x="33863" y="45024"/>
                  <a:pt x="31631" y="46164"/>
                </a:cubicBezTo>
                <a:cubicBezTo>
                  <a:pt x="29921" y="47019"/>
                  <a:pt x="27095" y="49584"/>
                  <a:pt x="23153" y="53858"/>
                </a:cubicBezTo>
                <a:close/>
                <a:moveTo>
                  <a:pt x="97103" y="34196"/>
                </a:moveTo>
                <a:lnTo>
                  <a:pt x="97103" y="48871"/>
                </a:lnTo>
                <a:cubicBezTo>
                  <a:pt x="102564" y="39087"/>
                  <a:pt x="108169" y="34196"/>
                  <a:pt x="113915" y="34196"/>
                </a:cubicBezTo>
                <a:cubicBezTo>
                  <a:pt x="116528" y="34196"/>
                  <a:pt x="118689" y="34991"/>
                  <a:pt x="120398" y="36582"/>
                </a:cubicBezTo>
                <a:cubicBezTo>
                  <a:pt x="122108" y="38173"/>
                  <a:pt x="122963" y="40014"/>
                  <a:pt x="122963" y="42103"/>
                </a:cubicBezTo>
                <a:cubicBezTo>
                  <a:pt x="122963" y="43956"/>
                  <a:pt x="122346" y="45523"/>
                  <a:pt x="121111" y="46805"/>
                </a:cubicBezTo>
                <a:cubicBezTo>
                  <a:pt x="119876" y="48088"/>
                  <a:pt x="118404" y="48729"/>
                  <a:pt x="116694" y="48729"/>
                </a:cubicBezTo>
                <a:cubicBezTo>
                  <a:pt x="115032" y="48729"/>
                  <a:pt x="113167" y="47921"/>
                  <a:pt x="111101" y="46307"/>
                </a:cubicBezTo>
                <a:cubicBezTo>
                  <a:pt x="109035" y="44692"/>
                  <a:pt x="107504" y="43884"/>
                  <a:pt x="106506" y="43884"/>
                </a:cubicBezTo>
                <a:cubicBezTo>
                  <a:pt x="105652" y="43884"/>
                  <a:pt x="104725" y="44356"/>
                  <a:pt x="103728" y="45298"/>
                </a:cubicBezTo>
                <a:cubicBezTo>
                  <a:pt x="101591" y="47232"/>
                  <a:pt x="99382" y="50415"/>
                  <a:pt x="97103" y="54847"/>
                </a:cubicBezTo>
                <a:lnTo>
                  <a:pt x="97103" y="86059"/>
                </a:lnTo>
                <a:cubicBezTo>
                  <a:pt x="97103" y="89671"/>
                  <a:pt x="97554" y="92404"/>
                  <a:pt x="98456" y="94256"/>
                </a:cubicBezTo>
                <a:cubicBezTo>
                  <a:pt x="99074" y="95540"/>
                  <a:pt x="100166" y="96609"/>
                  <a:pt x="101733" y="97462"/>
                </a:cubicBezTo>
                <a:cubicBezTo>
                  <a:pt x="103301" y="98314"/>
                  <a:pt x="105557" y="98740"/>
                  <a:pt x="108501" y="98740"/>
                </a:cubicBezTo>
                <a:lnTo>
                  <a:pt x="108501" y="101304"/>
                </a:lnTo>
                <a:lnTo>
                  <a:pt x="75089" y="101304"/>
                </a:lnTo>
                <a:lnTo>
                  <a:pt x="75089" y="98740"/>
                </a:lnTo>
                <a:cubicBezTo>
                  <a:pt x="78414" y="98740"/>
                  <a:pt x="80883" y="98211"/>
                  <a:pt x="82498" y="97155"/>
                </a:cubicBezTo>
                <a:cubicBezTo>
                  <a:pt x="83686" y="96386"/>
                  <a:pt x="84517" y="95161"/>
                  <a:pt x="84992" y="93479"/>
                </a:cubicBezTo>
                <a:cubicBezTo>
                  <a:pt x="85229" y="92661"/>
                  <a:pt x="85348" y="90330"/>
                  <a:pt x="85348" y="86486"/>
                </a:cubicBezTo>
                <a:lnTo>
                  <a:pt x="85348" y="61410"/>
                </a:lnTo>
                <a:cubicBezTo>
                  <a:pt x="85348" y="53811"/>
                  <a:pt x="85194" y="49287"/>
                  <a:pt x="84885" y="47838"/>
                </a:cubicBezTo>
                <a:cubicBezTo>
                  <a:pt x="84576" y="46390"/>
                  <a:pt x="84006" y="45333"/>
                  <a:pt x="83175" y="44668"/>
                </a:cubicBezTo>
                <a:cubicBezTo>
                  <a:pt x="82344" y="44003"/>
                  <a:pt x="81311" y="43671"/>
                  <a:pt x="80076" y="43671"/>
                </a:cubicBezTo>
                <a:cubicBezTo>
                  <a:pt x="78604" y="43671"/>
                  <a:pt x="76941" y="44027"/>
                  <a:pt x="75089" y="44739"/>
                </a:cubicBezTo>
                <a:lnTo>
                  <a:pt x="74377" y="42175"/>
                </a:lnTo>
                <a:lnTo>
                  <a:pt x="94111" y="34196"/>
                </a:lnTo>
                <a:lnTo>
                  <a:pt x="97103" y="34196"/>
                </a:lnTo>
                <a:close/>
                <a:moveTo>
                  <a:pt x="158511" y="34196"/>
                </a:moveTo>
                <a:cubicBezTo>
                  <a:pt x="168389" y="34196"/>
                  <a:pt x="176321" y="37944"/>
                  <a:pt x="182305" y="45441"/>
                </a:cubicBezTo>
                <a:cubicBezTo>
                  <a:pt x="187387" y="51845"/>
                  <a:pt x="189928" y="59199"/>
                  <a:pt x="189928" y="67503"/>
                </a:cubicBezTo>
                <a:cubicBezTo>
                  <a:pt x="189928" y="73339"/>
                  <a:pt x="188527" y="79246"/>
                  <a:pt x="185725" y="85224"/>
                </a:cubicBezTo>
                <a:cubicBezTo>
                  <a:pt x="182922" y="91201"/>
                  <a:pt x="179064" y="95708"/>
                  <a:pt x="174148" y="98744"/>
                </a:cubicBezTo>
                <a:cubicBezTo>
                  <a:pt x="169232" y="101781"/>
                  <a:pt x="163759" y="103299"/>
                  <a:pt x="157727" y="103299"/>
                </a:cubicBezTo>
                <a:cubicBezTo>
                  <a:pt x="147896" y="103299"/>
                  <a:pt x="140083" y="99385"/>
                  <a:pt x="134289" y="91556"/>
                </a:cubicBezTo>
                <a:cubicBezTo>
                  <a:pt x="129397" y="84961"/>
                  <a:pt x="126951" y="77560"/>
                  <a:pt x="126951" y="69353"/>
                </a:cubicBezTo>
                <a:cubicBezTo>
                  <a:pt x="126951" y="63375"/>
                  <a:pt x="128435" y="57432"/>
                  <a:pt x="131403" y="51525"/>
                </a:cubicBezTo>
                <a:cubicBezTo>
                  <a:pt x="134372" y="45618"/>
                  <a:pt x="138278" y="41253"/>
                  <a:pt x="143123" y="38430"/>
                </a:cubicBezTo>
                <a:cubicBezTo>
                  <a:pt x="147967" y="35607"/>
                  <a:pt x="153096" y="34196"/>
                  <a:pt x="158511" y="34196"/>
                </a:cubicBezTo>
                <a:moveTo>
                  <a:pt x="156302" y="38898"/>
                </a:moveTo>
                <a:cubicBezTo>
                  <a:pt x="153785" y="38898"/>
                  <a:pt x="151256" y="39643"/>
                  <a:pt x="148715" y="41135"/>
                </a:cubicBezTo>
                <a:cubicBezTo>
                  <a:pt x="146174" y="42625"/>
                  <a:pt x="144120" y="45239"/>
                  <a:pt x="142553" y="48978"/>
                </a:cubicBezTo>
                <a:cubicBezTo>
                  <a:pt x="140985" y="52717"/>
                  <a:pt x="140202" y="57520"/>
                  <a:pt x="140202" y="63387"/>
                </a:cubicBezTo>
                <a:cubicBezTo>
                  <a:pt x="140202" y="72851"/>
                  <a:pt x="142090" y="81015"/>
                  <a:pt x="145865" y="87878"/>
                </a:cubicBezTo>
                <a:cubicBezTo>
                  <a:pt x="149641" y="94739"/>
                  <a:pt x="154616" y="98170"/>
                  <a:pt x="160790" y="98170"/>
                </a:cubicBezTo>
                <a:cubicBezTo>
                  <a:pt x="165397" y="98170"/>
                  <a:pt x="169197" y="96277"/>
                  <a:pt x="172189" y="92491"/>
                </a:cubicBezTo>
                <a:cubicBezTo>
                  <a:pt x="175181" y="88704"/>
                  <a:pt x="176677" y="82198"/>
                  <a:pt x="176677" y="72971"/>
                </a:cubicBezTo>
                <a:cubicBezTo>
                  <a:pt x="176677" y="61424"/>
                  <a:pt x="174184" y="52338"/>
                  <a:pt x="169197" y="45712"/>
                </a:cubicBezTo>
                <a:cubicBezTo>
                  <a:pt x="165825" y="41169"/>
                  <a:pt x="161526" y="38898"/>
                  <a:pt x="156302" y="38898"/>
                </a:cubicBezTo>
                <a:close/>
                <a:moveTo>
                  <a:pt x="218923" y="48210"/>
                </a:moveTo>
                <a:cubicBezTo>
                  <a:pt x="223672" y="43419"/>
                  <a:pt x="226474" y="40664"/>
                  <a:pt x="227329" y="39946"/>
                </a:cubicBezTo>
                <a:cubicBezTo>
                  <a:pt x="229466" y="38125"/>
                  <a:pt x="231770" y="36711"/>
                  <a:pt x="234240" y="35705"/>
                </a:cubicBezTo>
                <a:cubicBezTo>
                  <a:pt x="236709" y="34699"/>
                  <a:pt x="239155" y="34196"/>
                  <a:pt x="241577" y="34196"/>
                </a:cubicBezTo>
                <a:cubicBezTo>
                  <a:pt x="245662" y="34196"/>
                  <a:pt x="249176" y="35393"/>
                  <a:pt x="252121" y="37789"/>
                </a:cubicBezTo>
                <a:cubicBezTo>
                  <a:pt x="255066" y="40184"/>
                  <a:pt x="257037" y="43658"/>
                  <a:pt x="258034" y="48210"/>
                </a:cubicBezTo>
                <a:cubicBezTo>
                  <a:pt x="262926" y="42460"/>
                  <a:pt x="267058" y="38688"/>
                  <a:pt x="270430" y="36892"/>
                </a:cubicBezTo>
                <a:cubicBezTo>
                  <a:pt x="273802" y="35094"/>
                  <a:pt x="277269" y="34196"/>
                  <a:pt x="280831" y="34196"/>
                </a:cubicBezTo>
                <a:cubicBezTo>
                  <a:pt x="284298" y="34196"/>
                  <a:pt x="287373" y="35084"/>
                  <a:pt x="290057" y="36860"/>
                </a:cubicBezTo>
                <a:cubicBezTo>
                  <a:pt x="292740" y="38636"/>
                  <a:pt x="294866" y="41536"/>
                  <a:pt x="296433" y="45563"/>
                </a:cubicBezTo>
                <a:cubicBezTo>
                  <a:pt x="297478" y="48310"/>
                  <a:pt x="298000" y="52620"/>
                  <a:pt x="298000" y="58493"/>
                </a:cubicBezTo>
                <a:lnTo>
                  <a:pt x="298000" y="86486"/>
                </a:lnTo>
                <a:cubicBezTo>
                  <a:pt x="298000" y="90595"/>
                  <a:pt x="298309" y="93413"/>
                  <a:pt x="298926" y="94942"/>
                </a:cubicBezTo>
                <a:cubicBezTo>
                  <a:pt x="299401" y="95993"/>
                  <a:pt x="300280" y="96888"/>
                  <a:pt x="301562" y="97629"/>
                </a:cubicBezTo>
                <a:cubicBezTo>
                  <a:pt x="302844" y="98370"/>
                  <a:pt x="304934" y="98740"/>
                  <a:pt x="307831" y="98740"/>
                </a:cubicBezTo>
                <a:lnTo>
                  <a:pt x="307831" y="101304"/>
                </a:lnTo>
                <a:lnTo>
                  <a:pt x="275630" y="101304"/>
                </a:lnTo>
                <a:lnTo>
                  <a:pt x="275630" y="98740"/>
                </a:lnTo>
                <a:lnTo>
                  <a:pt x="276984" y="98740"/>
                </a:lnTo>
                <a:cubicBezTo>
                  <a:pt x="279786" y="98740"/>
                  <a:pt x="281971" y="98191"/>
                  <a:pt x="283538" y="97092"/>
                </a:cubicBezTo>
                <a:cubicBezTo>
                  <a:pt x="284631" y="96328"/>
                  <a:pt x="285414" y="95110"/>
                  <a:pt x="285889" y="93437"/>
                </a:cubicBezTo>
                <a:cubicBezTo>
                  <a:pt x="286079" y="92625"/>
                  <a:pt x="286174" y="90308"/>
                  <a:pt x="286174" y="86486"/>
                </a:cubicBezTo>
                <a:lnTo>
                  <a:pt x="286174" y="58600"/>
                </a:lnTo>
                <a:cubicBezTo>
                  <a:pt x="286174" y="53315"/>
                  <a:pt x="285533" y="49587"/>
                  <a:pt x="284251" y="47417"/>
                </a:cubicBezTo>
                <a:cubicBezTo>
                  <a:pt x="282398" y="44397"/>
                  <a:pt x="279430" y="42887"/>
                  <a:pt x="275346" y="42887"/>
                </a:cubicBezTo>
                <a:cubicBezTo>
                  <a:pt x="272828" y="42887"/>
                  <a:pt x="270299" y="43514"/>
                  <a:pt x="267758" y="44768"/>
                </a:cubicBezTo>
                <a:cubicBezTo>
                  <a:pt x="265217" y="46022"/>
                  <a:pt x="262142" y="48353"/>
                  <a:pt x="258533" y="51759"/>
                </a:cubicBezTo>
                <a:lnTo>
                  <a:pt x="258390" y="52540"/>
                </a:lnTo>
                <a:lnTo>
                  <a:pt x="258533" y="55581"/>
                </a:lnTo>
                <a:lnTo>
                  <a:pt x="258533" y="86486"/>
                </a:lnTo>
                <a:cubicBezTo>
                  <a:pt x="258533" y="90978"/>
                  <a:pt x="258782" y="93772"/>
                  <a:pt x="259281" y="94871"/>
                </a:cubicBezTo>
                <a:cubicBezTo>
                  <a:pt x="259779" y="95969"/>
                  <a:pt x="260717" y="96888"/>
                  <a:pt x="262095" y="97629"/>
                </a:cubicBezTo>
                <a:cubicBezTo>
                  <a:pt x="263472" y="98370"/>
                  <a:pt x="265823" y="98740"/>
                  <a:pt x="269148" y="98740"/>
                </a:cubicBezTo>
                <a:lnTo>
                  <a:pt x="269148" y="101304"/>
                </a:lnTo>
                <a:lnTo>
                  <a:pt x="236163" y="101304"/>
                </a:lnTo>
                <a:lnTo>
                  <a:pt x="236163" y="98740"/>
                </a:lnTo>
                <a:cubicBezTo>
                  <a:pt x="239773" y="98740"/>
                  <a:pt x="242254" y="98310"/>
                  <a:pt x="243608" y="97451"/>
                </a:cubicBezTo>
                <a:cubicBezTo>
                  <a:pt x="244961" y="96590"/>
                  <a:pt x="245899" y="95300"/>
                  <a:pt x="246422" y="93582"/>
                </a:cubicBezTo>
                <a:cubicBezTo>
                  <a:pt x="246659" y="92768"/>
                  <a:pt x="246778" y="90403"/>
                  <a:pt x="246778" y="86486"/>
                </a:cubicBezTo>
                <a:lnTo>
                  <a:pt x="246778" y="58618"/>
                </a:lnTo>
                <a:cubicBezTo>
                  <a:pt x="246778" y="53336"/>
                  <a:pt x="245994" y="49525"/>
                  <a:pt x="244427" y="47186"/>
                </a:cubicBezTo>
                <a:cubicBezTo>
                  <a:pt x="242337" y="44130"/>
                  <a:pt x="239416" y="42602"/>
                  <a:pt x="235664" y="42602"/>
                </a:cubicBezTo>
                <a:cubicBezTo>
                  <a:pt x="233100" y="42602"/>
                  <a:pt x="230559" y="43294"/>
                  <a:pt x="228042" y="44677"/>
                </a:cubicBezTo>
                <a:cubicBezTo>
                  <a:pt x="224100" y="46776"/>
                  <a:pt x="221060" y="49136"/>
                  <a:pt x="218923" y="51759"/>
                </a:cubicBezTo>
                <a:lnTo>
                  <a:pt x="218923" y="86486"/>
                </a:lnTo>
                <a:cubicBezTo>
                  <a:pt x="218923" y="90786"/>
                  <a:pt x="219220" y="93581"/>
                  <a:pt x="219813" y="94871"/>
                </a:cubicBezTo>
                <a:cubicBezTo>
                  <a:pt x="220407" y="96160"/>
                  <a:pt x="221286" y="97128"/>
                  <a:pt x="222449" y="97774"/>
                </a:cubicBezTo>
                <a:cubicBezTo>
                  <a:pt x="223613" y="98418"/>
                  <a:pt x="225976" y="98740"/>
                  <a:pt x="229538" y="98740"/>
                </a:cubicBezTo>
                <a:lnTo>
                  <a:pt x="229538" y="101304"/>
                </a:lnTo>
                <a:lnTo>
                  <a:pt x="197266" y="101304"/>
                </a:lnTo>
                <a:lnTo>
                  <a:pt x="197266" y="98740"/>
                </a:lnTo>
                <a:cubicBezTo>
                  <a:pt x="200258" y="98740"/>
                  <a:pt x="202347" y="98418"/>
                  <a:pt x="203535" y="97774"/>
                </a:cubicBezTo>
                <a:cubicBezTo>
                  <a:pt x="204722" y="97128"/>
                  <a:pt x="205624" y="96101"/>
                  <a:pt x="206242" y="94692"/>
                </a:cubicBezTo>
                <a:cubicBezTo>
                  <a:pt x="206859" y="93282"/>
                  <a:pt x="207168" y="90547"/>
                  <a:pt x="207168" y="86486"/>
                </a:cubicBezTo>
                <a:lnTo>
                  <a:pt x="207168" y="61695"/>
                </a:lnTo>
                <a:cubicBezTo>
                  <a:pt x="207168" y="54523"/>
                  <a:pt x="206954" y="49892"/>
                  <a:pt x="206527" y="47803"/>
                </a:cubicBezTo>
                <a:cubicBezTo>
                  <a:pt x="206194" y="46235"/>
                  <a:pt x="205672" y="45155"/>
                  <a:pt x="204960" y="44561"/>
                </a:cubicBezTo>
                <a:cubicBezTo>
                  <a:pt x="204247" y="43967"/>
                  <a:pt x="203274" y="43671"/>
                  <a:pt x="202039" y="43671"/>
                </a:cubicBezTo>
                <a:cubicBezTo>
                  <a:pt x="200709" y="43671"/>
                  <a:pt x="199118" y="44027"/>
                  <a:pt x="197266" y="44739"/>
                </a:cubicBezTo>
                <a:lnTo>
                  <a:pt x="196197" y="42175"/>
                </a:lnTo>
                <a:lnTo>
                  <a:pt x="215859" y="34196"/>
                </a:lnTo>
                <a:lnTo>
                  <a:pt x="218923" y="34196"/>
                </a:lnTo>
                <a:lnTo>
                  <a:pt x="218923" y="48210"/>
                </a:lnTo>
                <a:close/>
                <a:moveTo>
                  <a:pt x="308208" y="42317"/>
                </a:moveTo>
                <a:lnTo>
                  <a:pt x="328298" y="34338"/>
                </a:lnTo>
                <a:lnTo>
                  <a:pt x="331005" y="34338"/>
                </a:lnTo>
                <a:lnTo>
                  <a:pt x="331005" y="49655"/>
                </a:lnTo>
                <a:cubicBezTo>
                  <a:pt x="334378" y="43935"/>
                  <a:pt x="337761" y="39928"/>
                  <a:pt x="341157" y="37635"/>
                </a:cubicBezTo>
                <a:cubicBezTo>
                  <a:pt x="344553" y="35342"/>
                  <a:pt x="348127" y="34196"/>
                  <a:pt x="351879" y="34196"/>
                </a:cubicBezTo>
                <a:cubicBezTo>
                  <a:pt x="358433" y="34196"/>
                  <a:pt x="363895" y="36757"/>
                  <a:pt x="368264" y="41881"/>
                </a:cubicBezTo>
                <a:cubicBezTo>
                  <a:pt x="373631" y="48144"/>
                  <a:pt x="376315" y="56305"/>
                  <a:pt x="376315" y="66363"/>
                </a:cubicBezTo>
                <a:cubicBezTo>
                  <a:pt x="376315" y="77607"/>
                  <a:pt x="373085" y="86906"/>
                  <a:pt x="366626" y="94261"/>
                </a:cubicBezTo>
                <a:cubicBezTo>
                  <a:pt x="361307" y="100286"/>
                  <a:pt x="354610" y="103299"/>
                  <a:pt x="346536" y="103299"/>
                </a:cubicBezTo>
                <a:cubicBezTo>
                  <a:pt x="343021" y="103299"/>
                  <a:pt x="339982" y="102801"/>
                  <a:pt x="337417" y="101803"/>
                </a:cubicBezTo>
                <a:cubicBezTo>
                  <a:pt x="335517" y="101091"/>
                  <a:pt x="333380" y="99666"/>
                  <a:pt x="331005" y="97529"/>
                </a:cubicBezTo>
                <a:lnTo>
                  <a:pt x="331005" y="117405"/>
                </a:lnTo>
                <a:cubicBezTo>
                  <a:pt x="331005" y="121895"/>
                  <a:pt x="331279" y="124749"/>
                  <a:pt x="331825" y="125967"/>
                </a:cubicBezTo>
                <a:cubicBezTo>
                  <a:pt x="332371" y="127186"/>
                  <a:pt x="333321" y="128153"/>
                  <a:pt x="334674" y="128868"/>
                </a:cubicBezTo>
                <a:cubicBezTo>
                  <a:pt x="336028" y="129585"/>
                  <a:pt x="338486" y="129943"/>
                  <a:pt x="342048" y="129943"/>
                </a:cubicBezTo>
                <a:lnTo>
                  <a:pt x="342048" y="132508"/>
                </a:lnTo>
                <a:lnTo>
                  <a:pt x="307852" y="132508"/>
                </a:lnTo>
                <a:lnTo>
                  <a:pt x="307852" y="129943"/>
                </a:lnTo>
                <a:lnTo>
                  <a:pt x="309633" y="129943"/>
                </a:lnTo>
                <a:cubicBezTo>
                  <a:pt x="312245" y="129991"/>
                  <a:pt x="314478" y="129489"/>
                  <a:pt x="316330" y="128438"/>
                </a:cubicBezTo>
                <a:cubicBezTo>
                  <a:pt x="317232" y="127913"/>
                  <a:pt x="317933" y="127065"/>
                  <a:pt x="318431" y="125896"/>
                </a:cubicBezTo>
                <a:cubicBezTo>
                  <a:pt x="318930" y="124726"/>
                  <a:pt x="319179" y="121754"/>
                  <a:pt x="319179" y="116977"/>
                </a:cubicBezTo>
                <a:lnTo>
                  <a:pt x="319180" y="55140"/>
                </a:lnTo>
                <a:cubicBezTo>
                  <a:pt x="319180" y="50885"/>
                  <a:pt x="318990" y="48184"/>
                  <a:pt x="318610" y="47037"/>
                </a:cubicBezTo>
                <a:cubicBezTo>
                  <a:pt x="318230" y="45888"/>
                  <a:pt x="317624" y="45028"/>
                  <a:pt x="316793" y="44457"/>
                </a:cubicBezTo>
                <a:cubicBezTo>
                  <a:pt x="315962" y="43885"/>
                  <a:pt x="314834" y="43599"/>
                  <a:pt x="313409" y="43599"/>
                </a:cubicBezTo>
                <a:cubicBezTo>
                  <a:pt x="312269" y="43599"/>
                  <a:pt x="310821" y="43932"/>
                  <a:pt x="309063" y="44597"/>
                </a:cubicBezTo>
                <a:lnTo>
                  <a:pt x="308208" y="42317"/>
                </a:lnTo>
                <a:moveTo>
                  <a:pt x="331005" y="53858"/>
                </a:moveTo>
                <a:lnTo>
                  <a:pt x="331005" y="78222"/>
                </a:lnTo>
                <a:cubicBezTo>
                  <a:pt x="331005" y="83494"/>
                  <a:pt x="331219" y="86961"/>
                  <a:pt x="331647" y="88624"/>
                </a:cubicBezTo>
                <a:cubicBezTo>
                  <a:pt x="332312" y="91378"/>
                  <a:pt x="333938" y="93800"/>
                  <a:pt x="336527" y="95890"/>
                </a:cubicBezTo>
                <a:cubicBezTo>
                  <a:pt x="339115" y="97980"/>
                  <a:pt x="342380" y="99025"/>
                  <a:pt x="346322" y="99025"/>
                </a:cubicBezTo>
                <a:cubicBezTo>
                  <a:pt x="351072" y="99025"/>
                  <a:pt x="354919" y="97173"/>
                  <a:pt x="357863" y="93468"/>
                </a:cubicBezTo>
                <a:cubicBezTo>
                  <a:pt x="361710" y="88624"/>
                  <a:pt x="363634" y="81808"/>
                  <a:pt x="363634" y="73022"/>
                </a:cubicBezTo>
                <a:cubicBezTo>
                  <a:pt x="363634" y="63048"/>
                  <a:pt x="361449" y="55378"/>
                  <a:pt x="357080" y="50011"/>
                </a:cubicBezTo>
                <a:cubicBezTo>
                  <a:pt x="354040" y="46307"/>
                  <a:pt x="350430" y="44454"/>
                  <a:pt x="346251" y="44454"/>
                </a:cubicBezTo>
                <a:cubicBezTo>
                  <a:pt x="343971" y="44454"/>
                  <a:pt x="341715" y="45024"/>
                  <a:pt x="339483" y="46164"/>
                </a:cubicBezTo>
                <a:cubicBezTo>
                  <a:pt x="337773" y="47019"/>
                  <a:pt x="334947" y="49584"/>
                  <a:pt x="331005" y="53858"/>
                </a:cubicBezTo>
                <a:close/>
                <a:moveTo>
                  <a:pt x="404811" y="14533"/>
                </a:moveTo>
                <a:lnTo>
                  <a:pt x="404811" y="36048"/>
                </a:lnTo>
                <a:lnTo>
                  <a:pt x="420056" y="36048"/>
                </a:lnTo>
                <a:lnTo>
                  <a:pt x="420056" y="40892"/>
                </a:lnTo>
                <a:lnTo>
                  <a:pt x="404811" y="41035"/>
                </a:lnTo>
                <a:lnTo>
                  <a:pt x="404811" y="83410"/>
                </a:lnTo>
                <a:cubicBezTo>
                  <a:pt x="404811" y="87641"/>
                  <a:pt x="405416" y="90494"/>
                  <a:pt x="406628" y="91970"/>
                </a:cubicBezTo>
                <a:cubicBezTo>
                  <a:pt x="407839" y="93443"/>
                  <a:pt x="409394" y="94180"/>
                  <a:pt x="411294" y="94180"/>
                </a:cubicBezTo>
                <a:cubicBezTo>
                  <a:pt x="412861" y="94180"/>
                  <a:pt x="414381" y="93688"/>
                  <a:pt x="415853" y="92702"/>
                </a:cubicBezTo>
                <a:cubicBezTo>
                  <a:pt x="417326" y="91717"/>
                  <a:pt x="418465" y="90262"/>
                  <a:pt x="419273" y="88339"/>
                </a:cubicBezTo>
                <a:lnTo>
                  <a:pt x="422051" y="88339"/>
                </a:lnTo>
                <a:cubicBezTo>
                  <a:pt x="420389" y="93017"/>
                  <a:pt x="418038" y="96537"/>
                  <a:pt x="414998" y="98900"/>
                </a:cubicBezTo>
                <a:cubicBezTo>
                  <a:pt x="411959" y="101263"/>
                  <a:pt x="408824" y="102444"/>
                  <a:pt x="405595" y="102444"/>
                </a:cubicBezTo>
                <a:cubicBezTo>
                  <a:pt x="403410" y="102444"/>
                  <a:pt x="401273" y="101837"/>
                  <a:pt x="399183" y="100621"/>
                </a:cubicBezTo>
                <a:cubicBezTo>
                  <a:pt x="397093" y="99405"/>
                  <a:pt x="395550" y="97666"/>
                  <a:pt x="394552" y="95403"/>
                </a:cubicBezTo>
                <a:cubicBezTo>
                  <a:pt x="393555" y="93139"/>
                  <a:pt x="393056" y="89648"/>
                  <a:pt x="393056" y="84930"/>
                </a:cubicBezTo>
                <a:lnTo>
                  <a:pt x="393056" y="40892"/>
                </a:lnTo>
                <a:lnTo>
                  <a:pt x="382726" y="40892"/>
                </a:lnTo>
                <a:lnTo>
                  <a:pt x="382726" y="38608"/>
                </a:lnTo>
                <a:cubicBezTo>
                  <a:pt x="385338" y="37569"/>
                  <a:pt x="388010" y="35810"/>
                  <a:pt x="390741" y="33332"/>
                </a:cubicBezTo>
                <a:cubicBezTo>
                  <a:pt x="393472" y="30853"/>
                  <a:pt x="395906" y="27899"/>
                  <a:pt x="398043" y="24469"/>
                </a:cubicBezTo>
                <a:cubicBezTo>
                  <a:pt x="399135" y="22658"/>
                  <a:pt x="400655" y="19346"/>
                  <a:pt x="402602" y="14533"/>
                </a:cubicBezTo>
                <a:lnTo>
                  <a:pt x="404811" y="14533"/>
                </a:lnTo>
                <a:close/>
                <a:moveTo>
                  <a:pt x="442875" y="0"/>
                </a:moveTo>
                <a:cubicBezTo>
                  <a:pt x="444869" y="0"/>
                  <a:pt x="446567" y="704"/>
                  <a:pt x="447968" y="2113"/>
                </a:cubicBezTo>
                <a:cubicBezTo>
                  <a:pt x="449370" y="3520"/>
                  <a:pt x="450070" y="5226"/>
                  <a:pt x="450070" y="7231"/>
                </a:cubicBezTo>
                <a:cubicBezTo>
                  <a:pt x="450070" y="9236"/>
                  <a:pt x="449370" y="10955"/>
                  <a:pt x="447968" y="12387"/>
                </a:cubicBezTo>
                <a:cubicBezTo>
                  <a:pt x="446567" y="13818"/>
                  <a:pt x="444869" y="14533"/>
                  <a:pt x="442875" y="14533"/>
                </a:cubicBezTo>
                <a:cubicBezTo>
                  <a:pt x="440880" y="14533"/>
                  <a:pt x="439170" y="13818"/>
                  <a:pt x="437745" y="12387"/>
                </a:cubicBezTo>
                <a:cubicBezTo>
                  <a:pt x="436321" y="10955"/>
                  <a:pt x="435608" y="9236"/>
                  <a:pt x="435608" y="7231"/>
                </a:cubicBezTo>
                <a:cubicBezTo>
                  <a:pt x="435608" y="5226"/>
                  <a:pt x="436309" y="3520"/>
                  <a:pt x="437710" y="2113"/>
                </a:cubicBezTo>
                <a:cubicBezTo>
                  <a:pt x="439111" y="704"/>
                  <a:pt x="440833" y="0"/>
                  <a:pt x="442875" y="0"/>
                </a:cubicBezTo>
                <a:moveTo>
                  <a:pt x="448788" y="34196"/>
                </a:moveTo>
                <a:lnTo>
                  <a:pt x="448788" y="86486"/>
                </a:lnTo>
                <a:cubicBezTo>
                  <a:pt x="448788" y="90595"/>
                  <a:pt x="449085" y="93330"/>
                  <a:pt x="449678" y="94692"/>
                </a:cubicBezTo>
                <a:cubicBezTo>
                  <a:pt x="450272" y="96053"/>
                  <a:pt x="451151" y="97069"/>
                  <a:pt x="452314" y="97738"/>
                </a:cubicBezTo>
                <a:cubicBezTo>
                  <a:pt x="453478" y="98406"/>
                  <a:pt x="455603" y="98740"/>
                  <a:pt x="458690" y="98740"/>
                </a:cubicBezTo>
                <a:lnTo>
                  <a:pt x="458690" y="101304"/>
                </a:lnTo>
                <a:lnTo>
                  <a:pt x="426988" y="101304"/>
                </a:lnTo>
                <a:lnTo>
                  <a:pt x="426988" y="98740"/>
                </a:lnTo>
                <a:cubicBezTo>
                  <a:pt x="430170" y="98740"/>
                  <a:pt x="432307" y="98430"/>
                  <a:pt x="433400" y="97809"/>
                </a:cubicBezTo>
                <a:cubicBezTo>
                  <a:pt x="434492" y="97187"/>
                  <a:pt x="435359" y="96160"/>
                  <a:pt x="436000" y="94728"/>
                </a:cubicBezTo>
                <a:cubicBezTo>
                  <a:pt x="436641" y="93294"/>
                  <a:pt x="436962" y="90547"/>
                  <a:pt x="436962" y="86486"/>
                </a:cubicBezTo>
                <a:lnTo>
                  <a:pt x="436962" y="61552"/>
                </a:lnTo>
                <a:cubicBezTo>
                  <a:pt x="436962" y="54446"/>
                  <a:pt x="436748" y="49843"/>
                  <a:pt x="436321" y="47745"/>
                </a:cubicBezTo>
                <a:cubicBezTo>
                  <a:pt x="435988" y="46217"/>
                  <a:pt x="435466" y="45157"/>
                  <a:pt x="434753" y="44563"/>
                </a:cubicBezTo>
                <a:cubicBezTo>
                  <a:pt x="434041" y="43968"/>
                  <a:pt x="433067" y="43671"/>
                  <a:pt x="431832" y="43671"/>
                </a:cubicBezTo>
                <a:cubicBezTo>
                  <a:pt x="430503" y="43671"/>
                  <a:pt x="428888" y="44027"/>
                  <a:pt x="426988" y="44739"/>
                </a:cubicBezTo>
                <a:lnTo>
                  <a:pt x="425991" y="42175"/>
                </a:lnTo>
                <a:lnTo>
                  <a:pt x="445653" y="34196"/>
                </a:lnTo>
                <a:lnTo>
                  <a:pt x="448788" y="34196"/>
                </a:lnTo>
                <a:close/>
                <a:moveTo>
                  <a:pt x="485711" y="47945"/>
                </a:moveTo>
                <a:cubicBezTo>
                  <a:pt x="493357" y="38779"/>
                  <a:pt x="500648" y="34196"/>
                  <a:pt x="507582" y="34196"/>
                </a:cubicBezTo>
                <a:cubicBezTo>
                  <a:pt x="511144" y="34196"/>
                  <a:pt x="514207" y="35084"/>
                  <a:pt x="516772" y="36860"/>
                </a:cubicBezTo>
                <a:cubicBezTo>
                  <a:pt x="519337" y="38636"/>
                  <a:pt x="521379" y="41560"/>
                  <a:pt x="522899" y="45634"/>
                </a:cubicBezTo>
                <a:cubicBezTo>
                  <a:pt x="523943" y="48476"/>
                  <a:pt x="524466" y="52834"/>
                  <a:pt x="524466" y="58707"/>
                </a:cubicBezTo>
                <a:lnTo>
                  <a:pt x="524466" y="86486"/>
                </a:lnTo>
                <a:cubicBezTo>
                  <a:pt x="524466" y="90642"/>
                  <a:pt x="524798" y="93461"/>
                  <a:pt x="525463" y="94942"/>
                </a:cubicBezTo>
                <a:cubicBezTo>
                  <a:pt x="525986" y="96137"/>
                  <a:pt x="526829" y="97069"/>
                  <a:pt x="527992" y="97738"/>
                </a:cubicBezTo>
                <a:cubicBezTo>
                  <a:pt x="529156" y="98406"/>
                  <a:pt x="531305" y="98740"/>
                  <a:pt x="534440" y="98740"/>
                </a:cubicBezTo>
                <a:lnTo>
                  <a:pt x="534440" y="101304"/>
                </a:lnTo>
                <a:lnTo>
                  <a:pt x="502167" y="101304"/>
                </a:lnTo>
                <a:lnTo>
                  <a:pt x="502167" y="98740"/>
                </a:lnTo>
                <a:lnTo>
                  <a:pt x="503521" y="98740"/>
                </a:lnTo>
                <a:cubicBezTo>
                  <a:pt x="506561" y="98740"/>
                  <a:pt x="508686" y="98275"/>
                  <a:pt x="509897" y="97344"/>
                </a:cubicBezTo>
                <a:cubicBezTo>
                  <a:pt x="511108" y="96412"/>
                  <a:pt x="511951" y="95038"/>
                  <a:pt x="512426" y="93223"/>
                </a:cubicBezTo>
                <a:cubicBezTo>
                  <a:pt x="512616" y="92506"/>
                  <a:pt x="512711" y="90261"/>
                  <a:pt x="512711" y="86486"/>
                </a:cubicBezTo>
                <a:lnTo>
                  <a:pt x="512711" y="59816"/>
                </a:lnTo>
                <a:cubicBezTo>
                  <a:pt x="512711" y="53888"/>
                  <a:pt x="511939" y="49584"/>
                  <a:pt x="510396" y="46905"/>
                </a:cubicBezTo>
                <a:cubicBezTo>
                  <a:pt x="508852" y="44226"/>
                  <a:pt x="506252" y="42887"/>
                  <a:pt x="502595" y="42887"/>
                </a:cubicBezTo>
                <a:cubicBezTo>
                  <a:pt x="496943" y="42887"/>
                  <a:pt x="491315" y="45974"/>
                  <a:pt x="485711" y="52148"/>
                </a:cubicBezTo>
                <a:lnTo>
                  <a:pt x="485711" y="86486"/>
                </a:lnTo>
                <a:cubicBezTo>
                  <a:pt x="485711" y="90929"/>
                  <a:pt x="485972" y="93676"/>
                  <a:pt x="486494" y="94728"/>
                </a:cubicBezTo>
                <a:cubicBezTo>
                  <a:pt x="487159" y="96113"/>
                  <a:pt x="488074" y="97128"/>
                  <a:pt x="489237" y="97774"/>
                </a:cubicBezTo>
                <a:cubicBezTo>
                  <a:pt x="490401" y="98418"/>
                  <a:pt x="492764" y="98740"/>
                  <a:pt x="496326" y="98740"/>
                </a:cubicBezTo>
                <a:lnTo>
                  <a:pt x="496326" y="101304"/>
                </a:lnTo>
                <a:lnTo>
                  <a:pt x="464054" y="101304"/>
                </a:lnTo>
                <a:lnTo>
                  <a:pt x="464054" y="98740"/>
                </a:lnTo>
                <a:lnTo>
                  <a:pt x="465478" y="98740"/>
                </a:lnTo>
                <a:cubicBezTo>
                  <a:pt x="468803" y="98740"/>
                  <a:pt x="471047" y="97892"/>
                  <a:pt x="472211" y="96197"/>
                </a:cubicBezTo>
                <a:cubicBezTo>
                  <a:pt x="473374" y="94501"/>
                  <a:pt x="473956" y="91264"/>
                  <a:pt x="473956" y="86486"/>
                </a:cubicBezTo>
                <a:lnTo>
                  <a:pt x="473956" y="62407"/>
                </a:lnTo>
                <a:cubicBezTo>
                  <a:pt x="473956" y="54570"/>
                  <a:pt x="473778" y="49797"/>
                  <a:pt x="473422" y="48088"/>
                </a:cubicBezTo>
                <a:cubicBezTo>
                  <a:pt x="473066" y="46378"/>
                  <a:pt x="472519" y="45214"/>
                  <a:pt x="471783" y="44597"/>
                </a:cubicBezTo>
                <a:cubicBezTo>
                  <a:pt x="471047" y="43979"/>
                  <a:pt x="470062" y="43671"/>
                  <a:pt x="468827" y="43671"/>
                </a:cubicBezTo>
                <a:cubicBezTo>
                  <a:pt x="467497" y="43671"/>
                  <a:pt x="465906" y="44027"/>
                  <a:pt x="464054" y="44739"/>
                </a:cubicBezTo>
                <a:lnTo>
                  <a:pt x="462985" y="42175"/>
                </a:lnTo>
                <a:lnTo>
                  <a:pt x="482647" y="34196"/>
                </a:lnTo>
                <a:lnTo>
                  <a:pt x="485711" y="34196"/>
                </a:lnTo>
                <a:lnTo>
                  <a:pt x="485711" y="47945"/>
                </a:lnTo>
                <a:close/>
                <a:moveTo>
                  <a:pt x="557093" y="77526"/>
                </a:moveTo>
                <a:cubicBezTo>
                  <a:pt x="553104" y="75581"/>
                  <a:pt x="550040" y="72866"/>
                  <a:pt x="547903" y="69380"/>
                </a:cubicBezTo>
                <a:cubicBezTo>
                  <a:pt x="545766" y="65893"/>
                  <a:pt x="544697" y="62039"/>
                  <a:pt x="544697" y="57816"/>
                </a:cubicBezTo>
                <a:cubicBezTo>
                  <a:pt x="544697" y="51366"/>
                  <a:pt x="547131" y="45817"/>
                  <a:pt x="552000" y="41168"/>
                </a:cubicBezTo>
                <a:cubicBezTo>
                  <a:pt x="556868" y="36520"/>
                  <a:pt x="563101" y="34196"/>
                  <a:pt x="570700" y="34196"/>
                </a:cubicBezTo>
                <a:cubicBezTo>
                  <a:pt x="576922" y="34196"/>
                  <a:pt x="582312" y="35715"/>
                  <a:pt x="586872" y="38755"/>
                </a:cubicBezTo>
                <a:lnTo>
                  <a:pt x="600693" y="38755"/>
                </a:lnTo>
                <a:cubicBezTo>
                  <a:pt x="602735" y="38755"/>
                  <a:pt x="603922" y="38814"/>
                  <a:pt x="604255" y="38933"/>
                </a:cubicBezTo>
                <a:cubicBezTo>
                  <a:pt x="604587" y="39052"/>
                  <a:pt x="604825" y="39254"/>
                  <a:pt x="604967" y="39539"/>
                </a:cubicBezTo>
                <a:cubicBezTo>
                  <a:pt x="605252" y="39966"/>
                  <a:pt x="605395" y="40726"/>
                  <a:pt x="605395" y="41818"/>
                </a:cubicBezTo>
                <a:cubicBezTo>
                  <a:pt x="605395" y="43053"/>
                  <a:pt x="605276" y="43908"/>
                  <a:pt x="605038" y="44383"/>
                </a:cubicBezTo>
                <a:cubicBezTo>
                  <a:pt x="604896" y="44621"/>
                  <a:pt x="604646" y="44811"/>
                  <a:pt x="604290" y="44953"/>
                </a:cubicBezTo>
                <a:cubicBezTo>
                  <a:pt x="603934" y="45095"/>
                  <a:pt x="602735" y="45167"/>
                  <a:pt x="600693" y="45167"/>
                </a:cubicBezTo>
                <a:lnTo>
                  <a:pt x="592215" y="45167"/>
                </a:lnTo>
                <a:cubicBezTo>
                  <a:pt x="594875" y="48586"/>
                  <a:pt x="596204" y="52956"/>
                  <a:pt x="596204" y="58275"/>
                </a:cubicBezTo>
                <a:cubicBezTo>
                  <a:pt x="596204" y="64354"/>
                  <a:pt x="593877" y="69555"/>
                  <a:pt x="589223" y="73877"/>
                </a:cubicBezTo>
                <a:cubicBezTo>
                  <a:pt x="584568" y="78199"/>
                  <a:pt x="578323" y="80360"/>
                  <a:pt x="570486" y="80360"/>
                </a:cubicBezTo>
                <a:cubicBezTo>
                  <a:pt x="567257" y="80360"/>
                  <a:pt x="563956" y="79875"/>
                  <a:pt x="560584" y="78906"/>
                </a:cubicBezTo>
                <a:cubicBezTo>
                  <a:pt x="558494" y="80684"/>
                  <a:pt x="557081" y="82239"/>
                  <a:pt x="556345" y="83572"/>
                </a:cubicBezTo>
                <a:cubicBezTo>
                  <a:pt x="555609" y="84905"/>
                  <a:pt x="555241" y="86039"/>
                  <a:pt x="555241" y="86974"/>
                </a:cubicBezTo>
                <a:cubicBezTo>
                  <a:pt x="555241" y="87769"/>
                  <a:pt x="555633" y="88541"/>
                  <a:pt x="556416" y="89289"/>
                </a:cubicBezTo>
                <a:cubicBezTo>
                  <a:pt x="557200" y="90037"/>
                  <a:pt x="558732" y="90575"/>
                  <a:pt x="561011" y="90903"/>
                </a:cubicBezTo>
                <a:cubicBezTo>
                  <a:pt x="562341" y="91120"/>
                  <a:pt x="565666" y="91310"/>
                  <a:pt x="570985" y="91473"/>
                </a:cubicBezTo>
                <a:cubicBezTo>
                  <a:pt x="580769" y="91745"/>
                  <a:pt x="587109" y="92125"/>
                  <a:pt x="590006" y="92613"/>
                </a:cubicBezTo>
                <a:cubicBezTo>
                  <a:pt x="594423" y="93229"/>
                  <a:pt x="597950" y="94865"/>
                  <a:pt x="600586" y="97520"/>
                </a:cubicBezTo>
                <a:cubicBezTo>
                  <a:pt x="603222" y="100175"/>
                  <a:pt x="604540" y="103446"/>
                  <a:pt x="604540" y="107333"/>
                </a:cubicBezTo>
                <a:cubicBezTo>
                  <a:pt x="604540" y="112691"/>
                  <a:pt x="602022" y="117717"/>
                  <a:pt x="596988" y="122410"/>
                </a:cubicBezTo>
                <a:cubicBezTo>
                  <a:pt x="589579" y="129332"/>
                  <a:pt x="579914" y="132793"/>
                  <a:pt x="567993" y="132793"/>
                </a:cubicBezTo>
                <a:cubicBezTo>
                  <a:pt x="558827" y="132793"/>
                  <a:pt x="551085" y="130726"/>
                  <a:pt x="544769" y="126593"/>
                </a:cubicBezTo>
                <a:cubicBezTo>
                  <a:pt x="541206" y="124218"/>
                  <a:pt x="539425" y="121748"/>
                  <a:pt x="539425" y="119181"/>
                </a:cubicBezTo>
                <a:cubicBezTo>
                  <a:pt x="539425" y="118042"/>
                  <a:pt x="539687" y="116902"/>
                  <a:pt x="540209" y="115762"/>
                </a:cubicBezTo>
                <a:cubicBezTo>
                  <a:pt x="541017" y="114005"/>
                  <a:pt x="542679" y="111558"/>
                  <a:pt x="545196" y="108422"/>
                </a:cubicBezTo>
                <a:cubicBezTo>
                  <a:pt x="545528" y="107994"/>
                  <a:pt x="547951" y="105429"/>
                  <a:pt x="552463" y="100726"/>
                </a:cubicBezTo>
                <a:cubicBezTo>
                  <a:pt x="549993" y="99255"/>
                  <a:pt x="548247" y="97938"/>
                  <a:pt x="547226" y="96776"/>
                </a:cubicBezTo>
                <a:cubicBezTo>
                  <a:pt x="546205" y="95614"/>
                  <a:pt x="545695" y="94298"/>
                  <a:pt x="545695" y="92827"/>
                </a:cubicBezTo>
                <a:cubicBezTo>
                  <a:pt x="545695" y="91166"/>
                  <a:pt x="546371" y="89221"/>
                  <a:pt x="547725" y="86992"/>
                </a:cubicBezTo>
                <a:cubicBezTo>
                  <a:pt x="549079" y="84761"/>
                  <a:pt x="552201" y="81606"/>
                  <a:pt x="557093" y="77526"/>
                </a:cubicBezTo>
                <a:moveTo>
                  <a:pt x="569489" y="37758"/>
                </a:moveTo>
                <a:cubicBezTo>
                  <a:pt x="565975" y="37758"/>
                  <a:pt x="563030" y="39151"/>
                  <a:pt x="560655" y="41939"/>
                </a:cubicBezTo>
                <a:cubicBezTo>
                  <a:pt x="558281" y="44724"/>
                  <a:pt x="557093" y="48999"/>
                  <a:pt x="557093" y="54762"/>
                </a:cubicBezTo>
                <a:cubicBezTo>
                  <a:pt x="557093" y="62226"/>
                  <a:pt x="558708" y="68012"/>
                  <a:pt x="561938" y="72120"/>
                </a:cubicBezTo>
                <a:cubicBezTo>
                  <a:pt x="564407" y="75238"/>
                  <a:pt x="567542" y="76798"/>
                  <a:pt x="571341" y="76798"/>
                </a:cubicBezTo>
                <a:cubicBezTo>
                  <a:pt x="574951" y="76798"/>
                  <a:pt x="577919" y="75451"/>
                  <a:pt x="580246" y="72759"/>
                </a:cubicBezTo>
                <a:cubicBezTo>
                  <a:pt x="582574" y="70067"/>
                  <a:pt x="583737" y="65839"/>
                  <a:pt x="583737" y="60076"/>
                </a:cubicBezTo>
                <a:cubicBezTo>
                  <a:pt x="583737" y="52566"/>
                  <a:pt x="582099" y="46685"/>
                  <a:pt x="578822" y="42433"/>
                </a:cubicBezTo>
                <a:cubicBezTo>
                  <a:pt x="576399" y="39316"/>
                  <a:pt x="573289" y="37758"/>
                  <a:pt x="569489" y="37758"/>
                </a:cubicBezTo>
                <a:moveTo>
                  <a:pt x="556381" y="101304"/>
                </a:moveTo>
                <a:cubicBezTo>
                  <a:pt x="554149" y="103712"/>
                  <a:pt x="552463" y="105954"/>
                  <a:pt x="551323" y="108030"/>
                </a:cubicBezTo>
                <a:cubicBezTo>
                  <a:pt x="550183" y="110106"/>
                  <a:pt x="549613" y="112018"/>
                  <a:pt x="549613" y="113765"/>
                </a:cubicBezTo>
                <a:cubicBezTo>
                  <a:pt x="549613" y="116030"/>
                  <a:pt x="550990" y="118012"/>
                  <a:pt x="553745" y="119711"/>
                </a:cubicBezTo>
                <a:cubicBezTo>
                  <a:pt x="558494" y="122638"/>
                  <a:pt x="565357" y="124102"/>
                  <a:pt x="574333" y="124102"/>
                </a:cubicBezTo>
                <a:cubicBezTo>
                  <a:pt x="582882" y="124102"/>
                  <a:pt x="589187" y="122608"/>
                  <a:pt x="593248" y="119622"/>
                </a:cubicBezTo>
                <a:cubicBezTo>
                  <a:pt x="597309" y="116638"/>
                  <a:pt x="599339" y="113453"/>
                  <a:pt x="599339" y="110067"/>
                </a:cubicBezTo>
                <a:cubicBezTo>
                  <a:pt x="599339" y="107623"/>
                  <a:pt x="598128" y="105883"/>
                  <a:pt x="595706" y="104849"/>
                </a:cubicBezTo>
                <a:cubicBezTo>
                  <a:pt x="593236" y="103814"/>
                  <a:pt x="588344" y="103203"/>
                  <a:pt x="581030" y="103014"/>
                </a:cubicBezTo>
                <a:cubicBezTo>
                  <a:pt x="570344" y="102717"/>
                  <a:pt x="562128" y="102147"/>
                  <a:pt x="556381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Few-shot">
            <a:extLst xmlns:a="http://schemas.openxmlformats.org/drawingml/2006/main">
              <a:ext uri="{FF2B5EF4-FFF2-40B4-BE49-F238E27FC236}">
                <a16:creationId xmlns:a16="http://schemas.microsoft.com/office/drawing/2014/main" id="{5D0FB1E7-038D-490E-92D5-487D515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72" y="2647215"/>
            <a:ext cx="540737" cy="103299"/>
          </a:xfrm>
          <a:custGeom xmlns:a="http://schemas.openxmlformats.org/drawingml/2006/main">
            <a:pathLst>
              <a:path w="540737" h="103299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4301" y="60697"/>
                </a:moveTo>
                <a:cubicBezTo>
                  <a:pt x="94253" y="70341"/>
                  <a:pt x="96604" y="77906"/>
                  <a:pt x="101353" y="83390"/>
                </a:cubicBezTo>
                <a:cubicBezTo>
                  <a:pt x="106103" y="88874"/>
                  <a:pt x="111683" y="91616"/>
                  <a:pt x="118095" y="91616"/>
                </a:cubicBezTo>
                <a:cubicBezTo>
                  <a:pt x="122369" y="91616"/>
                  <a:pt x="126086" y="90435"/>
                  <a:pt x="129244" y="88074"/>
                </a:cubicBezTo>
                <a:cubicBezTo>
                  <a:pt x="132403" y="85712"/>
                  <a:pt x="135050" y="81669"/>
                  <a:pt x="137188" y="75943"/>
                </a:cubicBezTo>
                <a:lnTo>
                  <a:pt x="139396" y="77374"/>
                </a:lnTo>
                <a:cubicBezTo>
                  <a:pt x="138399" y="83915"/>
                  <a:pt x="135501" y="89871"/>
                  <a:pt x="130705" y="95242"/>
                </a:cubicBezTo>
                <a:cubicBezTo>
                  <a:pt x="125908" y="100614"/>
                  <a:pt x="119900" y="103299"/>
                  <a:pt x="112681" y="103299"/>
                </a:cubicBezTo>
                <a:cubicBezTo>
                  <a:pt x="104844" y="103299"/>
                  <a:pt x="98136" y="100254"/>
                  <a:pt x="92555" y="94165"/>
                </a:cubicBezTo>
                <a:cubicBezTo>
                  <a:pt x="86975" y="88074"/>
                  <a:pt x="84184" y="79885"/>
                  <a:pt x="84184" y="69600"/>
                </a:cubicBezTo>
                <a:cubicBezTo>
                  <a:pt x="84184" y="58463"/>
                  <a:pt x="87046" y="49778"/>
                  <a:pt x="92769" y="43546"/>
                </a:cubicBezTo>
                <a:cubicBezTo>
                  <a:pt x="98492" y="37312"/>
                  <a:pt x="105675" y="34196"/>
                  <a:pt x="114319" y="34196"/>
                </a:cubicBezTo>
                <a:cubicBezTo>
                  <a:pt x="121633" y="34196"/>
                  <a:pt x="127641" y="36600"/>
                  <a:pt x="132343" y="41409"/>
                </a:cubicBezTo>
                <a:cubicBezTo>
                  <a:pt x="137045" y="46216"/>
                  <a:pt x="139396" y="52646"/>
                  <a:pt x="139396" y="60697"/>
                </a:cubicBezTo>
                <a:lnTo>
                  <a:pt x="94301" y="60697"/>
                </a:lnTo>
                <a:moveTo>
                  <a:pt x="94301" y="56565"/>
                </a:moveTo>
                <a:lnTo>
                  <a:pt x="124507" y="56565"/>
                </a:lnTo>
                <a:cubicBezTo>
                  <a:pt x="124269" y="52420"/>
                  <a:pt x="123771" y="49500"/>
                  <a:pt x="123011" y="47805"/>
                </a:cubicBezTo>
                <a:cubicBezTo>
                  <a:pt x="121823" y="45166"/>
                  <a:pt x="120054" y="43093"/>
                  <a:pt x="117703" y="41587"/>
                </a:cubicBezTo>
                <a:cubicBezTo>
                  <a:pt x="115352" y="40079"/>
                  <a:pt x="112894" y="39325"/>
                  <a:pt x="110330" y="39325"/>
                </a:cubicBezTo>
                <a:cubicBezTo>
                  <a:pt x="106388" y="39325"/>
                  <a:pt x="102861" y="40844"/>
                  <a:pt x="99750" y="43882"/>
                </a:cubicBezTo>
                <a:cubicBezTo>
                  <a:pt x="96640" y="46920"/>
                  <a:pt x="94823" y="51148"/>
                  <a:pt x="94301" y="56565"/>
                </a:cubicBezTo>
                <a:close/>
                <a:moveTo>
                  <a:pt x="144330" y="36048"/>
                </a:moveTo>
                <a:lnTo>
                  <a:pt x="171686" y="36048"/>
                </a:lnTo>
                <a:lnTo>
                  <a:pt x="171686" y="38613"/>
                </a:lnTo>
                <a:cubicBezTo>
                  <a:pt x="169169" y="38804"/>
                  <a:pt x="167519" y="39259"/>
                  <a:pt x="166735" y="39977"/>
                </a:cubicBezTo>
                <a:cubicBezTo>
                  <a:pt x="165952" y="40694"/>
                  <a:pt x="165560" y="41722"/>
                  <a:pt x="165560" y="43061"/>
                </a:cubicBezTo>
                <a:cubicBezTo>
                  <a:pt x="165560" y="44545"/>
                  <a:pt x="165963" y="46339"/>
                  <a:pt x="166771" y="48444"/>
                </a:cubicBezTo>
                <a:lnTo>
                  <a:pt x="180734" y="85908"/>
                </a:lnTo>
                <a:lnTo>
                  <a:pt x="194768" y="55350"/>
                </a:lnTo>
                <a:lnTo>
                  <a:pt x="191064" y="45808"/>
                </a:lnTo>
                <a:cubicBezTo>
                  <a:pt x="189924" y="42930"/>
                  <a:pt x="188428" y="40939"/>
                  <a:pt x="186576" y="39835"/>
                </a:cubicBezTo>
                <a:cubicBezTo>
                  <a:pt x="185531" y="39164"/>
                  <a:pt x="183584" y="38757"/>
                  <a:pt x="180734" y="38613"/>
                </a:cubicBezTo>
                <a:lnTo>
                  <a:pt x="180734" y="36048"/>
                </a:lnTo>
                <a:lnTo>
                  <a:pt x="211795" y="36048"/>
                </a:lnTo>
                <a:lnTo>
                  <a:pt x="211795" y="38613"/>
                </a:lnTo>
                <a:cubicBezTo>
                  <a:pt x="208375" y="38757"/>
                  <a:pt x="205953" y="39381"/>
                  <a:pt x="204528" y="40487"/>
                </a:cubicBezTo>
                <a:cubicBezTo>
                  <a:pt x="203579" y="41257"/>
                  <a:pt x="203104" y="42484"/>
                  <a:pt x="203104" y="44167"/>
                </a:cubicBezTo>
                <a:cubicBezTo>
                  <a:pt x="203104" y="45117"/>
                  <a:pt x="203294" y="46091"/>
                  <a:pt x="203674" y="47090"/>
                </a:cubicBezTo>
                <a:lnTo>
                  <a:pt x="218492" y="84603"/>
                </a:lnTo>
                <a:lnTo>
                  <a:pt x="232241" y="48444"/>
                </a:lnTo>
                <a:cubicBezTo>
                  <a:pt x="233191" y="45860"/>
                  <a:pt x="233666" y="43803"/>
                  <a:pt x="233666" y="42273"/>
                </a:cubicBezTo>
                <a:cubicBezTo>
                  <a:pt x="233666" y="41363"/>
                  <a:pt x="233203" y="40549"/>
                  <a:pt x="232277" y="39833"/>
                </a:cubicBezTo>
                <a:cubicBezTo>
                  <a:pt x="231351" y="39114"/>
                  <a:pt x="229534" y="38708"/>
                  <a:pt x="226827" y="38613"/>
                </a:cubicBezTo>
                <a:lnTo>
                  <a:pt x="226827" y="36048"/>
                </a:lnTo>
                <a:lnTo>
                  <a:pt x="247415" y="36048"/>
                </a:lnTo>
                <a:lnTo>
                  <a:pt x="247415" y="38613"/>
                </a:lnTo>
                <a:cubicBezTo>
                  <a:pt x="243283" y="39233"/>
                  <a:pt x="240244" y="42048"/>
                  <a:pt x="238297" y="47057"/>
                </a:cubicBezTo>
                <a:lnTo>
                  <a:pt x="216497" y="103299"/>
                </a:lnTo>
                <a:lnTo>
                  <a:pt x="213576" y="103299"/>
                </a:lnTo>
                <a:lnTo>
                  <a:pt x="197262" y="61699"/>
                </a:lnTo>
                <a:lnTo>
                  <a:pt x="178241" y="103299"/>
                </a:lnTo>
                <a:lnTo>
                  <a:pt x="175605" y="103299"/>
                </a:lnTo>
                <a:lnTo>
                  <a:pt x="154660" y="48444"/>
                </a:lnTo>
                <a:cubicBezTo>
                  <a:pt x="153283" y="44951"/>
                  <a:pt x="151929" y="42595"/>
                  <a:pt x="150599" y="41375"/>
                </a:cubicBezTo>
                <a:cubicBezTo>
                  <a:pt x="149269" y="40155"/>
                  <a:pt x="147180" y="39234"/>
                  <a:pt x="144330" y="38613"/>
                </a:cubicBezTo>
                <a:lnTo>
                  <a:pt x="144330" y="36048"/>
                </a:lnTo>
                <a:close/>
                <a:moveTo>
                  <a:pt x="254658" y="63119"/>
                </a:moveTo>
                <a:lnTo>
                  <a:pt x="291490" y="63119"/>
                </a:lnTo>
                <a:lnTo>
                  <a:pt x="291490" y="73948"/>
                </a:lnTo>
                <a:lnTo>
                  <a:pt x="254658" y="73948"/>
                </a:lnTo>
                <a:lnTo>
                  <a:pt x="254658" y="63119"/>
                </a:lnTo>
                <a:close/>
                <a:moveTo>
                  <a:pt x="344064" y="34196"/>
                </a:moveTo>
                <a:lnTo>
                  <a:pt x="344064" y="56423"/>
                </a:lnTo>
                <a:lnTo>
                  <a:pt x="341713" y="56423"/>
                </a:lnTo>
                <a:cubicBezTo>
                  <a:pt x="339909" y="49469"/>
                  <a:pt x="337593" y="44739"/>
                  <a:pt x="334767" y="42232"/>
                </a:cubicBezTo>
                <a:cubicBezTo>
                  <a:pt x="331941" y="39724"/>
                  <a:pt x="328344" y="38470"/>
                  <a:pt x="323974" y="38470"/>
                </a:cubicBezTo>
                <a:cubicBezTo>
                  <a:pt x="320650" y="38470"/>
                  <a:pt x="317966" y="39346"/>
                  <a:pt x="315924" y="41097"/>
                </a:cubicBezTo>
                <a:cubicBezTo>
                  <a:pt x="313882" y="42848"/>
                  <a:pt x="312861" y="44789"/>
                  <a:pt x="312861" y="46919"/>
                </a:cubicBezTo>
                <a:cubicBezTo>
                  <a:pt x="312861" y="49568"/>
                  <a:pt x="313621" y="51840"/>
                  <a:pt x="315140" y="53733"/>
                </a:cubicBezTo>
                <a:cubicBezTo>
                  <a:pt x="316613" y="55673"/>
                  <a:pt x="319605" y="57732"/>
                  <a:pt x="324117" y="59909"/>
                </a:cubicBezTo>
                <a:lnTo>
                  <a:pt x="334518" y="64949"/>
                </a:lnTo>
                <a:cubicBezTo>
                  <a:pt x="344159" y="69645"/>
                  <a:pt x="348980" y="75835"/>
                  <a:pt x="348980" y="83519"/>
                </a:cubicBezTo>
                <a:cubicBezTo>
                  <a:pt x="348980" y="89448"/>
                  <a:pt x="346736" y="94227"/>
                  <a:pt x="342248" y="97856"/>
                </a:cubicBezTo>
                <a:cubicBezTo>
                  <a:pt x="337759" y="101485"/>
                  <a:pt x="332737" y="103299"/>
                  <a:pt x="327180" y="103299"/>
                </a:cubicBezTo>
                <a:cubicBezTo>
                  <a:pt x="323191" y="103299"/>
                  <a:pt x="318631" y="102622"/>
                  <a:pt x="313502" y="101269"/>
                </a:cubicBezTo>
                <a:cubicBezTo>
                  <a:pt x="311935" y="100818"/>
                  <a:pt x="310652" y="100592"/>
                  <a:pt x="309655" y="100592"/>
                </a:cubicBezTo>
                <a:cubicBezTo>
                  <a:pt x="308563" y="100592"/>
                  <a:pt x="307708" y="101162"/>
                  <a:pt x="307090" y="102302"/>
                </a:cubicBezTo>
                <a:lnTo>
                  <a:pt x="304739" y="102302"/>
                </a:lnTo>
                <a:lnTo>
                  <a:pt x="304739" y="78935"/>
                </a:lnTo>
                <a:lnTo>
                  <a:pt x="307090" y="78935"/>
                </a:lnTo>
                <a:cubicBezTo>
                  <a:pt x="308420" y="85584"/>
                  <a:pt x="310961" y="90595"/>
                  <a:pt x="314713" y="93967"/>
                </a:cubicBezTo>
                <a:cubicBezTo>
                  <a:pt x="318465" y="97339"/>
                  <a:pt x="322668" y="99025"/>
                  <a:pt x="327323" y="99025"/>
                </a:cubicBezTo>
                <a:cubicBezTo>
                  <a:pt x="330600" y="99025"/>
                  <a:pt x="333271" y="98068"/>
                  <a:pt x="335337" y="96155"/>
                </a:cubicBezTo>
                <a:cubicBezTo>
                  <a:pt x="337403" y="94241"/>
                  <a:pt x="338436" y="91936"/>
                  <a:pt x="338436" y="89243"/>
                </a:cubicBezTo>
                <a:cubicBezTo>
                  <a:pt x="338436" y="85982"/>
                  <a:pt x="337284" y="83241"/>
                  <a:pt x="334981" y="81021"/>
                </a:cubicBezTo>
                <a:cubicBezTo>
                  <a:pt x="332678" y="78799"/>
                  <a:pt x="328083" y="75993"/>
                  <a:pt x="321196" y="72603"/>
                </a:cubicBezTo>
                <a:cubicBezTo>
                  <a:pt x="314309" y="69212"/>
                  <a:pt x="309797" y="66137"/>
                  <a:pt x="307660" y="63378"/>
                </a:cubicBezTo>
                <a:cubicBezTo>
                  <a:pt x="305523" y="60666"/>
                  <a:pt x="304454" y="57241"/>
                  <a:pt x="304454" y="53103"/>
                </a:cubicBezTo>
                <a:cubicBezTo>
                  <a:pt x="304454" y="47728"/>
                  <a:pt x="306295" y="43233"/>
                  <a:pt x="309975" y="39619"/>
                </a:cubicBezTo>
                <a:cubicBezTo>
                  <a:pt x="313656" y="36003"/>
                  <a:pt x="318418" y="34196"/>
                  <a:pt x="324259" y="34196"/>
                </a:cubicBezTo>
                <a:cubicBezTo>
                  <a:pt x="326824" y="34196"/>
                  <a:pt x="329935" y="34742"/>
                  <a:pt x="333592" y="35834"/>
                </a:cubicBezTo>
                <a:cubicBezTo>
                  <a:pt x="336014" y="36547"/>
                  <a:pt x="337629" y="36903"/>
                  <a:pt x="338436" y="36903"/>
                </a:cubicBezTo>
                <a:cubicBezTo>
                  <a:pt x="339196" y="36903"/>
                  <a:pt x="339790" y="36737"/>
                  <a:pt x="340217" y="36404"/>
                </a:cubicBezTo>
                <a:cubicBezTo>
                  <a:pt x="340645" y="36072"/>
                  <a:pt x="341143" y="35335"/>
                  <a:pt x="341713" y="34196"/>
                </a:cubicBezTo>
                <a:lnTo>
                  <a:pt x="344064" y="34196"/>
                </a:lnTo>
                <a:close/>
                <a:moveTo>
                  <a:pt x="377808" y="0"/>
                </a:moveTo>
                <a:lnTo>
                  <a:pt x="377808" y="47863"/>
                </a:lnTo>
                <a:cubicBezTo>
                  <a:pt x="383080" y="42043"/>
                  <a:pt x="387260" y="38311"/>
                  <a:pt x="390347" y="36665"/>
                </a:cubicBezTo>
                <a:cubicBezTo>
                  <a:pt x="393434" y="35019"/>
                  <a:pt x="396521" y="34196"/>
                  <a:pt x="399608" y="34196"/>
                </a:cubicBezTo>
                <a:cubicBezTo>
                  <a:pt x="403312" y="34196"/>
                  <a:pt x="406495" y="35215"/>
                  <a:pt x="409154" y="37252"/>
                </a:cubicBezTo>
                <a:cubicBezTo>
                  <a:pt x="411814" y="39289"/>
                  <a:pt x="413785" y="42486"/>
                  <a:pt x="415067" y="46843"/>
                </a:cubicBezTo>
                <a:cubicBezTo>
                  <a:pt x="415970" y="49874"/>
                  <a:pt x="416421" y="55415"/>
                  <a:pt x="416421" y="63467"/>
                </a:cubicBezTo>
                <a:lnTo>
                  <a:pt x="416421" y="86486"/>
                </a:lnTo>
                <a:cubicBezTo>
                  <a:pt x="416421" y="90642"/>
                  <a:pt x="416753" y="93484"/>
                  <a:pt x="417418" y="95013"/>
                </a:cubicBezTo>
                <a:cubicBezTo>
                  <a:pt x="417893" y="96160"/>
                  <a:pt x="418700" y="97069"/>
                  <a:pt x="419840" y="97738"/>
                </a:cubicBezTo>
                <a:cubicBezTo>
                  <a:pt x="420980" y="98406"/>
                  <a:pt x="423070" y="98740"/>
                  <a:pt x="426110" y="98740"/>
                </a:cubicBezTo>
                <a:lnTo>
                  <a:pt x="426110" y="101304"/>
                </a:lnTo>
                <a:lnTo>
                  <a:pt x="394051" y="101304"/>
                </a:lnTo>
                <a:lnTo>
                  <a:pt x="394051" y="98740"/>
                </a:lnTo>
                <a:lnTo>
                  <a:pt x="395547" y="98740"/>
                </a:lnTo>
                <a:cubicBezTo>
                  <a:pt x="398587" y="98740"/>
                  <a:pt x="400700" y="98275"/>
                  <a:pt x="401888" y="97344"/>
                </a:cubicBezTo>
                <a:cubicBezTo>
                  <a:pt x="403075" y="96412"/>
                  <a:pt x="403906" y="95038"/>
                  <a:pt x="404381" y="93223"/>
                </a:cubicBezTo>
                <a:cubicBezTo>
                  <a:pt x="404524" y="92459"/>
                  <a:pt x="404595" y="90213"/>
                  <a:pt x="404595" y="86486"/>
                </a:cubicBezTo>
                <a:lnTo>
                  <a:pt x="404595" y="63518"/>
                </a:lnTo>
                <a:cubicBezTo>
                  <a:pt x="404595" y="56428"/>
                  <a:pt x="404227" y="51773"/>
                  <a:pt x="403491" y="49552"/>
                </a:cubicBezTo>
                <a:cubicBezTo>
                  <a:pt x="402754" y="47331"/>
                  <a:pt x="401579" y="45665"/>
                  <a:pt x="399964" y="44554"/>
                </a:cubicBezTo>
                <a:cubicBezTo>
                  <a:pt x="398349" y="43443"/>
                  <a:pt x="396402" y="42887"/>
                  <a:pt x="394122" y="42887"/>
                </a:cubicBezTo>
                <a:cubicBezTo>
                  <a:pt x="391795" y="42887"/>
                  <a:pt x="389373" y="43503"/>
                  <a:pt x="386856" y="44735"/>
                </a:cubicBezTo>
                <a:cubicBezTo>
                  <a:pt x="384339" y="45967"/>
                  <a:pt x="381323" y="48454"/>
                  <a:pt x="377808" y="52197"/>
                </a:cubicBezTo>
                <a:lnTo>
                  <a:pt x="377808" y="86486"/>
                </a:lnTo>
                <a:cubicBezTo>
                  <a:pt x="377808" y="90978"/>
                  <a:pt x="378058" y="93772"/>
                  <a:pt x="378556" y="94871"/>
                </a:cubicBezTo>
                <a:cubicBezTo>
                  <a:pt x="379055" y="95969"/>
                  <a:pt x="379981" y="96888"/>
                  <a:pt x="381335" y="97629"/>
                </a:cubicBezTo>
                <a:cubicBezTo>
                  <a:pt x="382688" y="98369"/>
                  <a:pt x="385027" y="98740"/>
                  <a:pt x="388352" y="98740"/>
                </a:cubicBezTo>
                <a:lnTo>
                  <a:pt x="388352" y="101304"/>
                </a:lnTo>
                <a:lnTo>
                  <a:pt x="356009" y="101304"/>
                </a:lnTo>
                <a:lnTo>
                  <a:pt x="356009" y="98740"/>
                </a:lnTo>
                <a:cubicBezTo>
                  <a:pt x="358906" y="98740"/>
                  <a:pt x="361185" y="98286"/>
                  <a:pt x="362848" y="97377"/>
                </a:cubicBezTo>
                <a:cubicBezTo>
                  <a:pt x="363798" y="96901"/>
                  <a:pt x="364557" y="95994"/>
                  <a:pt x="365127" y="94657"/>
                </a:cubicBezTo>
                <a:cubicBezTo>
                  <a:pt x="365697" y="93318"/>
                  <a:pt x="365982" y="90595"/>
                  <a:pt x="365982" y="86486"/>
                </a:cubicBezTo>
                <a:lnTo>
                  <a:pt x="365982" y="27499"/>
                </a:lnTo>
                <a:cubicBezTo>
                  <a:pt x="365982" y="20074"/>
                  <a:pt x="365804" y="15510"/>
                  <a:pt x="365448" y="13807"/>
                </a:cubicBezTo>
                <a:cubicBezTo>
                  <a:pt x="365092" y="12105"/>
                  <a:pt x="364546" y="10946"/>
                  <a:pt x="363809" y="10330"/>
                </a:cubicBezTo>
                <a:cubicBezTo>
                  <a:pt x="363073" y="9713"/>
                  <a:pt x="362088" y="9404"/>
                  <a:pt x="360853" y="9404"/>
                </a:cubicBezTo>
                <a:cubicBezTo>
                  <a:pt x="359856" y="9404"/>
                  <a:pt x="358241" y="9784"/>
                  <a:pt x="356009" y="10544"/>
                </a:cubicBezTo>
                <a:lnTo>
                  <a:pt x="355011" y="7979"/>
                </a:lnTo>
                <a:lnTo>
                  <a:pt x="374531" y="0"/>
                </a:lnTo>
                <a:lnTo>
                  <a:pt x="377808" y="0"/>
                </a:lnTo>
                <a:close/>
                <a:moveTo>
                  <a:pt x="463512" y="34196"/>
                </a:moveTo>
                <a:cubicBezTo>
                  <a:pt x="473390" y="34196"/>
                  <a:pt x="481322" y="37944"/>
                  <a:pt x="487306" y="45441"/>
                </a:cubicBezTo>
                <a:cubicBezTo>
                  <a:pt x="492388" y="51845"/>
                  <a:pt x="494929" y="59199"/>
                  <a:pt x="494929" y="67503"/>
                </a:cubicBezTo>
                <a:cubicBezTo>
                  <a:pt x="494929" y="73339"/>
                  <a:pt x="493528" y="79246"/>
                  <a:pt x="490726" y="85224"/>
                </a:cubicBezTo>
                <a:cubicBezTo>
                  <a:pt x="487924" y="91201"/>
                  <a:pt x="484065" y="95708"/>
                  <a:pt x="479149" y="98744"/>
                </a:cubicBezTo>
                <a:cubicBezTo>
                  <a:pt x="474233" y="101781"/>
                  <a:pt x="468760" y="103299"/>
                  <a:pt x="462728" y="103299"/>
                </a:cubicBezTo>
                <a:cubicBezTo>
                  <a:pt x="452897" y="103299"/>
                  <a:pt x="445084" y="99385"/>
                  <a:pt x="439290" y="91556"/>
                </a:cubicBezTo>
                <a:cubicBezTo>
                  <a:pt x="434398" y="84961"/>
                  <a:pt x="431952" y="77560"/>
                  <a:pt x="431952" y="69353"/>
                </a:cubicBezTo>
                <a:cubicBezTo>
                  <a:pt x="431952" y="63375"/>
                  <a:pt x="433436" y="57432"/>
                  <a:pt x="436405" y="51525"/>
                </a:cubicBezTo>
                <a:cubicBezTo>
                  <a:pt x="439373" y="45618"/>
                  <a:pt x="443279" y="41253"/>
                  <a:pt x="448124" y="38430"/>
                </a:cubicBezTo>
                <a:cubicBezTo>
                  <a:pt x="452968" y="35607"/>
                  <a:pt x="458097" y="34196"/>
                  <a:pt x="463512" y="34196"/>
                </a:cubicBezTo>
                <a:moveTo>
                  <a:pt x="461303" y="38898"/>
                </a:moveTo>
                <a:cubicBezTo>
                  <a:pt x="458786" y="38898"/>
                  <a:pt x="456257" y="39643"/>
                  <a:pt x="453716" y="41135"/>
                </a:cubicBezTo>
                <a:cubicBezTo>
                  <a:pt x="451175" y="42625"/>
                  <a:pt x="449121" y="45239"/>
                  <a:pt x="447554" y="48978"/>
                </a:cubicBezTo>
                <a:cubicBezTo>
                  <a:pt x="445987" y="52717"/>
                  <a:pt x="445203" y="57520"/>
                  <a:pt x="445203" y="63387"/>
                </a:cubicBezTo>
                <a:cubicBezTo>
                  <a:pt x="445203" y="72851"/>
                  <a:pt x="447091" y="81015"/>
                  <a:pt x="450866" y="87878"/>
                </a:cubicBezTo>
                <a:cubicBezTo>
                  <a:pt x="454642" y="94739"/>
                  <a:pt x="459617" y="98170"/>
                  <a:pt x="465791" y="98170"/>
                </a:cubicBezTo>
                <a:cubicBezTo>
                  <a:pt x="470398" y="98170"/>
                  <a:pt x="474198" y="96277"/>
                  <a:pt x="477190" y="92491"/>
                </a:cubicBezTo>
                <a:cubicBezTo>
                  <a:pt x="480182" y="88704"/>
                  <a:pt x="481678" y="82198"/>
                  <a:pt x="481678" y="72971"/>
                </a:cubicBezTo>
                <a:cubicBezTo>
                  <a:pt x="481678" y="61424"/>
                  <a:pt x="479185" y="52338"/>
                  <a:pt x="474198" y="45712"/>
                </a:cubicBezTo>
                <a:cubicBezTo>
                  <a:pt x="470826" y="41169"/>
                  <a:pt x="466528" y="38898"/>
                  <a:pt x="461303" y="38898"/>
                </a:cubicBezTo>
                <a:close/>
                <a:moveTo>
                  <a:pt x="523496" y="14533"/>
                </a:moveTo>
                <a:lnTo>
                  <a:pt x="523496" y="36048"/>
                </a:lnTo>
                <a:lnTo>
                  <a:pt x="538742" y="36048"/>
                </a:lnTo>
                <a:lnTo>
                  <a:pt x="538742" y="40892"/>
                </a:lnTo>
                <a:lnTo>
                  <a:pt x="523496" y="41035"/>
                </a:lnTo>
                <a:lnTo>
                  <a:pt x="523496" y="83410"/>
                </a:lnTo>
                <a:cubicBezTo>
                  <a:pt x="523496" y="87641"/>
                  <a:pt x="524102" y="90494"/>
                  <a:pt x="525313" y="91970"/>
                </a:cubicBezTo>
                <a:cubicBezTo>
                  <a:pt x="526524" y="93443"/>
                  <a:pt x="528080" y="94180"/>
                  <a:pt x="529979" y="94180"/>
                </a:cubicBezTo>
                <a:cubicBezTo>
                  <a:pt x="531547" y="94180"/>
                  <a:pt x="533066" y="93688"/>
                  <a:pt x="534539" y="92702"/>
                </a:cubicBezTo>
                <a:cubicBezTo>
                  <a:pt x="536011" y="91717"/>
                  <a:pt x="537151" y="90262"/>
                  <a:pt x="537958" y="88339"/>
                </a:cubicBezTo>
                <a:lnTo>
                  <a:pt x="540737" y="88339"/>
                </a:lnTo>
                <a:cubicBezTo>
                  <a:pt x="539074" y="93017"/>
                  <a:pt x="536724" y="96537"/>
                  <a:pt x="533684" y="98900"/>
                </a:cubicBezTo>
                <a:cubicBezTo>
                  <a:pt x="530644" y="101263"/>
                  <a:pt x="527510" y="102444"/>
                  <a:pt x="524280" y="102444"/>
                </a:cubicBezTo>
                <a:cubicBezTo>
                  <a:pt x="522095" y="102444"/>
                  <a:pt x="519958" y="101837"/>
                  <a:pt x="517868" y="100621"/>
                </a:cubicBezTo>
                <a:cubicBezTo>
                  <a:pt x="515779" y="99405"/>
                  <a:pt x="514235" y="97666"/>
                  <a:pt x="513238" y="95403"/>
                </a:cubicBezTo>
                <a:cubicBezTo>
                  <a:pt x="512240" y="93139"/>
                  <a:pt x="511742" y="89648"/>
                  <a:pt x="511742" y="84930"/>
                </a:cubicBezTo>
                <a:lnTo>
                  <a:pt x="511742" y="40892"/>
                </a:lnTo>
                <a:lnTo>
                  <a:pt x="501412" y="40892"/>
                </a:lnTo>
                <a:lnTo>
                  <a:pt x="501412" y="38608"/>
                </a:lnTo>
                <a:cubicBezTo>
                  <a:pt x="504024" y="37569"/>
                  <a:pt x="506696" y="35810"/>
                  <a:pt x="509426" y="33332"/>
                </a:cubicBezTo>
                <a:cubicBezTo>
                  <a:pt x="512157" y="30853"/>
                  <a:pt x="514591" y="27899"/>
                  <a:pt x="516729" y="24469"/>
                </a:cubicBezTo>
                <a:cubicBezTo>
                  <a:pt x="517821" y="22658"/>
                  <a:pt x="519341" y="19346"/>
                  <a:pt x="521288" y="14533"/>
                </a:cubicBezTo>
                <a:lnTo>
                  <a:pt x="523496" y="14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prompting">
            <a:extLst xmlns:a="http://schemas.openxmlformats.org/drawingml/2006/main">
              <a:ext uri="{FF2B5EF4-FFF2-40B4-BE49-F238E27FC236}">
                <a16:creationId xmlns:a16="http://schemas.microsoft.com/office/drawing/2014/main" id="{D4384574-AF76-4347-8D1A-513D504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151" y="2854553"/>
            <a:ext cx="605395" cy="132793"/>
          </a:xfrm>
          <a:custGeom xmlns:a="http://schemas.openxmlformats.org/drawingml/2006/main">
            <a:pathLst>
              <a:path w="605395" h="132793">
                <a:moveTo>
                  <a:pt x="356" y="42317"/>
                </a:moveTo>
                <a:lnTo>
                  <a:pt x="20446" y="34338"/>
                </a:lnTo>
                <a:lnTo>
                  <a:pt x="23153" y="34338"/>
                </a:lnTo>
                <a:lnTo>
                  <a:pt x="23153" y="49655"/>
                </a:lnTo>
                <a:cubicBezTo>
                  <a:pt x="26525" y="43935"/>
                  <a:pt x="29909" y="39928"/>
                  <a:pt x="33305" y="37635"/>
                </a:cubicBezTo>
                <a:cubicBezTo>
                  <a:pt x="36701" y="35342"/>
                  <a:pt x="40275" y="34196"/>
                  <a:pt x="44027" y="34196"/>
                </a:cubicBezTo>
                <a:cubicBezTo>
                  <a:pt x="50581" y="34196"/>
                  <a:pt x="56043" y="36757"/>
                  <a:pt x="60412" y="41881"/>
                </a:cubicBezTo>
                <a:cubicBezTo>
                  <a:pt x="65779" y="48144"/>
                  <a:pt x="68462" y="56305"/>
                  <a:pt x="68462" y="66363"/>
                </a:cubicBezTo>
                <a:cubicBezTo>
                  <a:pt x="68462" y="77607"/>
                  <a:pt x="65233" y="86906"/>
                  <a:pt x="58774" y="94261"/>
                </a:cubicBezTo>
                <a:cubicBezTo>
                  <a:pt x="53454" y="100286"/>
                  <a:pt x="46758" y="103299"/>
                  <a:pt x="38684" y="103299"/>
                </a:cubicBezTo>
                <a:cubicBezTo>
                  <a:pt x="35169" y="103299"/>
                  <a:pt x="32130" y="102801"/>
                  <a:pt x="29565" y="101803"/>
                </a:cubicBezTo>
                <a:cubicBezTo>
                  <a:pt x="27665" y="101091"/>
                  <a:pt x="25528" y="99666"/>
                  <a:pt x="23153" y="97529"/>
                </a:cubicBezTo>
                <a:lnTo>
                  <a:pt x="23153" y="117405"/>
                </a:lnTo>
                <a:cubicBezTo>
                  <a:pt x="23153" y="121895"/>
                  <a:pt x="23426" y="124749"/>
                  <a:pt x="23973" y="125967"/>
                </a:cubicBezTo>
                <a:cubicBezTo>
                  <a:pt x="24519" y="127186"/>
                  <a:pt x="25469" y="128153"/>
                  <a:pt x="26822" y="128868"/>
                </a:cubicBezTo>
                <a:cubicBezTo>
                  <a:pt x="28176" y="129585"/>
                  <a:pt x="30634" y="129943"/>
                  <a:pt x="34196" y="129943"/>
                </a:cubicBezTo>
                <a:lnTo>
                  <a:pt x="34196" y="132508"/>
                </a:lnTo>
                <a:lnTo>
                  <a:pt x="0" y="132508"/>
                </a:lnTo>
                <a:lnTo>
                  <a:pt x="0" y="129943"/>
                </a:lnTo>
                <a:lnTo>
                  <a:pt x="1781" y="129943"/>
                </a:lnTo>
                <a:cubicBezTo>
                  <a:pt x="4393" y="129991"/>
                  <a:pt x="6625" y="129489"/>
                  <a:pt x="8478" y="128438"/>
                </a:cubicBezTo>
                <a:cubicBezTo>
                  <a:pt x="9380" y="127913"/>
                  <a:pt x="10081" y="127065"/>
                  <a:pt x="10579" y="125896"/>
                </a:cubicBezTo>
                <a:cubicBezTo>
                  <a:pt x="11078" y="124726"/>
                  <a:pt x="11327" y="121754"/>
                  <a:pt x="11327" y="116977"/>
                </a:cubicBezTo>
                <a:lnTo>
                  <a:pt x="11327" y="55140"/>
                </a:lnTo>
                <a:cubicBezTo>
                  <a:pt x="11327" y="50885"/>
                  <a:pt x="11137" y="48184"/>
                  <a:pt x="10757" y="47037"/>
                </a:cubicBezTo>
                <a:cubicBezTo>
                  <a:pt x="10377" y="45888"/>
                  <a:pt x="9772" y="45028"/>
                  <a:pt x="8941" y="44457"/>
                </a:cubicBezTo>
                <a:cubicBezTo>
                  <a:pt x="8110" y="43885"/>
                  <a:pt x="6982" y="43599"/>
                  <a:pt x="5557" y="43599"/>
                </a:cubicBezTo>
                <a:cubicBezTo>
                  <a:pt x="4417" y="43599"/>
                  <a:pt x="2968" y="43932"/>
                  <a:pt x="1211" y="44597"/>
                </a:cubicBezTo>
                <a:lnTo>
                  <a:pt x="356" y="42317"/>
                </a:lnTo>
                <a:moveTo>
                  <a:pt x="23153" y="53858"/>
                </a:moveTo>
                <a:lnTo>
                  <a:pt x="23153" y="78222"/>
                </a:lnTo>
                <a:cubicBezTo>
                  <a:pt x="23153" y="83494"/>
                  <a:pt x="23367" y="86961"/>
                  <a:pt x="23794" y="88624"/>
                </a:cubicBezTo>
                <a:cubicBezTo>
                  <a:pt x="24459" y="91378"/>
                  <a:pt x="26086" y="93800"/>
                  <a:pt x="28674" y="95890"/>
                </a:cubicBezTo>
                <a:cubicBezTo>
                  <a:pt x="31263" y="97980"/>
                  <a:pt x="34528" y="99025"/>
                  <a:pt x="38470" y="99025"/>
                </a:cubicBezTo>
                <a:cubicBezTo>
                  <a:pt x="43219" y="99025"/>
                  <a:pt x="47066" y="97173"/>
                  <a:pt x="50011" y="93468"/>
                </a:cubicBezTo>
                <a:cubicBezTo>
                  <a:pt x="53858" y="88624"/>
                  <a:pt x="55782" y="81808"/>
                  <a:pt x="55782" y="73022"/>
                </a:cubicBezTo>
                <a:cubicBezTo>
                  <a:pt x="55782" y="63048"/>
                  <a:pt x="53597" y="55378"/>
                  <a:pt x="49227" y="50011"/>
                </a:cubicBezTo>
                <a:cubicBezTo>
                  <a:pt x="46188" y="46307"/>
                  <a:pt x="42578" y="44454"/>
                  <a:pt x="38399" y="44454"/>
                </a:cubicBezTo>
                <a:cubicBezTo>
                  <a:pt x="36119" y="44454"/>
                  <a:pt x="33863" y="45024"/>
                  <a:pt x="31631" y="46164"/>
                </a:cubicBezTo>
                <a:cubicBezTo>
                  <a:pt x="29921" y="47019"/>
                  <a:pt x="27095" y="49584"/>
                  <a:pt x="23153" y="53858"/>
                </a:cubicBezTo>
                <a:close/>
                <a:moveTo>
                  <a:pt x="97101" y="34196"/>
                </a:moveTo>
                <a:lnTo>
                  <a:pt x="97101" y="48871"/>
                </a:lnTo>
                <a:cubicBezTo>
                  <a:pt x="102563" y="39087"/>
                  <a:pt x="108167" y="34196"/>
                  <a:pt x="113914" y="34196"/>
                </a:cubicBezTo>
                <a:cubicBezTo>
                  <a:pt x="116526" y="34196"/>
                  <a:pt x="118687" y="34991"/>
                  <a:pt x="120397" y="36582"/>
                </a:cubicBezTo>
                <a:cubicBezTo>
                  <a:pt x="122107" y="38173"/>
                  <a:pt x="122962" y="40014"/>
                  <a:pt x="122962" y="42103"/>
                </a:cubicBezTo>
                <a:cubicBezTo>
                  <a:pt x="122962" y="43956"/>
                  <a:pt x="122344" y="45523"/>
                  <a:pt x="121109" y="46805"/>
                </a:cubicBezTo>
                <a:cubicBezTo>
                  <a:pt x="119875" y="48088"/>
                  <a:pt x="118402" y="48729"/>
                  <a:pt x="116692" y="48729"/>
                </a:cubicBezTo>
                <a:cubicBezTo>
                  <a:pt x="115030" y="48729"/>
                  <a:pt x="113166" y="47921"/>
                  <a:pt x="111100" y="46307"/>
                </a:cubicBezTo>
                <a:cubicBezTo>
                  <a:pt x="109034" y="44692"/>
                  <a:pt x="107502" y="43884"/>
                  <a:pt x="106505" y="43884"/>
                </a:cubicBezTo>
                <a:cubicBezTo>
                  <a:pt x="105650" y="43884"/>
                  <a:pt x="104724" y="44356"/>
                  <a:pt x="103727" y="45298"/>
                </a:cubicBezTo>
                <a:cubicBezTo>
                  <a:pt x="101589" y="47232"/>
                  <a:pt x="99381" y="50415"/>
                  <a:pt x="97101" y="54847"/>
                </a:cubicBezTo>
                <a:lnTo>
                  <a:pt x="97101" y="86059"/>
                </a:lnTo>
                <a:cubicBezTo>
                  <a:pt x="97101" y="89671"/>
                  <a:pt x="97552" y="92404"/>
                  <a:pt x="98455" y="94256"/>
                </a:cubicBezTo>
                <a:cubicBezTo>
                  <a:pt x="99072" y="95540"/>
                  <a:pt x="100165" y="96609"/>
                  <a:pt x="101732" y="97462"/>
                </a:cubicBezTo>
                <a:cubicBezTo>
                  <a:pt x="103299" y="98314"/>
                  <a:pt x="105555" y="98740"/>
                  <a:pt x="108500" y="98740"/>
                </a:cubicBezTo>
                <a:lnTo>
                  <a:pt x="108500" y="101304"/>
                </a:lnTo>
                <a:lnTo>
                  <a:pt x="75088" y="101304"/>
                </a:lnTo>
                <a:lnTo>
                  <a:pt x="75088" y="98740"/>
                </a:lnTo>
                <a:cubicBezTo>
                  <a:pt x="78412" y="98740"/>
                  <a:pt x="80882" y="98211"/>
                  <a:pt x="82497" y="97155"/>
                </a:cubicBezTo>
                <a:cubicBezTo>
                  <a:pt x="83684" y="96386"/>
                  <a:pt x="84515" y="95161"/>
                  <a:pt x="84990" y="93479"/>
                </a:cubicBezTo>
                <a:cubicBezTo>
                  <a:pt x="85228" y="92661"/>
                  <a:pt x="85346" y="90330"/>
                  <a:pt x="85346" y="86486"/>
                </a:cubicBezTo>
                <a:lnTo>
                  <a:pt x="85346" y="61410"/>
                </a:lnTo>
                <a:cubicBezTo>
                  <a:pt x="85346" y="53811"/>
                  <a:pt x="85192" y="49287"/>
                  <a:pt x="84883" y="47838"/>
                </a:cubicBezTo>
                <a:cubicBezTo>
                  <a:pt x="84575" y="46390"/>
                  <a:pt x="84005" y="45333"/>
                  <a:pt x="83174" y="44668"/>
                </a:cubicBezTo>
                <a:cubicBezTo>
                  <a:pt x="82342" y="44003"/>
                  <a:pt x="81309" y="43671"/>
                  <a:pt x="80075" y="43671"/>
                </a:cubicBezTo>
                <a:cubicBezTo>
                  <a:pt x="78602" y="43671"/>
                  <a:pt x="76940" y="44027"/>
                  <a:pt x="75088" y="44739"/>
                </a:cubicBezTo>
                <a:lnTo>
                  <a:pt x="74375" y="42175"/>
                </a:lnTo>
                <a:lnTo>
                  <a:pt x="94109" y="34196"/>
                </a:lnTo>
                <a:lnTo>
                  <a:pt x="97101" y="34196"/>
                </a:lnTo>
                <a:close/>
                <a:moveTo>
                  <a:pt x="158509" y="34196"/>
                </a:moveTo>
                <a:cubicBezTo>
                  <a:pt x="168388" y="34196"/>
                  <a:pt x="176319" y="37944"/>
                  <a:pt x="182304" y="45441"/>
                </a:cubicBezTo>
                <a:cubicBezTo>
                  <a:pt x="187385" y="51845"/>
                  <a:pt x="189926" y="59199"/>
                  <a:pt x="189926" y="67503"/>
                </a:cubicBezTo>
                <a:cubicBezTo>
                  <a:pt x="189926" y="73339"/>
                  <a:pt x="188525" y="79246"/>
                  <a:pt x="185723" y="85224"/>
                </a:cubicBezTo>
                <a:cubicBezTo>
                  <a:pt x="182921" y="91201"/>
                  <a:pt x="179062" y="95708"/>
                  <a:pt x="174147" y="98744"/>
                </a:cubicBezTo>
                <a:cubicBezTo>
                  <a:pt x="169231" y="101781"/>
                  <a:pt x="163757" y="103299"/>
                  <a:pt x="157726" y="103299"/>
                </a:cubicBezTo>
                <a:cubicBezTo>
                  <a:pt x="147894" y="103299"/>
                  <a:pt x="140082" y="99385"/>
                  <a:pt x="134287" y="91556"/>
                </a:cubicBezTo>
                <a:cubicBezTo>
                  <a:pt x="129395" y="84961"/>
                  <a:pt x="126950" y="77560"/>
                  <a:pt x="126950" y="69353"/>
                </a:cubicBezTo>
                <a:cubicBezTo>
                  <a:pt x="126950" y="63375"/>
                  <a:pt x="128434" y="57432"/>
                  <a:pt x="131402" y="51525"/>
                </a:cubicBezTo>
                <a:cubicBezTo>
                  <a:pt x="134370" y="45618"/>
                  <a:pt x="138277" y="41253"/>
                  <a:pt x="143121" y="38430"/>
                </a:cubicBezTo>
                <a:cubicBezTo>
                  <a:pt x="147966" y="35607"/>
                  <a:pt x="153095" y="34196"/>
                  <a:pt x="158509" y="34196"/>
                </a:cubicBezTo>
                <a:moveTo>
                  <a:pt x="156301" y="38898"/>
                </a:moveTo>
                <a:cubicBezTo>
                  <a:pt x="153784" y="38898"/>
                  <a:pt x="151255" y="39643"/>
                  <a:pt x="148714" y="41135"/>
                </a:cubicBezTo>
                <a:cubicBezTo>
                  <a:pt x="146173" y="42625"/>
                  <a:pt x="144119" y="45239"/>
                  <a:pt x="142551" y="48978"/>
                </a:cubicBezTo>
                <a:cubicBezTo>
                  <a:pt x="140984" y="52717"/>
                  <a:pt x="140200" y="57520"/>
                  <a:pt x="140200" y="63387"/>
                </a:cubicBezTo>
                <a:cubicBezTo>
                  <a:pt x="140200" y="72851"/>
                  <a:pt x="142088" y="81015"/>
                  <a:pt x="145864" y="87878"/>
                </a:cubicBezTo>
                <a:cubicBezTo>
                  <a:pt x="149640" y="94739"/>
                  <a:pt x="154615" y="98170"/>
                  <a:pt x="160789" y="98170"/>
                </a:cubicBezTo>
                <a:cubicBezTo>
                  <a:pt x="165396" y="98170"/>
                  <a:pt x="169195" y="96277"/>
                  <a:pt x="172187" y="92491"/>
                </a:cubicBezTo>
                <a:cubicBezTo>
                  <a:pt x="175180" y="88704"/>
                  <a:pt x="176676" y="82198"/>
                  <a:pt x="176676" y="72971"/>
                </a:cubicBezTo>
                <a:cubicBezTo>
                  <a:pt x="176676" y="61424"/>
                  <a:pt x="174182" y="52338"/>
                  <a:pt x="169195" y="45712"/>
                </a:cubicBezTo>
                <a:cubicBezTo>
                  <a:pt x="165823" y="41169"/>
                  <a:pt x="161525" y="38898"/>
                  <a:pt x="156301" y="38898"/>
                </a:cubicBezTo>
                <a:close/>
                <a:moveTo>
                  <a:pt x="218921" y="48210"/>
                </a:moveTo>
                <a:cubicBezTo>
                  <a:pt x="223671" y="43419"/>
                  <a:pt x="226473" y="40664"/>
                  <a:pt x="227328" y="39946"/>
                </a:cubicBezTo>
                <a:cubicBezTo>
                  <a:pt x="229465" y="38125"/>
                  <a:pt x="231768" y="36711"/>
                  <a:pt x="234238" y="35705"/>
                </a:cubicBezTo>
                <a:cubicBezTo>
                  <a:pt x="236708" y="34699"/>
                  <a:pt x="239154" y="34196"/>
                  <a:pt x="241576" y="34196"/>
                </a:cubicBezTo>
                <a:cubicBezTo>
                  <a:pt x="245660" y="34196"/>
                  <a:pt x="249175" y="35393"/>
                  <a:pt x="252120" y="37789"/>
                </a:cubicBezTo>
                <a:cubicBezTo>
                  <a:pt x="255064" y="40184"/>
                  <a:pt x="257035" y="43658"/>
                  <a:pt x="258033" y="48210"/>
                </a:cubicBezTo>
                <a:cubicBezTo>
                  <a:pt x="262924" y="42460"/>
                  <a:pt x="267056" y="38688"/>
                  <a:pt x="270428" y="36892"/>
                </a:cubicBezTo>
                <a:cubicBezTo>
                  <a:pt x="273801" y="35094"/>
                  <a:pt x="277268" y="34196"/>
                  <a:pt x="280830" y="34196"/>
                </a:cubicBezTo>
                <a:cubicBezTo>
                  <a:pt x="284297" y="34196"/>
                  <a:pt x="287372" y="35084"/>
                  <a:pt x="290055" y="36860"/>
                </a:cubicBezTo>
                <a:cubicBezTo>
                  <a:pt x="292739" y="38636"/>
                  <a:pt x="294864" y="41536"/>
                  <a:pt x="296431" y="45563"/>
                </a:cubicBezTo>
                <a:cubicBezTo>
                  <a:pt x="297476" y="48310"/>
                  <a:pt x="297999" y="52620"/>
                  <a:pt x="297999" y="58493"/>
                </a:cubicBezTo>
                <a:lnTo>
                  <a:pt x="297999" y="86486"/>
                </a:lnTo>
                <a:cubicBezTo>
                  <a:pt x="297999" y="90595"/>
                  <a:pt x="298307" y="93413"/>
                  <a:pt x="298925" y="94942"/>
                </a:cubicBezTo>
                <a:cubicBezTo>
                  <a:pt x="299400" y="95993"/>
                  <a:pt x="300278" y="96888"/>
                  <a:pt x="301561" y="97629"/>
                </a:cubicBezTo>
                <a:cubicBezTo>
                  <a:pt x="302843" y="98370"/>
                  <a:pt x="304933" y="98740"/>
                  <a:pt x="307830" y="98740"/>
                </a:cubicBezTo>
                <a:lnTo>
                  <a:pt x="307830" y="101304"/>
                </a:lnTo>
                <a:lnTo>
                  <a:pt x="275629" y="101304"/>
                </a:lnTo>
                <a:lnTo>
                  <a:pt x="275629" y="98740"/>
                </a:lnTo>
                <a:lnTo>
                  <a:pt x="276983" y="98740"/>
                </a:lnTo>
                <a:cubicBezTo>
                  <a:pt x="279785" y="98740"/>
                  <a:pt x="281969" y="98191"/>
                  <a:pt x="283537" y="97092"/>
                </a:cubicBezTo>
                <a:cubicBezTo>
                  <a:pt x="284629" y="96328"/>
                  <a:pt x="285413" y="95110"/>
                  <a:pt x="285888" y="93437"/>
                </a:cubicBezTo>
                <a:cubicBezTo>
                  <a:pt x="286078" y="92625"/>
                  <a:pt x="286173" y="90308"/>
                  <a:pt x="286173" y="86486"/>
                </a:cubicBezTo>
                <a:lnTo>
                  <a:pt x="286173" y="58600"/>
                </a:lnTo>
                <a:cubicBezTo>
                  <a:pt x="286173" y="53315"/>
                  <a:pt x="285532" y="49587"/>
                  <a:pt x="284249" y="47417"/>
                </a:cubicBezTo>
                <a:cubicBezTo>
                  <a:pt x="282397" y="44397"/>
                  <a:pt x="279429" y="42887"/>
                  <a:pt x="275344" y="42887"/>
                </a:cubicBezTo>
                <a:cubicBezTo>
                  <a:pt x="272827" y="42887"/>
                  <a:pt x="270298" y="43514"/>
                  <a:pt x="267757" y="44768"/>
                </a:cubicBezTo>
                <a:cubicBezTo>
                  <a:pt x="265216" y="46022"/>
                  <a:pt x="262141" y="48353"/>
                  <a:pt x="258531" y="51759"/>
                </a:cubicBezTo>
                <a:lnTo>
                  <a:pt x="258389" y="52540"/>
                </a:lnTo>
                <a:lnTo>
                  <a:pt x="258531" y="55581"/>
                </a:lnTo>
                <a:lnTo>
                  <a:pt x="258531" y="86486"/>
                </a:lnTo>
                <a:cubicBezTo>
                  <a:pt x="258531" y="90978"/>
                  <a:pt x="258781" y="93772"/>
                  <a:pt x="259279" y="94871"/>
                </a:cubicBezTo>
                <a:cubicBezTo>
                  <a:pt x="259778" y="95969"/>
                  <a:pt x="260716" y="96888"/>
                  <a:pt x="262093" y="97629"/>
                </a:cubicBezTo>
                <a:cubicBezTo>
                  <a:pt x="263471" y="98370"/>
                  <a:pt x="265822" y="98740"/>
                  <a:pt x="269146" y="98740"/>
                </a:cubicBezTo>
                <a:lnTo>
                  <a:pt x="269146" y="101304"/>
                </a:lnTo>
                <a:lnTo>
                  <a:pt x="236162" y="101304"/>
                </a:lnTo>
                <a:lnTo>
                  <a:pt x="236162" y="98740"/>
                </a:lnTo>
                <a:cubicBezTo>
                  <a:pt x="239771" y="98740"/>
                  <a:pt x="242253" y="98310"/>
                  <a:pt x="243606" y="97451"/>
                </a:cubicBezTo>
                <a:cubicBezTo>
                  <a:pt x="244960" y="96590"/>
                  <a:pt x="245898" y="95300"/>
                  <a:pt x="246420" y="93582"/>
                </a:cubicBezTo>
                <a:cubicBezTo>
                  <a:pt x="246658" y="92768"/>
                  <a:pt x="246777" y="90403"/>
                  <a:pt x="246777" y="86486"/>
                </a:cubicBezTo>
                <a:lnTo>
                  <a:pt x="246777" y="58618"/>
                </a:lnTo>
                <a:cubicBezTo>
                  <a:pt x="246777" y="53336"/>
                  <a:pt x="245993" y="49525"/>
                  <a:pt x="244426" y="47186"/>
                </a:cubicBezTo>
                <a:cubicBezTo>
                  <a:pt x="242336" y="44130"/>
                  <a:pt x="239415" y="42602"/>
                  <a:pt x="235663" y="42602"/>
                </a:cubicBezTo>
                <a:cubicBezTo>
                  <a:pt x="233098" y="42602"/>
                  <a:pt x="230557" y="43294"/>
                  <a:pt x="228040" y="44677"/>
                </a:cubicBezTo>
                <a:cubicBezTo>
                  <a:pt x="224098" y="46776"/>
                  <a:pt x="221059" y="49136"/>
                  <a:pt x="218921" y="51759"/>
                </a:cubicBezTo>
                <a:lnTo>
                  <a:pt x="218921" y="86486"/>
                </a:lnTo>
                <a:cubicBezTo>
                  <a:pt x="218921" y="90786"/>
                  <a:pt x="219218" y="93581"/>
                  <a:pt x="219812" y="94871"/>
                </a:cubicBezTo>
                <a:cubicBezTo>
                  <a:pt x="220406" y="96160"/>
                  <a:pt x="221284" y="97128"/>
                  <a:pt x="222448" y="97774"/>
                </a:cubicBezTo>
                <a:cubicBezTo>
                  <a:pt x="223611" y="98418"/>
                  <a:pt x="225974" y="98740"/>
                  <a:pt x="229536" y="98740"/>
                </a:cubicBezTo>
                <a:lnTo>
                  <a:pt x="229536" y="101304"/>
                </a:lnTo>
                <a:lnTo>
                  <a:pt x="197264" y="101304"/>
                </a:lnTo>
                <a:lnTo>
                  <a:pt x="197264" y="98740"/>
                </a:lnTo>
                <a:cubicBezTo>
                  <a:pt x="200256" y="98740"/>
                  <a:pt x="202346" y="98418"/>
                  <a:pt x="203533" y="97774"/>
                </a:cubicBezTo>
                <a:cubicBezTo>
                  <a:pt x="204721" y="97128"/>
                  <a:pt x="205623" y="96101"/>
                  <a:pt x="206240" y="94692"/>
                </a:cubicBezTo>
                <a:cubicBezTo>
                  <a:pt x="206858" y="93282"/>
                  <a:pt x="207167" y="90547"/>
                  <a:pt x="207167" y="86486"/>
                </a:cubicBezTo>
                <a:lnTo>
                  <a:pt x="207167" y="61695"/>
                </a:lnTo>
                <a:cubicBezTo>
                  <a:pt x="207167" y="54523"/>
                  <a:pt x="206953" y="49892"/>
                  <a:pt x="206525" y="47803"/>
                </a:cubicBezTo>
                <a:cubicBezTo>
                  <a:pt x="206193" y="46235"/>
                  <a:pt x="205671" y="45155"/>
                  <a:pt x="204958" y="44561"/>
                </a:cubicBezTo>
                <a:cubicBezTo>
                  <a:pt x="204246" y="43967"/>
                  <a:pt x="203272" y="43671"/>
                  <a:pt x="202037" y="43671"/>
                </a:cubicBezTo>
                <a:cubicBezTo>
                  <a:pt x="200707" y="43671"/>
                  <a:pt x="199116" y="44027"/>
                  <a:pt x="197264" y="44739"/>
                </a:cubicBezTo>
                <a:lnTo>
                  <a:pt x="196196" y="42175"/>
                </a:lnTo>
                <a:lnTo>
                  <a:pt x="215858" y="34196"/>
                </a:lnTo>
                <a:lnTo>
                  <a:pt x="218921" y="34196"/>
                </a:lnTo>
                <a:lnTo>
                  <a:pt x="218921" y="48210"/>
                </a:lnTo>
                <a:close/>
                <a:moveTo>
                  <a:pt x="308207" y="42317"/>
                </a:moveTo>
                <a:lnTo>
                  <a:pt x="328297" y="34338"/>
                </a:lnTo>
                <a:lnTo>
                  <a:pt x="331004" y="34338"/>
                </a:lnTo>
                <a:lnTo>
                  <a:pt x="331004" y="49655"/>
                </a:lnTo>
                <a:cubicBezTo>
                  <a:pt x="334376" y="43935"/>
                  <a:pt x="337760" y="39928"/>
                  <a:pt x="341156" y="37635"/>
                </a:cubicBezTo>
                <a:cubicBezTo>
                  <a:pt x="344552" y="35342"/>
                  <a:pt x="348126" y="34196"/>
                  <a:pt x="351878" y="34196"/>
                </a:cubicBezTo>
                <a:cubicBezTo>
                  <a:pt x="358432" y="34196"/>
                  <a:pt x="363894" y="36757"/>
                  <a:pt x="368263" y="41881"/>
                </a:cubicBezTo>
                <a:cubicBezTo>
                  <a:pt x="373630" y="48144"/>
                  <a:pt x="376313" y="56305"/>
                  <a:pt x="376313" y="66363"/>
                </a:cubicBezTo>
                <a:cubicBezTo>
                  <a:pt x="376313" y="77607"/>
                  <a:pt x="373084" y="86906"/>
                  <a:pt x="366625" y="94261"/>
                </a:cubicBezTo>
                <a:cubicBezTo>
                  <a:pt x="361305" y="100286"/>
                  <a:pt x="354609" y="103299"/>
                  <a:pt x="346535" y="103299"/>
                </a:cubicBezTo>
                <a:cubicBezTo>
                  <a:pt x="343020" y="103299"/>
                  <a:pt x="339981" y="102801"/>
                  <a:pt x="337416" y="101803"/>
                </a:cubicBezTo>
                <a:cubicBezTo>
                  <a:pt x="335516" y="101091"/>
                  <a:pt x="333379" y="99666"/>
                  <a:pt x="331004" y="97529"/>
                </a:cubicBezTo>
                <a:lnTo>
                  <a:pt x="331004" y="117405"/>
                </a:lnTo>
                <a:cubicBezTo>
                  <a:pt x="331004" y="121895"/>
                  <a:pt x="331277" y="124749"/>
                  <a:pt x="331824" y="125967"/>
                </a:cubicBezTo>
                <a:cubicBezTo>
                  <a:pt x="332370" y="127186"/>
                  <a:pt x="333320" y="128153"/>
                  <a:pt x="334673" y="128868"/>
                </a:cubicBezTo>
                <a:cubicBezTo>
                  <a:pt x="336027" y="129585"/>
                  <a:pt x="338485" y="129943"/>
                  <a:pt x="342047" y="129943"/>
                </a:cubicBezTo>
                <a:lnTo>
                  <a:pt x="342047" y="132508"/>
                </a:lnTo>
                <a:lnTo>
                  <a:pt x="307851" y="132508"/>
                </a:lnTo>
                <a:lnTo>
                  <a:pt x="307851" y="129943"/>
                </a:lnTo>
                <a:lnTo>
                  <a:pt x="309632" y="129943"/>
                </a:lnTo>
                <a:cubicBezTo>
                  <a:pt x="312244" y="129991"/>
                  <a:pt x="314476" y="129489"/>
                  <a:pt x="316329" y="128438"/>
                </a:cubicBezTo>
                <a:cubicBezTo>
                  <a:pt x="317231" y="127913"/>
                  <a:pt x="317932" y="127065"/>
                  <a:pt x="318430" y="125896"/>
                </a:cubicBezTo>
                <a:cubicBezTo>
                  <a:pt x="318929" y="124726"/>
                  <a:pt x="319178" y="121754"/>
                  <a:pt x="319178" y="116977"/>
                </a:cubicBezTo>
                <a:lnTo>
                  <a:pt x="319178" y="55140"/>
                </a:lnTo>
                <a:cubicBezTo>
                  <a:pt x="319178" y="50885"/>
                  <a:pt x="318988" y="48184"/>
                  <a:pt x="318608" y="47037"/>
                </a:cubicBezTo>
                <a:cubicBezTo>
                  <a:pt x="318228" y="45888"/>
                  <a:pt x="317623" y="45028"/>
                  <a:pt x="316792" y="44457"/>
                </a:cubicBezTo>
                <a:cubicBezTo>
                  <a:pt x="315961" y="43885"/>
                  <a:pt x="314833" y="43599"/>
                  <a:pt x="313408" y="43599"/>
                </a:cubicBezTo>
                <a:cubicBezTo>
                  <a:pt x="312268" y="43599"/>
                  <a:pt x="310819" y="43932"/>
                  <a:pt x="309062" y="44597"/>
                </a:cubicBezTo>
                <a:lnTo>
                  <a:pt x="308207" y="42317"/>
                </a:lnTo>
                <a:moveTo>
                  <a:pt x="331004" y="53858"/>
                </a:moveTo>
                <a:lnTo>
                  <a:pt x="331004" y="78222"/>
                </a:lnTo>
                <a:cubicBezTo>
                  <a:pt x="331004" y="83494"/>
                  <a:pt x="331218" y="86961"/>
                  <a:pt x="331645" y="88624"/>
                </a:cubicBezTo>
                <a:cubicBezTo>
                  <a:pt x="332310" y="91378"/>
                  <a:pt x="333937" y="93800"/>
                  <a:pt x="336525" y="95890"/>
                </a:cubicBezTo>
                <a:cubicBezTo>
                  <a:pt x="339114" y="97980"/>
                  <a:pt x="342379" y="99025"/>
                  <a:pt x="346321" y="99025"/>
                </a:cubicBezTo>
                <a:cubicBezTo>
                  <a:pt x="351070" y="99025"/>
                  <a:pt x="354917" y="97173"/>
                  <a:pt x="357862" y="93468"/>
                </a:cubicBezTo>
                <a:cubicBezTo>
                  <a:pt x="361709" y="88624"/>
                  <a:pt x="363633" y="81808"/>
                  <a:pt x="363633" y="73022"/>
                </a:cubicBezTo>
                <a:cubicBezTo>
                  <a:pt x="363633" y="63048"/>
                  <a:pt x="361448" y="55378"/>
                  <a:pt x="357078" y="50011"/>
                </a:cubicBezTo>
                <a:cubicBezTo>
                  <a:pt x="354039" y="46307"/>
                  <a:pt x="350429" y="44454"/>
                  <a:pt x="346250" y="44454"/>
                </a:cubicBezTo>
                <a:cubicBezTo>
                  <a:pt x="343970" y="44454"/>
                  <a:pt x="341714" y="45024"/>
                  <a:pt x="339482" y="46164"/>
                </a:cubicBezTo>
                <a:cubicBezTo>
                  <a:pt x="337772" y="47019"/>
                  <a:pt x="334946" y="49584"/>
                  <a:pt x="331004" y="53858"/>
                </a:cubicBezTo>
                <a:close/>
                <a:moveTo>
                  <a:pt x="404811" y="14533"/>
                </a:moveTo>
                <a:lnTo>
                  <a:pt x="404811" y="36048"/>
                </a:lnTo>
                <a:lnTo>
                  <a:pt x="420056" y="36048"/>
                </a:lnTo>
                <a:lnTo>
                  <a:pt x="420056" y="40892"/>
                </a:lnTo>
                <a:lnTo>
                  <a:pt x="404811" y="41035"/>
                </a:lnTo>
                <a:lnTo>
                  <a:pt x="404811" y="83410"/>
                </a:lnTo>
                <a:cubicBezTo>
                  <a:pt x="404811" y="87641"/>
                  <a:pt x="405416" y="90494"/>
                  <a:pt x="406627" y="91970"/>
                </a:cubicBezTo>
                <a:cubicBezTo>
                  <a:pt x="407838" y="93443"/>
                  <a:pt x="409394" y="94180"/>
                  <a:pt x="411294" y="94180"/>
                </a:cubicBezTo>
                <a:cubicBezTo>
                  <a:pt x="412861" y="94180"/>
                  <a:pt x="414381" y="93688"/>
                  <a:pt x="415853" y="92702"/>
                </a:cubicBezTo>
                <a:cubicBezTo>
                  <a:pt x="417325" y="91717"/>
                  <a:pt x="418465" y="90262"/>
                  <a:pt x="419273" y="88339"/>
                </a:cubicBezTo>
                <a:lnTo>
                  <a:pt x="422051" y="88339"/>
                </a:lnTo>
                <a:cubicBezTo>
                  <a:pt x="420389" y="93017"/>
                  <a:pt x="418038" y="96537"/>
                  <a:pt x="414998" y="98900"/>
                </a:cubicBezTo>
                <a:cubicBezTo>
                  <a:pt x="411958" y="101263"/>
                  <a:pt x="408824" y="102444"/>
                  <a:pt x="405594" y="102444"/>
                </a:cubicBezTo>
                <a:cubicBezTo>
                  <a:pt x="403410" y="102444"/>
                  <a:pt x="401272" y="101837"/>
                  <a:pt x="399183" y="100621"/>
                </a:cubicBezTo>
                <a:cubicBezTo>
                  <a:pt x="397093" y="99405"/>
                  <a:pt x="395549" y="97666"/>
                  <a:pt x="394552" y="95403"/>
                </a:cubicBezTo>
                <a:cubicBezTo>
                  <a:pt x="393555" y="93139"/>
                  <a:pt x="393056" y="89648"/>
                  <a:pt x="393056" y="84930"/>
                </a:cubicBezTo>
                <a:lnTo>
                  <a:pt x="393056" y="40892"/>
                </a:lnTo>
                <a:lnTo>
                  <a:pt x="382726" y="40892"/>
                </a:lnTo>
                <a:lnTo>
                  <a:pt x="382726" y="38608"/>
                </a:lnTo>
                <a:cubicBezTo>
                  <a:pt x="385338" y="37569"/>
                  <a:pt x="388010" y="35810"/>
                  <a:pt x="390741" y="33332"/>
                </a:cubicBezTo>
                <a:cubicBezTo>
                  <a:pt x="393471" y="30853"/>
                  <a:pt x="395906" y="27899"/>
                  <a:pt x="398043" y="24469"/>
                </a:cubicBezTo>
                <a:cubicBezTo>
                  <a:pt x="399135" y="22658"/>
                  <a:pt x="400655" y="19346"/>
                  <a:pt x="402602" y="14533"/>
                </a:cubicBezTo>
                <a:lnTo>
                  <a:pt x="404811" y="14533"/>
                </a:lnTo>
                <a:close/>
                <a:moveTo>
                  <a:pt x="442873" y="0"/>
                </a:moveTo>
                <a:cubicBezTo>
                  <a:pt x="444868" y="0"/>
                  <a:pt x="446566" y="704"/>
                  <a:pt x="447967" y="2113"/>
                </a:cubicBezTo>
                <a:cubicBezTo>
                  <a:pt x="449368" y="3520"/>
                  <a:pt x="450069" y="5226"/>
                  <a:pt x="450069" y="7231"/>
                </a:cubicBezTo>
                <a:cubicBezTo>
                  <a:pt x="450069" y="9236"/>
                  <a:pt x="449368" y="10955"/>
                  <a:pt x="447967" y="12387"/>
                </a:cubicBezTo>
                <a:cubicBezTo>
                  <a:pt x="446566" y="13818"/>
                  <a:pt x="444868" y="14533"/>
                  <a:pt x="442873" y="14533"/>
                </a:cubicBezTo>
                <a:cubicBezTo>
                  <a:pt x="440879" y="14533"/>
                  <a:pt x="439169" y="13818"/>
                  <a:pt x="437744" y="12387"/>
                </a:cubicBezTo>
                <a:cubicBezTo>
                  <a:pt x="436319" y="10955"/>
                  <a:pt x="435607" y="9236"/>
                  <a:pt x="435607" y="7231"/>
                </a:cubicBezTo>
                <a:cubicBezTo>
                  <a:pt x="435607" y="5226"/>
                  <a:pt x="436307" y="3520"/>
                  <a:pt x="437708" y="2113"/>
                </a:cubicBezTo>
                <a:cubicBezTo>
                  <a:pt x="439109" y="704"/>
                  <a:pt x="440831" y="0"/>
                  <a:pt x="442873" y="0"/>
                </a:cubicBezTo>
                <a:moveTo>
                  <a:pt x="448786" y="34196"/>
                </a:moveTo>
                <a:lnTo>
                  <a:pt x="448786" y="86486"/>
                </a:lnTo>
                <a:cubicBezTo>
                  <a:pt x="448786" y="90595"/>
                  <a:pt x="449083" y="93330"/>
                  <a:pt x="449677" y="94692"/>
                </a:cubicBezTo>
                <a:cubicBezTo>
                  <a:pt x="450270" y="96053"/>
                  <a:pt x="451149" y="97069"/>
                  <a:pt x="452313" y="97738"/>
                </a:cubicBezTo>
                <a:cubicBezTo>
                  <a:pt x="453476" y="98406"/>
                  <a:pt x="455602" y="98740"/>
                  <a:pt x="458689" y="98740"/>
                </a:cubicBezTo>
                <a:lnTo>
                  <a:pt x="458689" y="101304"/>
                </a:lnTo>
                <a:lnTo>
                  <a:pt x="426987" y="101304"/>
                </a:lnTo>
                <a:lnTo>
                  <a:pt x="426987" y="98740"/>
                </a:lnTo>
                <a:cubicBezTo>
                  <a:pt x="430169" y="98740"/>
                  <a:pt x="432306" y="98430"/>
                  <a:pt x="433398" y="97809"/>
                </a:cubicBezTo>
                <a:cubicBezTo>
                  <a:pt x="434491" y="97187"/>
                  <a:pt x="435357" y="96160"/>
                  <a:pt x="435999" y="94728"/>
                </a:cubicBezTo>
                <a:cubicBezTo>
                  <a:pt x="436640" y="93294"/>
                  <a:pt x="436960" y="90547"/>
                  <a:pt x="436960" y="86486"/>
                </a:cubicBezTo>
                <a:lnTo>
                  <a:pt x="436960" y="61552"/>
                </a:lnTo>
                <a:cubicBezTo>
                  <a:pt x="436960" y="54446"/>
                  <a:pt x="436747" y="49843"/>
                  <a:pt x="436319" y="47745"/>
                </a:cubicBezTo>
                <a:cubicBezTo>
                  <a:pt x="435987" y="46217"/>
                  <a:pt x="435464" y="45157"/>
                  <a:pt x="434752" y="44563"/>
                </a:cubicBezTo>
                <a:cubicBezTo>
                  <a:pt x="434039" y="43968"/>
                  <a:pt x="433066" y="43671"/>
                  <a:pt x="431831" y="43671"/>
                </a:cubicBezTo>
                <a:cubicBezTo>
                  <a:pt x="430501" y="43671"/>
                  <a:pt x="428886" y="44027"/>
                  <a:pt x="426987" y="44739"/>
                </a:cubicBezTo>
                <a:lnTo>
                  <a:pt x="425989" y="42175"/>
                </a:lnTo>
                <a:lnTo>
                  <a:pt x="445652" y="34196"/>
                </a:lnTo>
                <a:lnTo>
                  <a:pt x="448786" y="34196"/>
                </a:lnTo>
                <a:close/>
                <a:moveTo>
                  <a:pt x="485710" y="47945"/>
                </a:moveTo>
                <a:cubicBezTo>
                  <a:pt x="493357" y="38779"/>
                  <a:pt x="500647" y="34196"/>
                  <a:pt x="507581" y="34196"/>
                </a:cubicBezTo>
                <a:cubicBezTo>
                  <a:pt x="511143" y="34196"/>
                  <a:pt x="514207" y="35084"/>
                  <a:pt x="516771" y="36860"/>
                </a:cubicBezTo>
                <a:cubicBezTo>
                  <a:pt x="519336" y="38636"/>
                  <a:pt x="521378" y="41560"/>
                  <a:pt x="522898" y="45634"/>
                </a:cubicBezTo>
                <a:cubicBezTo>
                  <a:pt x="523943" y="48476"/>
                  <a:pt x="524465" y="52834"/>
                  <a:pt x="524465" y="58707"/>
                </a:cubicBezTo>
                <a:lnTo>
                  <a:pt x="524465" y="86486"/>
                </a:lnTo>
                <a:cubicBezTo>
                  <a:pt x="524465" y="90642"/>
                  <a:pt x="524798" y="93461"/>
                  <a:pt x="525463" y="94942"/>
                </a:cubicBezTo>
                <a:cubicBezTo>
                  <a:pt x="525985" y="96137"/>
                  <a:pt x="526828" y="97069"/>
                  <a:pt x="527992" y="97738"/>
                </a:cubicBezTo>
                <a:cubicBezTo>
                  <a:pt x="529155" y="98406"/>
                  <a:pt x="531304" y="98740"/>
                  <a:pt x="534439" y="98740"/>
                </a:cubicBezTo>
                <a:lnTo>
                  <a:pt x="534439" y="101304"/>
                </a:lnTo>
                <a:lnTo>
                  <a:pt x="502167" y="101304"/>
                </a:lnTo>
                <a:lnTo>
                  <a:pt x="502167" y="98740"/>
                </a:lnTo>
                <a:lnTo>
                  <a:pt x="503520" y="98740"/>
                </a:lnTo>
                <a:cubicBezTo>
                  <a:pt x="506560" y="98740"/>
                  <a:pt x="508685" y="98275"/>
                  <a:pt x="509897" y="97344"/>
                </a:cubicBezTo>
                <a:cubicBezTo>
                  <a:pt x="511108" y="96412"/>
                  <a:pt x="511951" y="95038"/>
                  <a:pt x="512426" y="93223"/>
                </a:cubicBezTo>
                <a:cubicBezTo>
                  <a:pt x="512616" y="92506"/>
                  <a:pt x="512711" y="90261"/>
                  <a:pt x="512711" y="86486"/>
                </a:cubicBezTo>
                <a:lnTo>
                  <a:pt x="512711" y="59816"/>
                </a:lnTo>
                <a:cubicBezTo>
                  <a:pt x="512711" y="53888"/>
                  <a:pt x="511939" y="49584"/>
                  <a:pt x="510395" y="46905"/>
                </a:cubicBezTo>
                <a:cubicBezTo>
                  <a:pt x="508852" y="44226"/>
                  <a:pt x="506251" y="42887"/>
                  <a:pt x="502594" y="42887"/>
                </a:cubicBezTo>
                <a:cubicBezTo>
                  <a:pt x="496943" y="42887"/>
                  <a:pt x="491315" y="45974"/>
                  <a:pt x="485710" y="52148"/>
                </a:cubicBezTo>
                <a:lnTo>
                  <a:pt x="485710" y="86486"/>
                </a:lnTo>
                <a:cubicBezTo>
                  <a:pt x="485710" y="90929"/>
                  <a:pt x="485971" y="93676"/>
                  <a:pt x="486494" y="94728"/>
                </a:cubicBezTo>
                <a:cubicBezTo>
                  <a:pt x="487159" y="96113"/>
                  <a:pt x="488073" y="97128"/>
                  <a:pt x="489237" y="97774"/>
                </a:cubicBezTo>
                <a:cubicBezTo>
                  <a:pt x="490400" y="98418"/>
                  <a:pt x="492763" y="98740"/>
                  <a:pt x="496325" y="98740"/>
                </a:cubicBezTo>
                <a:lnTo>
                  <a:pt x="496325" y="101304"/>
                </a:lnTo>
                <a:lnTo>
                  <a:pt x="464053" y="101304"/>
                </a:lnTo>
                <a:lnTo>
                  <a:pt x="464053" y="98740"/>
                </a:lnTo>
                <a:lnTo>
                  <a:pt x="465478" y="98740"/>
                </a:lnTo>
                <a:cubicBezTo>
                  <a:pt x="468802" y="98740"/>
                  <a:pt x="471047" y="97892"/>
                  <a:pt x="472210" y="96197"/>
                </a:cubicBezTo>
                <a:cubicBezTo>
                  <a:pt x="473374" y="94501"/>
                  <a:pt x="473956" y="91264"/>
                  <a:pt x="473956" y="86486"/>
                </a:cubicBezTo>
                <a:lnTo>
                  <a:pt x="473956" y="62407"/>
                </a:lnTo>
                <a:cubicBezTo>
                  <a:pt x="473956" y="54570"/>
                  <a:pt x="473777" y="49797"/>
                  <a:pt x="473421" y="48088"/>
                </a:cubicBezTo>
                <a:cubicBezTo>
                  <a:pt x="473065" y="46378"/>
                  <a:pt x="472519" y="45214"/>
                  <a:pt x="471783" y="44597"/>
                </a:cubicBezTo>
                <a:cubicBezTo>
                  <a:pt x="471047" y="43979"/>
                  <a:pt x="470061" y="43671"/>
                  <a:pt x="468826" y="43671"/>
                </a:cubicBezTo>
                <a:cubicBezTo>
                  <a:pt x="467496" y="43671"/>
                  <a:pt x="465905" y="44027"/>
                  <a:pt x="464053" y="44739"/>
                </a:cubicBezTo>
                <a:lnTo>
                  <a:pt x="462984" y="42175"/>
                </a:lnTo>
                <a:lnTo>
                  <a:pt x="482647" y="34196"/>
                </a:lnTo>
                <a:lnTo>
                  <a:pt x="485710" y="34196"/>
                </a:lnTo>
                <a:lnTo>
                  <a:pt x="485710" y="47945"/>
                </a:lnTo>
                <a:close/>
                <a:moveTo>
                  <a:pt x="557093" y="77526"/>
                </a:moveTo>
                <a:cubicBezTo>
                  <a:pt x="553104" y="75581"/>
                  <a:pt x="550041" y="72866"/>
                  <a:pt x="547903" y="69380"/>
                </a:cubicBezTo>
                <a:cubicBezTo>
                  <a:pt x="545766" y="65893"/>
                  <a:pt x="544698" y="62039"/>
                  <a:pt x="544698" y="57816"/>
                </a:cubicBezTo>
                <a:cubicBezTo>
                  <a:pt x="544698" y="51366"/>
                  <a:pt x="547132" y="45817"/>
                  <a:pt x="552000" y="41168"/>
                </a:cubicBezTo>
                <a:cubicBezTo>
                  <a:pt x="556868" y="36520"/>
                  <a:pt x="563101" y="34196"/>
                  <a:pt x="570701" y="34196"/>
                </a:cubicBezTo>
                <a:cubicBezTo>
                  <a:pt x="576922" y="34196"/>
                  <a:pt x="582313" y="35715"/>
                  <a:pt x="586872" y="38755"/>
                </a:cubicBezTo>
                <a:lnTo>
                  <a:pt x="600693" y="38755"/>
                </a:lnTo>
                <a:cubicBezTo>
                  <a:pt x="602735" y="38755"/>
                  <a:pt x="603922" y="38814"/>
                  <a:pt x="604255" y="38933"/>
                </a:cubicBezTo>
                <a:cubicBezTo>
                  <a:pt x="604587" y="39052"/>
                  <a:pt x="604825" y="39254"/>
                  <a:pt x="604967" y="39539"/>
                </a:cubicBezTo>
                <a:cubicBezTo>
                  <a:pt x="605252" y="39966"/>
                  <a:pt x="605395" y="40726"/>
                  <a:pt x="605395" y="41818"/>
                </a:cubicBezTo>
                <a:cubicBezTo>
                  <a:pt x="605395" y="43053"/>
                  <a:pt x="605276" y="43908"/>
                  <a:pt x="605039" y="44383"/>
                </a:cubicBezTo>
                <a:cubicBezTo>
                  <a:pt x="604896" y="44621"/>
                  <a:pt x="604647" y="44811"/>
                  <a:pt x="604291" y="44953"/>
                </a:cubicBezTo>
                <a:cubicBezTo>
                  <a:pt x="603934" y="45095"/>
                  <a:pt x="602735" y="45167"/>
                  <a:pt x="600693" y="45167"/>
                </a:cubicBezTo>
                <a:lnTo>
                  <a:pt x="592215" y="45167"/>
                </a:lnTo>
                <a:cubicBezTo>
                  <a:pt x="594875" y="48586"/>
                  <a:pt x="596205" y="52956"/>
                  <a:pt x="596205" y="58275"/>
                </a:cubicBezTo>
                <a:cubicBezTo>
                  <a:pt x="596205" y="64354"/>
                  <a:pt x="593878" y="69555"/>
                  <a:pt x="589223" y="73877"/>
                </a:cubicBezTo>
                <a:cubicBezTo>
                  <a:pt x="584569" y="78199"/>
                  <a:pt x="578323" y="80360"/>
                  <a:pt x="570487" y="80360"/>
                </a:cubicBezTo>
                <a:cubicBezTo>
                  <a:pt x="567257" y="80360"/>
                  <a:pt x="563956" y="79875"/>
                  <a:pt x="560584" y="78906"/>
                </a:cubicBezTo>
                <a:cubicBezTo>
                  <a:pt x="558495" y="80684"/>
                  <a:pt x="557082" y="82239"/>
                  <a:pt x="556345" y="83572"/>
                </a:cubicBezTo>
                <a:cubicBezTo>
                  <a:pt x="555609" y="84905"/>
                  <a:pt x="555241" y="86039"/>
                  <a:pt x="555241" y="86974"/>
                </a:cubicBezTo>
                <a:cubicBezTo>
                  <a:pt x="555241" y="87769"/>
                  <a:pt x="555633" y="88541"/>
                  <a:pt x="556417" y="89289"/>
                </a:cubicBezTo>
                <a:cubicBezTo>
                  <a:pt x="557200" y="90037"/>
                  <a:pt x="558732" y="90575"/>
                  <a:pt x="561012" y="90903"/>
                </a:cubicBezTo>
                <a:cubicBezTo>
                  <a:pt x="562342" y="91120"/>
                  <a:pt x="565666" y="91310"/>
                  <a:pt x="570985" y="91473"/>
                </a:cubicBezTo>
                <a:cubicBezTo>
                  <a:pt x="580769" y="91745"/>
                  <a:pt x="587110" y="92125"/>
                  <a:pt x="590007" y="92613"/>
                </a:cubicBezTo>
                <a:cubicBezTo>
                  <a:pt x="594424" y="93229"/>
                  <a:pt x="597950" y="94865"/>
                  <a:pt x="600586" y="97520"/>
                </a:cubicBezTo>
                <a:cubicBezTo>
                  <a:pt x="603222" y="100175"/>
                  <a:pt x="604540" y="103446"/>
                  <a:pt x="604540" y="107333"/>
                </a:cubicBezTo>
                <a:cubicBezTo>
                  <a:pt x="604540" y="112691"/>
                  <a:pt x="602023" y="117717"/>
                  <a:pt x="596988" y="122410"/>
                </a:cubicBezTo>
                <a:cubicBezTo>
                  <a:pt x="589579" y="129332"/>
                  <a:pt x="579914" y="132793"/>
                  <a:pt x="567993" y="132793"/>
                </a:cubicBezTo>
                <a:cubicBezTo>
                  <a:pt x="558827" y="132793"/>
                  <a:pt x="551086" y="130726"/>
                  <a:pt x="544769" y="126593"/>
                </a:cubicBezTo>
                <a:cubicBezTo>
                  <a:pt x="541207" y="124218"/>
                  <a:pt x="539426" y="121748"/>
                  <a:pt x="539426" y="119181"/>
                </a:cubicBezTo>
                <a:cubicBezTo>
                  <a:pt x="539426" y="118042"/>
                  <a:pt x="539687" y="116902"/>
                  <a:pt x="540209" y="115762"/>
                </a:cubicBezTo>
                <a:cubicBezTo>
                  <a:pt x="541017" y="114005"/>
                  <a:pt x="542679" y="111558"/>
                  <a:pt x="545196" y="108422"/>
                </a:cubicBezTo>
                <a:cubicBezTo>
                  <a:pt x="545529" y="107994"/>
                  <a:pt x="547951" y="105429"/>
                  <a:pt x="552463" y="100726"/>
                </a:cubicBezTo>
                <a:cubicBezTo>
                  <a:pt x="549993" y="99255"/>
                  <a:pt x="548248" y="97938"/>
                  <a:pt x="547227" y="96776"/>
                </a:cubicBezTo>
                <a:cubicBezTo>
                  <a:pt x="546206" y="95614"/>
                  <a:pt x="545695" y="94298"/>
                  <a:pt x="545695" y="92827"/>
                </a:cubicBezTo>
                <a:cubicBezTo>
                  <a:pt x="545695" y="91166"/>
                  <a:pt x="546372" y="89221"/>
                  <a:pt x="547725" y="86992"/>
                </a:cubicBezTo>
                <a:cubicBezTo>
                  <a:pt x="549079" y="84761"/>
                  <a:pt x="552202" y="81606"/>
                  <a:pt x="557093" y="77526"/>
                </a:cubicBezTo>
                <a:moveTo>
                  <a:pt x="569489" y="37758"/>
                </a:moveTo>
                <a:cubicBezTo>
                  <a:pt x="565975" y="37758"/>
                  <a:pt x="563030" y="39151"/>
                  <a:pt x="560656" y="41939"/>
                </a:cubicBezTo>
                <a:cubicBezTo>
                  <a:pt x="558281" y="44724"/>
                  <a:pt x="557094" y="48999"/>
                  <a:pt x="557094" y="54762"/>
                </a:cubicBezTo>
                <a:cubicBezTo>
                  <a:pt x="557094" y="62226"/>
                  <a:pt x="558708" y="68012"/>
                  <a:pt x="561938" y="72120"/>
                </a:cubicBezTo>
                <a:cubicBezTo>
                  <a:pt x="564408" y="75238"/>
                  <a:pt x="567542" y="76798"/>
                  <a:pt x="571342" y="76798"/>
                </a:cubicBezTo>
                <a:cubicBezTo>
                  <a:pt x="574951" y="76798"/>
                  <a:pt x="577920" y="75451"/>
                  <a:pt x="580247" y="72759"/>
                </a:cubicBezTo>
                <a:cubicBezTo>
                  <a:pt x="582574" y="70067"/>
                  <a:pt x="583738" y="65839"/>
                  <a:pt x="583738" y="60076"/>
                </a:cubicBezTo>
                <a:cubicBezTo>
                  <a:pt x="583738" y="52566"/>
                  <a:pt x="582099" y="46685"/>
                  <a:pt x="578822" y="42433"/>
                </a:cubicBezTo>
                <a:cubicBezTo>
                  <a:pt x="576400" y="39316"/>
                  <a:pt x="573289" y="37758"/>
                  <a:pt x="569489" y="37758"/>
                </a:cubicBezTo>
                <a:moveTo>
                  <a:pt x="556381" y="101304"/>
                </a:moveTo>
                <a:cubicBezTo>
                  <a:pt x="554149" y="103712"/>
                  <a:pt x="552463" y="105954"/>
                  <a:pt x="551323" y="108030"/>
                </a:cubicBezTo>
                <a:cubicBezTo>
                  <a:pt x="550183" y="110106"/>
                  <a:pt x="549613" y="112018"/>
                  <a:pt x="549613" y="113765"/>
                </a:cubicBezTo>
                <a:cubicBezTo>
                  <a:pt x="549613" y="116030"/>
                  <a:pt x="550991" y="118012"/>
                  <a:pt x="553745" y="119711"/>
                </a:cubicBezTo>
                <a:cubicBezTo>
                  <a:pt x="558495" y="122638"/>
                  <a:pt x="565357" y="124102"/>
                  <a:pt x="574334" y="124102"/>
                </a:cubicBezTo>
                <a:cubicBezTo>
                  <a:pt x="582883" y="124102"/>
                  <a:pt x="589187" y="122608"/>
                  <a:pt x="593248" y="119622"/>
                </a:cubicBezTo>
                <a:cubicBezTo>
                  <a:pt x="597309" y="116638"/>
                  <a:pt x="599339" y="113453"/>
                  <a:pt x="599339" y="110067"/>
                </a:cubicBezTo>
                <a:cubicBezTo>
                  <a:pt x="599339" y="107623"/>
                  <a:pt x="598128" y="105883"/>
                  <a:pt x="595706" y="104849"/>
                </a:cubicBezTo>
                <a:cubicBezTo>
                  <a:pt x="593236" y="103814"/>
                  <a:pt x="588344" y="103203"/>
                  <a:pt x="581030" y="103014"/>
                </a:cubicBezTo>
                <a:cubicBezTo>
                  <a:pt x="570344" y="102717"/>
                  <a:pt x="562128" y="102147"/>
                  <a:pt x="556381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Fine-tuning">
            <a:extLst xmlns:a="http://schemas.openxmlformats.org/drawingml/2006/main">
              <a:ext uri="{FF2B5EF4-FFF2-40B4-BE49-F238E27FC236}">
                <a16:creationId xmlns:a16="http://schemas.microsoft.com/office/drawing/2014/main" id="{ACA38B3F-78EB-40BF-9AF7-60E98EF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205" y="2930455"/>
            <a:ext cx="675350" cy="132793"/>
          </a:xfrm>
          <a:custGeom xmlns:a="http://schemas.openxmlformats.org/drawingml/2006/main">
            <a:pathLst>
              <a:path w="675350" h="132793">
                <a:moveTo>
                  <a:pt x="27499" y="9974"/>
                </a:moveTo>
                <a:lnTo>
                  <a:pt x="27499" y="47874"/>
                </a:lnTo>
                <a:lnTo>
                  <a:pt x="45095" y="47874"/>
                </a:lnTo>
                <a:cubicBezTo>
                  <a:pt x="49132" y="47874"/>
                  <a:pt x="52089" y="46989"/>
                  <a:pt x="53965" y="45218"/>
                </a:cubicBezTo>
                <a:cubicBezTo>
                  <a:pt x="55841" y="43446"/>
                  <a:pt x="57088" y="39914"/>
                  <a:pt x="57705" y="34623"/>
                </a:cubicBezTo>
                <a:lnTo>
                  <a:pt x="60341" y="34623"/>
                </a:lnTo>
                <a:lnTo>
                  <a:pt x="60341" y="67394"/>
                </a:lnTo>
                <a:lnTo>
                  <a:pt x="57705" y="67394"/>
                </a:lnTo>
                <a:cubicBezTo>
                  <a:pt x="57658" y="63642"/>
                  <a:pt x="57171" y="60887"/>
                  <a:pt x="56245" y="59130"/>
                </a:cubicBezTo>
                <a:cubicBezTo>
                  <a:pt x="55319" y="57373"/>
                  <a:pt x="54036" y="56055"/>
                  <a:pt x="52398" y="55176"/>
                </a:cubicBezTo>
                <a:cubicBezTo>
                  <a:pt x="50759" y="54297"/>
                  <a:pt x="48325" y="53858"/>
                  <a:pt x="45095" y="53858"/>
                </a:cubicBezTo>
                <a:lnTo>
                  <a:pt x="27499" y="53858"/>
                </a:lnTo>
                <a:lnTo>
                  <a:pt x="27499" y="84207"/>
                </a:lnTo>
                <a:cubicBezTo>
                  <a:pt x="27499" y="89075"/>
                  <a:pt x="27808" y="92289"/>
                  <a:pt x="28425" y="93849"/>
                </a:cubicBezTo>
                <a:cubicBezTo>
                  <a:pt x="28900" y="95030"/>
                  <a:pt x="29897" y="96046"/>
                  <a:pt x="31417" y="96896"/>
                </a:cubicBezTo>
                <a:cubicBezTo>
                  <a:pt x="33507" y="98030"/>
                  <a:pt x="35692" y="98597"/>
                  <a:pt x="37971" y="98597"/>
                </a:cubicBezTo>
                <a:lnTo>
                  <a:pt x="41462" y="98597"/>
                </a:lnTo>
                <a:lnTo>
                  <a:pt x="41462" y="101304"/>
                </a:lnTo>
                <a:lnTo>
                  <a:pt x="0" y="101304"/>
                </a:lnTo>
                <a:lnTo>
                  <a:pt x="0" y="98597"/>
                </a:lnTo>
                <a:lnTo>
                  <a:pt x="3420" y="98597"/>
                </a:lnTo>
                <a:cubicBezTo>
                  <a:pt x="7409" y="98597"/>
                  <a:pt x="10306" y="97440"/>
                  <a:pt x="12111" y="95124"/>
                </a:cubicBezTo>
                <a:cubicBezTo>
                  <a:pt x="13251" y="93612"/>
                  <a:pt x="13821" y="89973"/>
                  <a:pt x="13821" y="84207"/>
                </a:cubicBezTo>
                <a:lnTo>
                  <a:pt x="13821" y="21800"/>
                </a:lnTo>
                <a:cubicBezTo>
                  <a:pt x="13821" y="16932"/>
                  <a:pt x="13512" y="13718"/>
                  <a:pt x="12895" y="12158"/>
                </a:cubicBezTo>
                <a:cubicBezTo>
                  <a:pt x="12420" y="10976"/>
                  <a:pt x="11446" y="9960"/>
                  <a:pt x="9974" y="9110"/>
                </a:cubicBezTo>
                <a:cubicBezTo>
                  <a:pt x="7932" y="7976"/>
                  <a:pt x="5747" y="7409"/>
                  <a:pt x="3420" y="7409"/>
                </a:cubicBezTo>
                <a:lnTo>
                  <a:pt x="0" y="7409"/>
                </a:lnTo>
                <a:lnTo>
                  <a:pt x="0" y="4702"/>
                </a:lnTo>
                <a:lnTo>
                  <a:pt x="71882" y="4702"/>
                </a:lnTo>
                <a:lnTo>
                  <a:pt x="72808" y="25932"/>
                </a:lnTo>
                <a:lnTo>
                  <a:pt x="70315" y="25932"/>
                </a:lnTo>
                <a:cubicBezTo>
                  <a:pt x="69080" y="21420"/>
                  <a:pt x="67643" y="18107"/>
                  <a:pt x="66005" y="15994"/>
                </a:cubicBezTo>
                <a:cubicBezTo>
                  <a:pt x="64366" y="13880"/>
                  <a:pt x="62348" y="12348"/>
                  <a:pt x="59949" y="11399"/>
                </a:cubicBezTo>
                <a:cubicBezTo>
                  <a:pt x="57551" y="10449"/>
                  <a:pt x="53834" y="9974"/>
                  <a:pt x="48800" y="9974"/>
                </a:cubicBezTo>
                <a:lnTo>
                  <a:pt x="27499" y="9974"/>
                </a:lnTo>
                <a:close/>
                <a:moveTo>
                  <a:pt x="99929" y="0"/>
                </a:moveTo>
                <a:cubicBezTo>
                  <a:pt x="101924" y="0"/>
                  <a:pt x="103622" y="704"/>
                  <a:pt x="105023" y="2113"/>
                </a:cubicBezTo>
                <a:cubicBezTo>
                  <a:pt x="106424" y="3520"/>
                  <a:pt x="107124" y="5226"/>
                  <a:pt x="107124" y="7231"/>
                </a:cubicBezTo>
                <a:cubicBezTo>
                  <a:pt x="107124" y="9236"/>
                  <a:pt x="106424" y="10955"/>
                  <a:pt x="105023" y="12387"/>
                </a:cubicBezTo>
                <a:cubicBezTo>
                  <a:pt x="103622" y="13818"/>
                  <a:pt x="101924" y="14533"/>
                  <a:pt x="99929" y="14533"/>
                </a:cubicBezTo>
                <a:cubicBezTo>
                  <a:pt x="97934" y="14533"/>
                  <a:pt x="96225" y="13818"/>
                  <a:pt x="94800" y="12387"/>
                </a:cubicBezTo>
                <a:cubicBezTo>
                  <a:pt x="93375" y="10955"/>
                  <a:pt x="92663" y="9236"/>
                  <a:pt x="92663" y="7231"/>
                </a:cubicBezTo>
                <a:cubicBezTo>
                  <a:pt x="92663" y="5226"/>
                  <a:pt x="93363" y="3520"/>
                  <a:pt x="94764" y="2113"/>
                </a:cubicBezTo>
                <a:cubicBezTo>
                  <a:pt x="96165" y="704"/>
                  <a:pt x="97887" y="0"/>
                  <a:pt x="99929" y="0"/>
                </a:cubicBezTo>
                <a:moveTo>
                  <a:pt x="105842" y="34196"/>
                </a:moveTo>
                <a:lnTo>
                  <a:pt x="105842" y="86486"/>
                </a:lnTo>
                <a:cubicBezTo>
                  <a:pt x="105842" y="90595"/>
                  <a:pt x="106139" y="93330"/>
                  <a:pt x="106733" y="94692"/>
                </a:cubicBezTo>
                <a:cubicBezTo>
                  <a:pt x="107326" y="96053"/>
                  <a:pt x="108205" y="97069"/>
                  <a:pt x="109369" y="97738"/>
                </a:cubicBezTo>
                <a:cubicBezTo>
                  <a:pt x="110532" y="98406"/>
                  <a:pt x="112658" y="98740"/>
                  <a:pt x="115745" y="98740"/>
                </a:cubicBezTo>
                <a:lnTo>
                  <a:pt x="115745" y="101304"/>
                </a:lnTo>
                <a:lnTo>
                  <a:pt x="84042" y="101304"/>
                </a:lnTo>
                <a:lnTo>
                  <a:pt x="84042" y="98740"/>
                </a:lnTo>
                <a:cubicBezTo>
                  <a:pt x="87225" y="98740"/>
                  <a:pt x="89362" y="98430"/>
                  <a:pt x="90454" y="97809"/>
                </a:cubicBezTo>
                <a:cubicBezTo>
                  <a:pt x="91546" y="97187"/>
                  <a:pt x="92413" y="96160"/>
                  <a:pt x="93054" y="94728"/>
                </a:cubicBezTo>
                <a:cubicBezTo>
                  <a:pt x="93696" y="93294"/>
                  <a:pt x="94016" y="90547"/>
                  <a:pt x="94016" y="86486"/>
                </a:cubicBezTo>
                <a:lnTo>
                  <a:pt x="94016" y="61552"/>
                </a:lnTo>
                <a:cubicBezTo>
                  <a:pt x="94016" y="54446"/>
                  <a:pt x="93802" y="49843"/>
                  <a:pt x="93375" y="47745"/>
                </a:cubicBezTo>
                <a:cubicBezTo>
                  <a:pt x="93043" y="46217"/>
                  <a:pt x="92520" y="45157"/>
                  <a:pt x="91808" y="44563"/>
                </a:cubicBezTo>
                <a:cubicBezTo>
                  <a:pt x="91095" y="43968"/>
                  <a:pt x="90122" y="43671"/>
                  <a:pt x="88887" y="43671"/>
                </a:cubicBezTo>
                <a:cubicBezTo>
                  <a:pt x="87557" y="43671"/>
                  <a:pt x="85942" y="44027"/>
                  <a:pt x="84042" y="44739"/>
                </a:cubicBezTo>
                <a:lnTo>
                  <a:pt x="83045" y="42175"/>
                </a:lnTo>
                <a:lnTo>
                  <a:pt x="102708" y="34196"/>
                </a:lnTo>
                <a:lnTo>
                  <a:pt x="105842" y="34196"/>
                </a:lnTo>
                <a:close/>
                <a:moveTo>
                  <a:pt x="142766" y="47945"/>
                </a:moveTo>
                <a:cubicBezTo>
                  <a:pt x="150413" y="38779"/>
                  <a:pt x="157703" y="34196"/>
                  <a:pt x="164637" y="34196"/>
                </a:cubicBezTo>
                <a:cubicBezTo>
                  <a:pt x="168199" y="34196"/>
                  <a:pt x="171262" y="35084"/>
                  <a:pt x="173827" y="36860"/>
                </a:cubicBezTo>
                <a:cubicBezTo>
                  <a:pt x="176392" y="38636"/>
                  <a:pt x="178434" y="41560"/>
                  <a:pt x="179954" y="45634"/>
                </a:cubicBezTo>
                <a:cubicBezTo>
                  <a:pt x="180999" y="48476"/>
                  <a:pt x="181521" y="52834"/>
                  <a:pt x="181521" y="58707"/>
                </a:cubicBezTo>
                <a:lnTo>
                  <a:pt x="181521" y="86486"/>
                </a:lnTo>
                <a:cubicBezTo>
                  <a:pt x="181521" y="90642"/>
                  <a:pt x="181854" y="93461"/>
                  <a:pt x="182518" y="94942"/>
                </a:cubicBezTo>
                <a:cubicBezTo>
                  <a:pt x="183041" y="96137"/>
                  <a:pt x="183884" y="97069"/>
                  <a:pt x="185048" y="97738"/>
                </a:cubicBezTo>
                <a:cubicBezTo>
                  <a:pt x="186211" y="98406"/>
                  <a:pt x="188360" y="98740"/>
                  <a:pt x="191495" y="98740"/>
                </a:cubicBezTo>
                <a:lnTo>
                  <a:pt x="191495" y="101304"/>
                </a:lnTo>
                <a:lnTo>
                  <a:pt x="159223" y="101304"/>
                </a:lnTo>
                <a:lnTo>
                  <a:pt x="159223" y="98740"/>
                </a:lnTo>
                <a:lnTo>
                  <a:pt x="160576" y="98740"/>
                </a:lnTo>
                <a:cubicBezTo>
                  <a:pt x="163616" y="98740"/>
                  <a:pt x="165741" y="98275"/>
                  <a:pt x="166952" y="97344"/>
                </a:cubicBezTo>
                <a:cubicBezTo>
                  <a:pt x="168163" y="96412"/>
                  <a:pt x="169006" y="95038"/>
                  <a:pt x="169481" y="93223"/>
                </a:cubicBezTo>
                <a:cubicBezTo>
                  <a:pt x="169671" y="92506"/>
                  <a:pt x="169766" y="90261"/>
                  <a:pt x="169766" y="86486"/>
                </a:cubicBezTo>
                <a:lnTo>
                  <a:pt x="169766" y="59816"/>
                </a:lnTo>
                <a:cubicBezTo>
                  <a:pt x="169766" y="53888"/>
                  <a:pt x="168995" y="49584"/>
                  <a:pt x="167451" y="46905"/>
                </a:cubicBezTo>
                <a:cubicBezTo>
                  <a:pt x="165908" y="44226"/>
                  <a:pt x="163307" y="42887"/>
                  <a:pt x="159650" y="42887"/>
                </a:cubicBezTo>
                <a:cubicBezTo>
                  <a:pt x="153998" y="42887"/>
                  <a:pt x="148370" y="45974"/>
                  <a:pt x="142766" y="52148"/>
                </a:cubicBezTo>
                <a:lnTo>
                  <a:pt x="142766" y="86486"/>
                </a:lnTo>
                <a:cubicBezTo>
                  <a:pt x="142766" y="90929"/>
                  <a:pt x="143027" y="93676"/>
                  <a:pt x="143550" y="94728"/>
                </a:cubicBezTo>
                <a:cubicBezTo>
                  <a:pt x="144215" y="96113"/>
                  <a:pt x="145129" y="97128"/>
                  <a:pt x="146293" y="97774"/>
                </a:cubicBezTo>
                <a:cubicBezTo>
                  <a:pt x="147456" y="98418"/>
                  <a:pt x="149819" y="98740"/>
                  <a:pt x="153381" y="98740"/>
                </a:cubicBezTo>
                <a:lnTo>
                  <a:pt x="153381" y="101304"/>
                </a:lnTo>
                <a:lnTo>
                  <a:pt x="121109" y="101304"/>
                </a:lnTo>
                <a:lnTo>
                  <a:pt x="121109" y="98740"/>
                </a:lnTo>
                <a:lnTo>
                  <a:pt x="122534" y="98740"/>
                </a:lnTo>
                <a:cubicBezTo>
                  <a:pt x="125858" y="98740"/>
                  <a:pt x="128102" y="97892"/>
                  <a:pt x="129266" y="96197"/>
                </a:cubicBezTo>
                <a:cubicBezTo>
                  <a:pt x="130430" y="94501"/>
                  <a:pt x="131011" y="91264"/>
                  <a:pt x="131011" y="86486"/>
                </a:cubicBezTo>
                <a:lnTo>
                  <a:pt x="131011" y="62407"/>
                </a:lnTo>
                <a:cubicBezTo>
                  <a:pt x="131011" y="54570"/>
                  <a:pt x="130833" y="49797"/>
                  <a:pt x="130477" y="48088"/>
                </a:cubicBezTo>
                <a:cubicBezTo>
                  <a:pt x="130121" y="46378"/>
                  <a:pt x="129575" y="45214"/>
                  <a:pt x="128839" y="44597"/>
                </a:cubicBezTo>
                <a:cubicBezTo>
                  <a:pt x="128102" y="43979"/>
                  <a:pt x="127117" y="43671"/>
                  <a:pt x="125882" y="43671"/>
                </a:cubicBezTo>
                <a:cubicBezTo>
                  <a:pt x="124552" y="43671"/>
                  <a:pt x="122961" y="44027"/>
                  <a:pt x="121109" y="44739"/>
                </a:cubicBezTo>
                <a:lnTo>
                  <a:pt x="120040" y="42175"/>
                </a:lnTo>
                <a:lnTo>
                  <a:pt x="139703" y="34196"/>
                </a:lnTo>
                <a:lnTo>
                  <a:pt x="142766" y="34196"/>
                </a:lnTo>
                <a:lnTo>
                  <a:pt x="142766" y="47945"/>
                </a:lnTo>
                <a:close/>
                <a:moveTo>
                  <a:pt x="207666" y="60697"/>
                </a:moveTo>
                <a:cubicBezTo>
                  <a:pt x="207618" y="70341"/>
                  <a:pt x="209969" y="77906"/>
                  <a:pt x="214718" y="83390"/>
                </a:cubicBezTo>
                <a:cubicBezTo>
                  <a:pt x="219468" y="88874"/>
                  <a:pt x="225048" y="91616"/>
                  <a:pt x="231460" y="91616"/>
                </a:cubicBezTo>
                <a:cubicBezTo>
                  <a:pt x="235734" y="91616"/>
                  <a:pt x="239451" y="90435"/>
                  <a:pt x="242609" y="88074"/>
                </a:cubicBezTo>
                <a:cubicBezTo>
                  <a:pt x="245768" y="85712"/>
                  <a:pt x="248415" y="81669"/>
                  <a:pt x="250553" y="75943"/>
                </a:cubicBezTo>
                <a:lnTo>
                  <a:pt x="252761" y="77374"/>
                </a:lnTo>
                <a:cubicBezTo>
                  <a:pt x="251764" y="83915"/>
                  <a:pt x="248867" y="89871"/>
                  <a:pt x="244070" y="95242"/>
                </a:cubicBezTo>
                <a:cubicBezTo>
                  <a:pt x="239273" y="100614"/>
                  <a:pt x="233265" y="103299"/>
                  <a:pt x="226046" y="103299"/>
                </a:cubicBezTo>
                <a:cubicBezTo>
                  <a:pt x="218209" y="103299"/>
                  <a:pt x="211501" y="100254"/>
                  <a:pt x="205920" y="94165"/>
                </a:cubicBezTo>
                <a:cubicBezTo>
                  <a:pt x="200340" y="88074"/>
                  <a:pt x="197549" y="79885"/>
                  <a:pt x="197549" y="69600"/>
                </a:cubicBezTo>
                <a:cubicBezTo>
                  <a:pt x="197549" y="58463"/>
                  <a:pt x="200411" y="49778"/>
                  <a:pt x="206134" y="43546"/>
                </a:cubicBezTo>
                <a:cubicBezTo>
                  <a:pt x="211857" y="37312"/>
                  <a:pt x="219040" y="34196"/>
                  <a:pt x="227684" y="34196"/>
                </a:cubicBezTo>
                <a:cubicBezTo>
                  <a:pt x="234998" y="34196"/>
                  <a:pt x="241006" y="36600"/>
                  <a:pt x="245708" y="41409"/>
                </a:cubicBezTo>
                <a:cubicBezTo>
                  <a:pt x="250410" y="46216"/>
                  <a:pt x="252761" y="52646"/>
                  <a:pt x="252761" y="60697"/>
                </a:cubicBezTo>
                <a:lnTo>
                  <a:pt x="207666" y="60697"/>
                </a:lnTo>
                <a:moveTo>
                  <a:pt x="207666" y="56565"/>
                </a:moveTo>
                <a:lnTo>
                  <a:pt x="237872" y="56565"/>
                </a:lnTo>
                <a:cubicBezTo>
                  <a:pt x="237634" y="52420"/>
                  <a:pt x="237136" y="49500"/>
                  <a:pt x="236376" y="47805"/>
                </a:cubicBezTo>
                <a:cubicBezTo>
                  <a:pt x="235188" y="45166"/>
                  <a:pt x="233419" y="43093"/>
                  <a:pt x="231068" y="41587"/>
                </a:cubicBezTo>
                <a:cubicBezTo>
                  <a:pt x="228717" y="40079"/>
                  <a:pt x="226259" y="39325"/>
                  <a:pt x="223695" y="39325"/>
                </a:cubicBezTo>
                <a:cubicBezTo>
                  <a:pt x="219753" y="39325"/>
                  <a:pt x="216226" y="40844"/>
                  <a:pt x="213116" y="43882"/>
                </a:cubicBezTo>
                <a:cubicBezTo>
                  <a:pt x="210005" y="46920"/>
                  <a:pt x="208188" y="51148"/>
                  <a:pt x="207666" y="56565"/>
                </a:cubicBezTo>
                <a:close/>
                <a:moveTo>
                  <a:pt x="262682" y="63119"/>
                </a:moveTo>
                <a:lnTo>
                  <a:pt x="299513" y="63119"/>
                </a:lnTo>
                <a:lnTo>
                  <a:pt x="299513" y="73948"/>
                </a:lnTo>
                <a:lnTo>
                  <a:pt x="262682" y="73948"/>
                </a:lnTo>
                <a:lnTo>
                  <a:pt x="262682" y="63119"/>
                </a:lnTo>
                <a:close/>
                <a:moveTo>
                  <a:pt x="328864" y="14533"/>
                </a:moveTo>
                <a:lnTo>
                  <a:pt x="328864" y="36048"/>
                </a:lnTo>
                <a:lnTo>
                  <a:pt x="344109" y="36048"/>
                </a:lnTo>
                <a:lnTo>
                  <a:pt x="344109" y="40892"/>
                </a:lnTo>
                <a:lnTo>
                  <a:pt x="328864" y="41035"/>
                </a:lnTo>
                <a:lnTo>
                  <a:pt x="328864" y="83410"/>
                </a:lnTo>
                <a:cubicBezTo>
                  <a:pt x="328864" y="87641"/>
                  <a:pt x="329469" y="90494"/>
                  <a:pt x="330680" y="91970"/>
                </a:cubicBezTo>
                <a:cubicBezTo>
                  <a:pt x="331892" y="93443"/>
                  <a:pt x="333447" y="94180"/>
                  <a:pt x="335347" y="94180"/>
                </a:cubicBezTo>
                <a:cubicBezTo>
                  <a:pt x="336914" y="94180"/>
                  <a:pt x="338434" y="93688"/>
                  <a:pt x="339906" y="92702"/>
                </a:cubicBezTo>
                <a:cubicBezTo>
                  <a:pt x="341378" y="91717"/>
                  <a:pt x="342518" y="90262"/>
                  <a:pt x="343326" y="88339"/>
                </a:cubicBezTo>
                <a:lnTo>
                  <a:pt x="346104" y="88339"/>
                </a:lnTo>
                <a:cubicBezTo>
                  <a:pt x="344442" y="93017"/>
                  <a:pt x="342091" y="96537"/>
                  <a:pt x="339051" y="98900"/>
                </a:cubicBezTo>
                <a:cubicBezTo>
                  <a:pt x="336012" y="101263"/>
                  <a:pt x="332877" y="102444"/>
                  <a:pt x="329647" y="102444"/>
                </a:cubicBezTo>
                <a:cubicBezTo>
                  <a:pt x="327463" y="102444"/>
                  <a:pt x="325326" y="101837"/>
                  <a:pt x="323236" y="100621"/>
                </a:cubicBezTo>
                <a:cubicBezTo>
                  <a:pt x="321146" y="99405"/>
                  <a:pt x="319603" y="97666"/>
                  <a:pt x="318605" y="95403"/>
                </a:cubicBezTo>
                <a:cubicBezTo>
                  <a:pt x="317608" y="93139"/>
                  <a:pt x="317109" y="89648"/>
                  <a:pt x="317109" y="84930"/>
                </a:cubicBezTo>
                <a:lnTo>
                  <a:pt x="317109" y="40892"/>
                </a:lnTo>
                <a:lnTo>
                  <a:pt x="306779" y="40892"/>
                </a:lnTo>
                <a:lnTo>
                  <a:pt x="306779" y="38608"/>
                </a:lnTo>
                <a:cubicBezTo>
                  <a:pt x="309391" y="37569"/>
                  <a:pt x="312063" y="35810"/>
                  <a:pt x="314794" y="33332"/>
                </a:cubicBezTo>
                <a:cubicBezTo>
                  <a:pt x="317525" y="30853"/>
                  <a:pt x="319959" y="27899"/>
                  <a:pt x="322096" y="24469"/>
                </a:cubicBezTo>
                <a:cubicBezTo>
                  <a:pt x="323188" y="22658"/>
                  <a:pt x="324708" y="19346"/>
                  <a:pt x="326655" y="14533"/>
                </a:cubicBezTo>
                <a:lnTo>
                  <a:pt x="328864" y="14533"/>
                </a:lnTo>
                <a:close/>
                <a:moveTo>
                  <a:pt x="407534" y="36048"/>
                </a:moveTo>
                <a:lnTo>
                  <a:pt x="407534" y="75800"/>
                </a:lnTo>
                <a:cubicBezTo>
                  <a:pt x="407534" y="83258"/>
                  <a:pt x="407712" y="87820"/>
                  <a:pt x="408069" y="89485"/>
                </a:cubicBezTo>
                <a:cubicBezTo>
                  <a:pt x="408425" y="91149"/>
                  <a:pt x="408995" y="92312"/>
                  <a:pt x="409778" y="92974"/>
                </a:cubicBezTo>
                <a:cubicBezTo>
                  <a:pt x="410562" y="93636"/>
                  <a:pt x="411476" y="93967"/>
                  <a:pt x="412521" y="93967"/>
                </a:cubicBezTo>
                <a:cubicBezTo>
                  <a:pt x="413994" y="93967"/>
                  <a:pt x="415656" y="93563"/>
                  <a:pt x="417508" y="92756"/>
                </a:cubicBezTo>
                <a:lnTo>
                  <a:pt x="418505" y="95320"/>
                </a:lnTo>
                <a:lnTo>
                  <a:pt x="398985" y="103299"/>
                </a:lnTo>
                <a:lnTo>
                  <a:pt x="395780" y="103299"/>
                </a:lnTo>
                <a:lnTo>
                  <a:pt x="395780" y="89543"/>
                </a:lnTo>
                <a:cubicBezTo>
                  <a:pt x="390175" y="95594"/>
                  <a:pt x="385901" y="99400"/>
                  <a:pt x="382956" y="100959"/>
                </a:cubicBezTo>
                <a:cubicBezTo>
                  <a:pt x="380012" y="102519"/>
                  <a:pt x="376901" y="103299"/>
                  <a:pt x="373624" y="103299"/>
                </a:cubicBezTo>
                <a:cubicBezTo>
                  <a:pt x="369967" y="103299"/>
                  <a:pt x="366796" y="102242"/>
                  <a:pt x="364113" y="100129"/>
                </a:cubicBezTo>
                <a:cubicBezTo>
                  <a:pt x="361430" y="98016"/>
                  <a:pt x="359566" y="95296"/>
                  <a:pt x="358521" y="91972"/>
                </a:cubicBezTo>
                <a:cubicBezTo>
                  <a:pt x="357476" y="88647"/>
                  <a:pt x="356953" y="83945"/>
                  <a:pt x="356953" y="77866"/>
                </a:cubicBezTo>
                <a:lnTo>
                  <a:pt x="356953" y="48729"/>
                </a:lnTo>
                <a:cubicBezTo>
                  <a:pt x="356953" y="45619"/>
                  <a:pt x="356621" y="43467"/>
                  <a:pt x="355956" y="42273"/>
                </a:cubicBezTo>
                <a:cubicBezTo>
                  <a:pt x="355291" y="41076"/>
                  <a:pt x="354306" y="40155"/>
                  <a:pt x="353000" y="39510"/>
                </a:cubicBezTo>
                <a:cubicBezTo>
                  <a:pt x="351693" y="38864"/>
                  <a:pt x="349331" y="38565"/>
                  <a:pt x="345911" y="38613"/>
                </a:cubicBezTo>
                <a:lnTo>
                  <a:pt x="345911" y="36048"/>
                </a:lnTo>
                <a:lnTo>
                  <a:pt x="368779" y="36048"/>
                </a:lnTo>
                <a:lnTo>
                  <a:pt x="368779" y="79772"/>
                </a:lnTo>
                <a:cubicBezTo>
                  <a:pt x="368779" y="85859"/>
                  <a:pt x="369836" y="89853"/>
                  <a:pt x="371950" y="91756"/>
                </a:cubicBezTo>
                <a:cubicBezTo>
                  <a:pt x="374063" y="93657"/>
                  <a:pt x="376616" y="94608"/>
                  <a:pt x="379608" y="94608"/>
                </a:cubicBezTo>
                <a:cubicBezTo>
                  <a:pt x="381650" y="94608"/>
                  <a:pt x="383966" y="93966"/>
                  <a:pt x="386554" y="92682"/>
                </a:cubicBezTo>
                <a:cubicBezTo>
                  <a:pt x="389142" y="91398"/>
                  <a:pt x="392218" y="88949"/>
                  <a:pt x="395780" y="85335"/>
                </a:cubicBezTo>
                <a:lnTo>
                  <a:pt x="395780" y="48444"/>
                </a:lnTo>
                <a:cubicBezTo>
                  <a:pt x="395780" y="44658"/>
                  <a:pt x="395103" y="42097"/>
                  <a:pt x="393749" y="40761"/>
                </a:cubicBezTo>
                <a:cubicBezTo>
                  <a:pt x="392396" y="39425"/>
                  <a:pt x="389582" y="38709"/>
                  <a:pt x="385307" y="38613"/>
                </a:cubicBezTo>
                <a:lnTo>
                  <a:pt x="385307" y="36048"/>
                </a:lnTo>
                <a:lnTo>
                  <a:pt x="407534" y="36048"/>
                </a:lnTo>
                <a:close/>
                <a:moveTo>
                  <a:pt x="442300" y="47945"/>
                </a:moveTo>
                <a:cubicBezTo>
                  <a:pt x="449947" y="38779"/>
                  <a:pt x="457237" y="34196"/>
                  <a:pt x="464171" y="34196"/>
                </a:cubicBezTo>
                <a:cubicBezTo>
                  <a:pt x="467733" y="34196"/>
                  <a:pt x="470797" y="35084"/>
                  <a:pt x="473361" y="36860"/>
                </a:cubicBezTo>
                <a:cubicBezTo>
                  <a:pt x="475926" y="38636"/>
                  <a:pt x="477968" y="41560"/>
                  <a:pt x="479488" y="45634"/>
                </a:cubicBezTo>
                <a:cubicBezTo>
                  <a:pt x="480533" y="48476"/>
                  <a:pt x="481055" y="52834"/>
                  <a:pt x="481055" y="58707"/>
                </a:cubicBezTo>
                <a:lnTo>
                  <a:pt x="481055" y="86486"/>
                </a:lnTo>
                <a:cubicBezTo>
                  <a:pt x="481055" y="90642"/>
                  <a:pt x="481388" y="93461"/>
                  <a:pt x="482053" y="94942"/>
                </a:cubicBezTo>
                <a:cubicBezTo>
                  <a:pt x="482575" y="96137"/>
                  <a:pt x="483418" y="97069"/>
                  <a:pt x="484582" y="97738"/>
                </a:cubicBezTo>
                <a:cubicBezTo>
                  <a:pt x="485745" y="98406"/>
                  <a:pt x="487895" y="98740"/>
                  <a:pt x="491029" y="98740"/>
                </a:cubicBezTo>
                <a:lnTo>
                  <a:pt x="491029" y="101304"/>
                </a:lnTo>
                <a:lnTo>
                  <a:pt x="458757" y="101304"/>
                </a:lnTo>
                <a:lnTo>
                  <a:pt x="458757" y="98740"/>
                </a:lnTo>
                <a:lnTo>
                  <a:pt x="460111" y="98740"/>
                </a:lnTo>
                <a:cubicBezTo>
                  <a:pt x="463150" y="98740"/>
                  <a:pt x="465276" y="98275"/>
                  <a:pt x="466487" y="97344"/>
                </a:cubicBezTo>
                <a:cubicBezTo>
                  <a:pt x="467698" y="96412"/>
                  <a:pt x="468541" y="95038"/>
                  <a:pt x="469016" y="93223"/>
                </a:cubicBezTo>
                <a:cubicBezTo>
                  <a:pt x="469206" y="92506"/>
                  <a:pt x="469301" y="90261"/>
                  <a:pt x="469301" y="86486"/>
                </a:cubicBezTo>
                <a:lnTo>
                  <a:pt x="469301" y="59816"/>
                </a:lnTo>
                <a:cubicBezTo>
                  <a:pt x="469301" y="53888"/>
                  <a:pt x="468529" y="49584"/>
                  <a:pt x="466985" y="46905"/>
                </a:cubicBezTo>
                <a:cubicBezTo>
                  <a:pt x="465442" y="44226"/>
                  <a:pt x="462842" y="42887"/>
                  <a:pt x="459184" y="42887"/>
                </a:cubicBezTo>
                <a:cubicBezTo>
                  <a:pt x="453533" y="42887"/>
                  <a:pt x="447905" y="45974"/>
                  <a:pt x="442300" y="52148"/>
                </a:cubicBezTo>
                <a:lnTo>
                  <a:pt x="442300" y="86486"/>
                </a:lnTo>
                <a:cubicBezTo>
                  <a:pt x="442300" y="90929"/>
                  <a:pt x="442562" y="93676"/>
                  <a:pt x="443084" y="94728"/>
                </a:cubicBezTo>
                <a:cubicBezTo>
                  <a:pt x="443749" y="96113"/>
                  <a:pt x="444663" y="97128"/>
                  <a:pt x="445827" y="97774"/>
                </a:cubicBezTo>
                <a:cubicBezTo>
                  <a:pt x="446990" y="98418"/>
                  <a:pt x="449353" y="98740"/>
                  <a:pt x="452915" y="98740"/>
                </a:cubicBezTo>
                <a:lnTo>
                  <a:pt x="452915" y="101304"/>
                </a:lnTo>
                <a:lnTo>
                  <a:pt x="420643" y="101304"/>
                </a:lnTo>
                <a:lnTo>
                  <a:pt x="420643" y="98740"/>
                </a:lnTo>
                <a:lnTo>
                  <a:pt x="422068" y="98740"/>
                </a:lnTo>
                <a:cubicBezTo>
                  <a:pt x="425393" y="98740"/>
                  <a:pt x="427637" y="97892"/>
                  <a:pt x="428800" y="96197"/>
                </a:cubicBezTo>
                <a:cubicBezTo>
                  <a:pt x="429964" y="94501"/>
                  <a:pt x="430546" y="91264"/>
                  <a:pt x="430546" y="86486"/>
                </a:cubicBezTo>
                <a:lnTo>
                  <a:pt x="430546" y="62407"/>
                </a:lnTo>
                <a:cubicBezTo>
                  <a:pt x="430546" y="54570"/>
                  <a:pt x="430368" y="49797"/>
                  <a:pt x="430011" y="48088"/>
                </a:cubicBezTo>
                <a:cubicBezTo>
                  <a:pt x="429655" y="46378"/>
                  <a:pt x="429109" y="45214"/>
                  <a:pt x="428373" y="44597"/>
                </a:cubicBezTo>
                <a:cubicBezTo>
                  <a:pt x="427637" y="43979"/>
                  <a:pt x="426651" y="43671"/>
                  <a:pt x="425416" y="43671"/>
                </a:cubicBezTo>
                <a:cubicBezTo>
                  <a:pt x="424087" y="43671"/>
                  <a:pt x="422495" y="44027"/>
                  <a:pt x="420643" y="44739"/>
                </a:cubicBezTo>
                <a:lnTo>
                  <a:pt x="419575" y="42175"/>
                </a:lnTo>
                <a:lnTo>
                  <a:pt x="439237" y="34196"/>
                </a:lnTo>
                <a:lnTo>
                  <a:pt x="442300" y="34196"/>
                </a:lnTo>
                <a:lnTo>
                  <a:pt x="442300" y="47945"/>
                </a:lnTo>
                <a:close/>
                <a:moveTo>
                  <a:pt x="512828" y="0"/>
                </a:moveTo>
                <a:cubicBezTo>
                  <a:pt x="514823" y="0"/>
                  <a:pt x="516521" y="704"/>
                  <a:pt x="517922" y="2113"/>
                </a:cubicBezTo>
                <a:cubicBezTo>
                  <a:pt x="519323" y="3520"/>
                  <a:pt x="520024" y="5226"/>
                  <a:pt x="520024" y="7231"/>
                </a:cubicBezTo>
                <a:cubicBezTo>
                  <a:pt x="520024" y="9236"/>
                  <a:pt x="519323" y="10955"/>
                  <a:pt x="517922" y="12387"/>
                </a:cubicBezTo>
                <a:cubicBezTo>
                  <a:pt x="516521" y="13818"/>
                  <a:pt x="514823" y="14533"/>
                  <a:pt x="512828" y="14533"/>
                </a:cubicBezTo>
                <a:cubicBezTo>
                  <a:pt x="510833" y="14533"/>
                  <a:pt x="509124" y="13818"/>
                  <a:pt x="507699" y="12387"/>
                </a:cubicBezTo>
                <a:cubicBezTo>
                  <a:pt x="506274" y="10955"/>
                  <a:pt x="505562" y="9236"/>
                  <a:pt x="505562" y="7231"/>
                </a:cubicBezTo>
                <a:cubicBezTo>
                  <a:pt x="505562" y="5226"/>
                  <a:pt x="506262" y="3520"/>
                  <a:pt x="507663" y="2113"/>
                </a:cubicBezTo>
                <a:cubicBezTo>
                  <a:pt x="509064" y="704"/>
                  <a:pt x="510786" y="0"/>
                  <a:pt x="512828" y="0"/>
                </a:cubicBezTo>
                <a:moveTo>
                  <a:pt x="518741" y="34196"/>
                </a:moveTo>
                <a:lnTo>
                  <a:pt x="518741" y="86486"/>
                </a:lnTo>
                <a:cubicBezTo>
                  <a:pt x="518741" y="90595"/>
                  <a:pt x="519038" y="93330"/>
                  <a:pt x="519632" y="94692"/>
                </a:cubicBezTo>
                <a:cubicBezTo>
                  <a:pt x="520225" y="96053"/>
                  <a:pt x="521104" y="97069"/>
                  <a:pt x="522268" y="97738"/>
                </a:cubicBezTo>
                <a:cubicBezTo>
                  <a:pt x="523431" y="98406"/>
                  <a:pt x="525557" y="98740"/>
                  <a:pt x="528644" y="98740"/>
                </a:cubicBezTo>
                <a:lnTo>
                  <a:pt x="528644" y="101304"/>
                </a:lnTo>
                <a:lnTo>
                  <a:pt x="496941" y="101304"/>
                </a:lnTo>
                <a:lnTo>
                  <a:pt x="496941" y="98740"/>
                </a:lnTo>
                <a:cubicBezTo>
                  <a:pt x="500124" y="98740"/>
                  <a:pt x="502261" y="98430"/>
                  <a:pt x="503353" y="97809"/>
                </a:cubicBezTo>
                <a:cubicBezTo>
                  <a:pt x="504446" y="97187"/>
                  <a:pt x="505312" y="96160"/>
                  <a:pt x="505953" y="94728"/>
                </a:cubicBezTo>
                <a:cubicBezTo>
                  <a:pt x="506595" y="93294"/>
                  <a:pt x="506915" y="90547"/>
                  <a:pt x="506915" y="86486"/>
                </a:cubicBezTo>
                <a:lnTo>
                  <a:pt x="506915" y="61552"/>
                </a:lnTo>
                <a:cubicBezTo>
                  <a:pt x="506915" y="54446"/>
                  <a:pt x="506701" y="49843"/>
                  <a:pt x="506274" y="47745"/>
                </a:cubicBezTo>
                <a:cubicBezTo>
                  <a:pt x="505942" y="46217"/>
                  <a:pt x="505419" y="45157"/>
                  <a:pt x="504707" y="44563"/>
                </a:cubicBezTo>
                <a:cubicBezTo>
                  <a:pt x="503994" y="43968"/>
                  <a:pt x="503021" y="43671"/>
                  <a:pt x="501786" y="43671"/>
                </a:cubicBezTo>
                <a:cubicBezTo>
                  <a:pt x="500456" y="43671"/>
                  <a:pt x="498841" y="44027"/>
                  <a:pt x="496941" y="44739"/>
                </a:cubicBezTo>
                <a:lnTo>
                  <a:pt x="495944" y="42175"/>
                </a:lnTo>
                <a:lnTo>
                  <a:pt x="515607" y="34196"/>
                </a:lnTo>
                <a:lnTo>
                  <a:pt x="518741" y="34196"/>
                </a:lnTo>
                <a:close/>
                <a:moveTo>
                  <a:pt x="555665" y="47945"/>
                </a:moveTo>
                <a:cubicBezTo>
                  <a:pt x="563312" y="38779"/>
                  <a:pt x="570602" y="34196"/>
                  <a:pt x="577536" y="34196"/>
                </a:cubicBezTo>
                <a:cubicBezTo>
                  <a:pt x="581098" y="34196"/>
                  <a:pt x="584162" y="35084"/>
                  <a:pt x="586726" y="36860"/>
                </a:cubicBezTo>
                <a:cubicBezTo>
                  <a:pt x="589291" y="38636"/>
                  <a:pt x="591333" y="41560"/>
                  <a:pt x="592853" y="45634"/>
                </a:cubicBezTo>
                <a:cubicBezTo>
                  <a:pt x="593898" y="48476"/>
                  <a:pt x="594420" y="52834"/>
                  <a:pt x="594420" y="58707"/>
                </a:cubicBezTo>
                <a:lnTo>
                  <a:pt x="594420" y="86486"/>
                </a:lnTo>
                <a:cubicBezTo>
                  <a:pt x="594420" y="90642"/>
                  <a:pt x="594753" y="93461"/>
                  <a:pt x="595418" y="94942"/>
                </a:cubicBezTo>
                <a:cubicBezTo>
                  <a:pt x="595940" y="96137"/>
                  <a:pt x="596783" y="97069"/>
                  <a:pt x="597947" y="97738"/>
                </a:cubicBezTo>
                <a:cubicBezTo>
                  <a:pt x="599110" y="98406"/>
                  <a:pt x="601260" y="98740"/>
                  <a:pt x="604394" y="98740"/>
                </a:cubicBezTo>
                <a:lnTo>
                  <a:pt x="604394" y="101304"/>
                </a:lnTo>
                <a:lnTo>
                  <a:pt x="572122" y="101304"/>
                </a:lnTo>
                <a:lnTo>
                  <a:pt x="572122" y="98740"/>
                </a:lnTo>
                <a:lnTo>
                  <a:pt x="573476" y="98740"/>
                </a:lnTo>
                <a:cubicBezTo>
                  <a:pt x="576515" y="98740"/>
                  <a:pt x="578641" y="98275"/>
                  <a:pt x="579852" y="97344"/>
                </a:cubicBezTo>
                <a:cubicBezTo>
                  <a:pt x="581063" y="96412"/>
                  <a:pt x="581906" y="95038"/>
                  <a:pt x="582381" y="93223"/>
                </a:cubicBezTo>
                <a:cubicBezTo>
                  <a:pt x="582571" y="92506"/>
                  <a:pt x="582666" y="90261"/>
                  <a:pt x="582666" y="86486"/>
                </a:cubicBezTo>
                <a:lnTo>
                  <a:pt x="582666" y="59816"/>
                </a:lnTo>
                <a:cubicBezTo>
                  <a:pt x="582666" y="53888"/>
                  <a:pt x="581894" y="49584"/>
                  <a:pt x="580350" y="46905"/>
                </a:cubicBezTo>
                <a:cubicBezTo>
                  <a:pt x="578807" y="44226"/>
                  <a:pt x="576207" y="42887"/>
                  <a:pt x="572550" y="42887"/>
                </a:cubicBezTo>
                <a:cubicBezTo>
                  <a:pt x="566898" y="42887"/>
                  <a:pt x="561270" y="45974"/>
                  <a:pt x="555665" y="52148"/>
                </a:cubicBezTo>
                <a:lnTo>
                  <a:pt x="555665" y="86486"/>
                </a:lnTo>
                <a:cubicBezTo>
                  <a:pt x="555665" y="90929"/>
                  <a:pt x="555927" y="93676"/>
                  <a:pt x="556449" y="94728"/>
                </a:cubicBezTo>
                <a:cubicBezTo>
                  <a:pt x="557114" y="96113"/>
                  <a:pt x="558028" y="97128"/>
                  <a:pt x="559192" y="97774"/>
                </a:cubicBezTo>
                <a:cubicBezTo>
                  <a:pt x="560355" y="98418"/>
                  <a:pt x="562718" y="98740"/>
                  <a:pt x="566280" y="98740"/>
                </a:cubicBezTo>
                <a:lnTo>
                  <a:pt x="566280" y="101304"/>
                </a:lnTo>
                <a:lnTo>
                  <a:pt x="534008" y="101304"/>
                </a:lnTo>
                <a:lnTo>
                  <a:pt x="534008" y="98740"/>
                </a:lnTo>
                <a:lnTo>
                  <a:pt x="535433" y="98740"/>
                </a:lnTo>
                <a:cubicBezTo>
                  <a:pt x="538758" y="98740"/>
                  <a:pt x="541002" y="97892"/>
                  <a:pt x="542165" y="96197"/>
                </a:cubicBezTo>
                <a:cubicBezTo>
                  <a:pt x="543329" y="94501"/>
                  <a:pt x="543911" y="91264"/>
                  <a:pt x="543911" y="86486"/>
                </a:cubicBezTo>
                <a:lnTo>
                  <a:pt x="543911" y="62407"/>
                </a:lnTo>
                <a:cubicBezTo>
                  <a:pt x="543911" y="54570"/>
                  <a:pt x="543733" y="49797"/>
                  <a:pt x="543376" y="48088"/>
                </a:cubicBezTo>
                <a:cubicBezTo>
                  <a:pt x="543020" y="46378"/>
                  <a:pt x="542474" y="45214"/>
                  <a:pt x="541738" y="44597"/>
                </a:cubicBezTo>
                <a:cubicBezTo>
                  <a:pt x="541002" y="43979"/>
                  <a:pt x="540016" y="43671"/>
                  <a:pt x="538781" y="43671"/>
                </a:cubicBezTo>
                <a:cubicBezTo>
                  <a:pt x="537452" y="43671"/>
                  <a:pt x="535860" y="44027"/>
                  <a:pt x="534008" y="44739"/>
                </a:cubicBezTo>
                <a:lnTo>
                  <a:pt x="532940" y="42175"/>
                </a:lnTo>
                <a:lnTo>
                  <a:pt x="552602" y="34196"/>
                </a:lnTo>
                <a:lnTo>
                  <a:pt x="555665" y="34196"/>
                </a:lnTo>
                <a:lnTo>
                  <a:pt x="555665" y="47945"/>
                </a:lnTo>
                <a:close/>
                <a:moveTo>
                  <a:pt x="627049" y="77526"/>
                </a:moveTo>
                <a:cubicBezTo>
                  <a:pt x="623059" y="75581"/>
                  <a:pt x="619996" y="72866"/>
                  <a:pt x="617859" y="69380"/>
                </a:cubicBezTo>
                <a:cubicBezTo>
                  <a:pt x="615721" y="65893"/>
                  <a:pt x="614653" y="62039"/>
                  <a:pt x="614653" y="57816"/>
                </a:cubicBezTo>
                <a:cubicBezTo>
                  <a:pt x="614653" y="51366"/>
                  <a:pt x="617087" y="45817"/>
                  <a:pt x="621955" y="41168"/>
                </a:cubicBezTo>
                <a:cubicBezTo>
                  <a:pt x="626823" y="36520"/>
                  <a:pt x="633057" y="34196"/>
                  <a:pt x="640656" y="34196"/>
                </a:cubicBezTo>
                <a:cubicBezTo>
                  <a:pt x="646877" y="34196"/>
                  <a:pt x="652268" y="35715"/>
                  <a:pt x="656827" y="38755"/>
                </a:cubicBezTo>
                <a:lnTo>
                  <a:pt x="670648" y="38755"/>
                </a:lnTo>
                <a:cubicBezTo>
                  <a:pt x="672690" y="38755"/>
                  <a:pt x="673878" y="38814"/>
                  <a:pt x="674210" y="38933"/>
                </a:cubicBezTo>
                <a:cubicBezTo>
                  <a:pt x="674543" y="39052"/>
                  <a:pt x="674780" y="39254"/>
                  <a:pt x="674923" y="39539"/>
                </a:cubicBezTo>
                <a:cubicBezTo>
                  <a:pt x="675207" y="39966"/>
                  <a:pt x="675350" y="40726"/>
                  <a:pt x="675350" y="41818"/>
                </a:cubicBezTo>
                <a:cubicBezTo>
                  <a:pt x="675350" y="43053"/>
                  <a:pt x="675231" y="43908"/>
                  <a:pt x="674994" y="44383"/>
                </a:cubicBezTo>
                <a:cubicBezTo>
                  <a:pt x="674851" y="44621"/>
                  <a:pt x="674602" y="44811"/>
                  <a:pt x="674246" y="44953"/>
                </a:cubicBezTo>
                <a:cubicBezTo>
                  <a:pt x="673890" y="45095"/>
                  <a:pt x="672690" y="45167"/>
                  <a:pt x="670648" y="45167"/>
                </a:cubicBezTo>
                <a:lnTo>
                  <a:pt x="662170" y="45167"/>
                </a:lnTo>
                <a:cubicBezTo>
                  <a:pt x="664830" y="48586"/>
                  <a:pt x="666160" y="52956"/>
                  <a:pt x="666160" y="58275"/>
                </a:cubicBezTo>
                <a:cubicBezTo>
                  <a:pt x="666160" y="64354"/>
                  <a:pt x="663833" y="69555"/>
                  <a:pt x="659178" y="73877"/>
                </a:cubicBezTo>
                <a:cubicBezTo>
                  <a:pt x="654524" y="78199"/>
                  <a:pt x="648278" y="80360"/>
                  <a:pt x="640442" y="80360"/>
                </a:cubicBezTo>
                <a:cubicBezTo>
                  <a:pt x="637212" y="80360"/>
                  <a:pt x="633912" y="79875"/>
                  <a:pt x="630539" y="78906"/>
                </a:cubicBezTo>
                <a:cubicBezTo>
                  <a:pt x="628450" y="80684"/>
                  <a:pt x="627037" y="82239"/>
                  <a:pt x="626301" y="83572"/>
                </a:cubicBezTo>
                <a:cubicBezTo>
                  <a:pt x="625564" y="84905"/>
                  <a:pt x="625196" y="86039"/>
                  <a:pt x="625196" y="86974"/>
                </a:cubicBezTo>
                <a:cubicBezTo>
                  <a:pt x="625196" y="87769"/>
                  <a:pt x="625588" y="88541"/>
                  <a:pt x="626372" y="89289"/>
                </a:cubicBezTo>
                <a:cubicBezTo>
                  <a:pt x="627156" y="90037"/>
                  <a:pt x="628687" y="90575"/>
                  <a:pt x="630967" y="90903"/>
                </a:cubicBezTo>
                <a:cubicBezTo>
                  <a:pt x="632297" y="91120"/>
                  <a:pt x="635621" y="91310"/>
                  <a:pt x="640941" y="91473"/>
                </a:cubicBezTo>
                <a:cubicBezTo>
                  <a:pt x="650724" y="91745"/>
                  <a:pt x="657065" y="92125"/>
                  <a:pt x="659962" y="92613"/>
                </a:cubicBezTo>
                <a:cubicBezTo>
                  <a:pt x="664379" y="93229"/>
                  <a:pt x="667905" y="94865"/>
                  <a:pt x="670541" y="97520"/>
                </a:cubicBezTo>
                <a:cubicBezTo>
                  <a:pt x="673177" y="100175"/>
                  <a:pt x="674495" y="103446"/>
                  <a:pt x="674495" y="107333"/>
                </a:cubicBezTo>
                <a:cubicBezTo>
                  <a:pt x="674495" y="112691"/>
                  <a:pt x="671978" y="117717"/>
                  <a:pt x="666944" y="122410"/>
                </a:cubicBezTo>
                <a:cubicBezTo>
                  <a:pt x="659534" y="129332"/>
                  <a:pt x="649869" y="132793"/>
                  <a:pt x="637949" y="132793"/>
                </a:cubicBezTo>
                <a:cubicBezTo>
                  <a:pt x="628782" y="132793"/>
                  <a:pt x="621041" y="130726"/>
                  <a:pt x="614724" y="126593"/>
                </a:cubicBezTo>
                <a:cubicBezTo>
                  <a:pt x="611162" y="124218"/>
                  <a:pt x="609381" y="121748"/>
                  <a:pt x="609381" y="119181"/>
                </a:cubicBezTo>
                <a:cubicBezTo>
                  <a:pt x="609381" y="118042"/>
                  <a:pt x="609642" y="116902"/>
                  <a:pt x="610165" y="115762"/>
                </a:cubicBezTo>
                <a:cubicBezTo>
                  <a:pt x="610972" y="114005"/>
                  <a:pt x="612634" y="111558"/>
                  <a:pt x="615151" y="108422"/>
                </a:cubicBezTo>
                <a:cubicBezTo>
                  <a:pt x="615484" y="107994"/>
                  <a:pt x="617906" y="105429"/>
                  <a:pt x="622418" y="100726"/>
                </a:cubicBezTo>
                <a:cubicBezTo>
                  <a:pt x="619948" y="99255"/>
                  <a:pt x="618203" y="97938"/>
                  <a:pt x="617182" y="96776"/>
                </a:cubicBezTo>
                <a:cubicBezTo>
                  <a:pt x="616161" y="95614"/>
                  <a:pt x="615650" y="94298"/>
                  <a:pt x="615650" y="92827"/>
                </a:cubicBezTo>
                <a:cubicBezTo>
                  <a:pt x="615650" y="91166"/>
                  <a:pt x="616327" y="89221"/>
                  <a:pt x="617681" y="86992"/>
                </a:cubicBezTo>
                <a:cubicBezTo>
                  <a:pt x="619034" y="84761"/>
                  <a:pt x="622157" y="81606"/>
                  <a:pt x="627049" y="77526"/>
                </a:cubicBezTo>
                <a:moveTo>
                  <a:pt x="639445" y="37758"/>
                </a:moveTo>
                <a:cubicBezTo>
                  <a:pt x="635930" y="37758"/>
                  <a:pt x="632985" y="39151"/>
                  <a:pt x="630611" y="41939"/>
                </a:cubicBezTo>
                <a:cubicBezTo>
                  <a:pt x="628236" y="44724"/>
                  <a:pt x="627049" y="48999"/>
                  <a:pt x="627049" y="54762"/>
                </a:cubicBezTo>
                <a:cubicBezTo>
                  <a:pt x="627049" y="62226"/>
                  <a:pt x="628663" y="68012"/>
                  <a:pt x="631893" y="72120"/>
                </a:cubicBezTo>
                <a:cubicBezTo>
                  <a:pt x="634363" y="75238"/>
                  <a:pt x="637497" y="76798"/>
                  <a:pt x="641297" y="76798"/>
                </a:cubicBezTo>
                <a:cubicBezTo>
                  <a:pt x="644906" y="76798"/>
                  <a:pt x="647875" y="75451"/>
                  <a:pt x="650202" y="72759"/>
                </a:cubicBezTo>
                <a:cubicBezTo>
                  <a:pt x="652529" y="70067"/>
                  <a:pt x="653693" y="65839"/>
                  <a:pt x="653693" y="60076"/>
                </a:cubicBezTo>
                <a:cubicBezTo>
                  <a:pt x="653693" y="52566"/>
                  <a:pt x="652054" y="46685"/>
                  <a:pt x="648777" y="42433"/>
                </a:cubicBezTo>
                <a:cubicBezTo>
                  <a:pt x="646355" y="39316"/>
                  <a:pt x="643244" y="37758"/>
                  <a:pt x="639445" y="37758"/>
                </a:cubicBezTo>
                <a:moveTo>
                  <a:pt x="626336" y="101304"/>
                </a:moveTo>
                <a:cubicBezTo>
                  <a:pt x="624104" y="103712"/>
                  <a:pt x="622418" y="105954"/>
                  <a:pt x="621278" y="108030"/>
                </a:cubicBezTo>
                <a:cubicBezTo>
                  <a:pt x="620138" y="110106"/>
                  <a:pt x="619568" y="112018"/>
                  <a:pt x="619568" y="113765"/>
                </a:cubicBezTo>
                <a:cubicBezTo>
                  <a:pt x="619568" y="116030"/>
                  <a:pt x="620946" y="118012"/>
                  <a:pt x="623700" y="119711"/>
                </a:cubicBezTo>
                <a:cubicBezTo>
                  <a:pt x="628450" y="122638"/>
                  <a:pt x="635313" y="124102"/>
                  <a:pt x="644289" y="124102"/>
                </a:cubicBezTo>
                <a:cubicBezTo>
                  <a:pt x="652838" y="124102"/>
                  <a:pt x="659143" y="122608"/>
                  <a:pt x="663203" y="119622"/>
                </a:cubicBezTo>
                <a:cubicBezTo>
                  <a:pt x="667264" y="116638"/>
                  <a:pt x="669294" y="113453"/>
                  <a:pt x="669294" y="110067"/>
                </a:cubicBezTo>
                <a:cubicBezTo>
                  <a:pt x="669294" y="107623"/>
                  <a:pt x="668083" y="105883"/>
                  <a:pt x="665661" y="104849"/>
                </a:cubicBezTo>
                <a:cubicBezTo>
                  <a:pt x="663192" y="103814"/>
                  <a:pt x="658300" y="103203"/>
                  <a:pt x="650986" y="103014"/>
                </a:cubicBezTo>
                <a:cubicBezTo>
                  <a:pt x="640299" y="102717"/>
                  <a:pt x="632083" y="102147"/>
                  <a:pt x="626336" y="101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withinstruction">
            <a:extLst xmlns:a="http://schemas.openxmlformats.org/drawingml/2006/main">
              <a:ext uri="{FF2B5EF4-FFF2-40B4-BE49-F238E27FC236}">
                <a16:creationId xmlns:a16="http://schemas.microsoft.com/office/drawing/2014/main" id="{459E5CE0-84E8-4DD0-BAB2-36A554CC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407" y="3137795"/>
            <a:ext cx="917463" cy="103299"/>
          </a:xfrm>
          <a:custGeom xmlns:a="http://schemas.openxmlformats.org/drawingml/2006/main">
            <a:pathLst>
              <a:path w="917463" h="103299">
                <a:moveTo>
                  <a:pt x="0" y="36048"/>
                </a:moveTo>
                <a:lnTo>
                  <a:pt x="27356" y="36048"/>
                </a:lnTo>
                <a:lnTo>
                  <a:pt x="27356" y="38613"/>
                </a:lnTo>
                <a:cubicBezTo>
                  <a:pt x="24839" y="38804"/>
                  <a:pt x="23189" y="39259"/>
                  <a:pt x="22405" y="39977"/>
                </a:cubicBezTo>
                <a:cubicBezTo>
                  <a:pt x="21622" y="40694"/>
                  <a:pt x="21230" y="41722"/>
                  <a:pt x="21230" y="43061"/>
                </a:cubicBezTo>
                <a:cubicBezTo>
                  <a:pt x="21230" y="44545"/>
                  <a:pt x="21633" y="46339"/>
                  <a:pt x="22441" y="48444"/>
                </a:cubicBezTo>
                <a:lnTo>
                  <a:pt x="36404" y="85908"/>
                </a:lnTo>
                <a:lnTo>
                  <a:pt x="50438" y="55350"/>
                </a:lnTo>
                <a:lnTo>
                  <a:pt x="46734" y="45808"/>
                </a:lnTo>
                <a:cubicBezTo>
                  <a:pt x="45594" y="42930"/>
                  <a:pt x="44098" y="40939"/>
                  <a:pt x="42246" y="39835"/>
                </a:cubicBezTo>
                <a:cubicBezTo>
                  <a:pt x="41201" y="39164"/>
                  <a:pt x="39254" y="38757"/>
                  <a:pt x="36404" y="38613"/>
                </a:cubicBezTo>
                <a:lnTo>
                  <a:pt x="36404" y="36048"/>
                </a:lnTo>
                <a:lnTo>
                  <a:pt x="67465" y="36048"/>
                </a:lnTo>
                <a:lnTo>
                  <a:pt x="67465" y="38613"/>
                </a:lnTo>
                <a:cubicBezTo>
                  <a:pt x="64045" y="38757"/>
                  <a:pt x="61623" y="39381"/>
                  <a:pt x="60198" y="40487"/>
                </a:cubicBezTo>
                <a:cubicBezTo>
                  <a:pt x="59249" y="41257"/>
                  <a:pt x="58774" y="42484"/>
                  <a:pt x="58774" y="44167"/>
                </a:cubicBezTo>
                <a:cubicBezTo>
                  <a:pt x="58774" y="45117"/>
                  <a:pt x="58964" y="46091"/>
                  <a:pt x="59344" y="47090"/>
                </a:cubicBezTo>
                <a:lnTo>
                  <a:pt x="74162" y="84603"/>
                </a:lnTo>
                <a:lnTo>
                  <a:pt x="87911" y="48444"/>
                </a:lnTo>
                <a:cubicBezTo>
                  <a:pt x="88861" y="45860"/>
                  <a:pt x="89336" y="43803"/>
                  <a:pt x="89336" y="42273"/>
                </a:cubicBezTo>
                <a:cubicBezTo>
                  <a:pt x="89336" y="41363"/>
                  <a:pt x="88873" y="40549"/>
                  <a:pt x="87947" y="39833"/>
                </a:cubicBezTo>
                <a:cubicBezTo>
                  <a:pt x="87021" y="39114"/>
                  <a:pt x="85204" y="38708"/>
                  <a:pt x="82497" y="38613"/>
                </a:cubicBezTo>
                <a:lnTo>
                  <a:pt x="82497" y="36048"/>
                </a:lnTo>
                <a:lnTo>
                  <a:pt x="103085" y="36048"/>
                </a:lnTo>
                <a:lnTo>
                  <a:pt x="103085" y="38613"/>
                </a:lnTo>
                <a:cubicBezTo>
                  <a:pt x="98953" y="39233"/>
                  <a:pt x="95914" y="42048"/>
                  <a:pt x="93967" y="47057"/>
                </a:cubicBezTo>
                <a:lnTo>
                  <a:pt x="72167" y="103299"/>
                </a:lnTo>
                <a:lnTo>
                  <a:pt x="69246" y="103299"/>
                </a:lnTo>
                <a:lnTo>
                  <a:pt x="52932" y="61699"/>
                </a:lnTo>
                <a:lnTo>
                  <a:pt x="33911" y="103299"/>
                </a:lnTo>
                <a:lnTo>
                  <a:pt x="31275" y="103299"/>
                </a:lnTo>
                <a:lnTo>
                  <a:pt x="10330" y="48444"/>
                </a:lnTo>
                <a:cubicBezTo>
                  <a:pt x="8953" y="44951"/>
                  <a:pt x="7599" y="42595"/>
                  <a:pt x="6269" y="41375"/>
                </a:cubicBezTo>
                <a:cubicBezTo>
                  <a:pt x="4939" y="40155"/>
                  <a:pt x="2850" y="39234"/>
                  <a:pt x="0" y="38613"/>
                </a:cubicBezTo>
                <a:lnTo>
                  <a:pt x="0" y="36048"/>
                </a:lnTo>
                <a:close/>
                <a:moveTo>
                  <a:pt x="125573" y="0"/>
                </a:moveTo>
                <a:cubicBezTo>
                  <a:pt x="127568" y="0"/>
                  <a:pt x="129266" y="704"/>
                  <a:pt x="130667" y="2113"/>
                </a:cubicBezTo>
                <a:cubicBezTo>
                  <a:pt x="132068" y="3520"/>
                  <a:pt x="132768" y="5226"/>
                  <a:pt x="132768" y="7231"/>
                </a:cubicBezTo>
                <a:cubicBezTo>
                  <a:pt x="132768" y="9236"/>
                  <a:pt x="132068" y="10955"/>
                  <a:pt x="130667" y="12387"/>
                </a:cubicBezTo>
                <a:cubicBezTo>
                  <a:pt x="129266" y="13818"/>
                  <a:pt x="127568" y="14533"/>
                  <a:pt x="125573" y="14533"/>
                </a:cubicBezTo>
                <a:cubicBezTo>
                  <a:pt x="123578" y="14533"/>
                  <a:pt x="121868" y="13818"/>
                  <a:pt x="120444" y="12387"/>
                </a:cubicBezTo>
                <a:cubicBezTo>
                  <a:pt x="119019" y="10955"/>
                  <a:pt x="118306" y="9236"/>
                  <a:pt x="118306" y="7231"/>
                </a:cubicBezTo>
                <a:cubicBezTo>
                  <a:pt x="118306" y="5226"/>
                  <a:pt x="119007" y="3520"/>
                  <a:pt x="120408" y="2113"/>
                </a:cubicBezTo>
                <a:cubicBezTo>
                  <a:pt x="121809" y="704"/>
                  <a:pt x="123531" y="0"/>
                  <a:pt x="125573" y="0"/>
                </a:cubicBezTo>
                <a:moveTo>
                  <a:pt x="131486" y="34196"/>
                </a:moveTo>
                <a:lnTo>
                  <a:pt x="131486" y="86486"/>
                </a:lnTo>
                <a:cubicBezTo>
                  <a:pt x="131486" y="90595"/>
                  <a:pt x="131783" y="93330"/>
                  <a:pt x="132376" y="94692"/>
                </a:cubicBezTo>
                <a:cubicBezTo>
                  <a:pt x="132970" y="96053"/>
                  <a:pt x="133849" y="97069"/>
                  <a:pt x="135012" y="97738"/>
                </a:cubicBezTo>
                <a:cubicBezTo>
                  <a:pt x="136176" y="98406"/>
                  <a:pt x="138301" y="98740"/>
                  <a:pt x="141388" y="98740"/>
                </a:cubicBezTo>
                <a:lnTo>
                  <a:pt x="141388" y="101304"/>
                </a:lnTo>
                <a:lnTo>
                  <a:pt x="109686" y="101304"/>
                </a:lnTo>
                <a:lnTo>
                  <a:pt x="109686" y="98740"/>
                </a:lnTo>
                <a:cubicBezTo>
                  <a:pt x="112868" y="98740"/>
                  <a:pt x="115006" y="98430"/>
                  <a:pt x="116098" y="97809"/>
                </a:cubicBezTo>
                <a:cubicBezTo>
                  <a:pt x="117190" y="97187"/>
                  <a:pt x="118057" y="96160"/>
                  <a:pt x="118698" y="94728"/>
                </a:cubicBezTo>
                <a:cubicBezTo>
                  <a:pt x="119339" y="93294"/>
                  <a:pt x="119660" y="90547"/>
                  <a:pt x="119660" y="86486"/>
                </a:cubicBezTo>
                <a:lnTo>
                  <a:pt x="119660" y="61552"/>
                </a:lnTo>
                <a:cubicBezTo>
                  <a:pt x="119660" y="54446"/>
                  <a:pt x="119446" y="49843"/>
                  <a:pt x="119019" y="47745"/>
                </a:cubicBezTo>
                <a:cubicBezTo>
                  <a:pt x="118686" y="46217"/>
                  <a:pt x="118164" y="45157"/>
                  <a:pt x="117452" y="44563"/>
                </a:cubicBezTo>
                <a:cubicBezTo>
                  <a:pt x="116739" y="43968"/>
                  <a:pt x="115765" y="43671"/>
                  <a:pt x="114531" y="43671"/>
                </a:cubicBezTo>
                <a:cubicBezTo>
                  <a:pt x="113201" y="43671"/>
                  <a:pt x="111586" y="44027"/>
                  <a:pt x="109686" y="44739"/>
                </a:cubicBezTo>
                <a:lnTo>
                  <a:pt x="108689" y="42175"/>
                </a:lnTo>
                <a:lnTo>
                  <a:pt x="128351" y="34196"/>
                </a:lnTo>
                <a:lnTo>
                  <a:pt x="131486" y="34196"/>
                </a:lnTo>
                <a:close/>
                <a:moveTo>
                  <a:pt x="168339" y="14533"/>
                </a:moveTo>
                <a:lnTo>
                  <a:pt x="168339" y="36048"/>
                </a:lnTo>
                <a:lnTo>
                  <a:pt x="183584" y="36048"/>
                </a:lnTo>
                <a:lnTo>
                  <a:pt x="183584" y="40892"/>
                </a:lnTo>
                <a:lnTo>
                  <a:pt x="168339" y="41035"/>
                </a:lnTo>
                <a:lnTo>
                  <a:pt x="168339" y="83410"/>
                </a:lnTo>
                <a:cubicBezTo>
                  <a:pt x="168339" y="87641"/>
                  <a:pt x="168944" y="90494"/>
                  <a:pt x="170155" y="91970"/>
                </a:cubicBezTo>
                <a:cubicBezTo>
                  <a:pt x="171366" y="93443"/>
                  <a:pt x="172922" y="94180"/>
                  <a:pt x="174822" y="94180"/>
                </a:cubicBezTo>
                <a:cubicBezTo>
                  <a:pt x="176389" y="94180"/>
                  <a:pt x="177909" y="93688"/>
                  <a:pt x="179381" y="92702"/>
                </a:cubicBezTo>
                <a:cubicBezTo>
                  <a:pt x="180853" y="91717"/>
                  <a:pt x="181993" y="90262"/>
                  <a:pt x="182801" y="88339"/>
                </a:cubicBezTo>
                <a:lnTo>
                  <a:pt x="185579" y="88339"/>
                </a:lnTo>
                <a:cubicBezTo>
                  <a:pt x="183917" y="93017"/>
                  <a:pt x="181566" y="96537"/>
                  <a:pt x="178526" y="98900"/>
                </a:cubicBezTo>
                <a:cubicBezTo>
                  <a:pt x="175487" y="101263"/>
                  <a:pt x="172352" y="102444"/>
                  <a:pt x="169122" y="102444"/>
                </a:cubicBezTo>
                <a:cubicBezTo>
                  <a:pt x="166938" y="102444"/>
                  <a:pt x="164800" y="101837"/>
                  <a:pt x="162711" y="100621"/>
                </a:cubicBezTo>
                <a:cubicBezTo>
                  <a:pt x="160621" y="99405"/>
                  <a:pt x="159077" y="97666"/>
                  <a:pt x="158080" y="95403"/>
                </a:cubicBezTo>
                <a:cubicBezTo>
                  <a:pt x="157083" y="93139"/>
                  <a:pt x="156584" y="89648"/>
                  <a:pt x="156584" y="84930"/>
                </a:cubicBezTo>
                <a:lnTo>
                  <a:pt x="156584" y="40892"/>
                </a:lnTo>
                <a:lnTo>
                  <a:pt x="146254" y="40892"/>
                </a:lnTo>
                <a:lnTo>
                  <a:pt x="146254" y="38608"/>
                </a:lnTo>
                <a:cubicBezTo>
                  <a:pt x="148866" y="37569"/>
                  <a:pt x="151538" y="35810"/>
                  <a:pt x="154269" y="33332"/>
                </a:cubicBezTo>
                <a:cubicBezTo>
                  <a:pt x="157000" y="30853"/>
                  <a:pt x="159434" y="27899"/>
                  <a:pt x="161571" y="24469"/>
                </a:cubicBezTo>
                <a:cubicBezTo>
                  <a:pt x="162663" y="22658"/>
                  <a:pt x="164183" y="19346"/>
                  <a:pt x="166130" y="14533"/>
                </a:cubicBezTo>
                <a:lnTo>
                  <a:pt x="168339" y="14533"/>
                </a:lnTo>
                <a:close/>
                <a:moveTo>
                  <a:pt x="208967" y="0"/>
                </a:moveTo>
                <a:lnTo>
                  <a:pt x="208967" y="47863"/>
                </a:lnTo>
                <a:cubicBezTo>
                  <a:pt x="214239" y="42043"/>
                  <a:pt x="218418" y="38311"/>
                  <a:pt x="221505" y="36665"/>
                </a:cubicBezTo>
                <a:cubicBezTo>
                  <a:pt x="224592" y="35019"/>
                  <a:pt x="227679" y="34196"/>
                  <a:pt x="230767" y="34196"/>
                </a:cubicBezTo>
                <a:cubicBezTo>
                  <a:pt x="234471" y="34196"/>
                  <a:pt x="237653" y="35215"/>
                  <a:pt x="240313" y="37252"/>
                </a:cubicBezTo>
                <a:cubicBezTo>
                  <a:pt x="242973" y="39289"/>
                  <a:pt x="244944" y="42486"/>
                  <a:pt x="246226" y="46843"/>
                </a:cubicBezTo>
                <a:cubicBezTo>
                  <a:pt x="247128" y="49874"/>
                  <a:pt x="247579" y="55415"/>
                  <a:pt x="247579" y="63467"/>
                </a:cubicBezTo>
                <a:lnTo>
                  <a:pt x="247579" y="86486"/>
                </a:lnTo>
                <a:cubicBezTo>
                  <a:pt x="247579" y="90642"/>
                  <a:pt x="247912" y="93484"/>
                  <a:pt x="248577" y="95013"/>
                </a:cubicBezTo>
                <a:cubicBezTo>
                  <a:pt x="249052" y="96160"/>
                  <a:pt x="249859" y="97069"/>
                  <a:pt x="250999" y="97738"/>
                </a:cubicBezTo>
                <a:cubicBezTo>
                  <a:pt x="252139" y="98406"/>
                  <a:pt x="254229" y="98740"/>
                  <a:pt x="257268" y="98740"/>
                </a:cubicBezTo>
                <a:lnTo>
                  <a:pt x="257268" y="101304"/>
                </a:lnTo>
                <a:lnTo>
                  <a:pt x="225210" y="101304"/>
                </a:lnTo>
                <a:lnTo>
                  <a:pt x="225210" y="98740"/>
                </a:lnTo>
                <a:lnTo>
                  <a:pt x="226706" y="98740"/>
                </a:lnTo>
                <a:cubicBezTo>
                  <a:pt x="229745" y="98740"/>
                  <a:pt x="231859" y="98275"/>
                  <a:pt x="233046" y="97344"/>
                </a:cubicBezTo>
                <a:cubicBezTo>
                  <a:pt x="234234" y="96412"/>
                  <a:pt x="235065" y="95038"/>
                  <a:pt x="235540" y="93223"/>
                </a:cubicBezTo>
                <a:cubicBezTo>
                  <a:pt x="235682" y="92459"/>
                  <a:pt x="235753" y="90213"/>
                  <a:pt x="235753" y="86486"/>
                </a:cubicBezTo>
                <a:lnTo>
                  <a:pt x="235753" y="63518"/>
                </a:lnTo>
                <a:cubicBezTo>
                  <a:pt x="235753" y="56428"/>
                  <a:pt x="235385" y="51773"/>
                  <a:pt x="234649" y="49552"/>
                </a:cubicBezTo>
                <a:cubicBezTo>
                  <a:pt x="233913" y="47331"/>
                  <a:pt x="232738" y="45665"/>
                  <a:pt x="231123" y="44554"/>
                </a:cubicBezTo>
                <a:cubicBezTo>
                  <a:pt x="229508" y="43443"/>
                  <a:pt x="227561" y="42887"/>
                  <a:pt x="225281" y="42887"/>
                </a:cubicBezTo>
                <a:cubicBezTo>
                  <a:pt x="222954" y="42887"/>
                  <a:pt x="220532" y="43503"/>
                  <a:pt x="218014" y="44735"/>
                </a:cubicBezTo>
                <a:cubicBezTo>
                  <a:pt x="215497" y="45967"/>
                  <a:pt x="212481" y="48454"/>
                  <a:pt x="208967" y="52197"/>
                </a:cubicBezTo>
                <a:lnTo>
                  <a:pt x="208967" y="86486"/>
                </a:lnTo>
                <a:cubicBezTo>
                  <a:pt x="208967" y="90978"/>
                  <a:pt x="209216" y="93772"/>
                  <a:pt x="209715" y="94871"/>
                </a:cubicBezTo>
                <a:cubicBezTo>
                  <a:pt x="210214" y="95969"/>
                  <a:pt x="211140" y="96888"/>
                  <a:pt x="212493" y="97629"/>
                </a:cubicBezTo>
                <a:cubicBezTo>
                  <a:pt x="213847" y="98369"/>
                  <a:pt x="216186" y="98740"/>
                  <a:pt x="219511" y="98740"/>
                </a:cubicBezTo>
                <a:lnTo>
                  <a:pt x="219511" y="101304"/>
                </a:lnTo>
                <a:lnTo>
                  <a:pt x="187167" y="101304"/>
                </a:lnTo>
                <a:lnTo>
                  <a:pt x="187167" y="98740"/>
                </a:lnTo>
                <a:cubicBezTo>
                  <a:pt x="190064" y="98740"/>
                  <a:pt x="192344" y="98286"/>
                  <a:pt x="194006" y="97377"/>
                </a:cubicBezTo>
                <a:cubicBezTo>
                  <a:pt x="194956" y="96901"/>
                  <a:pt x="195716" y="95994"/>
                  <a:pt x="196286" y="94657"/>
                </a:cubicBezTo>
                <a:cubicBezTo>
                  <a:pt x="196856" y="93318"/>
                  <a:pt x="197141" y="90595"/>
                  <a:pt x="197141" y="86486"/>
                </a:cubicBezTo>
                <a:lnTo>
                  <a:pt x="197141" y="27499"/>
                </a:lnTo>
                <a:cubicBezTo>
                  <a:pt x="197141" y="20074"/>
                  <a:pt x="196963" y="15510"/>
                  <a:pt x="196607" y="13807"/>
                </a:cubicBezTo>
                <a:cubicBezTo>
                  <a:pt x="196250" y="12105"/>
                  <a:pt x="195704" y="10946"/>
                  <a:pt x="194968" y="10330"/>
                </a:cubicBezTo>
                <a:cubicBezTo>
                  <a:pt x="194232" y="9713"/>
                  <a:pt x="193246" y="9404"/>
                  <a:pt x="192012" y="9404"/>
                </a:cubicBezTo>
                <a:cubicBezTo>
                  <a:pt x="191014" y="9404"/>
                  <a:pt x="189399" y="9784"/>
                  <a:pt x="187167" y="10544"/>
                </a:cubicBezTo>
                <a:lnTo>
                  <a:pt x="186170" y="7979"/>
                </a:lnTo>
                <a:lnTo>
                  <a:pt x="205690" y="0"/>
                </a:lnTo>
                <a:lnTo>
                  <a:pt x="208967" y="0"/>
                </a:lnTo>
                <a:close/>
                <a:moveTo>
                  <a:pt x="315828" y="0"/>
                </a:moveTo>
                <a:cubicBezTo>
                  <a:pt x="317823" y="0"/>
                  <a:pt x="319521" y="704"/>
                  <a:pt x="320922" y="2113"/>
                </a:cubicBezTo>
                <a:cubicBezTo>
                  <a:pt x="322323" y="3520"/>
                  <a:pt x="323024" y="5226"/>
                  <a:pt x="323024" y="7231"/>
                </a:cubicBezTo>
                <a:cubicBezTo>
                  <a:pt x="323024" y="9236"/>
                  <a:pt x="322323" y="10955"/>
                  <a:pt x="320922" y="12387"/>
                </a:cubicBezTo>
                <a:cubicBezTo>
                  <a:pt x="319521" y="13818"/>
                  <a:pt x="317823" y="14533"/>
                  <a:pt x="315828" y="14533"/>
                </a:cubicBezTo>
                <a:cubicBezTo>
                  <a:pt x="313834" y="14533"/>
                  <a:pt x="312124" y="13818"/>
                  <a:pt x="310699" y="12387"/>
                </a:cubicBezTo>
                <a:cubicBezTo>
                  <a:pt x="309274" y="10955"/>
                  <a:pt x="308562" y="9236"/>
                  <a:pt x="308562" y="7231"/>
                </a:cubicBezTo>
                <a:cubicBezTo>
                  <a:pt x="308562" y="5226"/>
                  <a:pt x="309262" y="3520"/>
                  <a:pt x="310664" y="2113"/>
                </a:cubicBezTo>
                <a:cubicBezTo>
                  <a:pt x="312065" y="704"/>
                  <a:pt x="313786" y="0"/>
                  <a:pt x="315828" y="0"/>
                </a:cubicBezTo>
                <a:moveTo>
                  <a:pt x="321741" y="34196"/>
                </a:moveTo>
                <a:lnTo>
                  <a:pt x="321741" y="86486"/>
                </a:lnTo>
                <a:cubicBezTo>
                  <a:pt x="321741" y="90595"/>
                  <a:pt x="322038" y="93330"/>
                  <a:pt x="322632" y="94692"/>
                </a:cubicBezTo>
                <a:cubicBezTo>
                  <a:pt x="323226" y="96053"/>
                  <a:pt x="324104" y="97069"/>
                  <a:pt x="325268" y="97738"/>
                </a:cubicBezTo>
                <a:cubicBezTo>
                  <a:pt x="326431" y="98406"/>
                  <a:pt x="328557" y="98740"/>
                  <a:pt x="331644" y="98740"/>
                </a:cubicBezTo>
                <a:lnTo>
                  <a:pt x="331644" y="101304"/>
                </a:lnTo>
                <a:lnTo>
                  <a:pt x="299942" y="101304"/>
                </a:lnTo>
                <a:lnTo>
                  <a:pt x="299942" y="98740"/>
                </a:lnTo>
                <a:cubicBezTo>
                  <a:pt x="303124" y="98740"/>
                  <a:pt x="305261" y="98430"/>
                  <a:pt x="306353" y="97809"/>
                </a:cubicBezTo>
                <a:cubicBezTo>
                  <a:pt x="307446" y="97187"/>
                  <a:pt x="308313" y="96160"/>
                  <a:pt x="308954" y="94728"/>
                </a:cubicBezTo>
                <a:cubicBezTo>
                  <a:pt x="309595" y="93294"/>
                  <a:pt x="309915" y="90547"/>
                  <a:pt x="309915" y="86486"/>
                </a:cubicBezTo>
                <a:lnTo>
                  <a:pt x="309915" y="61552"/>
                </a:lnTo>
                <a:cubicBezTo>
                  <a:pt x="309915" y="54446"/>
                  <a:pt x="309702" y="49843"/>
                  <a:pt x="309274" y="47745"/>
                </a:cubicBezTo>
                <a:cubicBezTo>
                  <a:pt x="308942" y="46217"/>
                  <a:pt x="308419" y="45157"/>
                  <a:pt x="307707" y="44563"/>
                </a:cubicBezTo>
                <a:cubicBezTo>
                  <a:pt x="306995" y="43968"/>
                  <a:pt x="306021" y="43671"/>
                  <a:pt x="304786" y="43671"/>
                </a:cubicBezTo>
                <a:cubicBezTo>
                  <a:pt x="303456" y="43671"/>
                  <a:pt x="301842" y="44027"/>
                  <a:pt x="299942" y="44739"/>
                </a:cubicBezTo>
                <a:lnTo>
                  <a:pt x="298944" y="42175"/>
                </a:lnTo>
                <a:lnTo>
                  <a:pt x="318607" y="34196"/>
                </a:lnTo>
                <a:lnTo>
                  <a:pt x="321741" y="34196"/>
                </a:lnTo>
                <a:close/>
                <a:moveTo>
                  <a:pt x="358665" y="47945"/>
                </a:moveTo>
                <a:cubicBezTo>
                  <a:pt x="366312" y="38779"/>
                  <a:pt x="373602" y="34196"/>
                  <a:pt x="380536" y="34196"/>
                </a:cubicBezTo>
                <a:cubicBezTo>
                  <a:pt x="384098" y="34196"/>
                  <a:pt x="387162" y="35084"/>
                  <a:pt x="389726" y="36860"/>
                </a:cubicBezTo>
                <a:cubicBezTo>
                  <a:pt x="392291" y="38636"/>
                  <a:pt x="394333" y="41560"/>
                  <a:pt x="395853" y="45634"/>
                </a:cubicBezTo>
                <a:cubicBezTo>
                  <a:pt x="396898" y="48476"/>
                  <a:pt x="397420" y="52834"/>
                  <a:pt x="397420" y="58707"/>
                </a:cubicBezTo>
                <a:lnTo>
                  <a:pt x="397420" y="86486"/>
                </a:lnTo>
                <a:cubicBezTo>
                  <a:pt x="397420" y="90642"/>
                  <a:pt x="397753" y="93461"/>
                  <a:pt x="398418" y="94942"/>
                </a:cubicBezTo>
                <a:cubicBezTo>
                  <a:pt x="398940" y="96137"/>
                  <a:pt x="399783" y="97069"/>
                  <a:pt x="400947" y="97738"/>
                </a:cubicBezTo>
                <a:cubicBezTo>
                  <a:pt x="402110" y="98406"/>
                  <a:pt x="404260" y="98740"/>
                  <a:pt x="407394" y="98740"/>
                </a:cubicBezTo>
                <a:lnTo>
                  <a:pt x="407394" y="101304"/>
                </a:lnTo>
                <a:lnTo>
                  <a:pt x="375122" y="101304"/>
                </a:lnTo>
                <a:lnTo>
                  <a:pt x="375122" y="98740"/>
                </a:lnTo>
                <a:lnTo>
                  <a:pt x="376476" y="98740"/>
                </a:lnTo>
                <a:cubicBezTo>
                  <a:pt x="379515" y="98740"/>
                  <a:pt x="381641" y="98275"/>
                  <a:pt x="382852" y="97344"/>
                </a:cubicBezTo>
                <a:cubicBezTo>
                  <a:pt x="384063" y="96412"/>
                  <a:pt x="384906" y="95038"/>
                  <a:pt x="385381" y="93223"/>
                </a:cubicBezTo>
                <a:cubicBezTo>
                  <a:pt x="385571" y="92506"/>
                  <a:pt x="385666" y="90261"/>
                  <a:pt x="385666" y="86486"/>
                </a:cubicBezTo>
                <a:lnTo>
                  <a:pt x="385666" y="59816"/>
                </a:lnTo>
                <a:cubicBezTo>
                  <a:pt x="385666" y="53888"/>
                  <a:pt x="384894" y="49584"/>
                  <a:pt x="383350" y="46905"/>
                </a:cubicBezTo>
                <a:cubicBezTo>
                  <a:pt x="381807" y="44226"/>
                  <a:pt x="379207" y="42887"/>
                  <a:pt x="375550" y="42887"/>
                </a:cubicBezTo>
                <a:cubicBezTo>
                  <a:pt x="369898" y="42887"/>
                  <a:pt x="364270" y="45974"/>
                  <a:pt x="358665" y="52148"/>
                </a:cubicBezTo>
                <a:lnTo>
                  <a:pt x="358665" y="86486"/>
                </a:lnTo>
                <a:cubicBezTo>
                  <a:pt x="358665" y="90929"/>
                  <a:pt x="358927" y="93676"/>
                  <a:pt x="359449" y="94728"/>
                </a:cubicBezTo>
                <a:cubicBezTo>
                  <a:pt x="360114" y="96113"/>
                  <a:pt x="361028" y="97128"/>
                  <a:pt x="362192" y="97774"/>
                </a:cubicBezTo>
                <a:cubicBezTo>
                  <a:pt x="363355" y="98418"/>
                  <a:pt x="365718" y="98740"/>
                  <a:pt x="369280" y="98740"/>
                </a:cubicBezTo>
                <a:lnTo>
                  <a:pt x="369280" y="101304"/>
                </a:lnTo>
                <a:lnTo>
                  <a:pt x="337008" y="101304"/>
                </a:lnTo>
                <a:lnTo>
                  <a:pt x="337008" y="98740"/>
                </a:lnTo>
                <a:lnTo>
                  <a:pt x="338433" y="98740"/>
                </a:lnTo>
                <a:cubicBezTo>
                  <a:pt x="341758" y="98740"/>
                  <a:pt x="344002" y="97892"/>
                  <a:pt x="345165" y="96197"/>
                </a:cubicBezTo>
                <a:cubicBezTo>
                  <a:pt x="346329" y="94501"/>
                  <a:pt x="346911" y="91264"/>
                  <a:pt x="346911" y="86486"/>
                </a:cubicBezTo>
                <a:lnTo>
                  <a:pt x="346911" y="62407"/>
                </a:lnTo>
                <a:cubicBezTo>
                  <a:pt x="346911" y="54570"/>
                  <a:pt x="346733" y="49797"/>
                  <a:pt x="346376" y="48088"/>
                </a:cubicBezTo>
                <a:cubicBezTo>
                  <a:pt x="346020" y="46378"/>
                  <a:pt x="345474" y="45214"/>
                  <a:pt x="344738" y="44597"/>
                </a:cubicBezTo>
                <a:cubicBezTo>
                  <a:pt x="344002" y="43979"/>
                  <a:pt x="343016" y="43671"/>
                  <a:pt x="341781" y="43671"/>
                </a:cubicBezTo>
                <a:cubicBezTo>
                  <a:pt x="340452" y="43671"/>
                  <a:pt x="338860" y="44027"/>
                  <a:pt x="337008" y="44739"/>
                </a:cubicBezTo>
                <a:lnTo>
                  <a:pt x="335940" y="42175"/>
                </a:lnTo>
                <a:lnTo>
                  <a:pt x="355602" y="34196"/>
                </a:lnTo>
                <a:lnTo>
                  <a:pt x="358665" y="34196"/>
                </a:lnTo>
                <a:lnTo>
                  <a:pt x="358665" y="47945"/>
                </a:lnTo>
                <a:close/>
                <a:moveTo>
                  <a:pt x="454769" y="34196"/>
                </a:moveTo>
                <a:lnTo>
                  <a:pt x="454769" y="56423"/>
                </a:lnTo>
                <a:lnTo>
                  <a:pt x="452418" y="56423"/>
                </a:lnTo>
                <a:cubicBezTo>
                  <a:pt x="450614" y="49469"/>
                  <a:pt x="448298" y="44739"/>
                  <a:pt x="445472" y="42232"/>
                </a:cubicBezTo>
                <a:cubicBezTo>
                  <a:pt x="442646" y="39724"/>
                  <a:pt x="439049" y="38470"/>
                  <a:pt x="434679" y="38470"/>
                </a:cubicBezTo>
                <a:cubicBezTo>
                  <a:pt x="431355" y="38470"/>
                  <a:pt x="428671" y="39346"/>
                  <a:pt x="426629" y="41097"/>
                </a:cubicBezTo>
                <a:cubicBezTo>
                  <a:pt x="424587" y="42848"/>
                  <a:pt x="423566" y="44789"/>
                  <a:pt x="423566" y="46919"/>
                </a:cubicBezTo>
                <a:cubicBezTo>
                  <a:pt x="423566" y="49568"/>
                  <a:pt x="424326" y="51840"/>
                  <a:pt x="425845" y="53733"/>
                </a:cubicBezTo>
                <a:cubicBezTo>
                  <a:pt x="427318" y="55673"/>
                  <a:pt x="430310" y="57732"/>
                  <a:pt x="434822" y="59909"/>
                </a:cubicBezTo>
                <a:lnTo>
                  <a:pt x="445223" y="64949"/>
                </a:lnTo>
                <a:cubicBezTo>
                  <a:pt x="454864" y="69645"/>
                  <a:pt x="459685" y="75835"/>
                  <a:pt x="459685" y="83519"/>
                </a:cubicBezTo>
                <a:cubicBezTo>
                  <a:pt x="459685" y="89448"/>
                  <a:pt x="457441" y="94227"/>
                  <a:pt x="452953" y="97856"/>
                </a:cubicBezTo>
                <a:cubicBezTo>
                  <a:pt x="448464" y="101485"/>
                  <a:pt x="443442" y="103299"/>
                  <a:pt x="437885" y="103299"/>
                </a:cubicBezTo>
                <a:cubicBezTo>
                  <a:pt x="433896" y="103299"/>
                  <a:pt x="429336" y="102622"/>
                  <a:pt x="424207" y="101269"/>
                </a:cubicBezTo>
                <a:cubicBezTo>
                  <a:pt x="422640" y="100818"/>
                  <a:pt x="421357" y="100592"/>
                  <a:pt x="420360" y="100592"/>
                </a:cubicBezTo>
                <a:cubicBezTo>
                  <a:pt x="419268" y="100592"/>
                  <a:pt x="418413" y="101162"/>
                  <a:pt x="417795" y="102302"/>
                </a:cubicBezTo>
                <a:lnTo>
                  <a:pt x="415444" y="102302"/>
                </a:lnTo>
                <a:lnTo>
                  <a:pt x="415444" y="78935"/>
                </a:lnTo>
                <a:lnTo>
                  <a:pt x="417795" y="78935"/>
                </a:lnTo>
                <a:cubicBezTo>
                  <a:pt x="419125" y="85584"/>
                  <a:pt x="421666" y="90595"/>
                  <a:pt x="425418" y="93967"/>
                </a:cubicBezTo>
                <a:cubicBezTo>
                  <a:pt x="429170" y="97339"/>
                  <a:pt x="433373" y="99025"/>
                  <a:pt x="438028" y="99025"/>
                </a:cubicBezTo>
                <a:cubicBezTo>
                  <a:pt x="441305" y="99025"/>
                  <a:pt x="443976" y="98068"/>
                  <a:pt x="446042" y="96155"/>
                </a:cubicBezTo>
                <a:cubicBezTo>
                  <a:pt x="448108" y="94241"/>
                  <a:pt x="449141" y="91936"/>
                  <a:pt x="449141" y="89243"/>
                </a:cubicBezTo>
                <a:cubicBezTo>
                  <a:pt x="449141" y="85982"/>
                  <a:pt x="447989" y="83241"/>
                  <a:pt x="445686" y="81021"/>
                </a:cubicBezTo>
                <a:cubicBezTo>
                  <a:pt x="443383" y="78799"/>
                  <a:pt x="438788" y="75993"/>
                  <a:pt x="431901" y="72603"/>
                </a:cubicBezTo>
                <a:cubicBezTo>
                  <a:pt x="425014" y="69212"/>
                  <a:pt x="420502" y="66137"/>
                  <a:pt x="418365" y="63378"/>
                </a:cubicBezTo>
                <a:cubicBezTo>
                  <a:pt x="416228" y="60666"/>
                  <a:pt x="415159" y="57241"/>
                  <a:pt x="415159" y="53103"/>
                </a:cubicBezTo>
                <a:cubicBezTo>
                  <a:pt x="415159" y="47728"/>
                  <a:pt x="417000" y="43233"/>
                  <a:pt x="420681" y="39619"/>
                </a:cubicBezTo>
                <a:cubicBezTo>
                  <a:pt x="424361" y="36003"/>
                  <a:pt x="429123" y="34196"/>
                  <a:pt x="434964" y="34196"/>
                </a:cubicBezTo>
                <a:cubicBezTo>
                  <a:pt x="437529" y="34196"/>
                  <a:pt x="440640" y="34742"/>
                  <a:pt x="444297" y="35834"/>
                </a:cubicBezTo>
                <a:cubicBezTo>
                  <a:pt x="446719" y="36547"/>
                  <a:pt x="448334" y="36903"/>
                  <a:pt x="449141" y="36903"/>
                </a:cubicBezTo>
                <a:cubicBezTo>
                  <a:pt x="449901" y="36903"/>
                  <a:pt x="450495" y="36737"/>
                  <a:pt x="450922" y="36404"/>
                </a:cubicBezTo>
                <a:cubicBezTo>
                  <a:pt x="451350" y="36072"/>
                  <a:pt x="451848" y="35335"/>
                  <a:pt x="452418" y="34196"/>
                </a:cubicBezTo>
                <a:lnTo>
                  <a:pt x="454769" y="34196"/>
                </a:lnTo>
                <a:close/>
                <a:moveTo>
                  <a:pt x="488300" y="14533"/>
                </a:moveTo>
                <a:lnTo>
                  <a:pt x="488300" y="36048"/>
                </a:lnTo>
                <a:lnTo>
                  <a:pt x="503546" y="36048"/>
                </a:lnTo>
                <a:lnTo>
                  <a:pt x="503546" y="40892"/>
                </a:lnTo>
                <a:lnTo>
                  <a:pt x="488300" y="41035"/>
                </a:lnTo>
                <a:lnTo>
                  <a:pt x="488300" y="83410"/>
                </a:lnTo>
                <a:cubicBezTo>
                  <a:pt x="488300" y="87641"/>
                  <a:pt x="488906" y="90494"/>
                  <a:pt x="490117" y="91970"/>
                </a:cubicBezTo>
                <a:cubicBezTo>
                  <a:pt x="491328" y="93443"/>
                  <a:pt x="492884" y="94180"/>
                  <a:pt x="494783" y="94180"/>
                </a:cubicBezTo>
                <a:cubicBezTo>
                  <a:pt x="496351" y="94180"/>
                  <a:pt x="497870" y="93688"/>
                  <a:pt x="499343" y="92702"/>
                </a:cubicBezTo>
                <a:cubicBezTo>
                  <a:pt x="500815" y="91717"/>
                  <a:pt x="501955" y="90262"/>
                  <a:pt x="502762" y="88339"/>
                </a:cubicBezTo>
                <a:lnTo>
                  <a:pt x="505541" y="88339"/>
                </a:lnTo>
                <a:cubicBezTo>
                  <a:pt x="503878" y="93017"/>
                  <a:pt x="501527" y="96537"/>
                  <a:pt x="498488" y="98900"/>
                </a:cubicBezTo>
                <a:cubicBezTo>
                  <a:pt x="495448" y="101263"/>
                  <a:pt x="492314" y="102444"/>
                  <a:pt x="489084" y="102444"/>
                </a:cubicBezTo>
                <a:cubicBezTo>
                  <a:pt x="486899" y="102444"/>
                  <a:pt x="484762" y="101837"/>
                  <a:pt x="482672" y="100621"/>
                </a:cubicBezTo>
                <a:cubicBezTo>
                  <a:pt x="480583" y="99405"/>
                  <a:pt x="479039" y="97666"/>
                  <a:pt x="478042" y="95403"/>
                </a:cubicBezTo>
                <a:cubicBezTo>
                  <a:pt x="477044" y="93139"/>
                  <a:pt x="476546" y="89648"/>
                  <a:pt x="476546" y="84930"/>
                </a:cubicBezTo>
                <a:lnTo>
                  <a:pt x="476546" y="40892"/>
                </a:lnTo>
                <a:lnTo>
                  <a:pt x="466216" y="40892"/>
                </a:lnTo>
                <a:lnTo>
                  <a:pt x="466216" y="38608"/>
                </a:lnTo>
                <a:cubicBezTo>
                  <a:pt x="468828" y="37569"/>
                  <a:pt x="471499" y="35810"/>
                  <a:pt x="474230" y="33332"/>
                </a:cubicBezTo>
                <a:cubicBezTo>
                  <a:pt x="476961" y="30853"/>
                  <a:pt x="479395" y="27899"/>
                  <a:pt x="481533" y="24469"/>
                </a:cubicBezTo>
                <a:cubicBezTo>
                  <a:pt x="482625" y="22658"/>
                  <a:pt x="484145" y="19346"/>
                  <a:pt x="486092" y="14533"/>
                </a:cubicBezTo>
                <a:lnTo>
                  <a:pt x="488300" y="14533"/>
                </a:lnTo>
                <a:close/>
                <a:moveTo>
                  <a:pt x="528857" y="34196"/>
                </a:moveTo>
                <a:lnTo>
                  <a:pt x="528857" y="48871"/>
                </a:lnTo>
                <a:cubicBezTo>
                  <a:pt x="534319" y="39087"/>
                  <a:pt x="539923" y="34196"/>
                  <a:pt x="545670" y="34196"/>
                </a:cubicBezTo>
                <a:cubicBezTo>
                  <a:pt x="548282" y="34196"/>
                  <a:pt x="550443" y="34991"/>
                  <a:pt x="552153" y="36582"/>
                </a:cubicBezTo>
                <a:cubicBezTo>
                  <a:pt x="553862" y="38173"/>
                  <a:pt x="554717" y="40014"/>
                  <a:pt x="554717" y="42103"/>
                </a:cubicBezTo>
                <a:cubicBezTo>
                  <a:pt x="554717" y="43956"/>
                  <a:pt x="554100" y="45523"/>
                  <a:pt x="552865" y="46805"/>
                </a:cubicBezTo>
                <a:cubicBezTo>
                  <a:pt x="551630" y="48088"/>
                  <a:pt x="550158" y="48729"/>
                  <a:pt x="548448" y="48729"/>
                </a:cubicBezTo>
                <a:cubicBezTo>
                  <a:pt x="546786" y="48729"/>
                  <a:pt x="544922" y="47921"/>
                  <a:pt x="542856" y="46307"/>
                </a:cubicBezTo>
                <a:cubicBezTo>
                  <a:pt x="540790" y="44692"/>
                  <a:pt x="539258" y="43884"/>
                  <a:pt x="538261" y="43884"/>
                </a:cubicBezTo>
                <a:cubicBezTo>
                  <a:pt x="537406" y="43884"/>
                  <a:pt x="536480" y="44356"/>
                  <a:pt x="535482" y="45298"/>
                </a:cubicBezTo>
                <a:cubicBezTo>
                  <a:pt x="533345" y="47232"/>
                  <a:pt x="531136" y="50415"/>
                  <a:pt x="528857" y="54847"/>
                </a:cubicBezTo>
                <a:lnTo>
                  <a:pt x="528857" y="86059"/>
                </a:lnTo>
                <a:cubicBezTo>
                  <a:pt x="528857" y="89671"/>
                  <a:pt x="529308" y="92404"/>
                  <a:pt x="530210" y="94256"/>
                </a:cubicBezTo>
                <a:cubicBezTo>
                  <a:pt x="530828" y="95540"/>
                  <a:pt x="531920" y="96609"/>
                  <a:pt x="533487" y="97462"/>
                </a:cubicBezTo>
                <a:cubicBezTo>
                  <a:pt x="535055" y="98314"/>
                  <a:pt x="537311" y="98740"/>
                  <a:pt x="540255" y="98740"/>
                </a:cubicBezTo>
                <a:lnTo>
                  <a:pt x="540255" y="101304"/>
                </a:lnTo>
                <a:lnTo>
                  <a:pt x="506843" y="101304"/>
                </a:lnTo>
                <a:lnTo>
                  <a:pt x="506843" y="98740"/>
                </a:lnTo>
                <a:cubicBezTo>
                  <a:pt x="510168" y="98740"/>
                  <a:pt x="512638" y="98211"/>
                  <a:pt x="514252" y="97155"/>
                </a:cubicBezTo>
                <a:cubicBezTo>
                  <a:pt x="515440" y="96386"/>
                  <a:pt x="516271" y="95161"/>
                  <a:pt x="516746" y="93479"/>
                </a:cubicBezTo>
                <a:cubicBezTo>
                  <a:pt x="516983" y="92661"/>
                  <a:pt x="517102" y="90330"/>
                  <a:pt x="517102" y="86486"/>
                </a:cubicBezTo>
                <a:lnTo>
                  <a:pt x="517102" y="61410"/>
                </a:lnTo>
                <a:cubicBezTo>
                  <a:pt x="517102" y="53811"/>
                  <a:pt x="516948" y="49287"/>
                  <a:pt x="516639" y="47838"/>
                </a:cubicBezTo>
                <a:cubicBezTo>
                  <a:pt x="516330" y="46390"/>
                  <a:pt x="515760" y="45333"/>
                  <a:pt x="514929" y="44668"/>
                </a:cubicBezTo>
                <a:cubicBezTo>
                  <a:pt x="514098" y="44003"/>
                  <a:pt x="513065" y="43671"/>
                  <a:pt x="511830" y="43671"/>
                </a:cubicBezTo>
                <a:cubicBezTo>
                  <a:pt x="510358" y="43671"/>
                  <a:pt x="508696" y="44027"/>
                  <a:pt x="506843" y="44739"/>
                </a:cubicBezTo>
                <a:lnTo>
                  <a:pt x="506131" y="42175"/>
                </a:lnTo>
                <a:lnTo>
                  <a:pt x="525865" y="34196"/>
                </a:lnTo>
                <a:lnTo>
                  <a:pt x="528857" y="34196"/>
                </a:lnTo>
                <a:close/>
                <a:moveTo>
                  <a:pt x="615556" y="36048"/>
                </a:moveTo>
                <a:lnTo>
                  <a:pt x="615556" y="75800"/>
                </a:lnTo>
                <a:cubicBezTo>
                  <a:pt x="615556" y="83258"/>
                  <a:pt x="615734" y="87820"/>
                  <a:pt x="616090" y="89485"/>
                </a:cubicBezTo>
                <a:cubicBezTo>
                  <a:pt x="616446" y="91149"/>
                  <a:pt x="617016" y="92312"/>
                  <a:pt x="617800" y="92974"/>
                </a:cubicBezTo>
                <a:cubicBezTo>
                  <a:pt x="618583" y="93636"/>
                  <a:pt x="619498" y="93967"/>
                  <a:pt x="620542" y="93967"/>
                </a:cubicBezTo>
                <a:cubicBezTo>
                  <a:pt x="622015" y="93967"/>
                  <a:pt x="623677" y="93563"/>
                  <a:pt x="625529" y="92756"/>
                </a:cubicBezTo>
                <a:lnTo>
                  <a:pt x="626527" y="95320"/>
                </a:lnTo>
                <a:lnTo>
                  <a:pt x="607007" y="103299"/>
                </a:lnTo>
                <a:lnTo>
                  <a:pt x="603801" y="103299"/>
                </a:lnTo>
                <a:lnTo>
                  <a:pt x="603801" y="89543"/>
                </a:lnTo>
                <a:cubicBezTo>
                  <a:pt x="598197" y="95594"/>
                  <a:pt x="593922" y="99400"/>
                  <a:pt x="590977" y="100959"/>
                </a:cubicBezTo>
                <a:cubicBezTo>
                  <a:pt x="588033" y="102519"/>
                  <a:pt x="584922" y="103299"/>
                  <a:pt x="581645" y="103299"/>
                </a:cubicBezTo>
                <a:cubicBezTo>
                  <a:pt x="577988" y="103299"/>
                  <a:pt x="574818" y="102242"/>
                  <a:pt x="572134" y="100129"/>
                </a:cubicBezTo>
                <a:cubicBezTo>
                  <a:pt x="569451" y="98016"/>
                  <a:pt x="567587" y="95296"/>
                  <a:pt x="566542" y="91972"/>
                </a:cubicBezTo>
                <a:cubicBezTo>
                  <a:pt x="565497" y="88647"/>
                  <a:pt x="564975" y="83945"/>
                  <a:pt x="564975" y="77866"/>
                </a:cubicBezTo>
                <a:lnTo>
                  <a:pt x="564975" y="48729"/>
                </a:lnTo>
                <a:cubicBezTo>
                  <a:pt x="564975" y="45619"/>
                  <a:pt x="564642" y="43467"/>
                  <a:pt x="563977" y="42273"/>
                </a:cubicBezTo>
                <a:cubicBezTo>
                  <a:pt x="563312" y="41076"/>
                  <a:pt x="562327" y="40155"/>
                  <a:pt x="561021" y="39510"/>
                </a:cubicBezTo>
                <a:cubicBezTo>
                  <a:pt x="559715" y="38864"/>
                  <a:pt x="557352" y="38565"/>
                  <a:pt x="553932" y="38613"/>
                </a:cubicBezTo>
                <a:lnTo>
                  <a:pt x="553932" y="36048"/>
                </a:lnTo>
                <a:lnTo>
                  <a:pt x="576801" y="36048"/>
                </a:lnTo>
                <a:lnTo>
                  <a:pt x="576801" y="79772"/>
                </a:lnTo>
                <a:cubicBezTo>
                  <a:pt x="576801" y="85859"/>
                  <a:pt x="577857" y="89853"/>
                  <a:pt x="579971" y="91756"/>
                </a:cubicBezTo>
                <a:cubicBezTo>
                  <a:pt x="582084" y="93657"/>
                  <a:pt x="584637" y="94608"/>
                  <a:pt x="587629" y="94608"/>
                </a:cubicBezTo>
                <a:cubicBezTo>
                  <a:pt x="589671" y="94608"/>
                  <a:pt x="591987" y="93966"/>
                  <a:pt x="594575" y="92682"/>
                </a:cubicBezTo>
                <a:cubicBezTo>
                  <a:pt x="597164" y="91398"/>
                  <a:pt x="600239" y="88949"/>
                  <a:pt x="603801" y="85335"/>
                </a:cubicBezTo>
                <a:lnTo>
                  <a:pt x="603801" y="48444"/>
                </a:lnTo>
                <a:cubicBezTo>
                  <a:pt x="603801" y="44658"/>
                  <a:pt x="603124" y="42097"/>
                  <a:pt x="601770" y="40761"/>
                </a:cubicBezTo>
                <a:cubicBezTo>
                  <a:pt x="600417" y="39425"/>
                  <a:pt x="597603" y="38709"/>
                  <a:pt x="593328" y="38613"/>
                </a:cubicBezTo>
                <a:lnTo>
                  <a:pt x="593328" y="36048"/>
                </a:lnTo>
                <a:lnTo>
                  <a:pt x="615556" y="36048"/>
                </a:lnTo>
                <a:close/>
                <a:moveTo>
                  <a:pt x="686726" y="76513"/>
                </a:moveTo>
                <a:cubicBezTo>
                  <a:pt x="684969" y="85109"/>
                  <a:pt x="681525" y="91723"/>
                  <a:pt x="676396" y="96353"/>
                </a:cubicBezTo>
                <a:cubicBezTo>
                  <a:pt x="671267" y="100984"/>
                  <a:pt x="665591" y="103299"/>
                  <a:pt x="659369" y="103299"/>
                </a:cubicBezTo>
                <a:cubicBezTo>
                  <a:pt x="651960" y="103299"/>
                  <a:pt x="645501" y="100192"/>
                  <a:pt x="639992" y="93978"/>
                </a:cubicBezTo>
                <a:cubicBezTo>
                  <a:pt x="634483" y="87762"/>
                  <a:pt x="631728" y="79364"/>
                  <a:pt x="631728" y="68783"/>
                </a:cubicBezTo>
                <a:cubicBezTo>
                  <a:pt x="631728" y="58535"/>
                  <a:pt x="634780" y="50208"/>
                  <a:pt x="640882" y="43804"/>
                </a:cubicBezTo>
                <a:cubicBezTo>
                  <a:pt x="646985" y="37398"/>
                  <a:pt x="654311" y="34196"/>
                  <a:pt x="662860" y="34196"/>
                </a:cubicBezTo>
                <a:cubicBezTo>
                  <a:pt x="669272" y="34196"/>
                  <a:pt x="674544" y="35899"/>
                  <a:pt x="678676" y="39307"/>
                </a:cubicBezTo>
                <a:cubicBezTo>
                  <a:pt x="682808" y="42713"/>
                  <a:pt x="684874" y="46251"/>
                  <a:pt x="684874" y="49920"/>
                </a:cubicBezTo>
                <a:cubicBezTo>
                  <a:pt x="684874" y="51731"/>
                  <a:pt x="684292" y="53196"/>
                  <a:pt x="683128" y="54317"/>
                </a:cubicBezTo>
                <a:cubicBezTo>
                  <a:pt x="681965" y="55436"/>
                  <a:pt x="680338" y="55995"/>
                  <a:pt x="678248" y="55995"/>
                </a:cubicBezTo>
                <a:cubicBezTo>
                  <a:pt x="675446" y="55995"/>
                  <a:pt x="673333" y="55086"/>
                  <a:pt x="671908" y="53266"/>
                </a:cubicBezTo>
                <a:cubicBezTo>
                  <a:pt x="671100" y="52260"/>
                  <a:pt x="670566" y="50344"/>
                  <a:pt x="670305" y="47518"/>
                </a:cubicBezTo>
                <a:cubicBezTo>
                  <a:pt x="670044" y="44692"/>
                  <a:pt x="669082" y="42537"/>
                  <a:pt x="667420" y="41053"/>
                </a:cubicBezTo>
                <a:cubicBezTo>
                  <a:pt x="665757" y="39616"/>
                  <a:pt x="663454" y="38898"/>
                  <a:pt x="660509" y="38898"/>
                </a:cubicBezTo>
                <a:cubicBezTo>
                  <a:pt x="655760" y="38898"/>
                  <a:pt x="651937" y="40655"/>
                  <a:pt x="649040" y="44169"/>
                </a:cubicBezTo>
                <a:cubicBezTo>
                  <a:pt x="645193" y="48824"/>
                  <a:pt x="643269" y="54974"/>
                  <a:pt x="643269" y="62621"/>
                </a:cubicBezTo>
                <a:cubicBezTo>
                  <a:pt x="643269" y="70410"/>
                  <a:pt x="645181" y="77284"/>
                  <a:pt x="649004" y="83245"/>
                </a:cubicBezTo>
                <a:cubicBezTo>
                  <a:pt x="652827" y="89205"/>
                  <a:pt x="657992" y="92186"/>
                  <a:pt x="664499" y="92186"/>
                </a:cubicBezTo>
                <a:cubicBezTo>
                  <a:pt x="669153" y="92186"/>
                  <a:pt x="673333" y="90595"/>
                  <a:pt x="677037" y="87413"/>
                </a:cubicBezTo>
                <a:cubicBezTo>
                  <a:pt x="679649" y="85228"/>
                  <a:pt x="682190" y="81262"/>
                  <a:pt x="684660" y="75515"/>
                </a:cubicBezTo>
                <a:lnTo>
                  <a:pt x="686726" y="76513"/>
                </a:lnTo>
                <a:close/>
                <a:moveTo>
                  <a:pt x="714884" y="14533"/>
                </a:moveTo>
                <a:lnTo>
                  <a:pt x="714884" y="36048"/>
                </a:lnTo>
                <a:lnTo>
                  <a:pt x="730130" y="36048"/>
                </a:lnTo>
                <a:lnTo>
                  <a:pt x="730130" y="40892"/>
                </a:lnTo>
                <a:lnTo>
                  <a:pt x="714884" y="41035"/>
                </a:lnTo>
                <a:lnTo>
                  <a:pt x="714884" y="83410"/>
                </a:lnTo>
                <a:cubicBezTo>
                  <a:pt x="714884" y="87641"/>
                  <a:pt x="715490" y="90494"/>
                  <a:pt x="716701" y="91970"/>
                </a:cubicBezTo>
                <a:cubicBezTo>
                  <a:pt x="717912" y="93443"/>
                  <a:pt x="719468" y="94180"/>
                  <a:pt x="721367" y="94180"/>
                </a:cubicBezTo>
                <a:cubicBezTo>
                  <a:pt x="722935" y="94180"/>
                  <a:pt x="724454" y="93688"/>
                  <a:pt x="725927" y="92702"/>
                </a:cubicBezTo>
                <a:cubicBezTo>
                  <a:pt x="727399" y="91717"/>
                  <a:pt x="728539" y="90262"/>
                  <a:pt x="729346" y="88339"/>
                </a:cubicBezTo>
                <a:lnTo>
                  <a:pt x="732125" y="88339"/>
                </a:lnTo>
                <a:cubicBezTo>
                  <a:pt x="730462" y="93017"/>
                  <a:pt x="728111" y="96537"/>
                  <a:pt x="725072" y="98900"/>
                </a:cubicBezTo>
                <a:cubicBezTo>
                  <a:pt x="722032" y="101263"/>
                  <a:pt x="718898" y="102444"/>
                  <a:pt x="715668" y="102444"/>
                </a:cubicBezTo>
                <a:cubicBezTo>
                  <a:pt x="713483" y="102444"/>
                  <a:pt x="711346" y="101837"/>
                  <a:pt x="709256" y="100621"/>
                </a:cubicBezTo>
                <a:cubicBezTo>
                  <a:pt x="707167" y="99405"/>
                  <a:pt x="705623" y="97666"/>
                  <a:pt x="704626" y="95403"/>
                </a:cubicBezTo>
                <a:cubicBezTo>
                  <a:pt x="703628" y="93139"/>
                  <a:pt x="703130" y="89648"/>
                  <a:pt x="703130" y="84930"/>
                </a:cubicBezTo>
                <a:lnTo>
                  <a:pt x="703130" y="40892"/>
                </a:lnTo>
                <a:lnTo>
                  <a:pt x="692800" y="40892"/>
                </a:lnTo>
                <a:lnTo>
                  <a:pt x="692800" y="38608"/>
                </a:lnTo>
                <a:cubicBezTo>
                  <a:pt x="695412" y="37569"/>
                  <a:pt x="698083" y="35810"/>
                  <a:pt x="700814" y="33332"/>
                </a:cubicBezTo>
                <a:cubicBezTo>
                  <a:pt x="703545" y="30853"/>
                  <a:pt x="705979" y="27899"/>
                  <a:pt x="708117" y="24469"/>
                </a:cubicBezTo>
                <a:cubicBezTo>
                  <a:pt x="709209" y="22658"/>
                  <a:pt x="710729" y="19346"/>
                  <a:pt x="712676" y="14533"/>
                </a:cubicBezTo>
                <a:lnTo>
                  <a:pt x="714884" y="14533"/>
                </a:lnTo>
                <a:close/>
                <a:moveTo>
                  <a:pt x="752947" y="0"/>
                </a:moveTo>
                <a:cubicBezTo>
                  <a:pt x="754942" y="0"/>
                  <a:pt x="756640" y="704"/>
                  <a:pt x="758041" y="2113"/>
                </a:cubicBezTo>
                <a:cubicBezTo>
                  <a:pt x="759442" y="3520"/>
                  <a:pt x="760142" y="5226"/>
                  <a:pt x="760142" y="7231"/>
                </a:cubicBezTo>
                <a:cubicBezTo>
                  <a:pt x="760142" y="9236"/>
                  <a:pt x="759442" y="10955"/>
                  <a:pt x="758041" y="12387"/>
                </a:cubicBezTo>
                <a:cubicBezTo>
                  <a:pt x="756640" y="13818"/>
                  <a:pt x="754942" y="14533"/>
                  <a:pt x="752947" y="14533"/>
                </a:cubicBezTo>
                <a:cubicBezTo>
                  <a:pt x="750952" y="14533"/>
                  <a:pt x="749243" y="13818"/>
                  <a:pt x="747818" y="12387"/>
                </a:cubicBezTo>
                <a:cubicBezTo>
                  <a:pt x="746393" y="10955"/>
                  <a:pt x="745681" y="9236"/>
                  <a:pt x="745681" y="7231"/>
                </a:cubicBezTo>
                <a:cubicBezTo>
                  <a:pt x="745681" y="5226"/>
                  <a:pt x="746381" y="3520"/>
                  <a:pt x="747782" y="2113"/>
                </a:cubicBezTo>
                <a:cubicBezTo>
                  <a:pt x="749183" y="704"/>
                  <a:pt x="750905" y="0"/>
                  <a:pt x="752947" y="0"/>
                </a:cubicBezTo>
                <a:moveTo>
                  <a:pt x="758860" y="34196"/>
                </a:moveTo>
                <a:lnTo>
                  <a:pt x="758860" y="86486"/>
                </a:lnTo>
                <a:cubicBezTo>
                  <a:pt x="758860" y="90595"/>
                  <a:pt x="759157" y="93330"/>
                  <a:pt x="759751" y="94692"/>
                </a:cubicBezTo>
                <a:cubicBezTo>
                  <a:pt x="760344" y="96053"/>
                  <a:pt x="761223" y="97069"/>
                  <a:pt x="762387" y="97738"/>
                </a:cubicBezTo>
                <a:cubicBezTo>
                  <a:pt x="763550" y="98406"/>
                  <a:pt x="765675" y="98740"/>
                  <a:pt x="768763" y="98740"/>
                </a:cubicBezTo>
                <a:lnTo>
                  <a:pt x="768763" y="101304"/>
                </a:lnTo>
                <a:lnTo>
                  <a:pt x="737060" y="101304"/>
                </a:lnTo>
                <a:lnTo>
                  <a:pt x="737060" y="98740"/>
                </a:lnTo>
                <a:cubicBezTo>
                  <a:pt x="740242" y="98740"/>
                  <a:pt x="742380" y="98430"/>
                  <a:pt x="743472" y="97809"/>
                </a:cubicBezTo>
                <a:cubicBezTo>
                  <a:pt x="744564" y="97187"/>
                  <a:pt x="745431" y="96160"/>
                  <a:pt x="746072" y="94728"/>
                </a:cubicBezTo>
                <a:cubicBezTo>
                  <a:pt x="746714" y="93294"/>
                  <a:pt x="747034" y="90547"/>
                  <a:pt x="747034" y="86486"/>
                </a:cubicBezTo>
                <a:lnTo>
                  <a:pt x="747034" y="61552"/>
                </a:lnTo>
                <a:cubicBezTo>
                  <a:pt x="747034" y="54446"/>
                  <a:pt x="746820" y="49843"/>
                  <a:pt x="746393" y="47745"/>
                </a:cubicBezTo>
                <a:cubicBezTo>
                  <a:pt x="746060" y="46217"/>
                  <a:pt x="745538" y="45157"/>
                  <a:pt x="744826" y="44563"/>
                </a:cubicBezTo>
                <a:cubicBezTo>
                  <a:pt x="744113" y="43968"/>
                  <a:pt x="743140" y="43671"/>
                  <a:pt x="741905" y="43671"/>
                </a:cubicBezTo>
                <a:cubicBezTo>
                  <a:pt x="740575" y="43671"/>
                  <a:pt x="738960" y="44027"/>
                  <a:pt x="737060" y="44739"/>
                </a:cubicBezTo>
                <a:lnTo>
                  <a:pt x="736063" y="42175"/>
                </a:lnTo>
                <a:lnTo>
                  <a:pt x="755726" y="34196"/>
                </a:lnTo>
                <a:lnTo>
                  <a:pt x="758860" y="34196"/>
                </a:lnTo>
                <a:close/>
                <a:moveTo>
                  <a:pt x="808678" y="34196"/>
                </a:moveTo>
                <a:cubicBezTo>
                  <a:pt x="818557" y="34196"/>
                  <a:pt x="826488" y="37944"/>
                  <a:pt x="832473" y="45441"/>
                </a:cubicBezTo>
                <a:cubicBezTo>
                  <a:pt x="837554" y="51845"/>
                  <a:pt x="840095" y="59199"/>
                  <a:pt x="840095" y="67503"/>
                </a:cubicBezTo>
                <a:cubicBezTo>
                  <a:pt x="840095" y="73339"/>
                  <a:pt x="838694" y="79246"/>
                  <a:pt x="835892" y="85224"/>
                </a:cubicBezTo>
                <a:cubicBezTo>
                  <a:pt x="833090" y="91201"/>
                  <a:pt x="829231" y="95708"/>
                  <a:pt x="824315" y="98744"/>
                </a:cubicBezTo>
                <a:cubicBezTo>
                  <a:pt x="819400" y="101781"/>
                  <a:pt x="813926" y="103299"/>
                  <a:pt x="807894" y="103299"/>
                </a:cubicBezTo>
                <a:cubicBezTo>
                  <a:pt x="798063" y="103299"/>
                  <a:pt x="790250" y="99385"/>
                  <a:pt x="784456" y="91556"/>
                </a:cubicBezTo>
                <a:cubicBezTo>
                  <a:pt x="779564" y="84961"/>
                  <a:pt x="777118" y="77560"/>
                  <a:pt x="777118" y="69353"/>
                </a:cubicBezTo>
                <a:cubicBezTo>
                  <a:pt x="777118" y="63375"/>
                  <a:pt x="778603" y="57432"/>
                  <a:pt x="781571" y="51525"/>
                </a:cubicBezTo>
                <a:cubicBezTo>
                  <a:pt x="784539" y="45618"/>
                  <a:pt x="788446" y="41253"/>
                  <a:pt x="793290" y="38430"/>
                </a:cubicBezTo>
                <a:cubicBezTo>
                  <a:pt x="798134" y="35607"/>
                  <a:pt x="803264" y="34196"/>
                  <a:pt x="808678" y="34196"/>
                </a:cubicBezTo>
                <a:moveTo>
                  <a:pt x="806470" y="38898"/>
                </a:moveTo>
                <a:cubicBezTo>
                  <a:pt x="803952" y="38898"/>
                  <a:pt x="801423" y="39643"/>
                  <a:pt x="798882" y="41135"/>
                </a:cubicBezTo>
                <a:cubicBezTo>
                  <a:pt x="796342" y="42625"/>
                  <a:pt x="794287" y="45239"/>
                  <a:pt x="792720" y="48978"/>
                </a:cubicBezTo>
                <a:cubicBezTo>
                  <a:pt x="791153" y="52717"/>
                  <a:pt x="790369" y="57520"/>
                  <a:pt x="790369" y="63387"/>
                </a:cubicBezTo>
                <a:cubicBezTo>
                  <a:pt x="790369" y="72851"/>
                  <a:pt x="792257" y="81015"/>
                  <a:pt x="796033" y="87878"/>
                </a:cubicBezTo>
                <a:cubicBezTo>
                  <a:pt x="799809" y="94739"/>
                  <a:pt x="804784" y="98170"/>
                  <a:pt x="810958" y="98170"/>
                </a:cubicBezTo>
                <a:cubicBezTo>
                  <a:pt x="815565" y="98170"/>
                  <a:pt x="819364" y="96277"/>
                  <a:pt x="822356" y="92491"/>
                </a:cubicBezTo>
                <a:cubicBezTo>
                  <a:pt x="825348" y="88704"/>
                  <a:pt x="826844" y="82198"/>
                  <a:pt x="826844" y="72971"/>
                </a:cubicBezTo>
                <a:cubicBezTo>
                  <a:pt x="826844" y="61424"/>
                  <a:pt x="824351" y="52338"/>
                  <a:pt x="819364" y="45712"/>
                </a:cubicBezTo>
                <a:cubicBezTo>
                  <a:pt x="815992" y="41169"/>
                  <a:pt x="811694" y="38898"/>
                  <a:pt x="806470" y="38898"/>
                </a:cubicBezTo>
                <a:close/>
                <a:moveTo>
                  <a:pt x="868735" y="47945"/>
                </a:moveTo>
                <a:cubicBezTo>
                  <a:pt x="876381" y="38779"/>
                  <a:pt x="883671" y="34196"/>
                  <a:pt x="890606" y="34196"/>
                </a:cubicBezTo>
                <a:cubicBezTo>
                  <a:pt x="894168" y="34196"/>
                  <a:pt x="897231" y="35084"/>
                  <a:pt x="899796" y="36860"/>
                </a:cubicBezTo>
                <a:cubicBezTo>
                  <a:pt x="902360" y="38636"/>
                  <a:pt x="904403" y="41560"/>
                  <a:pt x="905922" y="45634"/>
                </a:cubicBezTo>
                <a:cubicBezTo>
                  <a:pt x="906967" y="48476"/>
                  <a:pt x="907490" y="52834"/>
                  <a:pt x="907490" y="58707"/>
                </a:cubicBezTo>
                <a:lnTo>
                  <a:pt x="907490" y="86486"/>
                </a:lnTo>
                <a:cubicBezTo>
                  <a:pt x="907490" y="90642"/>
                  <a:pt x="907822" y="93461"/>
                  <a:pt x="908487" y="94942"/>
                </a:cubicBezTo>
                <a:cubicBezTo>
                  <a:pt x="909009" y="96137"/>
                  <a:pt x="909852" y="97069"/>
                  <a:pt x="911016" y="97738"/>
                </a:cubicBezTo>
                <a:cubicBezTo>
                  <a:pt x="912180" y="98406"/>
                  <a:pt x="914329" y="98740"/>
                  <a:pt x="917463" y="98740"/>
                </a:cubicBezTo>
                <a:lnTo>
                  <a:pt x="917463" y="101304"/>
                </a:lnTo>
                <a:lnTo>
                  <a:pt x="885191" y="101304"/>
                </a:lnTo>
                <a:lnTo>
                  <a:pt x="885191" y="98740"/>
                </a:lnTo>
                <a:lnTo>
                  <a:pt x="886545" y="98740"/>
                </a:lnTo>
                <a:cubicBezTo>
                  <a:pt x="889584" y="98740"/>
                  <a:pt x="891710" y="98275"/>
                  <a:pt x="892921" y="97344"/>
                </a:cubicBezTo>
                <a:cubicBezTo>
                  <a:pt x="894132" y="96412"/>
                  <a:pt x="894975" y="95038"/>
                  <a:pt x="895450" y="93223"/>
                </a:cubicBezTo>
                <a:cubicBezTo>
                  <a:pt x="895640" y="92506"/>
                  <a:pt x="895735" y="90261"/>
                  <a:pt x="895735" y="86486"/>
                </a:cubicBezTo>
                <a:lnTo>
                  <a:pt x="895735" y="59816"/>
                </a:lnTo>
                <a:cubicBezTo>
                  <a:pt x="895735" y="53888"/>
                  <a:pt x="894963" y="49584"/>
                  <a:pt x="893420" y="46905"/>
                </a:cubicBezTo>
                <a:cubicBezTo>
                  <a:pt x="891876" y="44226"/>
                  <a:pt x="889276" y="42887"/>
                  <a:pt x="885619" y="42887"/>
                </a:cubicBezTo>
                <a:cubicBezTo>
                  <a:pt x="879967" y="42887"/>
                  <a:pt x="874339" y="45974"/>
                  <a:pt x="868735" y="52148"/>
                </a:cubicBezTo>
                <a:lnTo>
                  <a:pt x="868735" y="86486"/>
                </a:lnTo>
                <a:cubicBezTo>
                  <a:pt x="868735" y="90929"/>
                  <a:pt x="868996" y="93676"/>
                  <a:pt x="869518" y="94728"/>
                </a:cubicBezTo>
                <a:cubicBezTo>
                  <a:pt x="870183" y="96113"/>
                  <a:pt x="871097" y="97128"/>
                  <a:pt x="872261" y="97774"/>
                </a:cubicBezTo>
                <a:cubicBezTo>
                  <a:pt x="873425" y="98418"/>
                  <a:pt x="875787" y="98740"/>
                  <a:pt x="879349" y="98740"/>
                </a:cubicBezTo>
                <a:lnTo>
                  <a:pt x="879349" y="101304"/>
                </a:lnTo>
                <a:lnTo>
                  <a:pt x="847077" y="101304"/>
                </a:lnTo>
                <a:lnTo>
                  <a:pt x="847077" y="98740"/>
                </a:lnTo>
                <a:lnTo>
                  <a:pt x="848502" y="98740"/>
                </a:lnTo>
                <a:cubicBezTo>
                  <a:pt x="851827" y="98740"/>
                  <a:pt x="854071" y="97892"/>
                  <a:pt x="855234" y="96197"/>
                </a:cubicBezTo>
                <a:cubicBezTo>
                  <a:pt x="856398" y="94501"/>
                  <a:pt x="856980" y="91264"/>
                  <a:pt x="856980" y="86486"/>
                </a:cubicBezTo>
                <a:lnTo>
                  <a:pt x="856980" y="62407"/>
                </a:lnTo>
                <a:cubicBezTo>
                  <a:pt x="856980" y="54570"/>
                  <a:pt x="856802" y="49797"/>
                  <a:pt x="856446" y="48088"/>
                </a:cubicBezTo>
                <a:cubicBezTo>
                  <a:pt x="856089" y="46378"/>
                  <a:pt x="855543" y="45214"/>
                  <a:pt x="854807" y="44597"/>
                </a:cubicBezTo>
                <a:cubicBezTo>
                  <a:pt x="854071" y="43979"/>
                  <a:pt x="853085" y="43671"/>
                  <a:pt x="851851" y="43671"/>
                </a:cubicBezTo>
                <a:cubicBezTo>
                  <a:pt x="850521" y="43671"/>
                  <a:pt x="848930" y="44027"/>
                  <a:pt x="847077" y="44739"/>
                </a:cubicBezTo>
                <a:lnTo>
                  <a:pt x="846009" y="42175"/>
                </a:lnTo>
                <a:lnTo>
                  <a:pt x="865671" y="34196"/>
                </a:lnTo>
                <a:lnTo>
                  <a:pt x="868735" y="34196"/>
                </a:lnTo>
                <a:lnTo>
                  <a:pt x="868735" y="47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3">
            <a:extLst xmlns:a="http://schemas.openxmlformats.org/drawingml/2006/main">
              <a:ext uri="{FF2B5EF4-FFF2-40B4-BE49-F238E27FC236}">
                <a16:creationId xmlns:a16="http://schemas.microsoft.com/office/drawing/2014/main" id="{766B13BC-0307-4223-8B17-DD8D19F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240" y="2420223"/>
            <a:ext cx="63868" cy="116636"/>
          </a:xfrm>
          <a:custGeom xmlns:a="http://schemas.openxmlformats.org/drawingml/2006/main">
            <a:pathLst>
              <a:path w="63868" h="116636">
                <a:moveTo>
                  <a:pt x="1740" y="23692"/>
                </a:moveTo>
                <a:cubicBezTo>
                  <a:pt x="4943" y="16126"/>
                  <a:pt x="8988" y="10286"/>
                  <a:pt x="13875" y="6171"/>
                </a:cubicBezTo>
                <a:cubicBezTo>
                  <a:pt x="18763" y="2057"/>
                  <a:pt x="24851" y="0"/>
                  <a:pt x="32141" y="0"/>
                </a:cubicBezTo>
                <a:cubicBezTo>
                  <a:pt x="41143" y="0"/>
                  <a:pt x="48046" y="2927"/>
                  <a:pt x="52851" y="8781"/>
                </a:cubicBezTo>
                <a:cubicBezTo>
                  <a:pt x="56496" y="13144"/>
                  <a:pt x="58318" y="17810"/>
                  <a:pt x="58318" y="22781"/>
                </a:cubicBezTo>
                <a:cubicBezTo>
                  <a:pt x="58318" y="30954"/>
                  <a:pt x="53182" y="39403"/>
                  <a:pt x="42910" y="48129"/>
                </a:cubicBezTo>
                <a:cubicBezTo>
                  <a:pt x="49813" y="50835"/>
                  <a:pt x="55032" y="54701"/>
                  <a:pt x="58567" y="59726"/>
                </a:cubicBezTo>
                <a:cubicBezTo>
                  <a:pt x="62101" y="64752"/>
                  <a:pt x="63868" y="70661"/>
                  <a:pt x="63868" y="77454"/>
                </a:cubicBezTo>
                <a:cubicBezTo>
                  <a:pt x="63868" y="87173"/>
                  <a:pt x="60776" y="95595"/>
                  <a:pt x="54590" y="102719"/>
                </a:cubicBezTo>
                <a:cubicBezTo>
                  <a:pt x="46527" y="111997"/>
                  <a:pt x="34847" y="116636"/>
                  <a:pt x="19550" y="116636"/>
                </a:cubicBezTo>
                <a:cubicBezTo>
                  <a:pt x="11984" y="116636"/>
                  <a:pt x="6834" y="115697"/>
                  <a:pt x="4100" y="113820"/>
                </a:cubicBezTo>
                <a:cubicBezTo>
                  <a:pt x="1367" y="111942"/>
                  <a:pt x="0" y="109926"/>
                  <a:pt x="0" y="107772"/>
                </a:cubicBezTo>
                <a:cubicBezTo>
                  <a:pt x="0" y="106171"/>
                  <a:pt x="649" y="104763"/>
                  <a:pt x="1947" y="103548"/>
                </a:cubicBezTo>
                <a:cubicBezTo>
                  <a:pt x="3244" y="102333"/>
                  <a:pt x="4805" y="101725"/>
                  <a:pt x="6627" y="101725"/>
                </a:cubicBezTo>
                <a:cubicBezTo>
                  <a:pt x="8008" y="101725"/>
                  <a:pt x="9416" y="101944"/>
                  <a:pt x="10852" y="102380"/>
                </a:cubicBezTo>
                <a:cubicBezTo>
                  <a:pt x="11791" y="102655"/>
                  <a:pt x="13917" y="103652"/>
                  <a:pt x="17230" y="105373"/>
                </a:cubicBezTo>
                <a:cubicBezTo>
                  <a:pt x="20544" y="107093"/>
                  <a:pt x="22836" y="108118"/>
                  <a:pt x="24106" y="108446"/>
                </a:cubicBezTo>
                <a:cubicBezTo>
                  <a:pt x="26149" y="109046"/>
                  <a:pt x="28331" y="109346"/>
                  <a:pt x="30650" y="109346"/>
                </a:cubicBezTo>
                <a:cubicBezTo>
                  <a:pt x="36283" y="109346"/>
                  <a:pt x="41184" y="107165"/>
                  <a:pt x="45354" y="102802"/>
                </a:cubicBezTo>
                <a:cubicBezTo>
                  <a:pt x="49523" y="98439"/>
                  <a:pt x="51608" y="93276"/>
                  <a:pt x="51608" y="87311"/>
                </a:cubicBezTo>
                <a:cubicBezTo>
                  <a:pt x="51608" y="82949"/>
                  <a:pt x="50642" y="78696"/>
                  <a:pt x="48709" y="74554"/>
                </a:cubicBezTo>
                <a:cubicBezTo>
                  <a:pt x="47273" y="71462"/>
                  <a:pt x="45699" y="69115"/>
                  <a:pt x="43987" y="67513"/>
                </a:cubicBezTo>
                <a:cubicBezTo>
                  <a:pt x="41612" y="65304"/>
                  <a:pt x="38354" y="63302"/>
                  <a:pt x="34212" y="61507"/>
                </a:cubicBezTo>
                <a:cubicBezTo>
                  <a:pt x="30070" y="59713"/>
                  <a:pt x="25846" y="58815"/>
                  <a:pt x="21538" y="58815"/>
                </a:cubicBezTo>
                <a:lnTo>
                  <a:pt x="18887" y="58815"/>
                </a:lnTo>
                <a:lnTo>
                  <a:pt x="18887" y="56330"/>
                </a:lnTo>
                <a:cubicBezTo>
                  <a:pt x="23250" y="55779"/>
                  <a:pt x="27627" y="54209"/>
                  <a:pt x="32017" y="51619"/>
                </a:cubicBezTo>
                <a:cubicBezTo>
                  <a:pt x="36407" y="49026"/>
                  <a:pt x="39597" y="45911"/>
                  <a:pt x="41585" y="42273"/>
                </a:cubicBezTo>
                <a:cubicBezTo>
                  <a:pt x="43573" y="38635"/>
                  <a:pt x="44567" y="34638"/>
                  <a:pt x="44567" y="30283"/>
                </a:cubicBezTo>
                <a:cubicBezTo>
                  <a:pt x="44567" y="24606"/>
                  <a:pt x="42786" y="20018"/>
                  <a:pt x="39224" y="16518"/>
                </a:cubicBezTo>
                <a:cubicBezTo>
                  <a:pt x="35662" y="13017"/>
                  <a:pt x="31230" y="11266"/>
                  <a:pt x="25928" y="11266"/>
                </a:cubicBezTo>
                <a:cubicBezTo>
                  <a:pt x="17368" y="11266"/>
                  <a:pt x="10217" y="15850"/>
                  <a:pt x="4473" y="25017"/>
                </a:cubicBezTo>
                <a:lnTo>
                  <a:pt x="1740" y="23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67743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2026-09-05T18:29:05.3540000Z</dcterms:created>
  <dcterms:modified xsi:type="dcterms:W3CDTF">2026-09-05T18:29:05.3540000Z</dcterms:modified>
</coreProperties>
</file>