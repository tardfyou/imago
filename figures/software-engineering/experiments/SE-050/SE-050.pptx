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398143f0a64404c" /><Relationship Type="http://schemas.openxmlformats.org/officeDocument/2006/relationships/extended-properties" Target="/docProps/app.xml" Id="Rcd281a7d5b0e432f" /><Relationship Type="http://schemas.openxmlformats.org/officeDocument/2006/relationships/officeDocument" Target="/ppt/presentation.xml" Id="R10a6e324f50a46e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c314d85a5e44591"/>
  </p:sldMasterIdLst>
  <p:notesMasterIdLst>
    <p:notesMasterId xmlns:r="http://schemas.openxmlformats.org/officeDocument/2006/relationships" r:id="R9f6891dca15c4646"/>
  </p:notesMasterIdLst>
  <p:sldIdLst>
    <p:sldId xmlns:r="http://schemas.openxmlformats.org/officeDocument/2006/relationships" id="256" r:id="R7c9f634e4fa2414c"/>
  </p:sldIdLst>
  <p:sldSz cx="11315700" cy="37147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e8e0054ec4c49ac" /><Relationship Type="http://schemas.openxmlformats.org/officeDocument/2006/relationships/slideMaster" Target="/ppt/slideMasters/slideMaster1.xml" Id="R8c314d85a5e44591" /><Relationship Type="http://schemas.openxmlformats.org/officeDocument/2006/relationships/notesMaster" Target="/ppt/notesMasters/notesMaster1.xml" Id="R9f6891dca15c4646" /><Relationship Type="http://schemas.openxmlformats.org/officeDocument/2006/relationships/presProps" Target="/ppt/presProps.xml" Id="R1a18fd54d9354e09" /><Relationship Type="http://schemas.openxmlformats.org/officeDocument/2006/relationships/tableStyles" Target="/ppt/tableStyles.xml" Id="Rad69fca76ef345fe" /><Relationship Type="http://schemas.openxmlformats.org/officeDocument/2006/relationships/slide" Target="/ppt/slides/slide1.xml" Id="R7c9f634e4fa2414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7b1596358a64e2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bd9c07707d64079" /><Relationship Type="http://schemas.openxmlformats.org/officeDocument/2006/relationships/notesMaster" Target="/ppt/notesMasters/notesMaster1.xml" Id="Ra8d8c9c801dc4dea" /></Relationships>
</file>

<file path=ppt/notesSlides/notesSlide1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素材ID：SE-050</ns1:t>
            </ns1:r>
          </ns1:p>
          <ns1:p>
            <ns1:r>
              <ns1:t>论文：Top Score on the Wrong Exam: On Benchmarking in Machine Learning for Vulnerability Detection</ns1:t>
            </ns1:r>
          </ns1:p>
          <ns1:p>
            <ns1:r>
              <ns1:t>会议：ISSTA 2025</ns1:t>
            </ns1:r>
          </ns1:p>
          <ns1:p>
            <ns1:r>
              <ns1:t>奖项：ACM SIGSOFT Distinguished Paper Award</ns1:t>
            </ns1:r>
          </ns1:p>
          <ns1:p>
            <ns1:r>
              <ns1:t>图号：Figure 6，PDF第11页</ns1:t>
            </ns1:r>
          </ns1:p>
          <ns1:p>
            <ns1:r>
              <ns1:t>类型：实验图表</ns1:t>
            </ns1:r>
          </ns1:p>
          <ns1:p>
            <ns1:r>
              <ns1:t>借鉴点：以流量宽度保持100个样本的分布，连续呈现原标签、人工真实性复核、上下文依赖三层归因，适合数据质量审计和多阶段筛选统计。</ns1:t>
            </ns1:r>
          </ns1:p>
          <ns1:p>
            <ns1:r>
              <ns1:t>论文URL：https://mpi-softsec.github.io/papers/ISSTA25-topscore.pdf</ns1:t>
            </ns1:r>
          </ns1:p>
          <ns1:p>
            <ns1:r>
              <ns1:t>官方获奖URL：https://www2.sigsoft.org/awards/distinguishedpaper/#acm-sigsoft-international-symposium-on-software-testing-and-analysis-issta-2025</ns1:t>
            </ns1:r>
          </ns1:p>
          <ns1:p>
            <ns1:r>
              <ns1:t>原始论文与绘图来源：见本页论文链接及仓库 catalog/papers.md。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73df1901c07486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5c61e76f2154862" /><Relationship Type="http://schemas.openxmlformats.org/officeDocument/2006/relationships/slideLayout" Target="/ppt/slideLayouts/slideLayout1.xml" Id="R623cb73cb47a46e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23cb73cb47a46e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5bb114a0dc41ab" /><Relationship Type="http://schemas.openxmlformats.org/officeDocument/2006/relationships/notesSlide" Target="/ppt/notesSlides/notesSlide1.xml" Id="Ra140ca724945428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DAFDF63-29FE-494A-A767-BD9682E54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507" y="1649824"/>
            <a:ext cx="868529" cy="264620"/>
          </a:xfrm>
          <a:custGeom xmlns:a="http://schemas.openxmlformats.org/drawingml/2006/main">
            <a:pathLst>
              <a:path w="868529" h="264620" fill="none">
                <a:moveTo>
                  <a:pt x="0" y="0"/>
                </a:moveTo>
                <a:cubicBezTo>
                  <a:pt x="434252" y="0"/>
                  <a:pt x="434252" y="264620"/>
                  <a:pt x="868529" y="26462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029467" cap="flat">
            <a:solidFill>
              <a:srgbClr val="D5E8D4">
                <a:alpha val="45000"/>
              </a:srgbClr>
            </a:solidFill>
            <a:miter/>
          </a:ln>
        </p:spPr>
      </p:sp>
      <p:sp>
        <p:nvSpPr>
          <p:cNvPr id="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2575FC5-C3AF-4EC0-98BB-4480E4E48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507" y="402871"/>
            <a:ext cx="868529" cy="403124"/>
          </a:xfrm>
          <a:custGeom xmlns:a="http://schemas.openxmlformats.org/drawingml/2006/main">
            <a:pathLst>
              <a:path w="868529" h="403124" fill="none">
                <a:moveTo>
                  <a:pt x="0" y="403124"/>
                </a:moveTo>
                <a:cubicBezTo>
                  <a:pt x="434252" y="403124"/>
                  <a:pt x="434252" y="0"/>
                  <a:pt x="868529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658184" cap="flat">
            <a:solidFill>
              <a:srgbClr val="F8CECC">
                <a:alpha val="45000"/>
              </a:srgbClr>
            </a:solidFill>
            <a:miter/>
          </a:ln>
        </p:spPr>
      </p:sp>
      <p:sp>
        <p:nvSpPr>
          <p:cNvPr id="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912981E-6EFD-459F-B8B3-043EAF992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7280" y="68482"/>
            <a:ext cx="868529" cy="663480"/>
          </a:xfrm>
          <a:custGeom xmlns:a="http://schemas.openxmlformats.org/drawingml/2006/main">
            <a:pathLst>
              <a:path w="868529" h="663480">
                <a:moveTo>
                  <a:pt x="0" y="5306"/>
                </a:moveTo>
                <a:lnTo>
                  <a:pt x="0" y="663480"/>
                </a:lnTo>
                <a:lnTo>
                  <a:pt x="868529" y="658166"/>
                </a:lnTo>
                <a:lnTo>
                  <a:pt x="868529" y="0"/>
                </a:lnTo>
                <a:lnTo>
                  <a:pt x="0" y="5306"/>
                </a:lnTo>
                <a:close/>
                <a:moveTo>
                  <a:pt x="0" y="5306"/>
                </a:moveTo>
              </a:path>
            </a:pathLst>
          </a:custGeom>
          <a:solidFill xmlns:a="http://schemas.openxmlformats.org/drawingml/2006/main">
            <a:srgbClr val="E1D5E7">
              <a:alpha val="45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C040F03-CFEA-4078-A4F5-66C54333B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7280" y="68482"/>
            <a:ext cx="868529" cy="663480"/>
          </a:xfrm>
          <a:custGeom xmlns:a="http://schemas.openxmlformats.org/drawingml/2006/main">
            <a:pathLst>
              <a:path w="868529" h="663480" fill="none">
                <a:moveTo>
                  <a:pt x="0" y="5306"/>
                </a:moveTo>
                <a:lnTo>
                  <a:pt x="0" y="663480"/>
                </a:lnTo>
                <a:lnTo>
                  <a:pt x="868529" y="658166"/>
                </a:lnTo>
                <a:lnTo>
                  <a:pt x="868529" y="0"/>
                </a:lnTo>
                <a:lnTo>
                  <a:pt x="0" y="5306"/>
                </a:lnTo>
                <a:close/>
                <a:moveTo>
                  <a:pt x="0" y="5306"/>
                </a:moveTo>
              </a:path>
            </a:pathLst>
          </a:custGeom>
          <a:noFill xmlns:a="http://schemas.openxmlformats.org/drawingml/2006/main"/>
          <a:ln xmlns:a="http://schemas.openxmlformats.org/drawingml/2006/main" w="3052" cap="flat">
            <a:solidFill>
              <a:srgbClr val="E1D5E7">
                <a:alpha val="45000"/>
              </a:srgbClr>
            </a:solidFill>
            <a:miter/>
          </a:ln>
        </p:spPr>
      </p:sp>
      <p:sp>
        <p:nvSpPr>
          <p:cNvPr id="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86DB978-CB48-4E48-AE63-C96CA6789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507" y="2164562"/>
            <a:ext cx="868529" cy="932324"/>
          </a:xfrm>
          <a:custGeom xmlns:a="http://schemas.openxmlformats.org/drawingml/2006/main">
            <a:pathLst>
              <a:path w="868529" h="932324" fill="none">
                <a:moveTo>
                  <a:pt x="0" y="0"/>
                </a:moveTo>
                <a:cubicBezTo>
                  <a:pt x="434252" y="0"/>
                  <a:pt x="434252" y="932324"/>
                  <a:pt x="868529" y="932324"/>
                </a:cubicBezTo>
              </a:path>
            </a:pathLst>
          </a:custGeom>
          <a:noFill xmlns:a="http://schemas.openxmlformats.org/drawingml/2006/main"/>
          <a:ln xmlns:a="http://schemas.openxmlformats.org/drawingml/2006/main" w="6104" cap="flat">
            <a:solidFill>
              <a:srgbClr val="999999">
                <a:alpha val="45000"/>
              </a:srgbClr>
            </a:solidFill>
            <a:miter/>
          </a:ln>
        </p:spPr>
      </p:sp>
      <p:sp>
        <p:nvSpPr>
          <p:cNvPr id="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91F98CF-F7B7-4778-8697-CAF31740D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7280" y="731961"/>
            <a:ext cx="868529" cy="662430"/>
          </a:xfrm>
          <a:custGeom xmlns:a="http://schemas.openxmlformats.org/drawingml/2006/main">
            <a:pathLst>
              <a:path w="868529" h="662430" fill="none">
                <a:moveTo>
                  <a:pt x="0" y="0"/>
                </a:moveTo>
                <a:cubicBezTo>
                  <a:pt x="434277" y="0"/>
                  <a:pt x="434277" y="662430"/>
                  <a:pt x="868529" y="662430"/>
                </a:cubicBezTo>
              </a:path>
            </a:pathLst>
          </a:custGeom>
          <a:noFill xmlns:a="http://schemas.openxmlformats.org/drawingml/2006/main"/>
          <a:ln xmlns:a="http://schemas.openxmlformats.org/drawingml/2006/main" w="6104" cap="flat">
            <a:solidFill>
              <a:srgbClr val="FFF2CC">
                <a:alpha val="45000"/>
              </a:srgbClr>
            </a:solidFill>
            <a:miter/>
          </a:ln>
        </p:spPr>
      </p:sp>
      <p:sp>
        <p:nvSpPr>
          <p:cNvPr id="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A37112E-3AFA-4260-8997-C92F7F2D4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264" y="476912"/>
            <a:ext cx="73243" cy="1687651"/>
          </a:xfrm>
          <a:custGeom xmlns:a="http://schemas.openxmlformats.org/drawingml/2006/main">
            <a:pathLst>
              <a:path w="73243" h="1687651">
                <a:moveTo>
                  <a:pt x="0" y="0"/>
                </a:moveTo>
                <a:lnTo>
                  <a:pt x="73243" y="0"/>
                </a:lnTo>
                <a:lnTo>
                  <a:pt x="73243" y="1687651"/>
                </a:lnTo>
                <a:lnTo>
                  <a:pt x="0" y="168765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88888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FD06584-F7C2-43B8-BB2E-96AE39832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4036" y="73788"/>
            <a:ext cx="73243" cy="658174"/>
          </a:xfrm>
          <a:custGeom xmlns:a="http://schemas.openxmlformats.org/drawingml/2006/main">
            <a:pathLst>
              <a:path w="73243" h="658174">
                <a:moveTo>
                  <a:pt x="0" y="0"/>
                </a:moveTo>
                <a:lnTo>
                  <a:pt x="73243" y="0"/>
                </a:lnTo>
                <a:lnTo>
                  <a:pt x="73243" y="658174"/>
                </a:lnTo>
                <a:lnTo>
                  <a:pt x="0" y="65817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8545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4F0BB58-4379-4663-A1F4-1DF3E693A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4036" y="1399706"/>
            <a:ext cx="73243" cy="1029445"/>
          </a:xfrm>
          <a:custGeom xmlns:a="http://schemas.openxmlformats.org/drawingml/2006/main">
            <a:pathLst>
              <a:path w="73243" h="1029445">
                <a:moveTo>
                  <a:pt x="0" y="0"/>
                </a:moveTo>
                <a:lnTo>
                  <a:pt x="73243" y="0"/>
                </a:lnTo>
                <a:lnTo>
                  <a:pt x="73243" y="1029445"/>
                </a:lnTo>
                <a:lnTo>
                  <a:pt x="0" y="102944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82B36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EF58F90-A6DE-45B2-A174-D3A43CD46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809" y="68482"/>
            <a:ext cx="73243" cy="658174"/>
          </a:xfrm>
          <a:custGeom xmlns:a="http://schemas.openxmlformats.org/drawingml/2006/main">
            <a:pathLst>
              <a:path w="73243" h="658174">
                <a:moveTo>
                  <a:pt x="0" y="0"/>
                </a:moveTo>
                <a:lnTo>
                  <a:pt x="73243" y="0"/>
                </a:lnTo>
                <a:lnTo>
                  <a:pt x="73243" y="658174"/>
                </a:lnTo>
                <a:lnTo>
                  <a:pt x="0" y="65817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9673A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DC5B9E4-FBD3-4385-8F73-D4A240CA6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93" y="1221456"/>
            <a:ext cx="775225" cy="202315"/>
          </a:xfrm>
          <a:custGeom xmlns:a="http://schemas.openxmlformats.org/drawingml/2006/main">
            <a:pathLst>
              <a:path w="775225" h="202315">
                <a:moveTo>
                  <a:pt x="35092" y="0"/>
                </a:moveTo>
                <a:lnTo>
                  <a:pt x="740125" y="0"/>
                </a:lnTo>
                <a:cubicBezTo>
                  <a:pt x="759583" y="0"/>
                  <a:pt x="775225" y="15642"/>
                  <a:pt x="775225" y="35100"/>
                </a:cubicBezTo>
                <a:lnTo>
                  <a:pt x="775225" y="167215"/>
                </a:lnTo>
                <a:cubicBezTo>
                  <a:pt x="775225" y="186673"/>
                  <a:pt x="759583" y="202315"/>
                  <a:pt x="740125" y="202315"/>
                </a:cubicBezTo>
                <a:lnTo>
                  <a:pt x="35092" y="202315"/>
                </a:lnTo>
                <a:cubicBezTo>
                  <a:pt x="15674" y="202315"/>
                  <a:pt x="0" y="186673"/>
                  <a:pt x="0" y="167215"/>
                </a:cubicBezTo>
                <a:lnTo>
                  <a:pt x="0" y="35100"/>
                </a:lnTo>
                <a:cubicBezTo>
                  <a:pt x="0" y="15642"/>
                  <a:pt x="15674" y="0"/>
                  <a:pt x="35092" y="0"/>
                </a:cubicBezTo>
                <a:close/>
                <a:moveTo>
                  <a:pt x="35092" y="0"/>
                </a:moveTo>
              </a:path>
            </a:pathLst>
          </a:custGeom>
          <a:solidFill xmlns:a="http://schemas.openxmlformats.org/drawingml/2006/main">
            <a:srgbClr val="FFFFFF">
              <a:alpha val="75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2" name="Text BigVul:100">
            <a:extLst xmlns:a="http://schemas.openxmlformats.org/drawingml/2006/main">
              <a:ext uri="{FF2B5EF4-FFF2-40B4-BE49-F238E27FC236}">
                <a16:creationId xmlns:a16="http://schemas.microsoft.com/office/drawing/2014/main" id="{83FA999F-23A9-4FAB-A5A2-5914E9349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9" y="1271384"/>
            <a:ext cx="677871" cy="126134"/>
          </a:xfrm>
          <a:custGeom xmlns:a="http://schemas.openxmlformats.org/drawingml/2006/main">
            <a:pathLst>
              <a:path w="677871" h="126134">
                <a:moveTo>
                  <a:pt x="0" y="6440"/>
                </a:moveTo>
                <a:cubicBezTo>
                  <a:pt x="11674" y="7133"/>
                  <a:pt x="13203" y="8524"/>
                  <a:pt x="13341" y="18950"/>
                </a:cubicBezTo>
                <a:lnTo>
                  <a:pt x="13341" y="80667"/>
                </a:lnTo>
                <a:cubicBezTo>
                  <a:pt x="13203" y="91092"/>
                  <a:pt x="11396" y="92761"/>
                  <a:pt x="0" y="93177"/>
                </a:cubicBezTo>
                <a:lnTo>
                  <a:pt x="0" y="95817"/>
                </a:lnTo>
                <a:lnTo>
                  <a:pt x="46419" y="95817"/>
                </a:lnTo>
                <a:cubicBezTo>
                  <a:pt x="57120" y="95817"/>
                  <a:pt x="67127" y="92899"/>
                  <a:pt x="72268" y="88174"/>
                </a:cubicBezTo>
                <a:cubicBezTo>
                  <a:pt x="77273" y="83725"/>
                  <a:pt x="80051" y="77471"/>
                  <a:pt x="80051" y="70798"/>
                </a:cubicBezTo>
                <a:cubicBezTo>
                  <a:pt x="80051" y="64682"/>
                  <a:pt x="77688" y="59121"/>
                  <a:pt x="73241" y="55090"/>
                </a:cubicBezTo>
                <a:cubicBezTo>
                  <a:pt x="69072" y="51338"/>
                  <a:pt x="65320" y="49669"/>
                  <a:pt x="56286" y="47445"/>
                </a:cubicBezTo>
                <a:cubicBezTo>
                  <a:pt x="63514" y="45638"/>
                  <a:pt x="66432" y="44249"/>
                  <a:pt x="69768" y="41329"/>
                </a:cubicBezTo>
                <a:cubicBezTo>
                  <a:pt x="73241" y="38271"/>
                  <a:pt x="75326" y="33266"/>
                  <a:pt x="75326" y="27428"/>
                </a:cubicBezTo>
                <a:cubicBezTo>
                  <a:pt x="75326" y="11860"/>
                  <a:pt x="62818" y="3797"/>
                  <a:pt x="38914" y="3797"/>
                </a:cubicBezTo>
                <a:lnTo>
                  <a:pt x="0" y="3797"/>
                </a:lnTo>
                <a:lnTo>
                  <a:pt x="0" y="6440"/>
                </a:lnTo>
                <a:moveTo>
                  <a:pt x="27518" y="50503"/>
                </a:moveTo>
                <a:cubicBezTo>
                  <a:pt x="40999" y="50503"/>
                  <a:pt x="47390" y="51338"/>
                  <a:pt x="52395" y="53423"/>
                </a:cubicBezTo>
                <a:cubicBezTo>
                  <a:pt x="60316" y="56619"/>
                  <a:pt x="64069" y="62319"/>
                  <a:pt x="64069" y="70938"/>
                </a:cubicBezTo>
                <a:cubicBezTo>
                  <a:pt x="64069" y="78443"/>
                  <a:pt x="61151" y="83865"/>
                  <a:pt x="55591" y="87061"/>
                </a:cubicBezTo>
                <a:cubicBezTo>
                  <a:pt x="51144" y="89563"/>
                  <a:pt x="45446" y="90677"/>
                  <a:pt x="36274" y="90677"/>
                </a:cubicBezTo>
                <a:cubicBezTo>
                  <a:pt x="29462" y="90677"/>
                  <a:pt x="27518" y="89425"/>
                  <a:pt x="27518" y="84976"/>
                </a:cubicBezTo>
                <a:lnTo>
                  <a:pt x="27518" y="50503"/>
                </a:lnTo>
                <a:moveTo>
                  <a:pt x="27518" y="45082"/>
                </a:moveTo>
                <a:lnTo>
                  <a:pt x="27518" y="13111"/>
                </a:lnTo>
                <a:cubicBezTo>
                  <a:pt x="27655" y="10053"/>
                  <a:pt x="28211" y="9220"/>
                  <a:pt x="30576" y="9080"/>
                </a:cubicBezTo>
                <a:lnTo>
                  <a:pt x="36689" y="8942"/>
                </a:lnTo>
                <a:cubicBezTo>
                  <a:pt x="52117" y="8524"/>
                  <a:pt x="61151" y="15614"/>
                  <a:pt x="61151" y="27986"/>
                </a:cubicBezTo>
                <a:cubicBezTo>
                  <a:pt x="61151" y="38966"/>
                  <a:pt x="54062" y="44805"/>
                  <a:pt x="40721" y="44942"/>
                </a:cubicBezTo>
                <a:lnTo>
                  <a:pt x="27518" y="45082"/>
                </a:lnTo>
                <a:close/>
                <a:moveTo>
                  <a:pt x="92559" y="95817"/>
                </a:moveTo>
                <a:lnTo>
                  <a:pt x="125497" y="95817"/>
                </a:lnTo>
                <a:lnTo>
                  <a:pt x="125497" y="93732"/>
                </a:lnTo>
                <a:cubicBezTo>
                  <a:pt x="116326" y="93039"/>
                  <a:pt x="115352" y="91788"/>
                  <a:pt x="115212" y="81640"/>
                </a:cubicBezTo>
                <a:lnTo>
                  <a:pt x="115212" y="32299"/>
                </a:lnTo>
                <a:lnTo>
                  <a:pt x="114657" y="31881"/>
                </a:lnTo>
                <a:lnTo>
                  <a:pt x="93115" y="39526"/>
                </a:lnTo>
                <a:lnTo>
                  <a:pt x="93115" y="41611"/>
                </a:lnTo>
                <a:lnTo>
                  <a:pt x="94228" y="41473"/>
                </a:lnTo>
                <a:cubicBezTo>
                  <a:pt x="95895" y="41195"/>
                  <a:pt x="97562" y="41055"/>
                  <a:pt x="98953" y="41055"/>
                </a:cubicBezTo>
                <a:cubicBezTo>
                  <a:pt x="102289" y="41055"/>
                  <a:pt x="103538" y="43280"/>
                  <a:pt x="103538" y="49396"/>
                </a:cubicBezTo>
                <a:lnTo>
                  <a:pt x="103538" y="81640"/>
                </a:lnTo>
                <a:cubicBezTo>
                  <a:pt x="103260" y="91926"/>
                  <a:pt x="102011" y="93317"/>
                  <a:pt x="92559" y="93732"/>
                </a:cubicBezTo>
                <a:lnTo>
                  <a:pt x="92559" y="95817"/>
                </a:lnTo>
                <a:moveTo>
                  <a:pt x="108125" y="888"/>
                </a:moveTo>
                <a:cubicBezTo>
                  <a:pt x="104373" y="888"/>
                  <a:pt x="101176" y="4084"/>
                  <a:pt x="101176" y="7975"/>
                </a:cubicBezTo>
                <a:cubicBezTo>
                  <a:pt x="101176" y="12007"/>
                  <a:pt x="104234" y="15062"/>
                  <a:pt x="108125" y="15062"/>
                </a:cubicBezTo>
                <a:cubicBezTo>
                  <a:pt x="112294" y="15062"/>
                  <a:pt x="115352" y="12007"/>
                  <a:pt x="115352" y="7975"/>
                </a:cubicBezTo>
                <a:cubicBezTo>
                  <a:pt x="115352" y="3946"/>
                  <a:pt x="112156" y="888"/>
                  <a:pt x="108125" y="888"/>
                </a:cubicBezTo>
                <a:close/>
                <a:moveTo>
                  <a:pt x="189983" y="41927"/>
                </a:moveTo>
                <a:lnTo>
                  <a:pt x="189983" y="36507"/>
                </a:lnTo>
                <a:lnTo>
                  <a:pt x="179282" y="36507"/>
                </a:lnTo>
                <a:cubicBezTo>
                  <a:pt x="176364" y="36507"/>
                  <a:pt x="174418" y="36074"/>
                  <a:pt x="171639" y="35090"/>
                </a:cubicBezTo>
                <a:lnTo>
                  <a:pt x="168581" y="33979"/>
                </a:lnTo>
                <a:cubicBezTo>
                  <a:pt x="164968" y="32588"/>
                  <a:pt x="161076" y="31892"/>
                  <a:pt x="157463" y="31892"/>
                </a:cubicBezTo>
                <a:cubicBezTo>
                  <a:pt x="144537" y="31892"/>
                  <a:pt x="134252" y="41789"/>
                  <a:pt x="134252" y="54570"/>
                </a:cubicBezTo>
                <a:cubicBezTo>
                  <a:pt x="134252" y="63324"/>
                  <a:pt x="137866" y="68603"/>
                  <a:pt x="147178" y="73188"/>
                </a:cubicBezTo>
                <a:lnTo>
                  <a:pt x="143564" y="76523"/>
                </a:lnTo>
                <a:cubicBezTo>
                  <a:pt x="140646" y="79303"/>
                  <a:pt x="138979" y="80832"/>
                  <a:pt x="138561" y="81388"/>
                </a:cubicBezTo>
                <a:cubicBezTo>
                  <a:pt x="135643" y="84444"/>
                  <a:pt x="134810" y="85973"/>
                  <a:pt x="134810" y="88335"/>
                </a:cubicBezTo>
                <a:cubicBezTo>
                  <a:pt x="134810" y="91393"/>
                  <a:pt x="136339" y="92922"/>
                  <a:pt x="142175" y="95700"/>
                </a:cubicBezTo>
                <a:cubicBezTo>
                  <a:pt x="132168" y="102926"/>
                  <a:pt x="128556" y="107512"/>
                  <a:pt x="128556" y="112653"/>
                </a:cubicBezTo>
                <a:cubicBezTo>
                  <a:pt x="128556" y="120018"/>
                  <a:pt x="139257" y="126134"/>
                  <a:pt x="152598" y="126134"/>
                </a:cubicBezTo>
                <a:cubicBezTo>
                  <a:pt x="163021" y="126134"/>
                  <a:pt x="173862" y="122520"/>
                  <a:pt x="181089" y="116684"/>
                </a:cubicBezTo>
                <a:cubicBezTo>
                  <a:pt x="186372" y="112375"/>
                  <a:pt x="188734" y="107928"/>
                  <a:pt x="188734" y="102648"/>
                </a:cubicBezTo>
                <a:cubicBezTo>
                  <a:pt x="188734" y="94034"/>
                  <a:pt x="182200" y="88335"/>
                  <a:pt x="171917" y="87780"/>
                </a:cubicBezTo>
                <a:lnTo>
                  <a:pt x="153989" y="86946"/>
                </a:lnTo>
                <a:cubicBezTo>
                  <a:pt x="146484" y="86669"/>
                  <a:pt x="143148" y="85417"/>
                  <a:pt x="143148" y="83195"/>
                </a:cubicBezTo>
                <a:cubicBezTo>
                  <a:pt x="143148" y="80415"/>
                  <a:pt x="147733" y="75552"/>
                  <a:pt x="151487" y="74439"/>
                </a:cubicBezTo>
                <a:cubicBezTo>
                  <a:pt x="156490" y="74856"/>
                  <a:pt x="159130" y="75134"/>
                  <a:pt x="159410" y="75134"/>
                </a:cubicBezTo>
                <a:cubicBezTo>
                  <a:pt x="164550" y="75134"/>
                  <a:pt x="170110" y="73050"/>
                  <a:pt x="174418" y="69298"/>
                </a:cubicBezTo>
                <a:cubicBezTo>
                  <a:pt x="179005" y="65407"/>
                  <a:pt x="181089" y="60544"/>
                  <a:pt x="181089" y="53599"/>
                </a:cubicBezTo>
                <a:cubicBezTo>
                  <a:pt x="181089" y="49570"/>
                  <a:pt x="180394" y="46374"/>
                  <a:pt x="178449" y="41927"/>
                </a:cubicBezTo>
                <a:lnTo>
                  <a:pt x="189983" y="41927"/>
                </a:lnTo>
                <a:moveTo>
                  <a:pt x="145093" y="96118"/>
                </a:moveTo>
                <a:cubicBezTo>
                  <a:pt x="149820" y="97089"/>
                  <a:pt x="160659" y="97925"/>
                  <a:pt x="167748" y="97925"/>
                </a:cubicBezTo>
                <a:cubicBezTo>
                  <a:pt x="180256" y="97925"/>
                  <a:pt x="184843" y="99730"/>
                  <a:pt x="184843" y="104732"/>
                </a:cubicBezTo>
                <a:cubicBezTo>
                  <a:pt x="184843" y="112793"/>
                  <a:pt x="174280" y="118211"/>
                  <a:pt x="158574" y="118211"/>
                </a:cubicBezTo>
                <a:cubicBezTo>
                  <a:pt x="146206" y="118211"/>
                  <a:pt x="138284" y="114182"/>
                  <a:pt x="138284" y="108068"/>
                </a:cubicBezTo>
                <a:cubicBezTo>
                  <a:pt x="138284" y="104872"/>
                  <a:pt x="139535" y="102788"/>
                  <a:pt x="145093" y="96118"/>
                </a:cubicBezTo>
                <a:moveTo>
                  <a:pt x="145789" y="48874"/>
                </a:moveTo>
                <a:cubicBezTo>
                  <a:pt x="145789" y="40678"/>
                  <a:pt x="149680" y="35785"/>
                  <a:pt x="156074" y="35785"/>
                </a:cubicBezTo>
                <a:cubicBezTo>
                  <a:pt x="160381" y="35785"/>
                  <a:pt x="163995" y="38175"/>
                  <a:pt x="166219" y="42345"/>
                </a:cubicBezTo>
                <a:cubicBezTo>
                  <a:pt x="168859" y="47207"/>
                  <a:pt x="170388" y="53459"/>
                  <a:pt x="170388" y="59017"/>
                </a:cubicBezTo>
                <a:cubicBezTo>
                  <a:pt x="170388" y="66796"/>
                  <a:pt x="166497" y="71659"/>
                  <a:pt x="160103" y="71659"/>
                </a:cubicBezTo>
                <a:cubicBezTo>
                  <a:pt x="151487" y="71659"/>
                  <a:pt x="145789" y="62629"/>
                  <a:pt x="145789" y="49292"/>
                </a:cubicBezTo>
                <a:lnTo>
                  <a:pt x="145789" y="48874"/>
                </a:lnTo>
                <a:close/>
                <a:moveTo>
                  <a:pt x="291022" y="3797"/>
                </a:moveTo>
                <a:lnTo>
                  <a:pt x="262531" y="3797"/>
                </a:lnTo>
                <a:lnTo>
                  <a:pt x="262531" y="6440"/>
                </a:lnTo>
                <a:cubicBezTo>
                  <a:pt x="270176" y="6995"/>
                  <a:pt x="272676" y="8384"/>
                  <a:pt x="272676" y="12276"/>
                </a:cubicBezTo>
                <a:cubicBezTo>
                  <a:pt x="272676" y="14498"/>
                  <a:pt x="271705" y="18250"/>
                  <a:pt x="270036" y="22419"/>
                </a:cubicBezTo>
                <a:lnTo>
                  <a:pt x="249605" y="73412"/>
                </a:lnTo>
                <a:lnTo>
                  <a:pt x="228619" y="26448"/>
                </a:lnTo>
                <a:cubicBezTo>
                  <a:pt x="224035" y="16165"/>
                  <a:pt x="222921" y="13109"/>
                  <a:pt x="222921" y="11025"/>
                </a:cubicBezTo>
                <a:cubicBezTo>
                  <a:pt x="222921" y="8247"/>
                  <a:pt x="224868" y="6995"/>
                  <a:pt x="229315" y="6718"/>
                </a:cubicBezTo>
                <a:cubicBezTo>
                  <a:pt x="230011" y="6718"/>
                  <a:pt x="231540" y="6578"/>
                  <a:pt x="233346" y="6440"/>
                </a:cubicBezTo>
                <a:lnTo>
                  <a:pt x="233346" y="3797"/>
                </a:lnTo>
                <a:lnTo>
                  <a:pt x="196377" y="3797"/>
                </a:lnTo>
                <a:lnTo>
                  <a:pt x="196377" y="6440"/>
                </a:lnTo>
                <a:cubicBezTo>
                  <a:pt x="203186" y="6718"/>
                  <a:pt x="205133" y="8662"/>
                  <a:pt x="211109" y="21028"/>
                </a:cubicBezTo>
                <a:lnTo>
                  <a:pt x="245298" y="97310"/>
                </a:lnTo>
                <a:lnTo>
                  <a:pt x="247383" y="97310"/>
                </a:lnTo>
                <a:lnTo>
                  <a:pt x="278236" y="19361"/>
                </a:lnTo>
                <a:cubicBezTo>
                  <a:pt x="282823" y="8384"/>
                  <a:pt x="284350" y="6855"/>
                  <a:pt x="291022" y="6440"/>
                </a:cubicBezTo>
                <a:lnTo>
                  <a:pt x="291022" y="3797"/>
                </a:lnTo>
                <a:close/>
                <a:moveTo>
                  <a:pt x="353840" y="88836"/>
                </a:moveTo>
                <a:lnTo>
                  <a:pt x="353147" y="88836"/>
                </a:lnTo>
                <a:cubicBezTo>
                  <a:pt x="346335" y="88558"/>
                  <a:pt x="345364" y="87447"/>
                  <a:pt x="345224" y="80915"/>
                </a:cubicBezTo>
                <a:lnTo>
                  <a:pt x="345224" y="33249"/>
                </a:lnTo>
                <a:lnTo>
                  <a:pt x="323265" y="33249"/>
                </a:lnTo>
                <a:lnTo>
                  <a:pt x="323265" y="35614"/>
                </a:lnTo>
                <a:cubicBezTo>
                  <a:pt x="331883" y="36029"/>
                  <a:pt x="333550" y="37421"/>
                  <a:pt x="333550" y="44368"/>
                </a:cubicBezTo>
                <a:lnTo>
                  <a:pt x="333550" y="77024"/>
                </a:lnTo>
                <a:cubicBezTo>
                  <a:pt x="333550" y="80915"/>
                  <a:pt x="332854" y="82862"/>
                  <a:pt x="330910" y="84389"/>
                </a:cubicBezTo>
                <a:cubicBezTo>
                  <a:pt x="327156" y="87447"/>
                  <a:pt x="322849" y="89114"/>
                  <a:pt x="318680" y="89114"/>
                </a:cubicBezTo>
                <a:cubicBezTo>
                  <a:pt x="313259" y="89114"/>
                  <a:pt x="308812" y="84389"/>
                  <a:pt x="308812" y="78553"/>
                </a:cubicBezTo>
                <a:lnTo>
                  <a:pt x="308812" y="33249"/>
                </a:lnTo>
                <a:lnTo>
                  <a:pt x="288520" y="33249"/>
                </a:lnTo>
                <a:lnTo>
                  <a:pt x="288520" y="35196"/>
                </a:lnTo>
                <a:cubicBezTo>
                  <a:pt x="295054" y="35474"/>
                  <a:pt x="296998" y="37421"/>
                  <a:pt x="297138" y="44090"/>
                </a:cubicBezTo>
                <a:lnTo>
                  <a:pt x="297138" y="79108"/>
                </a:lnTo>
                <a:cubicBezTo>
                  <a:pt x="297138" y="90087"/>
                  <a:pt x="303808" y="97174"/>
                  <a:pt x="313953" y="97174"/>
                </a:cubicBezTo>
                <a:cubicBezTo>
                  <a:pt x="319095" y="97174"/>
                  <a:pt x="324516" y="94952"/>
                  <a:pt x="328269" y="91198"/>
                </a:cubicBezTo>
                <a:lnTo>
                  <a:pt x="334245" y="85224"/>
                </a:lnTo>
                <a:lnTo>
                  <a:pt x="334245" y="96759"/>
                </a:lnTo>
                <a:lnTo>
                  <a:pt x="334801" y="97036"/>
                </a:lnTo>
                <a:cubicBezTo>
                  <a:pt x="341750" y="94256"/>
                  <a:pt x="346753" y="92727"/>
                  <a:pt x="353840" y="90783"/>
                </a:cubicBezTo>
                <a:lnTo>
                  <a:pt x="353840" y="88836"/>
                </a:lnTo>
                <a:close/>
                <a:moveTo>
                  <a:pt x="359678" y="95817"/>
                </a:moveTo>
                <a:lnTo>
                  <a:pt x="392477" y="95817"/>
                </a:lnTo>
                <a:lnTo>
                  <a:pt x="392477" y="93732"/>
                </a:lnTo>
                <a:cubicBezTo>
                  <a:pt x="383722" y="93317"/>
                  <a:pt x="382193" y="91926"/>
                  <a:pt x="382054" y="84143"/>
                </a:cubicBezTo>
                <a:lnTo>
                  <a:pt x="382054" y="1172"/>
                </a:lnTo>
                <a:lnTo>
                  <a:pt x="381498" y="894"/>
                </a:lnTo>
                <a:cubicBezTo>
                  <a:pt x="374411" y="3119"/>
                  <a:pt x="369268" y="4648"/>
                  <a:pt x="359401" y="7010"/>
                </a:cubicBezTo>
                <a:lnTo>
                  <a:pt x="359401" y="9233"/>
                </a:lnTo>
                <a:lnTo>
                  <a:pt x="360234" y="9233"/>
                </a:lnTo>
                <a:cubicBezTo>
                  <a:pt x="361763" y="9095"/>
                  <a:pt x="363430" y="8955"/>
                  <a:pt x="364543" y="8955"/>
                </a:cubicBezTo>
                <a:cubicBezTo>
                  <a:pt x="368990" y="8955"/>
                  <a:pt x="370379" y="10902"/>
                  <a:pt x="370379" y="17433"/>
                </a:cubicBezTo>
                <a:lnTo>
                  <a:pt x="370379" y="83727"/>
                </a:lnTo>
                <a:cubicBezTo>
                  <a:pt x="370241" y="91232"/>
                  <a:pt x="368295" y="93177"/>
                  <a:pt x="359678" y="93732"/>
                </a:cubicBezTo>
                <a:lnTo>
                  <a:pt x="359678" y="95817"/>
                </a:lnTo>
                <a:close/>
                <a:moveTo>
                  <a:pt x="414296" y="32028"/>
                </a:moveTo>
                <a:cubicBezTo>
                  <a:pt x="410127" y="32028"/>
                  <a:pt x="406653" y="35503"/>
                  <a:pt x="406653" y="39950"/>
                </a:cubicBezTo>
                <a:cubicBezTo>
                  <a:pt x="406653" y="43982"/>
                  <a:pt x="410127" y="47455"/>
                  <a:pt x="414158" y="47455"/>
                </a:cubicBezTo>
                <a:cubicBezTo>
                  <a:pt x="418465" y="47455"/>
                  <a:pt x="422079" y="44120"/>
                  <a:pt x="422079" y="39950"/>
                </a:cubicBezTo>
                <a:cubicBezTo>
                  <a:pt x="422079" y="35641"/>
                  <a:pt x="418465" y="32028"/>
                  <a:pt x="414296" y="32028"/>
                </a:cubicBezTo>
                <a:moveTo>
                  <a:pt x="414296" y="81884"/>
                </a:moveTo>
                <a:cubicBezTo>
                  <a:pt x="410127" y="81884"/>
                  <a:pt x="406653" y="85358"/>
                  <a:pt x="406653" y="89807"/>
                </a:cubicBezTo>
                <a:cubicBezTo>
                  <a:pt x="406653" y="93836"/>
                  <a:pt x="410127" y="97310"/>
                  <a:pt x="414158" y="97310"/>
                </a:cubicBezTo>
                <a:cubicBezTo>
                  <a:pt x="418465" y="97310"/>
                  <a:pt x="422079" y="93976"/>
                  <a:pt x="422079" y="89807"/>
                </a:cubicBezTo>
                <a:cubicBezTo>
                  <a:pt x="422079" y="85498"/>
                  <a:pt x="418465" y="81884"/>
                  <a:pt x="414296" y="81884"/>
                </a:cubicBezTo>
                <a:close/>
                <a:moveTo>
                  <a:pt x="485324" y="95817"/>
                </a:moveTo>
                <a:lnTo>
                  <a:pt x="524457" y="95817"/>
                </a:lnTo>
                <a:lnTo>
                  <a:pt x="524457" y="93690"/>
                </a:lnTo>
                <a:cubicBezTo>
                  <a:pt x="513538" y="93690"/>
                  <a:pt x="511128" y="92133"/>
                  <a:pt x="510987" y="85328"/>
                </a:cubicBezTo>
                <a:lnTo>
                  <a:pt x="510987" y="286"/>
                </a:lnTo>
                <a:lnTo>
                  <a:pt x="509853" y="0"/>
                </a:lnTo>
                <a:lnTo>
                  <a:pt x="484331" y="12901"/>
                </a:lnTo>
                <a:lnTo>
                  <a:pt x="484331" y="14885"/>
                </a:lnTo>
                <a:cubicBezTo>
                  <a:pt x="489861" y="12758"/>
                  <a:pt x="493264" y="11765"/>
                  <a:pt x="494540" y="11765"/>
                </a:cubicBezTo>
                <a:cubicBezTo>
                  <a:pt x="497517" y="11765"/>
                  <a:pt x="498794" y="13892"/>
                  <a:pt x="498794" y="18429"/>
                </a:cubicBezTo>
                <a:lnTo>
                  <a:pt x="498794" y="82635"/>
                </a:lnTo>
                <a:cubicBezTo>
                  <a:pt x="498510" y="91566"/>
                  <a:pt x="496100" y="93550"/>
                  <a:pt x="485324" y="93690"/>
                </a:cubicBezTo>
                <a:lnTo>
                  <a:pt x="485324" y="95817"/>
                </a:lnTo>
                <a:close/>
                <a:moveTo>
                  <a:pt x="575500" y="0"/>
                </a:moveTo>
                <a:cubicBezTo>
                  <a:pt x="567701" y="0"/>
                  <a:pt x="561747" y="2270"/>
                  <a:pt x="556501" y="7371"/>
                </a:cubicBezTo>
                <a:cubicBezTo>
                  <a:pt x="548277" y="15305"/>
                  <a:pt x="542888" y="31596"/>
                  <a:pt x="542888" y="48170"/>
                </a:cubicBezTo>
                <a:cubicBezTo>
                  <a:pt x="542888" y="63754"/>
                  <a:pt x="547567" y="80188"/>
                  <a:pt x="554231" y="88119"/>
                </a:cubicBezTo>
                <a:cubicBezTo>
                  <a:pt x="559478" y="94355"/>
                  <a:pt x="566708" y="97756"/>
                  <a:pt x="574934" y="97756"/>
                </a:cubicBezTo>
                <a:cubicBezTo>
                  <a:pt x="582164" y="97756"/>
                  <a:pt x="588261" y="95345"/>
                  <a:pt x="593364" y="90387"/>
                </a:cubicBezTo>
                <a:cubicBezTo>
                  <a:pt x="601588" y="82596"/>
                  <a:pt x="606977" y="66162"/>
                  <a:pt x="606977" y="49021"/>
                </a:cubicBezTo>
                <a:cubicBezTo>
                  <a:pt x="606977" y="19980"/>
                  <a:pt x="594074" y="0"/>
                  <a:pt x="575500" y="0"/>
                </a:cubicBezTo>
                <a:moveTo>
                  <a:pt x="575074" y="3687"/>
                </a:moveTo>
                <a:cubicBezTo>
                  <a:pt x="586984" y="3687"/>
                  <a:pt x="593364" y="19696"/>
                  <a:pt x="593364" y="49304"/>
                </a:cubicBezTo>
                <a:cubicBezTo>
                  <a:pt x="593364" y="78911"/>
                  <a:pt x="587127" y="94071"/>
                  <a:pt x="574934" y="94071"/>
                </a:cubicBezTo>
                <a:cubicBezTo>
                  <a:pt x="562738" y="94071"/>
                  <a:pt x="556501" y="78911"/>
                  <a:pt x="556501" y="49447"/>
                </a:cubicBezTo>
                <a:cubicBezTo>
                  <a:pt x="556501" y="19270"/>
                  <a:pt x="562881" y="3687"/>
                  <a:pt x="575074" y="3687"/>
                </a:cubicBezTo>
                <a:close/>
                <a:moveTo>
                  <a:pt x="646394" y="0"/>
                </a:moveTo>
                <a:cubicBezTo>
                  <a:pt x="638595" y="0"/>
                  <a:pt x="632641" y="2270"/>
                  <a:pt x="627394" y="7371"/>
                </a:cubicBezTo>
                <a:cubicBezTo>
                  <a:pt x="619171" y="15305"/>
                  <a:pt x="613781" y="31596"/>
                  <a:pt x="613781" y="48170"/>
                </a:cubicBezTo>
                <a:cubicBezTo>
                  <a:pt x="613781" y="63754"/>
                  <a:pt x="618461" y="80188"/>
                  <a:pt x="625125" y="88119"/>
                </a:cubicBezTo>
                <a:cubicBezTo>
                  <a:pt x="630371" y="94355"/>
                  <a:pt x="637601" y="97756"/>
                  <a:pt x="645827" y="97756"/>
                </a:cubicBezTo>
                <a:cubicBezTo>
                  <a:pt x="653058" y="97756"/>
                  <a:pt x="659154" y="95345"/>
                  <a:pt x="664258" y="90387"/>
                </a:cubicBezTo>
                <a:cubicBezTo>
                  <a:pt x="672481" y="82596"/>
                  <a:pt x="677871" y="66162"/>
                  <a:pt x="677871" y="49021"/>
                </a:cubicBezTo>
                <a:cubicBezTo>
                  <a:pt x="677871" y="19980"/>
                  <a:pt x="664968" y="0"/>
                  <a:pt x="646394" y="0"/>
                </a:cubicBezTo>
                <a:moveTo>
                  <a:pt x="645968" y="3687"/>
                </a:moveTo>
                <a:cubicBezTo>
                  <a:pt x="657878" y="3687"/>
                  <a:pt x="664258" y="19696"/>
                  <a:pt x="664258" y="49304"/>
                </a:cubicBezTo>
                <a:cubicBezTo>
                  <a:pt x="664258" y="78911"/>
                  <a:pt x="658021" y="94071"/>
                  <a:pt x="645827" y="94071"/>
                </a:cubicBezTo>
                <a:cubicBezTo>
                  <a:pt x="633631" y="94071"/>
                  <a:pt x="627394" y="78911"/>
                  <a:pt x="627394" y="49447"/>
                </a:cubicBezTo>
                <a:cubicBezTo>
                  <a:pt x="627394" y="19270"/>
                  <a:pt x="633774" y="3687"/>
                  <a:pt x="645968" y="368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4549345-D7D1-4F67-AD72-5D0B9E72B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6126" y="303626"/>
            <a:ext cx="912337" cy="202217"/>
          </a:xfrm>
          <a:custGeom xmlns:a="http://schemas.openxmlformats.org/drawingml/2006/main">
            <a:pathLst>
              <a:path w="912337" h="202217">
                <a:moveTo>
                  <a:pt x="35100" y="0"/>
                </a:moveTo>
                <a:lnTo>
                  <a:pt x="877237" y="0"/>
                </a:lnTo>
                <a:cubicBezTo>
                  <a:pt x="896695" y="0"/>
                  <a:pt x="912337" y="15642"/>
                  <a:pt x="912337" y="35100"/>
                </a:cubicBezTo>
                <a:lnTo>
                  <a:pt x="912337" y="167117"/>
                </a:lnTo>
                <a:cubicBezTo>
                  <a:pt x="912337" y="186575"/>
                  <a:pt x="896695" y="202217"/>
                  <a:pt x="877237" y="202217"/>
                </a:cubicBezTo>
                <a:lnTo>
                  <a:pt x="35100" y="202217"/>
                </a:lnTo>
                <a:cubicBezTo>
                  <a:pt x="15642" y="202217"/>
                  <a:pt x="0" y="186575"/>
                  <a:pt x="0" y="167117"/>
                </a:cubicBezTo>
                <a:lnTo>
                  <a:pt x="0" y="35100"/>
                </a:lnTo>
                <a:cubicBezTo>
                  <a:pt x="0" y="15642"/>
                  <a:pt x="15642" y="0"/>
                  <a:pt x="35100" y="0"/>
                </a:cubicBezTo>
                <a:close/>
                <a:moveTo>
                  <a:pt x="35100" y="0"/>
                </a:moveTo>
              </a:path>
            </a:pathLst>
          </a:custGeom>
          <a:solidFill xmlns:a="http://schemas.openxmlformats.org/drawingml/2006/main">
            <a:srgbClr val="FFFFFF">
              <a:alpha val="75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4" name="Text Vulnerable:39">
            <a:extLst xmlns:a="http://schemas.openxmlformats.org/drawingml/2006/main">
              <a:ext uri="{FF2B5EF4-FFF2-40B4-BE49-F238E27FC236}">
                <a16:creationId xmlns:a16="http://schemas.microsoft.com/office/drawing/2014/main" id="{004E4940-9BB5-44BF-A436-C5A5D4687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0239" y="353511"/>
            <a:ext cx="817248" cy="98898"/>
          </a:xfrm>
          <a:custGeom xmlns:a="http://schemas.openxmlformats.org/drawingml/2006/main">
            <a:pathLst>
              <a:path w="817248" h="98898">
                <a:moveTo>
                  <a:pt x="94645" y="3797"/>
                </a:moveTo>
                <a:lnTo>
                  <a:pt x="66154" y="3797"/>
                </a:lnTo>
                <a:lnTo>
                  <a:pt x="66154" y="6440"/>
                </a:lnTo>
                <a:cubicBezTo>
                  <a:pt x="73799" y="6995"/>
                  <a:pt x="76299" y="8384"/>
                  <a:pt x="76299" y="12276"/>
                </a:cubicBezTo>
                <a:cubicBezTo>
                  <a:pt x="76299" y="14498"/>
                  <a:pt x="75328" y="18250"/>
                  <a:pt x="73659" y="22419"/>
                </a:cubicBezTo>
                <a:lnTo>
                  <a:pt x="53229" y="73412"/>
                </a:lnTo>
                <a:lnTo>
                  <a:pt x="32242" y="26448"/>
                </a:lnTo>
                <a:cubicBezTo>
                  <a:pt x="27658" y="16165"/>
                  <a:pt x="26544" y="13109"/>
                  <a:pt x="26544" y="11025"/>
                </a:cubicBezTo>
                <a:cubicBezTo>
                  <a:pt x="26544" y="8247"/>
                  <a:pt x="28491" y="6995"/>
                  <a:pt x="32938" y="6718"/>
                </a:cubicBezTo>
                <a:cubicBezTo>
                  <a:pt x="33634" y="6718"/>
                  <a:pt x="35163" y="6578"/>
                  <a:pt x="36969" y="6440"/>
                </a:cubicBezTo>
                <a:lnTo>
                  <a:pt x="36969" y="3797"/>
                </a:lnTo>
                <a:lnTo>
                  <a:pt x="0" y="3797"/>
                </a:lnTo>
                <a:lnTo>
                  <a:pt x="0" y="6440"/>
                </a:lnTo>
                <a:cubicBezTo>
                  <a:pt x="6809" y="6718"/>
                  <a:pt x="8756" y="8662"/>
                  <a:pt x="14732" y="21028"/>
                </a:cubicBezTo>
                <a:lnTo>
                  <a:pt x="48921" y="97310"/>
                </a:lnTo>
                <a:lnTo>
                  <a:pt x="51006" y="97310"/>
                </a:lnTo>
                <a:lnTo>
                  <a:pt x="81860" y="19361"/>
                </a:lnTo>
                <a:cubicBezTo>
                  <a:pt x="86446" y="8384"/>
                  <a:pt x="87973" y="6855"/>
                  <a:pt x="94645" y="6440"/>
                </a:cubicBezTo>
                <a:lnTo>
                  <a:pt x="94645" y="3797"/>
                </a:lnTo>
                <a:close/>
                <a:moveTo>
                  <a:pt x="157463" y="88836"/>
                </a:moveTo>
                <a:lnTo>
                  <a:pt x="156770" y="88836"/>
                </a:lnTo>
                <a:cubicBezTo>
                  <a:pt x="149958" y="88558"/>
                  <a:pt x="148987" y="87447"/>
                  <a:pt x="148847" y="80915"/>
                </a:cubicBezTo>
                <a:lnTo>
                  <a:pt x="148847" y="33249"/>
                </a:lnTo>
                <a:lnTo>
                  <a:pt x="126888" y="33249"/>
                </a:lnTo>
                <a:lnTo>
                  <a:pt x="126888" y="35614"/>
                </a:lnTo>
                <a:cubicBezTo>
                  <a:pt x="135506" y="36029"/>
                  <a:pt x="137173" y="37421"/>
                  <a:pt x="137173" y="44368"/>
                </a:cubicBezTo>
                <a:lnTo>
                  <a:pt x="137173" y="77024"/>
                </a:lnTo>
                <a:cubicBezTo>
                  <a:pt x="137173" y="80915"/>
                  <a:pt x="136477" y="82862"/>
                  <a:pt x="134533" y="84389"/>
                </a:cubicBezTo>
                <a:cubicBezTo>
                  <a:pt x="130779" y="87447"/>
                  <a:pt x="126472" y="89114"/>
                  <a:pt x="122303" y="89114"/>
                </a:cubicBezTo>
                <a:cubicBezTo>
                  <a:pt x="116882" y="89114"/>
                  <a:pt x="112435" y="84389"/>
                  <a:pt x="112435" y="78553"/>
                </a:cubicBezTo>
                <a:lnTo>
                  <a:pt x="112435" y="33249"/>
                </a:lnTo>
                <a:lnTo>
                  <a:pt x="92143" y="33249"/>
                </a:lnTo>
                <a:lnTo>
                  <a:pt x="92143" y="35196"/>
                </a:lnTo>
                <a:cubicBezTo>
                  <a:pt x="98677" y="35474"/>
                  <a:pt x="100621" y="37421"/>
                  <a:pt x="100761" y="44090"/>
                </a:cubicBezTo>
                <a:lnTo>
                  <a:pt x="100761" y="79108"/>
                </a:lnTo>
                <a:cubicBezTo>
                  <a:pt x="100761" y="90087"/>
                  <a:pt x="107431" y="97174"/>
                  <a:pt x="117576" y="97174"/>
                </a:cubicBezTo>
                <a:cubicBezTo>
                  <a:pt x="122718" y="97174"/>
                  <a:pt x="128139" y="94952"/>
                  <a:pt x="131892" y="91198"/>
                </a:cubicBezTo>
                <a:lnTo>
                  <a:pt x="137868" y="85224"/>
                </a:lnTo>
                <a:lnTo>
                  <a:pt x="137868" y="96759"/>
                </a:lnTo>
                <a:lnTo>
                  <a:pt x="138424" y="97036"/>
                </a:lnTo>
                <a:cubicBezTo>
                  <a:pt x="145373" y="94256"/>
                  <a:pt x="150376" y="92727"/>
                  <a:pt x="157463" y="90783"/>
                </a:cubicBezTo>
                <a:lnTo>
                  <a:pt x="157463" y="88836"/>
                </a:lnTo>
                <a:close/>
                <a:moveTo>
                  <a:pt x="163302" y="95817"/>
                </a:moveTo>
                <a:lnTo>
                  <a:pt x="196100" y="95817"/>
                </a:lnTo>
                <a:lnTo>
                  <a:pt x="196100" y="93732"/>
                </a:lnTo>
                <a:cubicBezTo>
                  <a:pt x="187346" y="93317"/>
                  <a:pt x="185817" y="91926"/>
                  <a:pt x="185677" y="84143"/>
                </a:cubicBezTo>
                <a:lnTo>
                  <a:pt x="185677" y="1172"/>
                </a:lnTo>
                <a:lnTo>
                  <a:pt x="185121" y="894"/>
                </a:lnTo>
                <a:cubicBezTo>
                  <a:pt x="178034" y="3119"/>
                  <a:pt x="172891" y="4648"/>
                  <a:pt x="163024" y="7010"/>
                </a:cubicBezTo>
                <a:lnTo>
                  <a:pt x="163024" y="9233"/>
                </a:lnTo>
                <a:lnTo>
                  <a:pt x="163857" y="9233"/>
                </a:lnTo>
                <a:cubicBezTo>
                  <a:pt x="165386" y="9095"/>
                  <a:pt x="167053" y="8955"/>
                  <a:pt x="168166" y="8955"/>
                </a:cubicBezTo>
                <a:cubicBezTo>
                  <a:pt x="172613" y="8955"/>
                  <a:pt x="174002" y="10902"/>
                  <a:pt x="174002" y="17433"/>
                </a:cubicBezTo>
                <a:lnTo>
                  <a:pt x="174002" y="83727"/>
                </a:lnTo>
                <a:cubicBezTo>
                  <a:pt x="173865" y="91232"/>
                  <a:pt x="171918" y="93177"/>
                  <a:pt x="163302" y="93732"/>
                </a:cubicBezTo>
                <a:lnTo>
                  <a:pt x="163302" y="95817"/>
                </a:lnTo>
                <a:close/>
                <a:moveTo>
                  <a:pt x="201520" y="95817"/>
                </a:moveTo>
                <a:lnTo>
                  <a:pt x="230985" y="95817"/>
                </a:lnTo>
                <a:lnTo>
                  <a:pt x="230985" y="93732"/>
                </a:lnTo>
                <a:cubicBezTo>
                  <a:pt x="224035" y="93317"/>
                  <a:pt x="221811" y="91510"/>
                  <a:pt x="221811" y="86507"/>
                </a:cubicBezTo>
                <a:lnTo>
                  <a:pt x="221811" y="47458"/>
                </a:lnTo>
                <a:cubicBezTo>
                  <a:pt x="228482" y="41204"/>
                  <a:pt x="231540" y="39537"/>
                  <a:pt x="236127" y="39537"/>
                </a:cubicBezTo>
                <a:cubicBezTo>
                  <a:pt x="242937" y="39537"/>
                  <a:pt x="246272" y="43844"/>
                  <a:pt x="246272" y="53016"/>
                </a:cubicBezTo>
                <a:lnTo>
                  <a:pt x="246272" y="82060"/>
                </a:lnTo>
                <a:cubicBezTo>
                  <a:pt x="245995" y="91092"/>
                  <a:pt x="244326" y="93317"/>
                  <a:pt x="237516" y="93732"/>
                </a:cubicBezTo>
                <a:lnTo>
                  <a:pt x="237516" y="95817"/>
                </a:lnTo>
                <a:lnTo>
                  <a:pt x="266425" y="95817"/>
                </a:lnTo>
                <a:lnTo>
                  <a:pt x="266425" y="93732"/>
                </a:lnTo>
                <a:cubicBezTo>
                  <a:pt x="259613" y="93039"/>
                  <a:pt x="258084" y="91370"/>
                  <a:pt x="257947" y="84561"/>
                </a:cubicBezTo>
                <a:lnTo>
                  <a:pt x="257947" y="52738"/>
                </a:lnTo>
                <a:cubicBezTo>
                  <a:pt x="257947" y="39677"/>
                  <a:pt x="251831" y="31892"/>
                  <a:pt x="241548" y="31892"/>
                </a:cubicBezTo>
                <a:cubicBezTo>
                  <a:pt x="235154" y="31892"/>
                  <a:pt x="230845" y="34256"/>
                  <a:pt x="221395" y="43151"/>
                </a:cubicBezTo>
                <a:lnTo>
                  <a:pt x="221395" y="32172"/>
                </a:lnTo>
                <a:lnTo>
                  <a:pt x="220422" y="31892"/>
                </a:lnTo>
                <a:cubicBezTo>
                  <a:pt x="213194" y="34534"/>
                  <a:pt x="208469" y="36063"/>
                  <a:pt x="201242" y="38148"/>
                </a:cubicBezTo>
                <a:lnTo>
                  <a:pt x="201242" y="40510"/>
                </a:lnTo>
                <a:cubicBezTo>
                  <a:pt x="202216" y="40093"/>
                  <a:pt x="203467" y="39955"/>
                  <a:pt x="204996" y="39955"/>
                </a:cubicBezTo>
                <a:cubicBezTo>
                  <a:pt x="208887" y="39955"/>
                  <a:pt x="210136" y="42039"/>
                  <a:pt x="210136" y="48847"/>
                </a:cubicBezTo>
                <a:lnTo>
                  <a:pt x="210136" y="83312"/>
                </a:lnTo>
                <a:cubicBezTo>
                  <a:pt x="209998" y="91510"/>
                  <a:pt x="208469" y="93317"/>
                  <a:pt x="201520" y="93732"/>
                </a:cubicBezTo>
                <a:lnTo>
                  <a:pt x="201520" y="95817"/>
                </a:lnTo>
                <a:close/>
                <a:moveTo>
                  <a:pt x="325212" y="72986"/>
                </a:moveTo>
                <a:cubicBezTo>
                  <a:pt x="318542" y="83553"/>
                  <a:pt x="312564" y="87587"/>
                  <a:pt x="303670" y="87587"/>
                </a:cubicBezTo>
                <a:cubicBezTo>
                  <a:pt x="295749" y="87587"/>
                  <a:pt x="289773" y="83553"/>
                  <a:pt x="285742" y="75628"/>
                </a:cubicBezTo>
                <a:cubicBezTo>
                  <a:pt x="283239" y="70344"/>
                  <a:pt x="282268" y="65895"/>
                  <a:pt x="281990" y="57272"/>
                </a:cubicBezTo>
                <a:lnTo>
                  <a:pt x="324796" y="57272"/>
                </a:lnTo>
                <a:cubicBezTo>
                  <a:pt x="323683" y="48255"/>
                  <a:pt x="322294" y="44238"/>
                  <a:pt x="318820" y="39806"/>
                </a:cubicBezTo>
                <a:cubicBezTo>
                  <a:pt x="314649" y="34812"/>
                  <a:pt x="308257" y="31892"/>
                  <a:pt x="301030" y="31892"/>
                </a:cubicBezTo>
                <a:cubicBezTo>
                  <a:pt x="294080" y="31892"/>
                  <a:pt x="287549" y="34394"/>
                  <a:pt x="282268" y="39113"/>
                </a:cubicBezTo>
                <a:cubicBezTo>
                  <a:pt x="275734" y="44792"/>
                  <a:pt x="271983" y="54632"/>
                  <a:pt x="271983" y="66032"/>
                </a:cubicBezTo>
                <a:cubicBezTo>
                  <a:pt x="271983" y="85222"/>
                  <a:pt x="281990" y="97174"/>
                  <a:pt x="297972" y="97174"/>
                </a:cubicBezTo>
                <a:cubicBezTo>
                  <a:pt x="311175" y="97174"/>
                  <a:pt x="321598" y="88976"/>
                  <a:pt x="327436" y="73959"/>
                </a:cubicBezTo>
                <a:lnTo>
                  <a:pt x="325212" y="72986"/>
                </a:lnTo>
                <a:moveTo>
                  <a:pt x="282268" y="52825"/>
                </a:moveTo>
                <a:cubicBezTo>
                  <a:pt x="283795" y="42022"/>
                  <a:pt x="288522" y="36897"/>
                  <a:pt x="296998" y="36897"/>
                </a:cubicBezTo>
                <a:cubicBezTo>
                  <a:pt x="305477" y="36897"/>
                  <a:pt x="308812" y="40775"/>
                  <a:pt x="310619" y="52825"/>
                </a:cubicBezTo>
                <a:lnTo>
                  <a:pt x="282268" y="52825"/>
                </a:lnTo>
                <a:close/>
                <a:moveTo>
                  <a:pt x="330910" y="95817"/>
                </a:moveTo>
                <a:lnTo>
                  <a:pt x="364266" y="95817"/>
                </a:lnTo>
                <a:lnTo>
                  <a:pt x="364266" y="93732"/>
                </a:lnTo>
                <a:cubicBezTo>
                  <a:pt x="354954" y="93455"/>
                  <a:pt x="352729" y="91510"/>
                  <a:pt x="352452" y="83312"/>
                </a:cubicBezTo>
                <a:lnTo>
                  <a:pt x="352452" y="52042"/>
                </a:lnTo>
                <a:cubicBezTo>
                  <a:pt x="352452" y="47595"/>
                  <a:pt x="358290" y="40648"/>
                  <a:pt x="362181" y="40648"/>
                </a:cubicBezTo>
                <a:cubicBezTo>
                  <a:pt x="363015" y="40648"/>
                  <a:pt x="364266" y="41344"/>
                  <a:pt x="365795" y="42733"/>
                </a:cubicBezTo>
                <a:cubicBezTo>
                  <a:pt x="367879" y="44817"/>
                  <a:pt x="369546" y="45511"/>
                  <a:pt x="371353" y="45511"/>
                </a:cubicBezTo>
                <a:cubicBezTo>
                  <a:pt x="374689" y="45511"/>
                  <a:pt x="376773" y="43148"/>
                  <a:pt x="376773" y="39259"/>
                </a:cubicBezTo>
                <a:cubicBezTo>
                  <a:pt x="376773" y="34672"/>
                  <a:pt x="373855" y="31892"/>
                  <a:pt x="369130" y="31892"/>
                </a:cubicBezTo>
                <a:cubicBezTo>
                  <a:pt x="363292" y="31892"/>
                  <a:pt x="359401" y="34950"/>
                  <a:pt x="352452" y="44955"/>
                </a:cubicBezTo>
                <a:lnTo>
                  <a:pt x="352452" y="32172"/>
                </a:lnTo>
                <a:lnTo>
                  <a:pt x="351758" y="31892"/>
                </a:lnTo>
                <a:cubicBezTo>
                  <a:pt x="343975" y="34950"/>
                  <a:pt x="338970" y="36897"/>
                  <a:pt x="331188" y="39397"/>
                </a:cubicBezTo>
                <a:lnTo>
                  <a:pt x="331188" y="41622"/>
                </a:lnTo>
                <a:cubicBezTo>
                  <a:pt x="333134" y="41204"/>
                  <a:pt x="334386" y="41064"/>
                  <a:pt x="336052" y="41064"/>
                </a:cubicBezTo>
                <a:cubicBezTo>
                  <a:pt x="339526" y="41064"/>
                  <a:pt x="340777" y="43288"/>
                  <a:pt x="340777" y="49402"/>
                </a:cubicBezTo>
                <a:lnTo>
                  <a:pt x="340777" y="84145"/>
                </a:lnTo>
                <a:cubicBezTo>
                  <a:pt x="340499" y="91370"/>
                  <a:pt x="339666" y="92206"/>
                  <a:pt x="330910" y="93732"/>
                </a:cubicBezTo>
                <a:lnTo>
                  <a:pt x="330910" y="95817"/>
                </a:lnTo>
                <a:close/>
                <a:moveTo>
                  <a:pt x="437368" y="86616"/>
                </a:moveTo>
                <a:cubicBezTo>
                  <a:pt x="435005" y="88558"/>
                  <a:pt x="433338" y="89254"/>
                  <a:pt x="431254" y="89254"/>
                </a:cubicBezTo>
                <a:cubicBezTo>
                  <a:pt x="428058" y="89254"/>
                  <a:pt x="427084" y="87309"/>
                  <a:pt x="427084" y="81199"/>
                </a:cubicBezTo>
                <a:lnTo>
                  <a:pt x="427084" y="54116"/>
                </a:lnTo>
                <a:cubicBezTo>
                  <a:pt x="427084" y="46893"/>
                  <a:pt x="426389" y="42866"/>
                  <a:pt x="424304" y="39533"/>
                </a:cubicBezTo>
                <a:cubicBezTo>
                  <a:pt x="421246" y="34534"/>
                  <a:pt x="415270" y="31892"/>
                  <a:pt x="407072" y="31892"/>
                </a:cubicBezTo>
                <a:cubicBezTo>
                  <a:pt x="394006" y="31892"/>
                  <a:pt x="383723" y="38699"/>
                  <a:pt x="383723" y="47449"/>
                </a:cubicBezTo>
                <a:cubicBezTo>
                  <a:pt x="383723" y="50645"/>
                  <a:pt x="386364" y="53421"/>
                  <a:pt x="389699" y="53421"/>
                </a:cubicBezTo>
                <a:cubicBezTo>
                  <a:pt x="393033" y="53421"/>
                  <a:pt x="395953" y="50645"/>
                  <a:pt x="395953" y="47589"/>
                </a:cubicBezTo>
                <a:cubicBezTo>
                  <a:pt x="395953" y="47033"/>
                  <a:pt x="395813" y="46338"/>
                  <a:pt x="395675" y="45367"/>
                </a:cubicBezTo>
                <a:cubicBezTo>
                  <a:pt x="395398" y="44118"/>
                  <a:pt x="395258" y="43006"/>
                  <a:pt x="395258" y="42033"/>
                </a:cubicBezTo>
                <a:cubicBezTo>
                  <a:pt x="395258" y="38284"/>
                  <a:pt x="399705" y="35228"/>
                  <a:pt x="405265" y="35228"/>
                </a:cubicBezTo>
                <a:cubicBezTo>
                  <a:pt x="412074" y="35228"/>
                  <a:pt x="415826" y="39255"/>
                  <a:pt x="415826" y="46756"/>
                </a:cubicBezTo>
                <a:lnTo>
                  <a:pt x="415826" y="55228"/>
                </a:lnTo>
                <a:cubicBezTo>
                  <a:pt x="394562" y="63700"/>
                  <a:pt x="392062" y="64949"/>
                  <a:pt x="386086" y="70227"/>
                </a:cubicBezTo>
                <a:cubicBezTo>
                  <a:pt x="383028" y="73005"/>
                  <a:pt x="381081" y="77726"/>
                  <a:pt x="381081" y="82308"/>
                </a:cubicBezTo>
                <a:cubicBezTo>
                  <a:pt x="381081" y="91060"/>
                  <a:pt x="387197" y="97174"/>
                  <a:pt x="395675" y="97174"/>
                </a:cubicBezTo>
                <a:cubicBezTo>
                  <a:pt x="401789" y="97174"/>
                  <a:pt x="407487" y="94256"/>
                  <a:pt x="415966" y="87029"/>
                </a:cubicBezTo>
                <a:cubicBezTo>
                  <a:pt x="416661" y="94396"/>
                  <a:pt x="419162" y="97174"/>
                  <a:pt x="424860" y="97174"/>
                </a:cubicBezTo>
                <a:cubicBezTo>
                  <a:pt x="429585" y="97174"/>
                  <a:pt x="432505" y="95507"/>
                  <a:pt x="437368" y="90227"/>
                </a:cubicBezTo>
                <a:lnTo>
                  <a:pt x="437368" y="86616"/>
                </a:lnTo>
                <a:moveTo>
                  <a:pt x="415826" y="78691"/>
                </a:moveTo>
                <a:cubicBezTo>
                  <a:pt x="415826" y="82860"/>
                  <a:pt x="415132" y="84389"/>
                  <a:pt x="412212" y="86058"/>
                </a:cubicBezTo>
                <a:cubicBezTo>
                  <a:pt x="408739" y="88002"/>
                  <a:pt x="404987" y="89114"/>
                  <a:pt x="402067" y="89114"/>
                </a:cubicBezTo>
                <a:cubicBezTo>
                  <a:pt x="397204" y="89114"/>
                  <a:pt x="393313" y="84389"/>
                  <a:pt x="393313" y="78413"/>
                </a:cubicBezTo>
                <a:lnTo>
                  <a:pt x="393313" y="77857"/>
                </a:lnTo>
                <a:cubicBezTo>
                  <a:pt x="393451" y="69519"/>
                  <a:pt x="399567" y="64236"/>
                  <a:pt x="415826" y="58538"/>
                </a:cubicBezTo>
                <a:lnTo>
                  <a:pt x="415826" y="78691"/>
                </a:lnTo>
                <a:close/>
                <a:moveTo>
                  <a:pt x="458911" y="1178"/>
                </a:moveTo>
                <a:lnTo>
                  <a:pt x="458216" y="901"/>
                </a:lnTo>
                <a:cubicBezTo>
                  <a:pt x="452517" y="2845"/>
                  <a:pt x="448764" y="4096"/>
                  <a:pt x="442094" y="5903"/>
                </a:cubicBezTo>
                <a:lnTo>
                  <a:pt x="438063" y="7017"/>
                </a:lnTo>
                <a:lnTo>
                  <a:pt x="438063" y="9239"/>
                </a:lnTo>
                <a:cubicBezTo>
                  <a:pt x="438896" y="9101"/>
                  <a:pt x="439314" y="9101"/>
                  <a:pt x="440425" y="9101"/>
                </a:cubicBezTo>
                <a:cubicBezTo>
                  <a:pt x="445986" y="9101"/>
                  <a:pt x="447235" y="10350"/>
                  <a:pt x="447235" y="16188"/>
                </a:cubicBezTo>
                <a:lnTo>
                  <a:pt x="447235" y="88284"/>
                </a:lnTo>
                <a:cubicBezTo>
                  <a:pt x="447235" y="92589"/>
                  <a:pt x="458911" y="97174"/>
                  <a:pt x="470168" y="97174"/>
                </a:cubicBezTo>
                <a:cubicBezTo>
                  <a:pt x="488513" y="97174"/>
                  <a:pt x="502688" y="81895"/>
                  <a:pt x="502688" y="62035"/>
                </a:cubicBezTo>
                <a:cubicBezTo>
                  <a:pt x="502688" y="44815"/>
                  <a:pt x="492127" y="31892"/>
                  <a:pt x="478228" y="31892"/>
                </a:cubicBezTo>
                <a:cubicBezTo>
                  <a:pt x="469750" y="31892"/>
                  <a:pt x="461689" y="36757"/>
                  <a:pt x="458911" y="43704"/>
                </a:cubicBezTo>
                <a:lnTo>
                  <a:pt x="458911" y="1178"/>
                </a:lnTo>
                <a:moveTo>
                  <a:pt x="458911" y="51065"/>
                </a:moveTo>
                <a:cubicBezTo>
                  <a:pt x="458911" y="45649"/>
                  <a:pt x="465443" y="40648"/>
                  <a:pt x="472670" y="40648"/>
                </a:cubicBezTo>
                <a:cubicBezTo>
                  <a:pt x="476561" y="40648"/>
                  <a:pt x="480035" y="42037"/>
                  <a:pt x="482953" y="44675"/>
                </a:cubicBezTo>
                <a:cubicBezTo>
                  <a:pt x="487400" y="48982"/>
                  <a:pt x="490458" y="58426"/>
                  <a:pt x="490458" y="68425"/>
                </a:cubicBezTo>
                <a:cubicBezTo>
                  <a:pt x="490458" y="83840"/>
                  <a:pt x="483787" y="92727"/>
                  <a:pt x="472392" y="92727"/>
                </a:cubicBezTo>
                <a:cubicBezTo>
                  <a:pt x="465165" y="92727"/>
                  <a:pt x="458911" y="89674"/>
                  <a:pt x="458911" y="86062"/>
                </a:cubicBezTo>
                <a:lnTo>
                  <a:pt x="458911" y="51065"/>
                </a:lnTo>
                <a:close/>
                <a:moveTo>
                  <a:pt x="510055" y="95817"/>
                </a:moveTo>
                <a:lnTo>
                  <a:pt x="542853" y="95817"/>
                </a:lnTo>
                <a:lnTo>
                  <a:pt x="542853" y="93732"/>
                </a:lnTo>
                <a:cubicBezTo>
                  <a:pt x="534099" y="93317"/>
                  <a:pt x="532570" y="91926"/>
                  <a:pt x="532430" y="84143"/>
                </a:cubicBezTo>
                <a:lnTo>
                  <a:pt x="532430" y="1172"/>
                </a:lnTo>
                <a:lnTo>
                  <a:pt x="531875" y="894"/>
                </a:lnTo>
                <a:cubicBezTo>
                  <a:pt x="524787" y="3119"/>
                  <a:pt x="519645" y="4648"/>
                  <a:pt x="509777" y="7010"/>
                </a:cubicBezTo>
                <a:lnTo>
                  <a:pt x="509777" y="9233"/>
                </a:lnTo>
                <a:lnTo>
                  <a:pt x="510611" y="9233"/>
                </a:lnTo>
                <a:cubicBezTo>
                  <a:pt x="512140" y="9095"/>
                  <a:pt x="513807" y="8955"/>
                  <a:pt x="514920" y="8955"/>
                </a:cubicBezTo>
                <a:cubicBezTo>
                  <a:pt x="519367" y="8955"/>
                  <a:pt x="520756" y="10902"/>
                  <a:pt x="520756" y="17433"/>
                </a:cubicBezTo>
                <a:lnTo>
                  <a:pt x="520756" y="83727"/>
                </a:lnTo>
                <a:cubicBezTo>
                  <a:pt x="520618" y="91232"/>
                  <a:pt x="518671" y="93177"/>
                  <a:pt x="510055" y="93732"/>
                </a:cubicBezTo>
                <a:lnTo>
                  <a:pt x="510055" y="95817"/>
                </a:lnTo>
                <a:close/>
                <a:moveTo>
                  <a:pt x="602476" y="72986"/>
                </a:moveTo>
                <a:cubicBezTo>
                  <a:pt x="595806" y="83553"/>
                  <a:pt x="589828" y="87587"/>
                  <a:pt x="580934" y="87587"/>
                </a:cubicBezTo>
                <a:cubicBezTo>
                  <a:pt x="573014" y="87587"/>
                  <a:pt x="567038" y="83553"/>
                  <a:pt x="563006" y="75628"/>
                </a:cubicBezTo>
                <a:cubicBezTo>
                  <a:pt x="560504" y="70344"/>
                  <a:pt x="559533" y="65895"/>
                  <a:pt x="559255" y="57272"/>
                </a:cubicBezTo>
                <a:lnTo>
                  <a:pt x="602060" y="57272"/>
                </a:lnTo>
                <a:cubicBezTo>
                  <a:pt x="600947" y="48255"/>
                  <a:pt x="599558" y="44238"/>
                  <a:pt x="596084" y="39806"/>
                </a:cubicBezTo>
                <a:cubicBezTo>
                  <a:pt x="591913" y="34812"/>
                  <a:pt x="585521" y="31892"/>
                  <a:pt x="578294" y="31892"/>
                </a:cubicBezTo>
                <a:cubicBezTo>
                  <a:pt x="571345" y="31892"/>
                  <a:pt x="564813" y="34394"/>
                  <a:pt x="559533" y="39113"/>
                </a:cubicBezTo>
                <a:cubicBezTo>
                  <a:pt x="552999" y="44792"/>
                  <a:pt x="549247" y="54632"/>
                  <a:pt x="549247" y="66032"/>
                </a:cubicBezTo>
                <a:cubicBezTo>
                  <a:pt x="549247" y="85222"/>
                  <a:pt x="559255" y="97174"/>
                  <a:pt x="575236" y="97174"/>
                </a:cubicBezTo>
                <a:cubicBezTo>
                  <a:pt x="588439" y="97174"/>
                  <a:pt x="598862" y="88976"/>
                  <a:pt x="604700" y="73959"/>
                </a:cubicBezTo>
                <a:lnTo>
                  <a:pt x="602476" y="72986"/>
                </a:lnTo>
                <a:moveTo>
                  <a:pt x="559533" y="52825"/>
                </a:moveTo>
                <a:cubicBezTo>
                  <a:pt x="561059" y="42022"/>
                  <a:pt x="565786" y="36897"/>
                  <a:pt x="574263" y="36897"/>
                </a:cubicBezTo>
                <a:cubicBezTo>
                  <a:pt x="582741" y="36897"/>
                  <a:pt x="586077" y="40775"/>
                  <a:pt x="587884" y="52825"/>
                </a:cubicBezTo>
                <a:lnTo>
                  <a:pt x="559533" y="52825"/>
                </a:lnTo>
                <a:close/>
                <a:moveTo>
                  <a:pt x="626936" y="32028"/>
                </a:moveTo>
                <a:cubicBezTo>
                  <a:pt x="622766" y="32028"/>
                  <a:pt x="619293" y="35503"/>
                  <a:pt x="619293" y="39950"/>
                </a:cubicBezTo>
                <a:cubicBezTo>
                  <a:pt x="619293" y="43982"/>
                  <a:pt x="622766" y="47455"/>
                  <a:pt x="626798" y="47455"/>
                </a:cubicBezTo>
                <a:cubicBezTo>
                  <a:pt x="631105" y="47455"/>
                  <a:pt x="634719" y="44120"/>
                  <a:pt x="634719" y="39950"/>
                </a:cubicBezTo>
                <a:cubicBezTo>
                  <a:pt x="634719" y="35641"/>
                  <a:pt x="631105" y="32028"/>
                  <a:pt x="626936" y="32028"/>
                </a:cubicBezTo>
                <a:moveTo>
                  <a:pt x="626936" y="81884"/>
                </a:moveTo>
                <a:cubicBezTo>
                  <a:pt x="622766" y="81884"/>
                  <a:pt x="619293" y="85358"/>
                  <a:pt x="619293" y="89807"/>
                </a:cubicBezTo>
                <a:cubicBezTo>
                  <a:pt x="619293" y="93836"/>
                  <a:pt x="622766" y="97310"/>
                  <a:pt x="626798" y="97310"/>
                </a:cubicBezTo>
                <a:cubicBezTo>
                  <a:pt x="631105" y="97310"/>
                  <a:pt x="634719" y="93976"/>
                  <a:pt x="634719" y="89807"/>
                </a:cubicBezTo>
                <a:cubicBezTo>
                  <a:pt x="634719" y="85498"/>
                  <a:pt x="631105" y="81884"/>
                  <a:pt x="626936" y="81884"/>
                </a:cubicBezTo>
                <a:close/>
                <a:moveTo>
                  <a:pt x="702967" y="49023"/>
                </a:moveTo>
                <a:cubicBezTo>
                  <a:pt x="711331" y="49023"/>
                  <a:pt x="714592" y="49306"/>
                  <a:pt x="717854" y="50580"/>
                </a:cubicBezTo>
                <a:cubicBezTo>
                  <a:pt x="726787" y="53839"/>
                  <a:pt x="732174" y="61772"/>
                  <a:pt x="732174" y="71545"/>
                </a:cubicBezTo>
                <a:cubicBezTo>
                  <a:pt x="732174" y="83587"/>
                  <a:pt x="724234" y="92652"/>
                  <a:pt x="713741" y="92652"/>
                </a:cubicBezTo>
                <a:cubicBezTo>
                  <a:pt x="709771" y="92652"/>
                  <a:pt x="706937" y="91661"/>
                  <a:pt x="701691" y="88260"/>
                </a:cubicBezTo>
                <a:cubicBezTo>
                  <a:pt x="697578" y="85711"/>
                  <a:pt x="695168" y="84720"/>
                  <a:pt x="692758" y="84720"/>
                </a:cubicBezTo>
                <a:cubicBezTo>
                  <a:pt x="689497" y="84720"/>
                  <a:pt x="687371" y="86702"/>
                  <a:pt x="687371" y="89677"/>
                </a:cubicBezTo>
                <a:cubicBezTo>
                  <a:pt x="687371" y="94638"/>
                  <a:pt x="693467" y="97756"/>
                  <a:pt x="703391" y="97756"/>
                </a:cubicBezTo>
                <a:cubicBezTo>
                  <a:pt x="714168" y="97756"/>
                  <a:pt x="725368" y="94071"/>
                  <a:pt x="732174" y="88260"/>
                </a:cubicBezTo>
                <a:cubicBezTo>
                  <a:pt x="738838" y="82453"/>
                  <a:pt x="742384" y="74236"/>
                  <a:pt x="742384" y="64747"/>
                </a:cubicBezTo>
                <a:cubicBezTo>
                  <a:pt x="742384" y="57380"/>
                  <a:pt x="740115" y="50864"/>
                  <a:pt x="736145" y="46472"/>
                </a:cubicBezTo>
                <a:cubicBezTo>
                  <a:pt x="733168" y="43357"/>
                  <a:pt x="730474" y="41656"/>
                  <a:pt x="724375" y="38965"/>
                </a:cubicBezTo>
                <a:cubicBezTo>
                  <a:pt x="734018" y="32308"/>
                  <a:pt x="737562" y="27065"/>
                  <a:pt x="737562" y="19415"/>
                </a:cubicBezTo>
                <a:cubicBezTo>
                  <a:pt x="737562" y="7799"/>
                  <a:pt x="728631" y="0"/>
                  <a:pt x="715444" y="0"/>
                </a:cubicBezTo>
                <a:cubicBezTo>
                  <a:pt x="708354" y="0"/>
                  <a:pt x="702115" y="2412"/>
                  <a:pt x="697011" y="6949"/>
                </a:cubicBezTo>
                <a:cubicBezTo>
                  <a:pt x="692758" y="10917"/>
                  <a:pt x="690631" y="14459"/>
                  <a:pt x="687654" y="22957"/>
                </a:cubicBezTo>
                <a:lnTo>
                  <a:pt x="689781" y="23524"/>
                </a:lnTo>
                <a:cubicBezTo>
                  <a:pt x="695451" y="13042"/>
                  <a:pt x="701831" y="8509"/>
                  <a:pt x="710764" y="8509"/>
                </a:cubicBezTo>
                <a:cubicBezTo>
                  <a:pt x="720122" y="8509"/>
                  <a:pt x="726361" y="14599"/>
                  <a:pt x="726361" y="23667"/>
                </a:cubicBezTo>
                <a:cubicBezTo>
                  <a:pt x="726361" y="28766"/>
                  <a:pt x="724234" y="33722"/>
                  <a:pt x="720691" y="37407"/>
                </a:cubicBezTo>
                <a:cubicBezTo>
                  <a:pt x="716435" y="41656"/>
                  <a:pt x="712465" y="43781"/>
                  <a:pt x="702824" y="47182"/>
                </a:cubicBezTo>
                <a:lnTo>
                  <a:pt x="702967" y="49023"/>
                </a:lnTo>
                <a:close/>
                <a:moveTo>
                  <a:pt x="760532" y="98898"/>
                </a:moveTo>
                <a:cubicBezTo>
                  <a:pt x="776412" y="97055"/>
                  <a:pt x="784211" y="94361"/>
                  <a:pt x="793852" y="87414"/>
                </a:cubicBezTo>
                <a:cubicBezTo>
                  <a:pt x="808598" y="76638"/>
                  <a:pt x="817248" y="59057"/>
                  <a:pt x="817248" y="39936"/>
                </a:cubicBezTo>
                <a:cubicBezTo>
                  <a:pt x="817248" y="16572"/>
                  <a:pt x="804345" y="0"/>
                  <a:pt x="785912" y="0"/>
                </a:cubicBezTo>
                <a:cubicBezTo>
                  <a:pt x="769039" y="0"/>
                  <a:pt x="756421" y="14307"/>
                  <a:pt x="756421" y="33424"/>
                </a:cubicBezTo>
                <a:cubicBezTo>
                  <a:pt x="756421" y="50697"/>
                  <a:pt x="766628" y="62177"/>
                  <a:pt x="781942" y="62177"/>
                </a:cubicBezTo>
                <a:cubicBezTo>
                  <a:pt x="789741" y="62177"/>
                  <a:pt x="795695" y="59907"/>
                  <a:pt x="803211" y="54096"/>
                </a:cubicBezTo>
                <a:cubicBezTo>
                  <a:pt x="797398" y="77204"/>
                  <a:pt x="781658" y="92377"/>
                  <a:pt x="760108" y="96064"/>
                </a:cubicBezTo>
                <a:lnTo>
                  <a:pt x="760532" y="98898"/>
                </a:lnTo>
                <a:moveTo>
                  <a:pt x="803494" y="45459"/>
                </a:moveTo>
                <a:cubicBezTo>
                  <a:pt x="803494" y="48291"/>
                  <a:pt x="802925" y="49566"/>
                  <a:pt x="801368" y="50840"/>
                </a:cubicBezTo>
                <a:cubicBezTo>
                  <a:pt x="797538" y="54096"/>
                  <a:pt x="792151" y="56078"/>
                  <a:pt x="787045" y="56078"/>
                </a:cubicBezTo>
                <a:cubicBezTo>
                  <a:pt x="776271" y="56078"/>
                  <a:pt x="769465" y="45459"/>
                  <a:pt x="769465" y="28610"/>
                </a:cubicBezTo>
                <a:cubicBezTo>
                  <a:pt x="769465" y="20538"/>
                  <a:pt x="771732" y="12042"/>
                  <a:pt x="774711" y="8360"/>
                </a:cubicBezTo>
                <a:cubicBezTo>
                  <a:pt x="777121" y="5528"/>
                  <a:pt x="780665" y="3972"/>
                  <a:pt x="784778" y="3972"/>
                </a:cubicBezTo>
                <a:cubicBezTo>
                  <a:pt x="797112" y="3972"/>
                  <a:pt x="803494" y="16148"/>
                  <a:pt x="803494" y="39936"/>
                </a:cubicBezTo>
                <a:lnTo>
                  <a:pt x="803494" y="4545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ACDB118-B846-44F4-90BD-B939E5904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0635" y="1815126"/>
            <a:ext cx="673140" cy="202315"/>
          </a:xfrm>
          <a:custGeom xmlns:a="http://schemas.openxmlformats.org/drawingml/2006/main">
            <a:pathLst>
              <a:path w="673140" h="202315">
                <a:moveTo>
                  <a:pt x="35092" y="0"/>
                </a:moveTo>
                <a:lnTo>
                  <a:pt x="638048" y="0"/>
                </a:lnTo>
                <a:cubicBezTo>
                  <a:pt x="657506" y="0"/>
                  <a:pt x="673140" y="15642"/>
                  <a:pt x="673140" y="35100"/>
                </a:cubicBezTo>
                <a:lnTo>
                  <a:pt x="673140" y="167215"/>
                </a:lnTo>
                <a:cubicBezTo>
                  <a:pt x="673140" y="186673"/>
                  <a:pt x="657506" y="202315"/>
                  <a:pt x="638048" y="202315"/>
                </a:cubicBezTo>
                <a:lnTo>
                  <a:pt x="35092" y="202315"/>
                </a:lnTo>
                <a:cubicBezTo>
                  <a:pt x="15642" y="202315"/>
                  <a:pt x="0" y="186673"/>
                  <a:pt x="0" y="167215"/>
                </a:cubicBezTo>
                <a:lnTo>
                  <a:pt x="0" y="35100"/>
                </a:lnTo>
                <a:cubicBezTo>
                  <a:pt x="0" y="15642"/>
                  <a:pt x="15642" y="0"/>
                  <a:pt x="35092" y="0"/>
                </a:cubicBezTo>
                <a:close/>
                <a:moveTo>
                  <a:pt x="35092" y="0"/>
                </a:moveTo>
              </a:path>
            </a:pathLst>
          </a:custGeom>
          <a:solidFill xmlns:a="http://schemas.openxmlformats.org/drawingml/2006/main">
            <a:srgbClr val="FFFFFF">
              <a:alpha val="75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6" name="Text Secure:61">
            <a:extLst xmlns:a="http://schemas.openxmlformats.org/drawingml/2006/main">
              <a:ext uri="{FF2B5EF4-FFF2-40B4-BE49-F238E27FC236}">
                <a16:creationId xmlns:a16="http://schemas.microsoft.com/office/drawing/2014/main" id="{89F49D6D-5CB6-42FF-82F4-4CE1F3586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4757" y="1863806"/>
            <a:ext cx="568804" cy="99021"/>
          </a:xfrm>
          <a:custGeom xmlns:a="http://schemas.openxmlformats.org/drawingml/2006/main">
            <a:pathLst>
              <a:path w="568804" h="99021">
                <a:moveTo>
                  <a:pt x="56287" y="3163"/>
                </a:moveTo>
                <a:lnTo>
                  <a:pt x="53368" y="3163"/>
                </a:lnTo>
                <a:cubicBezTo>
                  <a:pt x="52813" y="6176"/>
                  <a:pt x="51284" y="7843"/>
                  <a:pt x="48921" y="7843"/>
                </a:cubicBezTo>
                <a:cubicBezTo>
                  <a:pt x="47530" y="7843"/>
                  <a:pt x="45168" y="7288"/>
                  <a:pt x="42805" y="6176"/>
                </a:cubicBezTo>
                <a:cubicBezTo>
                  <a:pt x="37663" y="4276"/>
                  <a:pt x="32520" y="3163"/>
                  <a:pt x="27935" y="3163"/>
                </a:cubicBezTo>
                <a:cubicBezTo>
                  <a:pt x="22097" y="3163"/>
                  <a:pt x="15983" y="5528"/>
                  <a:pt x="11396" y="9557"/>
                </a:cubicBezTo>
                <a:cubicBezTo>
                  <a:pt x="6532" y="13862"/>
                  <a:pt x="4031" y="19694"/>
                  <a:pt x="4031" y="26914"/>
                </a:cubicBezTo>
                <a:cubicBezTo>
                  <a:pt x="4031" y="38022"/>
                  <a:pt x="10145" y="45797"/>
                  <a:pt x="25711" y="53991"/>
                </a:cubicBezTo>
                <a:cubicBezTo>
                  <a:pt x="35718" y="59405"/>
                  <a:pt x="42945" y="64959"/>
                  <a:pt x="46419" y="70237"/>
                </a:cubicBezTo>
                <a:cubicBezTo>
                  <a:pt x="47670" y="72042"/>
                  <a:pt x="48366" y="74958"/>
                  <a:pt x="48366" y="78429"/>
                </a:cubicBezTo>
                <a:cubicBezTo>
                  <a:pt x="48366" y="87593"/>
                  <a:pt x="41416" y="93980"/>
                  <a:pt x="31271" y="93980"/>
                </a:cubicBezTo>
                <a:cubicBezTo>
                  <a:pt x="18761" y="93980"/>
                  <a:pt x="10145" y="86344"/>
                  <a:pt x="3196" y="69404"/>
                </a:cubicBezTo>
                <a:lnTo>
                  <a:pt x="0" y="69404"/>
                </a:lnTo>
                <a:lnTo>
                  <a:pt x="4169" y="98845"/>
                </a:lnTo>
                <a:lnTo>
                  <a:pt x="7227" y="98845"/>
                </a:lnTo>
                <a:cubicBezTo>
                  <a:pt x="7365" y="96249"/>
                  <a:pt x="9034" y="94305"/>
                  <a:pt x="11119" y="94305"/>
                </a:cubicBezTo>
                <a:cubicBezTo>
                  <a:pt x="12648" y="94305"/>
                  <a:pt x="15010" y="94860"/>
                  <a:pt x="17650" y="95834"/>
                </a:cubicBezTo>
                <a:cubicBezTo>
                  <a:pt x="22931" y="97872"/>
                  <a:pt x="28629" y="98983"/>
                  <a:pt x="34049" y="98983"/>
                </a:cubicBezTo>
                <a:cubicBezTo>
                  <a:pt x="50173" y="98983"/>
                  <a:pt x="62402" y="88011"/>
                  <a:pt x="62402" y="73569"/>
                </a:cubicBezTo>
                <a:cubicBezTo>
                  <a:pt x="62402" y="62183"/>
                  <a:pt x="54758" y="53295"/>
                  <a:pt x="36412" y="43299"/>
                </a:cubicBezTo>
                <a:cubicBezTo>
                  <a:pt x="21819" y="35384"/>
                  <a:pt x="15983" y="29275"/>
                  <a:pt x="15983" y="21636"/>
                </a:cubicBezTo>
                <a:cubicBezTo>
                  <a:pt x="15983" y="14000"/>
                  <a:pt x="21819" y="8861"/>
                  <a:pt x="30436" y="8861"/>
                </a:cubicBezTo>
                <a:cubicBezTo>
                  <a:pt x="36692" y="8861"/>
                  <a:pt x="42528" y="11501"/>
                  <a:pt x="47392" y="16500"/>
                </a:cubicBezTo>
                <a:cubicBezTo>
                  <a:pt x="51700" y="20943"/>
                  <a:pt x="53646" y="24552"/>
                  <a:pt x="55871" y="32746"/>
                </a:cubicBezTo>
                <a:lnTo>
                  <a:pt x="59344" y="32746"/>
                </a:lnTo>
                <a:lnTo>
                  <a:pt x="56287" y="3163"/>
                </a:lnTo>
                <a:close/>
                <a:moveTo>
                  <a:pt x="126888" y="74252"/>
                </a:moveTo>
                <a:cubicBezTo>
                  <a:pt x="120218" y="84819"/>
                  <a:pt x="114240" y="88852"/>
                  <a:pt x="105346" y="88852"/>
                </a:cubicBezTo>
                <a:cubicBezTo>
                  <a:pt x="97425" y="88852"/>
                  <a:pt x="91449" y="84819"/>
                  <a:pt x="87418" y="76894"/>
                </a:cubicBezTo>
                <a:cubicBezTo>
                  <a:pt x="84916" y="71609"/>
                  <a:pt x="83944" y="67160"/>
                  <a:pt x="83666" y="58538"/>
                </a:cubicBezTo>
                <a:lnTo>
                  <a:pt x="126472" y="58538"/>
                </a:lnTo>
                <a:cubicBezTo>
                  <a:pt x="125359" y="49521"/>
                  <a:pt x="123970" y="45504"/>
                  <a:pt x="120496" y="41072"/>
                </a:cubicBezTo>
                <a:cubicBezTo>
                  <a:pt x="116325" y="36078"/>
                  <a:pt x="109933" y="33158"/>
                  <a:pt x="102706" y="33158"/>
                </a:cubicBezTo>
                <a:cubicBezTo>
                  <a:pt x="95756" y="33158"/>
                  <a:pt x="89225" y="35660"/>
                  <a:pt x="83944" y="40378"/>
                </a:cubicBezTo>
                <a:cubicBezTo>
                  <a:pt x="77411" y="46058"/>
                  <a:pt x="73659" y="55897"/>
                  <a:pt x="73659" y="67298"/>
                </a:cubicBezTo>
                <a:cubicBezTo>
                  <a:pt x="73659" y="86488"/>
                  <a:pt x="83666" y="98440"/>
                  <a:pt x="99648" y="98440"/>
                </a:cubicBezTo>
                <a:cubicBezTo>
                  <a:pt x="112851" y="98440"/>
                  <a:pt x="123274" y="90241"/>
                  <a:pt x="129112" y="75225"/>
                </a:cubicBezTo>
                <a:lnTo>
                  <a:pt x="126888" y="74252"/>
                </a:lnTo>
                <a:moveTo>
                  <a:pt x="83944" y="54091"/>
                </a:moveTo>
                <a:cubicBezTo>
                  <a:pt x="85471" y="43288"/>
                  <a:pt x="90198" y="38162"/>
                  <a:pt x="98674" y="38162"/>
                </a:cubicBezTo>
                <a:cubicBezTo>
                  <a:pt x="107153" y="38162"/>
                  <a:pt x="110489" y="42041"/>
                  <a:pt x="112295" y="54091"/>
                </a:cubicBezTo>
                <a:lnTo>
                  <a:pt x="83944" y="54091"/>
                </a:lnTo>
                <a:close/>
                <a:moveTo>
                  <a:pt x="187205" y="75380"/>
                </a:moveTo>
                <a:cubicBezTo>
                  <a:pt x="180534" y="85101"/>
                  <a:pt x="175531" y="88435"/>
                  <a:pt x="167608" y="88435"/>
                </a:cubicBezTo>
                <a:cubicBezTo>
                  <a:pt x="154823" y="88435"/>
                  <a:pt x="146067" y="77325"/>
                  <a:pt x="146067" y="61354"/>
                </a:cubicBezTo>
                <a:cubicBezTo>
                  <a:pt x="146067" y="46910"/>
                  <a:pt x="153712" y="37189"/>
                  <a:pt x="164968" y="37189"/>
                </a:cubicBezTo>
                <a:cubicBezTo>
                  <a:pt x="169971" y="37189"/>
                  <a:pt x="171778" y="38578"/>
                  <a:pt x="173169" y="43854"/>
                </a:cubicBezTo>
                <a:lnTo>
                  <a:pt x="174002" y="46910"/>
                </a:lnTo>
                <a:cubicBezTo>
                  <a:pt x="175113" y="50937"/>
                  <a:pt x="177616" y="53300"/>
                  <a:pt x="180674" y="53300"/>
                </a:cubicBezTo>
                <a:cubicBezTo>
                  <a:pt x="184287" y="53300"/>
                  <a:pt x="187205" y="50659"/>
                  <a:pt x="187205" y="47466"/>
                </a:cubicBezTo>
                <a:cubicBezTo>
                  <a:pt x="187205" y="39689"/>
                  <a:pt x="177476" y="33158"/>
                  <a:pt x="165802" y="33158"/>
                </a:cubicBezTo>
                <a:cubicBezTo>
                  <a:pt x="158992" y="33158"/>
                  <a:pt x="151905" y="35938"/>
                  <a:pt x="146207" y="40938"/>
                </a:cubicBezTo>
                <a:cubicBezTo>
                  <a:pt x="139257" y="47050"/>
                  <a:pt x="135366" y="56493"/>
                  <a:pt x="135366" y="67603"/>
                </a:cubicBezTo>
                <a:cubicBezTo>
                  <a:pt x="135366" y="85519"/>
                  <a:pt x="146345" y="98440"/>
                  <a:pt x="161772" y="98440"/>
                </a:cubicBezTo>
                <a:cubicBezTo>
                  <a:pt x="168026" y="98440"/>
                  <a:pt x="173584" y="96217"/>
                  <a:pt x="178589" y="91908"/>
                </a:cubicBezTo>
                <a:cubicBezTo>
                  <a:pt x="182341" y="88712"/>
                  <a:pt x="184981" y="84823"/>
                  <a:pt x="189150" y="76629"/>
                </a:cubicBezTo>
                <a:lnTo>
                  <a:pt x="187205" y="75380"/>
                </a:lnTo>
                <a:close/>
                <a:moveTo>
                  <a:pt x="257806" y="90102"/>
                </a:moveTo>
                <a:lnTo>
                  <a:pt x="257113" y="90102"/>
                </a:lnTo>
                <a:cubicBezTo>
                  <a:pt x="250301" y="89824"/>
                  <a:pt x="249330" y="88712"/>
                  <a:pt x="249190" y="82181"/>
                </a:cubicBezTo>
                <a:lnTo>
                  <a:pt x="249190" y="34515"/>
                </a:lnTo>
                <a:lnTo>
                  <a:pt x="227231" y="34515"/>
                </a:lnTo>
                <a:lnTo>
                  <a:pt x="227231" y="36879"/>
                </a:lnTo>
                <a:cubicBezTo>
                  <a:pt x="235849" y="37295"/>
                  <a:pt x="237516" y="38686"/>
                  <a:pt x="237516" y="45633"/>
                </a:cubicBezTo>
                <a:lnTo>
                  <a:pt x="237516" y="78289"/>
                </a:lnTo>
                <a:cubicBezTo>
                  <a:pt x="237516" y="82181"/>
                  <a:pt x="236820" y="84128"/>
                  <a:pt x="234876" y="85654"/>
                </a:cubicBezTo>
                <a:cubicBezTo>
                  <a:pt x="231122" y="88712"/>
                  <a:pt x="226815" y="90379"/>
                  <a:pt x="222646" y="90379"/>
                </a:cubicBezTo>
                <a:cubicBezTo>
                  <a:pt x="217225" y="90379"/>
                  <a:pt x="212778" y="85654"/>
                  <a:pt x="212778" y="79818"/>
                </a:cubicBezTo>
                <a:lnTo>
                  <a:pt x="212778" y="34515"/>
                </a:lnTo>
                <a:lnTo>
                  <a:pt x="192486" y="34515"/>
                </a:lnTo>
                <a:lnTo>
                  <a:pt x="192486" y="36462"/>
                </a:lnTo>
                <a:cubicBezTo>
                  <a:pt x="199020" y="36739"/>
                  <a:pt x="200964" y="38686"/>
                  <a:pt x="201104" y="45356"/>
                </a:cubicBezTo>
                <a:lnTo>
                  <a:pt x="201104" y="80374"/>
                </a:lnTo>
                <a:cubicBezTo>
                  <a:pt x="201104" y="91353"/>
                  <a:pt x="207774" y="98440"/>
                  <a:pt x="217919" y="98440"/>
                </a:cubicBezTo>
                <a:cubicBezTo>
                  <a:pt x="223062" y="98440"/>
                  <a:pt x="228482" y="96217"/>
                  <a:pt x="232236" y="92464"/>
                </a:cubicBezTo>
                <a:lnTo>
                  <a:pt x="238212" y="86490"/>
                </a:lnTo>
                <a:lnTo>
                  <a:pt x="238212" y="98024"/>
                </a:lnTo>
                <a:lnTo>
                  <a:pt x="238767" y="98302"/>
                </a:lnTo>
                <a:cubicBezTo>
                  <a:pt x="245717" y="95522"/>
                  <a:pt x="250719" y="93993"/>
                  <a:pt x="257806" y="92048"/>
                </a:cubicBezTo>
                <a:lnTo>
                  <a:pt x="257806" y="90102"/>
                </a:lnTo>
                <a:close/>
                <a:moveTo>
                  <a:pt x="261420" y="97083"/>
                </a:moveTo>
                <a:lnTo>
                  <a:pt x="294776" y="97083"/>
                </a:lnTo>
                <a:lnTo>
                  <a:pt x="294776" y="94998"/>
                </a:lnTo>
                <a:cubicBezTo>
                  <a:pt x="285464" y="94720"/>
                  <a:pt x="283240" y="92776"/>
                  <a:pt x="282962" y="84577"/>
                </a:cubicBezTo>
                <a:lnTo>
                  <a:pt x="282962" y="53308"/>
                </a:lnTo>
                <a:cubicBezTo>
                  <a:pt x="282962" y="48861"/>
                  <a:pt x="288800" y="41914"/>
                  <a:pt x="292691" y="41914"/>
                </a:cubicBezTo>
                <a:cubicBezTo>
                  <a:pt x="293525" y="41914"/>
                  <a:pt x="294776" y="42609"/>
                  <a:pt x="296305" y="43998"/>
                </a:cubicBezTo>
                <a:cubicBezTo>
                  <a:pt x="298390" y="46083"/>
                  <a:pt x="300056" y="46776"/>
                  <a:pt x="301863" y="46776"/>
                </a:cubicBezTo>
                <a:cubicBezTo>
                  <a:pt x="305199" y="46776"/>
                  <a:pt x="307284" y="44414"/>
                  <a:pt x="307284" y="40525"/>
                </a:cubicBezTo>
                <a:cubicBezTo>
                  <a:pt x="307284" y="35938"/>
                  <a:pt x="304366" y="33158"/>
                  <a:pt x="299641" y="33158"/>
                </a:cubicBezTo>
                <a:cubicBezTo>
                  <a:pt x="293803" y="33158"/>
                  <a:pt x="289911" y="36216"/>
                  <a:pt x="282962" y="46221"/>
                </a:cubicBezTo>
                <a:lnTo>
                  <a:pt x="282962" y="33438"/>
                </a:lnTo>
                <a:lnTo>
                  <a:pt x="282268" y="33158"/>
                </a:lnTo>
                <a:cubicBezTo>
                  <a:pt x="274485" y="36216"/>
                  <a:pt x="269481" y="38162"/>
                  <a:pt x="261698" y="40663"/>
                </a:cubicBezTo>
                <a:lnTo>
                  <a:pt x="261698" y="42887"/>
                </a:lnTo>
                <a:cubicBezTo>
                  <a:pt x="263645" y="42469"/>
                  <a:pt x="264896" y="42329"/>
                  <a:pt x="266563" y="42329"/>
                </a:cubicBezTo>
                <a:cubicBezTo>
                  <a:pt x="270036" y="42329"/>
                  <a:pt x="271288" y="44554"/>
                  <a:pt x="271288" y="50668"/>
                </a:cubicBezTo>
                <a:lnTo>
                  <a:pt x="271288" y="85411"/>
                </a:lnTo>
                <a:cubicBezTo>
                  <a:pt x="271010" y="92636"/>
                  <a:pt x="270176" y="93471"/>
                  <a:pt x="261420" y="94998"/>
                </a:cubicBezTo>
                <a:lnTo>
                  <a:pt x="261420" y="97083"/>
                </a:lnTo>
                <a:close/>
                <a:moveTo>
                  <a:pt x="363014" y="74252"/>
                </a:moveTo>
                <a:cubicBezTo>
                  <a:pt x="356344" y="84819"/>
                  <a:pt x="350366" y="88852"/>
                  <a:pt x="341472" y="88852"/>
                </a:cubicBezTo>
                <a:cubicBezTo>
                  <a:pt x="333551" y="88852"/>
                  <a:pt x="327575" y="84819"/>
                  <a:pt x="323544" y="76894"/>
                </a:cubicBezTo>
                <a:cubicBezTo>
                  <a:pt x="321042" y="71609"/>
                  <a:pt x="320070" y="67160"/>
                  <a:pt x="319793" y="58538"/>
                </a:cubicBezTo>
                <a:lnTo>
                  <a:pt x="362598" y="58538"/>
                </a:lnTo>
                <a:cubicBezTo>
                  <a:pt x="361485" y="49521"/>
                  <a:pt x="360096" y="45504"/>
                  <a:pt x="356622" y="41072"/>
                </a:cubicBezTo>
                <a:cubicBezTo>
                  <a:pt x="352451" y="36078"/>
                  <a:pt x="346059" y="33158"/>
                  <a:pt x="338832" y="33158"/>
                </a:cubicBezTo>
                <a:cubicBezTo>
                  <a:pt x="331882" y="33158"/>
                  <a:pt x="325351" y="35660"/>
                  <a:pt x="320070" y="40378"/>
                </a:cubicBezTo>
                <a:cubicBezTo>
                  <a:pt x="313537" y="46058"/>
                  <a:pt x="309785" y="55897"/>
                  <a:pt x="309785" y="67298"/>
                </a:cubicBezTo>
                <a:cubicBezTo>
                  <a:pt x="309785" y="86488"/>
                  <a:pt x="319793" y="98440"/>
                  <a:pt x="335774" y="98440"/>
                </a:cubicBezTo>
                <a:cubicBezTo>
                  <a:pt x="348977" y="98440"/>
                  <a:pt x="359400" y="90241"/>
                  <a:pt x="365238" y="75225"/>
                </a:cubicBezTo>
                <a:lnTo>
                  <a:pt x="363014" y="74252"/>
                </a:lnTo>
                <a:moveTo>
                  <a:pt x="320070" y="54091"/>
                </a:moveTo>
                <a:cubicBezTo>
                  <a:pt x="321597" y="43288"/>
                  <a:pt x="326324" y="38162"/>
                  <a:pt x="334800" y="38162"/>
                </a:cubicBezTo>
                <a:cubicBezTo>
                  <a:pt x="343279" y="38162"/>
                  <a:pt x="346615" y="42041"/>
                  <a:pt x="348421" y="54091"/>
                </a:cubicBezTo>
                <a:lnTo>
                  <a:pt x="320070" y="54091"/>
                </a:lnTo>
                <a:close/>
                <a:moveTo>
                  <a:pt x="387613" y="33293"/>
                </a:moveTo>
                <a:cubicBezTo>
                  <a:pt x="383443" y="33293"/>
                  <a:pt x="379970" y="36769"/>
                  <a:pt x="379970" y="41216"/>
                </a:cubicBezTo>
                <a:cubicBezTo>
                  <a:pt x="379970" y="45247"/>
                  <a:pt x="383443" y="48721"/>
                  <a:pt x="387475" y="48721"/>
                </a:cubicBezTo>
                <a:cubicBezTo>
                  <a:pt x="391782" y="48721"/>
                  <a:pt x="395395" y="45385"/>
                  <a:pt x="395395" y="41216"/>
                </a:cubicBezTo>
                <a:cubicBezTo>
                  <a:pt x="395395" y="36907"/>
                  <a:pt x="391782" y="33293"/>
                  <a:pt x="387613" y="33293"/>
                </a:cubicBezTo>
                <a:moveTo>
                  <a:pt x="387613" y="83150"/>
                </a:moveTo>
                <a:cubicBezTo>
                  <a:pt x="383443" y="83150"/>
                  <a:pt x="379970" y="86624"/>
                  <a:pt x="379970" y="91073"/>
                </a:cubicBezTo>
                <a:cubicBezTo>
                  <a:pt x="379970" y="95102"/>
                  <a:pt x="383443" y="98576"/>
                  <a:pt x="387475" y="98576"/>
                </a:cubicBezTo>
                <a:cubicBezTo>
                  <a:pt x="391782" y="98576"/>
                  <a:pt x="395395" y="95242"/>
                  <a:pt x="395395" y="91073"/>
                </a:cubicBezTo>
                <a:cubicBezTo>
                  <a:pt x="395395" y="86764"/>
                  <a:pt x="391782" y="83150"/>
                  <a:pt x="387613" y="83150"/>
                </a:cubicBezTo>
                <a:close/>
                <a:moveTo>
                  <a:pt x="505284" y="0"/>
                </a:moveTo>
                <a:cubicBezTo>
                  <a:pt x="489118" y="1419"/>
                  <a:pt x="480895" y="4113"/>
                  <a:pt x="470544" y="11343"/>
                </a:cubicBezTo>
                <a:cubicBezTo>
                  <a:pt x="455231" y="22260"/>
                  <a:pt x="446867" y="38426"/>
                  <a:pt x="446867" y="57439"/>
                </a:cubicBezTo>
                <a:cubicBezTo>
                  <a:pt x="446867" y="69788"/>
                  <a:pt x="450694" y="82278"/>
                  <a:pt x="456791" y="89374"/>
                </a:cubicBezTo>
                <a:cubicBezTo>
                  <a:pt x="462180" y="95620"/>
                  <a:pt x="469837" y="99021"/>
                  <a:pt x="478627" y="99021"/>
                </a:cubicBezTo>
                <a:cubicBezTo>
                  <a:pt x="496208" y="99021"/>
                  <a:pt x="508401" y="85543"/>
                  <a:pt x="508401" y="65956"/>
                </a:cubicBezTo>
                <a:cubicBezTo>
                  <a:pt x="508401" y="47647"/>
                  <a:pt x="498194" y="36297"/>
                  <a:pt x="481604" y="36297"/>
                </a:cubicBezTo>
                <a:cubicBezTo>
                  <a:pt x="475365" y="36297"/>
                  <a:pt x="472530" y="37290"/>
                  <a:pt x="463597" y="42679"/>
                </a:cubicBezTo>
                <a:cubicBezTo>
                  <a:pt x="467425" y="21269"/>
                  <a:pt x="483307" y="5956"/>
                  <a:pt x="505567" y="2270"/>
                </a:cubicBezTo>
                <a:lnTo>
                  <a:pt x="505284" y="0"/>
                </a:lnTo>
                <a:moveTo>
                  <a:pt x="476358" y="42820"/>
                </a:moveTo>
                <a:cubicBezTo>
                  <a:pt x="488694" y="42820"/>
                  <a:pt x="495641" y="53040"/>
                  <a:pt x="495641" y="70781"/>
                </a:cubicBezTo>
                <a:cubicBezTo>
                  <a:pt x="495641" y="86395"/>
                  <a:pt x="490111" y="95051"/>
                  <a:pt x="480187" y="95051"/>
                </a:cubicBezTo>
                <a:cubicBezTo>
                  <a:pt x="467710" y="95051"/>
                  <a:pt x="460054" y="81711"/>
                  <a:pt x="460054" y="59710"/>
                </a:cubicBezTo>
                <a:cubicBezTo>
                  <a:pt x="460054" y="52471"/>
                  <a:pt x="461187" y="48497"/>
                  <a:pt x="464024" y="46368"/>
                </a:cubicBezTo>
                <a:cubicBezTo>
                  <a:pt x="467001" y="44096"/>
                  <a:pt x="471395" y="42820"/>
                  <a:pt x="476358" y="42820"/>
                </a:cubicBezTo>
                <a:close/>
                <a:moveTo>
                  <a:pt x="529671" y="97083"/>
                </a:moveTo>
                <a:lnTo>
                  <a:pt x="568804" y="97083"/>
                </a:lnTo>
                <a:lnTo>
                  <a:pt x="568804" y="94956"/>
                </a:lnTo>
                <a:cubicBezTo>
                  <a:pt x="557885" y="94956"/>
                  <a:pt x="555475" y="93398"/>
                  <a:pt x="555334" y="86594"/>
                </a:cubicBezTo>
                <a:lnTo>
                  <a:pt x="555334" y="1551"/>
                </a:lnTo>
                <a:lnTo>
                  <a:pt x="554200" y="1266"/>
                </a:lnTo>
                <a:lnTo>
                  <a:pt x="528677" y="14167"/>
                </a:lnTo>
                <a:lnTo>
                  <a:pt x="528677" y="16151"/>
                </a:lnTo>
                <a:cubicBezTo>
                  <a:pt x="534207" y="14024"/>
                  <a:pt x="537611" y="13031"/>
                  <a:pt x="538887" y="13031"/>
                </a:cubicBezTo>
                <a:cubicBezTo>
                  <a:pt x="541864" y="13031"/>
                  <a:pt x="543140" y="15157"/>
                  <a:pt x="543140" y="19694"/>
                </a:cubicBezTo>
                <a:lnTo>
                  <a:pt x="543140" y="83901"/>
                </a:lnTo>
                <a:cubicBezTo>
                  <a:pt x="542857" y="92831"/>
                  <a:pt x="540447" y="94815"/>
                  <a:pt x="529671" y="94956"/>
                </a:cubicBezTo>
                <a:lnTo>
                  <a:pt x="529671" y="9708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08A2E88-263E-4383-A15B-CF9FD281C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0635" y="2997609"/>
            <a:ext cx="922721" cy="202315"/>
          </a:xfrm>
          <a:custGeom xmlns:a="http://schemas.openxmlformats.org/drawingml/2006/main">
            <a:pathLst>
              <a:path w="922721" h="202315">
                <a:moveTo>
                  <a:pt x="35092" y="0"/>
                </a:moveTo>
                <a:lnTo>
                  <a:pt x="887629" y="0"/>
                </a:lnTo>
                <a:cubicBezTo>
                  <a:pt x="907087" y="0"/>
                  <a:pt x="922721" y="15642"/>
                  <a:pt x="922721" y="35100"/>
                </a:cubicBezTo>
                <a:lnTo>
                  <a:pt x="922721" y="167215"/>
                </a:lnTo>
                <a:cubicBezTo>
                  <a:pt x="922721" y="186673"/>
                  <a:pt x="907087" y="202315"/>
                  <a:pt x="887629" y="202315"/>
                </a:cubicBezTo>
                <a:lnTo>
                  <a:pt x="35092" y="202315"/>
                </a:lnTo>
                <a:cubicBezTo>
                  <a:pt x="15642" y="202315"/>
                  <a:pt x="0" y="186673"/>
                  <a:pt x="0" y="167215"/>
                </a:cubicBezTo>
                <a:lnTo>
                  <a:pt x="0" y="35100"/>
                </a:lnTo>
                <a:cubicBezTo>
                  <a:pt x="0" y="15642"/>
                  <a:pt x="15642" y="0"/>
                  <a:pt x="35092" y="0"/>
                </a:cubicBezTo>
                <a:close/>
                <a:moveTo>
                  <a:pt x="35092" y="0"/>
                </a:moveTo>
              </a:path>
            </a:pathLst>
          </a:custGeom>
          <a:solidFill xmlns:a="http://schemas.openxmlformats.org/drawingml/2006/main">
            <a:srgbClr val="FFFFFF">
              <a:alpha val="75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8" name="Text NoDecision:0">
            <a:extLst xmlns:a="http://schemas.openxmlformats.org/drawingml/2006/main">
              <a:ext uri="{FF2B5EF4-FFF2-40B4-BE49-F238E27FC236}">
                <a16:creationId xmlns:a16="http://schemas.microsoft.com/office/drawing/2014/main" id="{6A8AD517-BEB5-4CA6-8F54-00400F19D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0588" y="3047542"/>
            <a:ext cx="835096" cy="97756"/>
          </a:xfrm>
          <a:custGeom xmlns:a="http://schemas.openxmlformats.org/drawingml/2006/main">
            <a:pathLst>
              <a:path w="835096" h="97756">
                <a:moveTo>
                  <a:pt x="96592" y="3797"/>
                </a:moveTo>
                <a:lnTo>
                  <a:pt x="63931" y="3797"/>
                </a:lnTo>
                <a:lnTo>
                  <a:pt x="63931" y="6440"/>
                </a:lnTo>
                <a:cubicBezTo>
                  <a:pt x="75048" y="7133"/>
                  <a:pt x="76855" y="9498"/>
                  <a:pt x="77273" y="24232"/>
                </a:cubicBezTo>
                <a:lnTo>
                  <a:pt x="77273" y="71075"/>
                </a:lnTo>
                <a:lnTo>
                  <a:pt x="23766" y="3797"/>
                </a:lnTo>
                <a:lnTo>
                  <a:pt x="0" y="3797"/>
                </a:lnTo>
                <a:lnTo>
                  <a:pt x="0" y="6440"/>
                </a:lnTo>
                <a:cubicBezTo>
                  <a:pt x="5976" y="6440"/>
                  <a:pt x="7921" y="7551"/>
                  <a:pt x="13481" y="14085"/>
                </a:cubicBezTo>
                <a:lnTo>
                  <a:pt x="13481" y="75385"/>
                </a:lnTo>
                <a:cubicBezTo>
                  <a:pt x="13203" y="90119"/>
                  <a:pt x="11396" y="92483"/>
                  <a:pt x="0" y="93177"/>
                </a:cubicBezTo>
                <a:lnTo>
                  <a:pt x="0" y="95817"/>
                </a:lnTo>
                <a:lnTo>
                  <a:pt x="32660" y="95817"/>
                </a:lnTo>
                <a:lnTo>
                  <a:pt x="32660" y="93177"/>
                </a:lnTo>
                <a:cubicBezTo>
                  <a:pt x="21959" y="92621"/>
                  <a:pt x="19875" y="89703"/>
                  <a:pt x="19597" y="75385"/>
                </a:cubicBezTo>
                <a:lnTo>
                  <a:pt x="19597" y="20894"/>
                </a:lnTo>
                <a:lnTo>
                  <a:pt x="81024" y="97310"/>
                </a:lnTo>
                <a:lnTo>
                  <a:pt x="83389" y="97310"/>
                </a:lnTo>
                <a:lnTo>
                  <a:pt x="83389" y="24224"/>
                </a:lnTo>
                <a:cubicBezTo>
                  <a:pt x="83804" y="9773"/>
                  <a:pt x="85611" y="7411"/>
                  <a:pt x="96592" y="6440"/>
                </a:cubicBezTo>
                <a:lnTo>
                  <a:pt x="96592" y="3797"/>
                </a:lnTo>
                <a:close/>
                <a:moveTo>
                  <a:pt x="130502" y="31892"/>
                </a:moveTo>
                <a:cubicBezTo>
                  <a:pt x="112295" y="31892"/>
                  <a:pt x="99787" y="45229"/>
                  <a:pt x="99787" y="64395"/>
                </a:cubicBezTo>
                <a:cubicBezTo>
                  <a:pt x="99787" y="83284"/>
                  <a:pt x="112712" y="97174"/>
                  <a:pt x="130223" y="97174"/>
                </a:cubicBezTo>
                <a:cubicBezTo>
                  <a:pt x="147735" y="97174"/>
                  <a:pt x="161076" y="82591"/>
                  <a:pt x="161076" y="63284"/>
                </a:cubicBezTo>
                <a:cubicBezTo>
                  <a:pt x="161076" y="44951"/>
                  <a:pt x="148291" y="31892"/>
                  <a:pt x="130502" y="31892"/>
                </a:cubicBezTo>
                <a:moveTo>
                  <a:pt x="128696" y="35785"/>
                </a:moveTo>
                <a:cubicBezTo>
                  <a:pt x="140370" y="35785"/>
                  <a:pt x="148568" y="49118"/>
                  <a:pt x="148568" y="68145"/>
                </a:cubicBezTo>
                <a:cubicBezTo>
                  <a:pt x="148568" y="83977"/>
                  <a:pt x="142315" y="93283"/>
                  <a:pt x="131892" y="93283"/>
                </a:cubicBezTo>
                <a:cubicBezTo>
                  <a:pt x="126471" y="93283"/>
                  <a:pt x="121329" y="89951"/>
                  <a:pt x="118410" y="84395"/>
                </a:cubicBezTo>
                <a:cubicBezTo>
                  <a:pt x="114519" y="77172"/>
                  <a:pt x="112295" y="67451"/>
                  <a:pt x="112295" y="57590"/>
                </a:cubicBezTo>
                <a:cubicBezTo>
                  <a:pt x="112295" y="44395"/>
                  <a:pt x="118688" y="35785"/>
                  <a:pt x="128696" y="35785"/>
                </a:cubicBezTo>
                <a:close/>
                <a:moveTo>
                  <a:pt x="202215" y="95817"/>
                </a:moveTo>
                <a:lnTo>
                  <a:pt x="241684" y="95817"/>
                </a:lnTo>
                <a:cubicBezTo>
                  <a:pt x="257808" y="95817"/>
                  <a:pt x="272400" y="91232"/>
                  <a:pt x="281016" y="83447"/>
                </a:cubicBezTo>
                <a:cubicBezTo>
                  <a:pt x="290050" y="75247"/>
                  <a:pt x="295193" y="62875"/>
                  <a:pt x="295193" y="49392"/>
                </a:cubicBezTo>
                <a:cubicBezTo>
                  <a:pt x="295193" y="36882"/>
                  <a:pt x="291162" y="26039"/>
                  <a:pt x="283379" y="18394"/>
                </a:cubicBezTo>
                <a:cubicBezTo>
                  <a:pt x="273929" y="8802"/>
                  <a:pt x="258779" y="3797"/>
                  <a:pt x="239740" y="3797"/>
                </a:cubicBezTo>
                <a:lnTo>
                  <a:pt x="202215" y="3797"/>
                </a:lnTo>
                <a:lnTo>
                  <a:pt x="202215" y="6440"/>
                </a:lnTo>
                <a:cubicBezTo>
                  <a:pt x="213193" y="7411"/>
                  <a:pt x="214307" y="8524"/>
                  <a:pt x="214445" y="18950"/>
                </a:cubicBezTo>
                <a:lnTo>
                  <a:pt x="214445" y="80667"/>
                </a:lnTo>
                <a:cubicBezTo>
                  <a:pt x="214307" y="90814"/>
                  <a:pt x="212638" y="92483"/>
                  <a:pt x="202215" y="93177"/>
                </a:cubicBezTo>
                <a:lnTo>
                  <a:pt x="202215" y="95817"/>
                </a:lnTo>
                <a:moveTo>
                  <a:pt x="228621" y="14363"/>
                </a:moveTo>
                <a:cubicBezTo>
                  <a:pt x="228621" y="10053"/>
                  <a:pt x="230010" y="8940"/>
                  <a:pt x="235848" y="8940"/>
                </a:cubicBezTo>
                <a:cubicBezTo>
                  <a:pt x="247938" y="8940"/>
                  <a:pt x="256834" y="11165"/>
                  <a:pt x="263506" y="15892"/>
                </a:cubicBezTo>
                <a:cubicBezTo>
                  <a:pt x="274345" y="23399"/>
                  <a:pt x="280043" y="35353"/>
                  <a:pt x="280043" y="50365"/>
                </a:cubicBezTo>
                <a:cubicBezTo>
                  <a:pt x="280043" y="66766"/>
                  <a:pt x="274345" y="78443"/>
                  <a:pt x="263088" y="84976"/>
                </a:cubicBezTo>
                <a:cubicBezTo>
                  <a:pt x="256001" y="89008"/>
                  <a:pt x="247938" y="90677"/>
                  <a:pt x="235848" y="90677"/>
                </a:cubicBezTo>
                <a:cubicBezTo>
                  <a:pt x="230288" y="90677"/>
                  <a:pt x="228621" y="89425"/>
                  <a:pt x="228621" y="84976"/>
                </a:cubicBezTo>
                <a:lnTo>
                  <a:pt x="228621" y="14363"/>
                </a:lnTo>
                <a:close/>
                <a:moveTo>
                  <a:pt x="357733" y="72986"/>
                </a:moveTo>
                <a:cubicBezTo>
                  <a:pt x="351063" y="83553"/>
                  <a:pt x="345085" y="87587"/>
                  <a:pt x="336191" y="87587"/>
                </a:cubicBezTo>
                <a:cubicBezTo>
                  <a:pt x="328270" y="87587"/>
                  <a:pt x="322294" y="83553"/>
                  <a:pt x="318263" y="75628"/>
                </a:cubicBezTo>
                <a:cubicBezTo>
                  <a:pt x="315761" y="70344"/>
                  <a:pt x="314789" y="65895"/>
                  <a:pt x="314511" y="57272"/>
                </a:cubicBezTo>
                <a:lnTo>
                  <a:pt x="357317" y="57272"/>
                </a:lnTo>
                <a:cubicBezTo>
                  <a:pt x="356204" y="48255"/>
                  <a:pt x="354815" y="44238"/>
                  <a:pt x="351341" y="39806"/>
                </a:cubicBezTo>
                <a:cubicBezTo>
                  <a:pt x="347170" y="34812"/>
                  <a:pt x="340778" y="31892"/>
                  <a:pt x="333551" y="31892"/>
                </a:cubicBezTo>
                <a:cubicBezTo>
                  <a:pt x="326601" y="31892"/>
                  <a:pt x="320070" y="34394"/>
                  <a:pt x="314789" y="39113"/>
                </a:cubicBezTo>
                <a:cubicBezTo>
                  <a:pt x="308256" y="44792"/>
                  <a:pt x="304504" y="54632"/>
                  <a:pt x="304504" y="66032"/>
                </a:cubicBezTo>
                <a:cubicBezTo>
                  <a:pt x="304504" y="85222"/>
                  <a:pt x="314511" y="97174"/>
                  <a:pt x="330493" y="97174"/>
                </a:cubicBezTo>
                <a:cubicBezTo>
                  <a:pt x="343696" y="97174"/>
                  <a:pt x="354119" y="88976"/>
                  <a:pt x="359957" y="73959"/>
                </a:cubicBezTo>
                <a:lnTo>
                  <a:pt x="357733" y="72986"/>
                </a:lnTo>
                <a:moveTo>
                  <a:pt x="314789" y="52825"/>
                </a:moveTo>
                <a:cubicBezTo>
                  <a:pt x="316316" y="42022"/>
                  <a:pt x="321043" y="36897"/>
                  <a:pt x="329519" y="36897"/>
                </a:cubicBezTo>
                <a:cubicBezTo>
                  <a:pt x="337998" y="36897"/>
                  <a:pt x="341334" y="40775"/>
                  <a:pt x="343140" y="52825"/>
                </a:cubicBezTo>
                <a:lnTo>
                  <a:pt x="314789" y="52825"/>
                </a:lnTo>
                <a:close/>
                <a:moveTo>
                  <a:pt x="418050" y="74114"/>
                </a:moveTo>
                <a:cubicBezTo>
                  <a:pt x="411379" y="83835"/>
                  <a:pt x="406376" y="87169"/>
                  <a:pt x="398453" y="87169"/>
                </a:cubicBezTo>
                <a:cubicBezTo>
                  <a:pt x="385668" y="87169"/>
                  <a:pt x="376912" y="76059"/>
                  <a:pt x="376912" y="60088"/>
                </a:cubicBezTo>
                <a:cubicBezTo>
                  <a:pt x="376912" y="45644"/>
                  <a:pt x="384557" y="35923"/>
                  <a:pt x="395813" y="35923"/>
                </a:cubicBezTo>
                <a:cubicBezTo>
                  <a:pt x="400816" y="35923"/>
                  <a:pt x="402623" y="37312"/>
                  <a:pt x="404014" y="42589"/>
                </a:cubicBezTo>
                <a:lnTo>
                  <a:pt x="404847" y="45644"/>
                </a:lnTo>
                <a:cubicBezTo>
                  <a:pt x="405958" y="49672"/>
                  <a:pt x="408461" y="52034"/>
                  <a:pt x="411519" y="52034"/>
                </a:cubicBezTo>
                <a:cubicBezTo>
                  <a:pt x="415132" y="52034"/>
                  <a:pt x="418050" y="49394"/>
                  <a:pt x="418050" y="46200"/>
                </a:cubicBezTo>
                <a:cubicBezTo>
                  <a:pt x="418050" y="38424"/>
                  <a:pt x="408321" y="31892"/>
                  <a:pt x="396647" y="31892"/>
                </a:cubicBezTo>
                <a:cubicBezTo>
                  <a:pt x="389837" y="31892"/>
                  <a:pt x="382750" y="34672"/>
                  <a:pt x="377052" y="39673"/>
                </a:cubicBezTo>
                <a:cubicBezTo>
                  <a:pt x="370102" y="45784"/>
                  <a:pt x="366211" y="55228"/>
                  <a:pt x="366211" y="66338"/>
                </a:cubicBezTo>
                <a:cubicBezTo>
                  <a:pt x="366211" y="84253"/>
                  <a:pt x="377190" y="97174"/>
                  <a:pt x="392617" y="97174"/>
                </a:cubicBezTo>
                <a:cubicBezTo>
                  <a:pt x="398871" y="97174"/>
                  <a:pt x="404429" y="94952"/>
                  <a:pt x="409434" y="90643"/>
                </a:cubicBezTo>
                <a:cubicBezTo>
                  <a:pt x="413186" y="87447"/>
                  <a:pt x="415826" y="83558"/>
                  <a:pt x="419995" y="75363"/>
                </a:cubicBezTo>
                <a:lnTo>
                  <a:pt x="418050" y="74114"/>
                </a:lnTo>
                <a:close/>
                <a:moveTo>
                  <a:pt x="426666" y="95817"/>
                </a:moveTo>
                <a:lnTo>
                  <a:pt x="459604" y="95817"/>
                </a:lnTo>
                <a:lnTo>
                  <a:pt x="459604" y="93732"/>
                </a:lnTo>
                <a:cubicBezTo>
                  <a:pt x="450432" y="93039"/>
                  <a:pt x="449459" y="91788"/>
                  <a:pt x="449319" y="81640"/>
                </a:cubicBezTo>
                <a:lnTo>
                  <a:pt x="449319" y="32299"/>
                </a:lnTo>
                <a:lnTo>
                  <a:pt x="448764" y="31881"/>
                </a:lnTo>
                <a:lnTo>
                  <a:pt x="427222" y="39526"/>
                </a:lnTo>
                <a:lnTo>
                  <a:pt x="427222" y="41611"/>
                </a:lnTo>
                <a:lnTo>
                  <a:pt x="428335" y="41473"/>
                </a:lnTo>
                <a:cubicBezTo>
                  <a:pt x="430002" y="41195"/>
                  <a:pt x="431669" y="41055"/>
                  <a:pt x="433060" y="41055"/>
                </a:cubicBezTo>
                <a:cubicBezTo>
                  <a:pt x="436396" y="41055"/>
                  <a:pt x="437645" y="43280"/>
                  <a:pt x="437645" y="49396"/>
                </a:cubicBezTo>
                <a:lnTo>
                  <a:pt x="437645" y="81640"/>
                </a:lnTo>
                <a:cubicBezTo>
                  <a:pt x="437367" y="91926"/>
                  <a:pt x="436118" y="93317"/>
                  <a:pt x="426666" y="93732"/>
                </a:cubicBezTo>
                <a:lnTo>
                  <a:pt x="426666" y="95817"/>
                </a:lnTo>
                <a:moveTo>
                  <a:pt x="442232" y="888"/>
                </a:moveTo>
                <a:cubicBezTo>
                  <a:pt x="438480" y="888"/>
                  <a:pt x="435283" y="4084"/>
                  <a:pt x="435283" y="7975"/>
                </a:cubicBezTo>
                <a:cubicBezTo>
                  <a:pt x="435283" y="12007"/>
                  <a:pt x="438340" y="15062"/>
                  <a:pt x="442232" y="15062"/>
                </a:cubicBezTo>
                <a:cubicBezTo>
                  <a:pt x="446401" y="15062"/>
                  <a:pt x="449459" y="12007"/>
                  <a:pt x="449459" y="7975"/>
                </a:cubicBezTo>
                <a:cubicBezTo>
                  <a:pt x="449459" y="3946"/>
                  <a:pt x="446263" y="888"/>
                  <a:pt x="442232" y="888"/>
                </a:cubicBezTo>
                <a:close/>
                <a:moveTo>
                  <a:pt x="506857" y="52172"/>
                </a:moveTo>
                <a:lnTo>
                  <a:pt x="506302" y="33143"/>
                </a:lnTo>
                <a:lnTo>
                  <a:pt x="504773" y="33143"/>
                </a:lnTo>
                <a:cubicBezTo>
                  <a:pt x="504079" y="34256"/>
                  <a:pt x="503383" y="34672"/>
                  <a:pt x="502550" y="34672"/>
                </a:cubicBezTo>
                <a:cubicBezTo>
                  <a:pt x="501717" y="34672"/>
                  <a:pt x="500326" y="34394"/>
                  <a:pt x="498797" y="33699"/>
                </a:cubicBezTo>
                <a:cubicBezTo>
                  <a:pt x="495601" y="32588"/>
                  <a:pt x="492405" y="31892"/>
                  <a:pt x="489069" y="31892"/>
                </a:cubicBezTo>
                <a:cubicBezTo>
                  <a:pt x="478088" y="31892"/>
                  <a:pt x="470168" y="39117"/>
                  <a:pt x="470168" y="49118"/>
                </a:cubicBezTo>
                <a:cubicBezTo>
                  <a:pt x="470168" y="56895"/>
                  <a:pt x="474615" y="62451"/>
                  <a:pt x="486429" y="69118"/>
                </a:cubicBezTo>
                <a:lnTo>
                  <a:pt x="494489" y="73701"/>
                </a:lnTo>
                <a:cubicBezTo>
                  <a:pt x="499352" y="76479"/>
                  <a:pt x="501717" y="79812"/>
                  <a:pt x="501717" y="84117"/>
                </a:cubicBezTo>
                <a:cubicBezTo>
                  <a:pt x="501717" y="90229"/>
                  <a:pt x="497268" y="94118"/>
                  <a:pt x="490180" y="94118"/>
                </a:cubicBezTo>
                <a:cubicBezTo>
                  <a:pt x="480591" y="94118"/>
                  <a:pt x="475726" y="88840"/>
                  <a:pt x="472530" y="74674"/>
                </a:cubicBezTo>
                <a:lnTo>
                  <a:pt x="470305" y="74674"/>
                </a:lnTo>
                <a:lnTo>
                  <a:pt x="470305" y="96341"/>
                </a:lnTo>
                <a:lnTo>
                  <a:pt x="472112" y="96341"/>
                </a:lnTo>
                <a:cubicBezTo>
                  <a:pt x="473086" y="94952"/>
                  <a:pt x="473641" y="94674"/>
                  <a:pt x="475310" y="94674"/>
                </a:cubicBezTo>
                <a:cubicBezTo>
                  <a:pt x="476839" y="94706"/>
                  <a:pt x="478506" y="94984"/>
                  <a:pt x="481702" y="95817"/>
                </a:cubicBezTo>
                <a:cubicBezTo>
                  <a:pt x="485455" y="96619"/>
                  <a:pt x="489069" y="97174"/>
                  <a:pt x="491847" y="97174"/>
                </a:cubicBezTo>
                <a:cubicBezTo>
                  <a:pt x="502688" y="97174"/>
                  <a:pt x="511444" y="89118"/>
                  <a:pt x="511444" y="79395"/>
                </a:cubicBezTo>
                <a:cubicBezTo>
                  <a:pt x="511444" y="72452"/>
                  <a:pt x="508108" y="67867"/>
                  <a:pt x="499770" y="62868"/>
                </a:cubicBezTo>
                <a:lnTo>
                  <a:pt x="484760" y="53979"/>
                </a:lnTo>
                <a:cubicBezTo>
                  <a:pt x="480868" y="51616"/>
                  <a:pt x="478784" y="48285"/>
                  <a:pt x="478784" y="44533"/>
                </a:cubicBezTo>
                <a:cubicBezTo>
                  <a:pt x="478784" y="38839"/>
                  <a:pt x="483093" y="35090"/>
                  <a:pt x="489485" y="35090"/>
                </a:cubicBezTo>
                <a:cubicBezTo>
                  <a:pt x="497407" y="35090"/>
                  <a:pt x="501577" y="39673"/>
                  <a:pt x="504773" y="52172"/>
                </a:cubicBezTo>
                <a:lnTo>
                  <a:pt x="506857" y="52172"/>
                </a:lnTo>
                <a:close/>
                <a:moveTo>
                  <a:pt x="518949" y="95817"/>
                </a:moveTo>
                <a:lnTo>
                  <a:pt x="551887" y="95817"/>
                </a:lnTo>
                <a:lnTo>
                  <a:pt x="551887" y="93732"/>
                </a:lnTo>
                <a:cubicBezTo>
                  <a:pt x="542715" y="93039"/>
                  <a:pt x="541742" y="91788"/>
                  <a:pt x="541602" y="81640"/>
                </a:cubicBezTo>
                <a:lnTo>
                  <a:pt x="541602" y="32299"/>
                </a:lnTo>
                <a:lnTo>
                  <a:pt x="541046" y="31881"/>
                </a:lnTo>
                <a:lnTo>
                  <a:pt x="519505" y="39526"/>
                </a:lnTo>
                <a:lnTo>
                  <a:pt x="519505" y="41611"/>
                </a:lnTo>
                <a:lnTo>
                  <a:pt x="520618" y="41473"/>
                </a:lnTo>
                <a:cubicBezTo>
                  <a:pt x="522285" y="41195"/>
                  <a:pt x="523952" y="41055"/>
                  <a:pt x="525343" y="41055"/>
                </a:cubicBezTo>
                <a:cubicBezTo>
                  <a:pt x="528679" y="41055"/>
                  <a:pt x="529928" y="43280"/>
                  <a:pt x="529928" y="49396"/>
                </a:cubicBezTo>
                <a:lnTo>
                  <a:pt x="529928" y="81640"/>
                </a:lnTo>
                <a:cubicBezTo>
                  <a:pt x="529650" y="91926"/>
                  <a:pt x="528401" y="93317"/>
                  <a:pt x="518949" y="93732"/>
                </a:cubicBezTo>
                <a:lnTo>
                  <a:pt x="518949" y="95817"/>
                </a:lnTo>
                <a:moveTo>
                  <a:pt x="534515" y="888"/>
                </a:moveTo>
                <a:cubicBezTo>
                  <a:pt x="530763" y="888"/>
                  <a:pt x="527565" y="4084"/>
                  <a:pt x="527565" y="7975"/>
                </a:cubicBezTo>
                <a:cubicBezTo>
                  <a:pt x="527565" y="12007"/>
                  <a:pt x="530623" y="15062"/>
                  <a:pt x="534515" y="15062"/>
                </a:cubicBezTo>
                <a:cubicBezTo>
                  <a:pt x="538684" y="15062"/>
                  <a:pt x="541742" y="12007"/>
                  <a:pt x="541742" y="7975"/>
                </a:cubicBezTo>
                <a:cubicBezTo>
                  <a:pt x="541742" y="3946"/>
                  <a:pt x="538546" y="888"/>
                  <a:pt x="534515" y="888"/>
                </a:cubicBezTo>
                <a:close/>
                <a:moveTo>
                  <a:pt x="590108" y="31892"/>
                </a:moveTo>
                <a:cubicBezTo>
                  <a:pt x="571900" y="31892"/>
                  <a:pt x="559392" y="45229"/>
                  <a:pt x="559392" y="64395"/>
                </a:cubicBezTo>
                <a:cubicBezTo>
                  <a:pt x="559392" y="83284"/>
                  <a:pt x="572317" y="97174"/>
                  <a:pt x="589828" y="97174"/>
                </a:cubicBezTo>
                <a:cubicBezTo>
                  <a:pt x="607340" y="97174"/>
                  <a:pt x="620681" y="82591"/>
                  <a:pt x="620681" y="63284"/>
                </a:cubicBezTo>
                <a:cubicBezTo>
                  <a:pt x="620681" y="44951"/>
                  <a:pt x="607896" y="31892"/>
                  <a:pt x="590108" y="31892"/>
                </a:cubicBezTo>
                <a:moveTo>
                  <a:pt x="588301" y="35785"/>
                </a:moveTo>
                <a:cubicBezTo>
                  <a:pt x="599975" y="35785"/>
                  <a:pt x="608173" y="49118"/>
                  <a:pt x="608173" y="68145"/>
                </a:cubicBezTo>
                <a:cubicBezTo>
                  <a:pt x="608173" y="83977"/>
                  <a:pt x="601920" y="93283"/>
                  <a:pt x="591497" y="93283"/>
                </a:cubicBezTo>
                <a:cubicBezTo>
                  <a:pt x="586076" y="93283"/>
                  <a:pt x="580934" y="89951"/>
                  <a:pt x="578016" y="84395"/>
                </a:cubicBezTo>
                <a:cubicBezTo>
                  <a:pt x="574124" y="77172"/>
                  <a:pt x="571900" y="67451"/>
                  <a:pt x="571900" y="57590"/>
                </a:cubicBezTo>
                <a:cubicBezTo>
                  <a:pt x="571900" y="44395"/>
                  <a:pt x="578293" y="35785"/>
                  <a:pt x="588301" y="35785"/>
                </a:cubicBezTo>
                <a:close/>
                <a:moveTo>
                  <a:pt x="627353" y="95817"/>
                </a:moveTo>
                <a:lnTo>
                  <a:pt x="656817" y="95817"/>
                </a:lnTo>
                <a:lnTo>
                  <a:pt x="656817" y="93732"/>
                </a:lnTo>
                <a:cubicBezTo>
                  <a:pt x="649868" y="93317"/>
                  <a:pt x="647643" y="91510"/>
                  <a:pt x="647643" y="86507"/>
                </a:cubicBezTo>
                <a:lnTo>
                  <a:pt x="647643" y="47458"/>
                </a:lnTo>
                <a:cubicBezTo>
                  <a:pt x="654315" y="41204"/>
                  <a:pt x="657373" y="39537"/>
                  <a:pt x="661960" y="39537"/>
                </a:cubicBezTo>
                <a:cubicBezTo>
                  <a:pt x="668769" y="39537"/>
                  <a:pt x="672105" y="43844"/>
                  <a:pt x="672105" y="53016"/>
                </a:cubicBezTo>
                <a:lnTo>
                  <a:pt x="672105" y="82060"/>
                </a:lnTo>
                <a:cubicBezTo>
                  <a:pt x="671827" y="91092"/>
                  <a:pt x="670158" y="93317"/>
                  <a:pt x="663349" y="93732"/>
                </a:cubicBezTo>
                <a:lnTo>
                  <a:pt x="663349" y="95817"/>
                </a:lnTo>
                <a:lnTo>
                  <a:pt x="692257" y="95817"/>
                </a:lnTo>
                <a:lnTo>
                  <a:pt x="692257" y="93732"/>
                </a:lnTo>
                <a:cubicBezTo>
                  <a:pt x="685446" y="93039"/>
                  <a:pt x="683917" y="91370"/>
                  <a:pt x="683779" y="84561"/>
                </a:cubicBezTo>
                <a:lnTo>
                  <a:pt x="683779" y="52738"/>
                </a:lnTo>
                <a:cubicBezTo>
                  <a:pt x="683779" y="39677"/>
                  <a:pt x="677663" y="31892"/>
                  <a:pt x="667380" y="31892"/>
                </a:cubicBezTo>
                <a:cubicBezTo>
                  <a:pt x="660986" y="31892"/>
                  <a:pt x="656677" y="34256"/>
                  <a:pt x="647227" y="43151"/>
                </a:cubicBezTo>
                <a:lnTo>
                  <a:pt x="647227" y="32172"/>
                </a:lnTo>
                <a:lnTo>
                  <a:pt x="646254" y="31892"/>
                </a:lnTo>
                <a:cubicBezTo>
                  <a:pt x="639027" y="34534"/>
                  <a:pt x="634302" y="36063"/>
                  <a:pt x="627075" y="38148"/>
                </a:cubicBezTo>
                <a:lnTo>
                  <a:pt x="627075" y="40510"/>
                </a:lnTo>
                <a:cubicBezTo>
                  <a:pt x="628048" y="40093"/>
                  <a:pt x="629299" y="39955"/>
                  <a:pt x="630828" y="39955"/>
                </a:cubicBezTo>
                <a:cubicBezTo>
                  <a:pt x="634720" y="39955"/>
                  <a:pt x="635969" y="42039"/>
                  <a:pt x="635969" y="48847"/>
                </a:cubicBezTo>
                <a:lnTo>
                  <a:pt x="635969" y="83312"/>
                </a:lnTo>
                <a:cubicBezTo>
                  <a:pt x="635831" y="91510"/>
                  <a:pt x="634302" y="93317"/>
                  <a:pt x="627353" y="93732"/>
                </a:cubicBezTo>
                <a:lnTo>
                  <a:pt x="627353" y="95817"/>
                </a:lnTo>
                <a:close/>
                <a:moveTo>
                  <a:pt x="713241" y="32028"/>
                </a:moveTo>
                <a:cubicBezTo>
                  <a:pt x="709072" y="32028"/>
                  <a:pt x="705599" y="35503"/>
                  <a:pt x="705599" y="39950"/>
                </a:cubicBezTo>
                <a:cubicBezTo>
                  <a:pt x="705599" y="43982"/>
                  <a:pt x="709072" y="47455"/>
                  <a:pt x="713104" y="47455"/>
                </a:cubicBezTo>
                <a:cubicBezTo>
                  <a:pt x="717411" y="47455"/>
                  <a:pt x="721024" y="44120"/>
                  <a:pt x="721024" y="39950"/>
                </a:cubicBezTo>
                <a:cubicBezTo>
                  <a:pt x="721024" y="35641"/>
                  <a:pt x="717411" y="32028"/>
                  <a:pt x="713241" y="32028"/>
                </a:cubicBezTo>
                <a:moveTo>
                  <a:pt x="713241" y="81884"/>
                </a:moveTo>
                <a:cubicBezTo>
                  <a:pt x="709072" y="81884"/>
                  <a:pt x="705599" y="85358"/>
                  <a:pt x="705599" y="89807"/>
                </a:cubicBezTo>
                <a:cubicBezTo>
                  <a:pt x="705599" y="93836"/>
                  <a:pt x="709072" y="97310"/>
                  <a:pt x="713104" y="97310"/>
                </a:cubicBezTo>
                <a:cubicBezTo>
                  <a:pt x="717411" y="97310"/>
                  <a:pt x="721024" y="93976"/>
                  <a:pt x="721024" y="89807"/>
                </a:cubicBezTo>
                <a:cubicBezTo>
                  <a:pt x="721024" y="85498"/>
                  <a:pt x="717411" y="81884"/>
                  <a:pt x="713241" y="81884"/>
                </a:cubicBezTo>
                <a:close/>
                <a:moveTo>
                  <a:pt x="803619" y="0"/>
                </a:moveTo>
                <a:cubicBezTo>
                  <a:pt x="795820" y="0"/>
                  <a:pt x="789866" y="2270"/>
                  <a:pt x="784620" y="7371"/>
                </a:cubicBezTo>
                <a:cubicBezTo>
                  <a:pt x="776396" y="15305"/>
                  <a:pt x="771007" y="31596"/>
                  <a:pt x="771007" y="48170"/>
                </a:cubicBezTo>
                <a:cubicBezTo>
                  <a:pt x="771007" y="63754"/>
                  <a:pt x="775687" y="80188"/>
                  <a:pt x="782350" y="88119"/>
                </a:cubicBezTo>
                <a:cubicBezTo>
                  <a:pt x="787597" y="94355"/>
                  <a:pt x="794827" y="97756"/>
                  <a:pt x="803053" y="97756"/>
                </a:cubicBezTo>
                <a:cubicBezTo>
                  <a:pt x="810283" y="97756"/>
                  <a:pt x="816380" y="95345"/>
                  <a:pt x="821483" y="90387"/>
                </a:cubicBezTo>
                <a:cubicBezTo>
                  <a:pt x="829707" y="82596"/>
                  <a:pt x="835096" y="66162"/>
                  <a:pt x="835096" y="49021"/>
                </a:cubicBezTo>
                <a:cubicBezTo>
                  <a:pt x="835096" y="19980"/>
                  <a:pt x="822193" y="0"/>
                  <a:pt x="803619" y="0"/>
                </a:cubicBezTo>
                <a:moveTo>
                  <a:pt x="803193" y="3687"/>
                </a:moveTo>
                <a:cubicBezTo>
                  <a:pt x="815103" y="3687"/>
                  <a:pt x="821483" y="19696"/>
                  <a:pt x="821483" y="49304"/>
                </a:cubicBezTo>
                <a:cubicBezTo>
                  <a:pt x="821483" y="78911"/>
                  <a:pt x="815246" y="94071"/>
                  <a:pt x="803053" y="94071"/>
                </a:cubicBezTo>
                <a:cubicBezTo>
                  <a:pt x="790857" y="94071"/>
                  <a:pt x="784620" y="78911"/>
                  <a:pt x="784620" y="49447"/>
                </a:cubicBezTo>
                <a:cubicBezTo>
                  <a:pt x="784620" y="19270"/>
                  <a:pt x="791000" y="3687"/>
                  <a:pt x="803193" y="368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05B2E1E-EC96-43D0-9A95-C6052487C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2399" y="219323"/>
            <a:ext cx="866079" cy="359951"/>
          </a:xfrm>
          <a:custGeom xmlns:a="http://schemas.openxmlformats.org/drawingml/2006/main">
            <a:pathLst>
              <a:path w="866079" h="359951">
                <a:moveTo>
                  <a:pt x="35100" y="0"/>
                </a:moveTo>
                <a:lnTo>
                  <a:pt x="830988" y="0"/>
                </a:lnTo>
                <a:cubicBezTo>
                  <a:pt x="850438" y="0"/>
                  <a:pt x="866079" y="15642"/>
                  <a:pt x="866079" y="35092"/>
                </a:cubicBezTo>
                <a:lnTo>
                  <a:pt x="866079" y="324859"/>
                </a:lnTo>
                <a:cubicBezTo>
                  <a:pt x="866079" y="344309"/>
                  <a:pt x="850438" y="359951"/>
                  <a:pt x="830988" y="359951"/>
                </a:cubicBezTo>
                <a:lnTo>
                  <a:pt x="35100" y="359951"/>
                </a:lnTo>
                <a:cubicBezTo>
                  <a:pt x="15642" y="359951"/>
                  <a:pt x="0" y="344309"/>
                  <a:pt x="0" y="324859"/>
                </a:cubicBezTo>
                <a:lnTo>
                  <a:pt x="0" y="35092"/>
                </a:lnTo>
                <a:cubicBezTo>
                  <a:pt x="0" y="15642"/>
                  <a:pt x="15642" y="0"/>
                  <a:pt x="35100" y="0"/>
                </a:cubicBezTo>
                <a:close/>
                <a:moveTo>
                  <a:pt x="35100" y="0"/>
                </a:moveTo>
              </a:path>
            </a:pathLst>
          </a:custGeom>
          <a:solidFill xmlns:a="http://schemas.openxmlformats.org/drawingml/2006/main">
            <a:srgbClr val="FFFFFF">
              <a:alpha val="75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0" name="Text Context-">
            <a:extLst xmlns:a="http://schemas.openxmlformats.org/drawingml/2006/main">
              <a:ext uri="{FF2B5EF4-FFF2-40B4-BE49-F238E27FC236}">
                <a16:creationId xmlns:a16="http://schemas.microsoft.com/office/drawing/2014/main" id="{E7387A3A-5EA4-4676-8008-ACE98526E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4585" y="269026"/>
            <a:ext cx="466553" cy="95820"/>
          </a:xfrm>
          <a:custGeom xmlns:a="http://schemas.openxmlformats.org/drawingml/2006/main">
            <a:pathLst>
              <a:path w="466553" h="95820">
                <a:moveTo>
                  <a:pt x="82275" y="31248"/>
                </a:moveTo>
                <a:lnTo>
                  <a:pt x="81024" y="0"/>
                </a:lnTo>
                <a:lnTo>
                  <a:pt x="78106" y="0"/>
                </a:lnTo>
                <a:cubicBezTo>
                  <a:pt x="77273" y="2920"/>
                  <a:pt x="75048" y="4587"/>
                  <a:pt x="72268" y="4587"/>
                </a:cubicBezTo>
                <a:cubicBezTo>
                  <a:pt x="71017" y="4587"/>
                  <a:pt x="68932" y="4171"/>
                  <a:pt x="66847" y="3476"/>
                </a:cubicBezTo>
                <a:cubicBezTo>
                  <a:pt x="60038" y="1113"/>
                  <a:pt x="53089" y="0"/>
                  <a:pt x="46557" y="0"/>
                </a:cubicBezTo>
                <a:cubicBezTo>
                  <a:pt x="35161" y="0"/>
                  <a:pt x="23626" y="4309"/>
                  <a:pt x="15008" y="11948"/>
                </a:cubicBezTo>
                <a:cubicBezTo>
                  <a:pt x="5280" y="20558"/>
                  <a:pt x="0" y="33330"/>
                  <a:pt x="0" y="48605"/>
                </a:cubicBezTo>
                <a:cubicBezTo>
                  <a:pt x="0" y="76931"/>
                  <a:pt x="18484" y="95820"/>
                  <a:pt x="46141" y="95820"/>
                </a:cubicBezTo>
                <a:cubicBezTo>
                  <a:pt x="61845" y="95820"/>
                  <a:pt x="75744" y="89428"/>
                  <a:pt x="84082" y="78180"/>
                </a:cubicBezTo>
                <a:lnTo>
                  <a:pt x="81580" y="75682"/>
                </a:lnTo>
                <a:cubicBezTo>
                  <a:pt x="71434" y="85541"/>
                  <a:pt x="62123" y="89706"/>
                  <a:pt x="50588" y="89706"/>
                </a:cubicBezTo>
                <a:cubicBezTo>
                  <a:pt x="41832" y="89706"/>
                  <a:pt x="34049" y="86928"/>
                  <a:pt x="28073" y="81652"/>
                </a:cubicBezTo>
                <a:cubicBezTo>
                  <a:pt x="20428" y="74849"/>
                  <a:pt x="16121" y="62352"/>
                  <a:pt x="16121" y="46801"/>
                </a:cubicBezTo>
                <a:cubicBezTo>
                  <a:pt x="16121" y="21667"/>
                  <a:pt x="29047" y="5560"/>
                  <a:pt x="49197" y="5560"/>
                </a:cubicBezTo>
                <a:cubicBezTo>
                  <a:pt x="57120" y="5560"/>
                  <a:pt x="64347" y="8476"/>
                  <a:pt x="69905" y="13892"/>
                </a:cubicBezTo>
                <a:cubicBezTo>
                  <a:pt x="74352" y="18335"/>
                  <a:pt x="76437" y="22222"/>
                  <a:pt x="79079" y="31248"/>
                </a:cubicBezTo>
                <a:lnTo>
                  <a:pt x="82275" y="31248"/>
                </a:lnTo>
                <a:close/>
                <a:moveTo>
                  <a:pt x="122302" y="29995"/>
                </a:moveTo>
                <a:cubicBezTo>
                  <a:pt x="104094" y="29995"/>
                  <a:pt x="91586" y="43331"/>
                  <a:pt x="91586" y="62498"/>
                </a:cubicBezTo>
                <a:cubicBezTo>
                  <a:pt x="91586" y="81387"/>
                  <a:pt x="104512" y="95277"/>
                  <a:pt x="122022" y="95277"/>
                </a:cubicBezTo>
                <a:cubicBezTo>
                  <a:pt x="139534" y="95277"/>
                  <a:pt x="152876" y="80693"/>
                  <a:pt x="152876" y="61387"/>
                </a:cubicBezTo>
                <a:cubicBezTo>
                  <a:pt x="152876" y="43054"/>
                  <a:pt x="140090" y="29995"/>
                  <a:pt x="122302" y="29995"/>
                </a:cubicBezTo>
                <a:moveTo>
                  <a:pt x="120495" y="33888"/>
                </a:moveTo>
                <a:cubicBezTo>
                  <a:pt x="132169" y="33888"/>
                  <a:pt x="140368" y="47221"/>
                  <a:pt x="140368" y="66247"/>
                </a:cubicBezTo>
                <a:cubicBezTo>
                  <a:pt x="140368" y="82080"/>
                  <a:pt x="134114" y="91386"/>
                  <a:pt x="123691" y="91386"/>
                </a:cubicBezTo>
                <a:cubicBezTo>
                  <a:pt x="118271" y="91386"/>
                  <a:pt x="113128" y="88054"/>
                  <a:pt x="110210" y="82498"/>
                </a:cubicBezTo>
                <a:cubicBezTo>
                  <a:pt x="106319" y="75275"/>
                  <a:pt x="104094" y="65554"/>
                  <a:pt x="104094" y="55693"/>
                </a:cubicBezTo>
                <a:cubicBezTo>
                  <a:pt x="104094" y="42498"/>
                  <a:pt x="110488" y="33888"/>
                  <a:pt x="120495" y="33888"/>
                </a:cubicBezTo>
                <a:close/>
                <a:moveTo>
                  <a:pt x="159547" y="93920"/>
                </a:moveTo>
                <a:lnTo>
                  <a:pt x="189012" y="93920"/>
                </a:lnTo>
                <a:lnTo>
                  <a:pt x="189012" y="91835"/>
                </a:lnTo>
                <a:cubicBezTo>
                  <a:pt x="182062" y="91419"/>
                  <a:pt x="179838" y="89613"/>
                  <a:pt x="179838" y="84610"/>
                </a:cubicBezTo>
                <a:lnTo>
                  <a:pt x="179838" y="45560"/>
                </a:lnTo>
                <a:cubicBezTo>
                  <a:pt x="186509" y="39306"/>
                  <a:pt x="189567" y="37640"/>
                  <a:pt x="194154" y="37640"/>
                </a:cubicBezTo>
                <a:cubicBezTo>
                  <a:pt x="200964" y="37640"/>
                  <a:pt x="204299" y="41947"/>
                  <a:pt x="204299" y="51118"/>
                </a:cubicBezTo>
                <a:lnTo>
                  <a:pt x="204299" y="80163"/>
                </a:lnTo>
                <a:cubicBezTo>
                  <a:pt x="204022" y="89195"/>
                  <a:pt x="202353" y="91419"/>
                  <a:pt x="195543" y="91835"/>
                </a:cubicBezTo>
                <a:lnTo>
                  <a:pt x="195543" y="93920"/>
                </a:lnTo>
                <a:lnTo>
                  <a:pt x="224452" y="93920"/>
                </a:lnTo>
                <a:lnTo>
                  <a:pt x="224452" y="91835"/>
                </a:lnTo>
                <a:cubicBezTo>
                  <a:pt x="217641" y="91142"/>
                  <a:pt x="216112" y="89473"/>
                  <a:pt x="215974" y="82663"/>
                </a:cubicBezTo>
                <a:lnTo>
                  <a:pt x="215974" y="50841"/>
                </a:lnTo>
                <a:cubicBezTo>
                  <a:pt x="215974" y="37780"/>
                  <a:pt x="209858" y="29995"/>
                  <a:pt x="199575" y="29995"/>
                </a:cubicBezTo>
                <a:cubicBezTo>
                  <a:pt x="193181" y="29995"/>
                  <a:pt x="188872" y="32359"/>
                  <a:pt x="179422" y="41253"/>
                </a:cubicBezTo>
                <a:lnTo>
                  <a:pt x="179422" y="30275"/>
                </a:lnTo>
                <a:lnTo>
                  <a:pt x="178449" y="29995"/>
                </a:lnTo>
                <a:cubicBezTo>
                  <a:pt x="171221" y="32637"/>
                  <a:pt x="166497" y="34166"/>
                  <a:pt x="159269" y="36251"/>
                </a:cubicBezTo>
                <a:lnTo>
                  <a:pt x="159269" y="38613"/>
                </a:lnTo>
                <a:cubicBezTo>
                  <a:pt x="160243" y="38195"/>
                  <a:pt x="161494" y="38057"/>
                  <a:pt x="163023" y="38057"/>
                </a:cubicBezTo>
                <a:cubicBezTo>
                  <a:pt x="166914" y="38057"/>
                  <a:pt x="168163" y="40142"/>
                  <a:pt x="168163" y="46949"/>
                </a:cubicBezTo>
                <a:lnTo>
                  <a:pt x="168163" y="81414"/>
                </a:lnTo>
                <a:cubicBezTo>
                  <a:pt x="168026" y="89613"/>
                  <a:pt x="166497" y="91419"/>
                  <a:pt x="159547" y="91835"/>
                </a:cubicBezTo>
                <a:lnTo>
                  <a:pt x="159547" y="93920"/>
                </a:lnTo>
                <a:close/>
                <a:moveTo>
                  <a:pt x="261975" y="31352"/>
                </a:moveTo>
                <a:lnTo>
                  <a:pt x="247938" y="31352"/>
                </a:lnTo>
                <a:lnTo>
                  <a:pt x="247938" y="15231"/>
                </a:lnTo>
                <a:cubicBezTo>
                  <a:pt x="247938" y="13842"/>
                  <a:pt x="247661" y="13424"/>
                  <a:pt x="246965" y="13424"/>
                </a:cubicBezTo>
                <a:cubicBezTo>
                  <a:pt x="238904" y="25098"/>
                  <a:pt x="234735" y="29825"/>
                  <a:pt x="230706" y="32187"/>
                </a:cubicBezTo>
                <a:cubicBezTo>
                  <a:pt x="229177" y="33159"/>
                  <a:pt x="228342" y="33994"/>
                  <a:pt x="228342" y="34828"/>
                </a:cubicBezTo>
                <a:cubicBezTo>
                  <a:pt x="228342" y="35245"/>
                  <a:pt x="228481" y="35523"/>
                  <a:pt x="228899" y="35801"/>
                </a:cubicBezTo>
                <a:lnTo>
                  <a:pt x="236264" y="35801"/>
                </a:lnTo>
                <a:lnTo>
                  <a:pt x="236264" y="77629"/>
                </a:lnTo>
                <a:cubicBezTo>
                  <a:pt x="236264" y="89301"/>
                  <a:pt x="240433" y="95277"/>
                  <a:pt x="248634" y="95277"/>
                </a:cubicBezTo>
                <a:cubicBezTo>
                  <a:pt x="255444" y="95277"/>
                  <a:pt x="260724" y="91943"/>
                  <a:pt x="265311" y="84716"/>
                </a:cubicBezTo>
                <a:lnTo>
                  <a:pt x="263504" y="83187"/>
                </a:lnTo>
                <a:cubicBezTo>
                  <a:pt x="260446" y="86801"/>
                  <a:pt x="258224" y="88052"/>
                  <a:pt x="255166" y="88052"/>
                </a:cubicBezTo>
                <a:cubicBezTo>
                  <a:pt x="250023" y="88052"/>
                  <a:pt x="247938" y="84298"/>
                  <a:pt x="247938" y="75544"/>
                </a:cubicBezTo>
                <a:lnTo>
                  <a:pt x="247938" y="35801"/>
                </a:lnTo>
                <a:lnTo>
                  <a:pt x="261975" y="35801"/>
                </a:lnTo>
                <a:lnTo>
                  <a:pt x="261975" y="31352"/>
                </a:lnTo>
                <a:close/>
                <a:moveTo>
                  <a:pt x="321875" y="71089"/>
                </a:moveTo>
                <a:cubicBezTo>
                  <a:pt x="315206" y="81656"/>
                  <a:pt x="309228" y="85689"/>
                  <a:pt x="300334" y="85689"/>
                </a:cubicBezTo>
                <a:cubicBezTo>
                  <a:pt x="292413" y="85689"/>
                  <a:pt x="286437" y="81656"/>
                  <a:pt x="282406" y="73731"/>
                </a:cubicBezTo>
                <a:cubicBezTo>
                  <a:pt x="279903" y="68446"/>
                  <a:pt x="278932" y="63997"/>
                  <a:pt x="278654" y="55375"/>
                </a:cubicBezTo>
                <a:lnTo>
                  <a:pt x="321460" y="55375"/>
                </a:lnTo>
                <a:cubicBezTo>
                  <a:pt x="320346" y="46358"/>
                  <a:pt x="318957" y="42341"/>
                  <a:pt x="315484" y="37909"/>
                </a:cubicBezTo>
                <a:cubicBezTo>
                  <a:pt x="311312" y="32915"/>
                  <a:pt x="304921" y="29995"/>
                  <a:pt x="297693" y="29995"/>
                </a:cubicBezTo>
                <a:cubicBezTo>
                  <a:pt x="290744" y="29995"/>
                  <a:pt x="284212" y="32497"/>
                  <a:pt x="278932" y="37215"/>
                </a:cubicBezTo>
                <a:cubicBezTo>
                  <a:pt x="272398" y="42895"/>
                  <a:pt x="268647" y="52734"/>
                  <a:pt x="268647" y="64135"/>
                </a:cubicBezTo>
                <a:cubicBezTo>
                  <a:pt x="268647" y="83325"/>
                  <a:pt x="278654" y="95277"/>
                  <a:pt x="294635" y="95277"/>
                </a:cubicBezTo>
                <a:cubicBezTo>
                  <a:pt x="307839" y="95277"/>
                  <a:pt x="318262" y="87078"/>
                  <a:pt x="324100" y="72062"/>
                </a:cubicBezTo>
                <a:lnTo>
                  <a:pt x="321875" y="71089"/>
                </a:lnTo>
                <a:moveTo>
                  <a:pt x="278932" y="50928"/>
                </a:moveTo>
                <a:cubicBezTo>
                  <a:pt x="280459" y="40125"/>
                  <a:pt x="285186" y="34999"/>
                  <a:pt x="293662" y="34999"/>
                </a:cubicBezTo>
                <a:cubicBezTo>
                  <a:pt x="302140" y="34999"/>
                  <a:pt x="305476" y="38878"/>
                  <a:pt x="307283" y="50928"/>
                </a:cubicBezTo>
                <a:lnTo>
                  <a:pt x="278932" y="50928"/>
                </a:lnTo>
                <a:close/>
                <a:moveTo>
                  <a:pt x="360791" y="93920"/>
                </a:moveTo>
                <a:lnTo>
                  <a:pt x="388724" y="93920"/>
                </a:lnTo>
                <a:lnTo>
                  <a:pt x="388724" y="91835"/>
                </a:lnTo>
                <a:cubicBezTo>
                  <a:pt x="384417" y="91835"/>
                  <a:pt x="381637" y="89613"/>
                  <a:pt x="377328" y="83495"/>
                </a:cubicBezTo>
                <a:lnTo>
                  <a:pt x="359540" y="56242"/>
                </a:lnTo>
                <a:lnTo>
                  <a:pt x="371074" y="39557"/>
                </a:lnTo>
                <a:cubicBezTo>
                  <a:pt x="373714" y="35801"/>
                  <a:pt x="377746" y="33716"/>
                  <a:pt x="382333" y="33439"/>
                </a:cubicBezTo>
                <a:lnTo>
                  <a:pt x="382333" y="31352"/>
                </a:lnTo>
                <a:lnTo>
                  <a:pt x="360373" y="31352"/>
                </a:lnTo>
                <a:lnTo>
                  <a:pt x="360373" y="33439"/>
                </a:lnTo>
                <a:cubicBezTo>
                  <a:pt x="364542" y="33716"/>
                  <a:pt x="365931" y="34550"/>
                  <a:pt x="365931" y="36497"/>
                </a:cubicBezTo>
                <a:cubicBezTo>
                  <a:pt x="365931" y="38165"/>
                  <a:pt x="364265" y="41223"/>
                  <a:pt x="360791" y="45535"/>
                </a:cubicBezTo>
                <a:cubicBezTo>
                  <a:pt x="360095" y="46368"/>
                  <a:pt x="358426" y="48873"/>
                  <a:pt x="356620" y="51653"/>
                </a:cubicBezTo>
                <a:lnTo>
                  <a:pt x="355508" y="49984"/>
                </a:lnTo>
                <a:cubicBezTo>
                  <a:pt x="353424" y="46786"/>
                  <a:pt x="352173" y="44979"/>
                  <a:pt x="351895" y="44421"/>
                </a:cubicBezTo>
                <a:cubicBezTo>
                  <a:pt x="349255" y="40112"/>
                  <a:pt x="348281" y="37888"/>
                  <a:pt x="348281" y="36497"/>
                </a:cubicBezTo>
                <a:cubicBezTo>
                  <a:pt x="348281" y="34412"/>
                  <a:pt x="350088" y="33576"/>
                  <a:pt x="354257" y="33439"/>
                </a:cubicBezTo>
                <a:lnTo>
                  <a:pt x="354257" y="31352"/>
                </a:lnTo>
                <a:lnTo>
                  <a:pt x="325488" y="31352"/>
                </a:lnTo>
                <a:lnTo>
                  <a:pt x="325488" y="33439"/>
                </a:lnTo>
                <a:lnTo>
                  <a:pt x="326740" y="33439"/>
                </a:lnTo>
                <a:cubicBezTo>
                  <a:pt x="330909" y="33439"/>
                  <a:pt x="333133" y="35245"/>
                  <a:pt x="337440" y="41781"/>
                </a:cubicBezTo>
                <a:lnTo>
                  <a:pt x="350506" y="61802"/>
                </a:lnTo>
                <a:lnTo>
                  <a:pt x="334662" y="84746"/>
                </a:lnTo>
                <a:cubicBezTo>
                  <a:pt x="330493" y="90446"/>
                  <a:pt x="329102" y="91419"/>
                  <a:pt x="324517" y="91835"/>
                </a:cubicBezTo>
                <a:lnTo>
                  <a:pt x="324517" y="93920"/>
                </a:lnTo>
                <a:lnTo>
                  <a:pt x="344668" y="93920"/>
                </a:lnTo>
                <a:lnTo>
                  <a:pt x="344668" y="91835"/>
                </a:lnTo>
                <a:cubicBezTo>
                  <a:pt x="340638" y="91835"/>
                  <a:pt x="339109" y="91142"/>
                  <a:pt x="339109" y="89333"/>
                </a:cubicBezTo>
                <a:cubicBezTo>
                  <a:pt x="339109" y="88359"/>
                  <a:pt x="339943" y="86553"/>
                  <a:pt x="341890" y="83632"/>
                </a:cubicBezTo>
                <a:lnTo>
                  <a:pt x="352868" y="66531"/>
                </a:lnTo>
                <a:lnTo>
                  <a:pt x="365516" y="85997"/>
                </a:lnTo>
                <a:cubicBezTo>
                  <a:pt x="366071" y="86830"/>
                  <a:pt x="366349" y="87526"/>
                  <a:pt x="366349" y="88499"/>
                </a:cubicBezTo>
                <a:cubicBezTo>
                  <a:pt x="366349" y="91002"/>
                  <a:pt x="365376" y="91557"/>
                  <a:pt x="360791" y="91835"/>
                </a:cubicBezTo>
                <a:lnTo>
                  <a:pt x="360791" y="93920"/>
                </a:lnTo>
                <a:close/>
                <a:moveTo>
                  <a:pt x="427083" y="31352"/>
                </a:moveTo>
                <a:lnTo>
                  <a:pt x="413046" y="31352"/>
                </a:lnTo>
                <a:lnTo>
                  <a:pt x="413046" y="15231"/>
                </a:lnTo>
                <a:cubicBezTo>
                  <a:pt x="413046" y="13842"/>
                  <a:pt x="412768" y="13424"/>
                  <a:pt x="412073" y="13424"/>
                </a:cubicBezTo>
                <a:cubicBezTo>
                  <a:pt x="404012" y="25098"/>
                  <a:pt x="399843" y="29825"/>
                  <a:pt x="395814" y="32187"/>
                </a:cubicBezTo>
                <a:cubicBezTo>
                  <a:pt x="394285" y="33159"/>
                  <a:pt x="393449" y="33994"/>
                  <a:pt x="393449" y="34828"/>
                </a:cubicBezTo>
                <a:cubicBezTo>
                  <a:pt x="393449" y="35245"/>
                  <a:pt x="393589" y="35523"/>
                  <a:pt x="394007" y="35801"/>
                </a:cubicBezTo>
                <a:lnTo>
                  <a:pt x="401372" y="35801"/>
                </a:lnTo>
                <a:lnTo>
                  <a:pt x="401372" y="77629"/>
                </a:lnTo>
                <a:cubicBezTo>
                  <a:pt x="401372" y="89301"/>
                  <a:pt x="405541" y="95277"/>
                  <a:pt x="413742" y="95277"/>
                </a:cubicBezTo>
                <a:cubicBezTo>
                  <a:pt x="420551" y="95277"/>
                  <a:pt x="425832" y="91943"/>
                  <a:pt x="430419" y="84716"/>
                </a:cubicBezTo>
                <a:lnTo>
                  <a:pt x="428612" y="83187"/>
                </a:lnTo>
                <a:cubicBezTo>
                  <a:pt x="425554" y="86801"/>
                  <a:pt x="423331" y="88052"/>
                  <a:pt x="420273" y="88052"/>
                </a:cubicBezTo>
                <a:cubicBezTo>
                  <a:pt x="415131" y="88052"/>
                  <a:pt x="413046" y="84298"/>
                  <a:pt x="413046" y="75544"/>
                </a:cubicBezTo>
                <a:lnTo>
                  <a:pt x="413046" y="35801"/>
                </a:lnTo>
                <a:lnTo>
                  <a:pt x="427083" y="35801"/>
                </a:lnTo>
                <a:lnTo>
                  <a:pt x="427083" y="31352"/>
                </a:lnTo>
                <a:close/>
                <a:moveTo>
                  <a:pt x="432364" y="58225"/>
                </a:moveTo>
                <a:lnTo>
                  <a:pt x="432364" y="66981"/>
                </a:lnTo>
                <a:lnTo>
                  <a:pt x="466553" y="66981"/>
                </a:lnTo>
                <a:lnTo>
                  <a:pt x="466553" y="58225"/>
                </a:lnTo>
                <a:lnTo>
                  <a:pt x="432364" y="5822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" name="Text dependent:39">
            <a:extLst xmlns:a="http://schemas.openxmlformats.org/drawingml/2006/main">
              <a:ext uri="{FF2B5EF4-FFF2-40B4-BE49-F238E27FC236}">
                <a16:creationId xmlns:a16="http://schemas.microsoft.com/office/drawing/2014/main" id="{A76AC9A7-34DA-4F17-839A-144FA8BA5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4445" y="426955"/>
            <a:ext cx="741886" cy="125947"/>
          </a:xfrm>
          <a:custGeom xmlns:a="http://schemas.openxmlformats.org/drawingml/2006/main">
            <a:pathLst>
              <a:path w="741886" h="125947">
                <a:moveTo>
                  <a:pt x="64487" y="87727"/>
                </a:moveTo>
                <a:cubicBezTo>
                  <a:pt x="62680" y="87865"/>
                  <a:pt x="61847" y="87865"/>
                  <a:pt x="61289" y="87865"/>
                </a:cubicBezTo>
                <a:cubicBezTo>
                  <a:pt x="56426" y="87865"/>
                  <a:pt x="55175" y="86338"/>
                  <a:pt x="55175" y="79948"/>
                </a:cubicBezTo>
                <a:lnTo>
                  <a:pt x="55175" y="1178"/>
                </a:lnTo>
                <a:lnTo>
                  <a:pt x="54480" y="901"/>
                </a:lnTo>
                <a:cubicBezTo>
                  <a:pt x="47948" y="3125"/>
                  <a:pt x="43223" y="4652"/>
                  <a:pt x="34049" y="7017"/>
                </a:cubicBezTo>
                <a:lnTo>
                  <a:pt x="34049" y="9239"/>
                </a:lnTo>
                <a:cubicBezTo>
                  <a:pt x="35163" y="9101"/>
                  <a:pt x="35856" y="9101"/>
                  <a:pt x="37107" y="9101"/>
                </a:cubicBezTo>
                <a:cubicBezTo>
                  <a:pt x="42250" y="9101"/>
                  <a:pt x="43501" y="10490"/>
                  <a:pt x="43501" y="16188"/>
                </a:cubicBezTo>
                <a:lnTo>
                  <a:pt x="43501" y="37868"/>
                </a:lnTo>
                <a:cubicBezTo>
                  <a:pt x="38218" y="33421"/>
                  <a:pt x="34467" y="31892"/>
                  <a:pt x="28907" y="31892"/>
                </a:cubicBezTo>
                <a:cubicBezTo>
                  <a:pt x="12925" y="31892"/>
                  <a:pt x="0" y="47589"/>
                  <a:pt x="0" y="67311"/>
                </a:cubicBezTo>
                <a:cubicBezTo>
                  <a:pt x="0" y="85086"/>
                  <a:pt x="10285" y="97174"/>
                  <a:pt x="25711" y="97174"/>
                </a:cubicBezTo>
                <a:cubicBezTo>
                  <a:pt x="33494" y="97174"/>
                  <a:pt x="38776" y="94396"/>
                  <a:pt x="43501" y="87865"/>
                </a:cubicBezTo>
                <a:lnTo>
                  <a:pt x="43501" y="96759"/>
                </a:lnTo>
                <a:lnTo>
                  <a:pt x="44057" y="97174"/>
                </a:lnTo>
                <a:lnTo>
                  <a:pt x="64487" y="89949"/>
                </a:lnTo>
                <a:lnTo>
                  <a:pt x="64487" y="87727"/>
                </a:lnTo>
                <a:moveTo>
                  <a:pt x="43501" y="81615"/>
                </a:moveTo>
                <a:cubicBezTo>
                  <a:pt x="43501" y="82588"/>
                  <a:pt x="42528" y="84255"/>
                  <a:pt x="41139" y="85782"/>
                </a:cubicBezTo>
                <a:cubicBezTo>
                  <a:pt x="38776" y="88560"/>
                  <a:pt x="35163" y="89949"/>
                  <a:pt x="31131" y="89949"/>
                </a:cubicBezTo>
                <a:cubicBezTo>
                  <a:pt x="19457" y="89949"/>
                  <a:pt x="11952" y="78837"/>
                  <a:pt x="11952" y="61617"/>
                </a:cubicBezTo>
                <a:cubicBezTo>
                  <a:pt x="11952" y="46062"/>
                  <a:pt x="18761" y="35785"/>
                  <a:pt x="29324" y="35785"/>
                </a:cubicBezTo>
                <a:cubicBezTo>
                  <a:pt x="36829" y="35785"/>
                  <a:pt x="43501" y="42311"/>
                  <a:pt x="43501" y="49671"/>
                </a:cubicBezTo>
                <a:lnTo>
                  <a:pt x="43501" y="81615"/>
                </a:lnTo>
                <a:close/>
                <a:moveTo>
                  <a:pt x="122441" y="72986"/>
                </a:moveTo>
                <a:cubicBezTo>
                  <a:pt x="115771" y="83553"/>
                  <a:pt x="109793" y="87587"/>
                  <a:pt x="100899" y="87587"/>
                </a:cubicBezTo>
                <a:cubicBezTo>
                  <a:pt x="92978" y="87587"/>
                  <a:pt x="87002" y="83553"/>
                  <a:pt x="82971" y="75628"/>
                </a:cubicBezTo>
                <a:cubicBezTo>
                  <a:pt x="80468" y="70344"/>
                  <a:pt x="79497" y="65895"/>
                  <a:pt x="79219" y="57272"/>
                </a:cubicBezTo>
                <a:lnTo>
                  <a:pt x="122025" y="57272"/>
                </a:lnTo>
                <a:cubicBezTo>
                  <a:pt x="120912" y="48255"/>
                  <a:pt x="119523" y="44238"/>
                  <a:pt x="116049" y="39806"/>
                </a:cubicBezTo>
                <a:cubicBezTo>
                  <a:pt x="111878" y="34812"/>
                  <a:pt x="105486" y="31892"/>
                  <a:pt x="98259" y="31892"/>
                </a:cubicBezTo>
                <a:cubicBezTo>
                  <a:pt x="91309" y="31892"/>
                  <a:pt x="84778" y="34394"/>
                  <a:pt x="79497" y="39113"/>
                </a:cubicBezTo>
                <a:cubicBezTo>
                  <a:pt x="72963" y="44792"/>
                  <a:pt x="69212" y="54632"/>
                  <a:pt x="69212" y="66032"/>
                </a:cubicBezTo>
                <a:cubicBezTo>
                  <a:pt x="69212" y="85222"/>
                  <a:pt x="79219" y="97174"/>
                  <a:pt x="95201" y="97174"/>
                </a:cubicBezTo>
                <a:cubicBezTo>
                  <a:pt x="108404" y="97174"/>
                  <a:pt x="118827" y="88976"/>
                  <a:pt x="124665" y="73959"/>
                </a:cubicBezTo>
                <a:lnTo>
                  <a:pt x="122441" y="72986"/>
                </a:lnTo>
                <a:moveTo>
                  <a:pt x="79497" y="52825"/>
                </a:moveTo>
                <a:cubicBezTo>
                  <a:pt x="81024" y="42022"/>
                  <a:pt x="85751" y="36897"/>
                  <a:pt x="94227" y="36897"/>
                </a:cubicBezTo>
                <a:cubicBezTo>
                  <a:pt x="102706" y="36897"/>
                  <a:pt x="106041" y="40775"/>
                  <a:pt x="107848" y="52825"/>
                </a:cubicBezTo>
                <a:lnTo>
                  <a:pt x="79497" y="52825"/>
                </a:lnTo>
                <a:close/>
                <a:moveTo>
                  <a:pt x="128139" y="125947"/>
                </a:moveTo>
                <a:lnTo>
                  <a:pt x="161772" y="125947"/>
                </a:lnTo>
                <a:lnTo>
                  <a:pt x="161772" y="123447"/>
                </a:lnTo>
                <a:cubicBezTo>
                  <a:pt x="151349" y="123307"/>
                  <a:pt x="149680" y="121918"/>
                  <a:pt x="149542" y="113024"/>
                </a:cubicBezTo>
                <a:lnTo>
                  <a:pt x="149542" y="91202"/>
                </a:lnTo>
                <a:cubicBezTo>
                  <a:pt x="154545" y="95785"/>
                  <a:pt x="157741" y="97174"/>
                  <a:pt x="163579" y="97174"/>
                </a:cubicBezTo>
                <a:cubicBezTo>
                  <a:pt x="180118" y="97174"/>
                  <a:pt x="192764" y="81617"/>
                  <a:pt x="192764" y="61479"/>
                </a:cubicBezTo>
                <a:cubicBezTo>
                  <a:pt x="192764" y="44260"/>
                  <a:pt x="183036" y="31892"/>
                  <a:pt x="169555" y="31892"/>
                </a:cubicBezTo>
                <a:cubicBezTo>
                  <a:pt x="161772" y="31892"/>
                  <a:pt x="155656" y="35228"/>
                  <a:pt x="149542" y="42871"/>
                </a:cubicBezTo>
                <a:lnTo>
                  <a:pt x="149542" y="32172"/>
                </a:lnTo>
                <a:lnTo>
                  <a:pt x="148709" y="31892"/>
                </a:lnTo>
                <a:cubicBezTo>
                  <a:pt x="141204" y="34812"/>
                  <a:pt x="136339" y="36619"/>
                  <a:pt x="128694" y="38981"/>
                </a:cubicBezTo>
                <a:lnTo>
                  <a:pt x="128694" y="41204"/>
                </a:lnTo>
                <a:cubicBezTo>
                  <a:pt x="129945" y="41066"/>
                  <a:pt x="130779" y="41066"/>
                  <a:pt x="132170" y="41066"/>
                </a:cubicBezTo>
                <a:cubicBezTo>
                  <a:pt x="136895" y="41066"/>
                  <a:pt x="137868" y="42455"/>
                  <a:pt x="137868" y="48982"/>
                </a:cubicBezTo>
                <a:lnTo>
                  <a:pt x="137868" y="113991"/>
                </a:lnTo>
                <a:cubicBezTo>
                  <a:pt x="137868" y="121358"/>
                  <a:pt x="136339" y="122747"/>
                  <a:pt x="128139" y="123581"/>
                </a:cubicBezTo>
                <a:lnTo>
                  <a:pt x="128139" y="125947"/>
                </a:lnTo>
                <a:moveTo>
                  <a:pt x="149542" y="49398"/>
                </a:moveTo>
                <a:cubicBezTo>
                  <a:pt x="149542" y="45233"/>
                  <a:pt x="157325" y="40232"/>
                  <a:pt x="163717" y="40232"/>
                </a:cubicBezTo>
                <a:cubicBezTo>
                  <a:pt x="174002" y="40232"/>
                  <a:pt x="180812" y="50787"/>
                  <a:pt x="180812" y="67038"/>
                </a:cubicBezTo>
                <a:cubicBezTo>
                  <a:pt x="180812" y="82304"/>
                  <a:pt x="174002" y="92727"/>
                  <a:pt x="163997" y="92727"/>
                </a:cubicBezTo>
                <a:cubicBezTo>
                  <a:pt x="157463" y="92727"/>
                  <a:pt x="149542" y="87725"/>
                  <a:pt x="149542" y="83555"/>
                </a:cubicBezTo>
                <a:lnTo>
                  <a:pt x="149542" y="49398"/>
                </a:lnTo>
                <a:close/>
                <a:moveTo>
                  <a:pt x="253637" y="72986"/>
                </a:moveTo>
                <a:cubicBezTo>
                  <a:pt x="246968" y="83553"/>
                  <a:pt x="240990" y="87587"/>
                  <a:pt x="232096" y="87587"/>
                </a:cubicBezTo>
                <a:cubicBezTo>
                  <a:pt x="224175" y="87587"/>
                  <a:pt x="218199" y="83553"/>
                  <a:pt x="214168" y="75628"/>
                </a:cubicBezTo>
                <a:cubicBezTo>
                  <a:pt x="211665" y="70344"/>
                  <a:pt x="210694" y="65895"/>
                  <a:pt x="210416" y="57272"/>
                </a:cubicBezTo>
                <a:lnTo>
                  <a:pt x="253222" y="57272"/>
                </a:lnTo>
                <a:cubicBezTo>
                  <a:pt x="252108" y="48255"/>
                  <a:pt x="250719" y="44238"/>
                  <a:pt x="247246" y="39806"/>
                </a:cubicBezTo>
                <a:cubicBezTo>
                  <a:pt x="243074" y="34812"/>
                  <a:pt x="236683" y="31892"/>
                  <a:pt x="229455" y="31892"/>
                </a:cubicBezTo>
                <a:cubicBezTo>
                  <a:pt x="222506" y="31892"/>
                  <a:pt x="215974" y="34394"/>
                  <a:pt x="210694" y="39113"/>
                </a:cubicBezTo>
                <a:cubicBezTo>
                  <a:pt x="204160" y="44792"/>
                  <a:pt x="200409" y="54632"/>
                  <a:pt x="200409" y="66032"/>
                </a:cubicBezTo>
                <a:cubicBezTo>
                  <a:pt x="200409" y="85222"/>
                  <a:pt x="210416" y="97174"/>
                  <a:pt x="226397" y="97174"/>
                </a:cubicBezTo>
                <a:cubicBezTo>
                  <a:pt x="239601" y="97174"/>
                  <a:pt x="250024" y="88976"/>
                  <a:pt x="255862" y="73959"/>
                </a:cubicBezTo>
                <a:lnTo>
                  <a:pt x="253637" y="72986"/>
                </a:lnTo>
                <a:moveTo>
                  <a:pt x="210694" y="52825"/>
                </a:moveTo>
                <a:cubicBezTo>
                  <a:pt x="212221" y="42022"/>
                  <a:pt x="216948" y="36897"/>
                  <a:pt x="225424" y="36897"/>
                </a:cubicBezTo>
                <a:cubicBezTo>
                  <a:pt x="233902" y="36897"/>
                  <a:pt x="237238" y="40775"/>
                  <a:pt x="239045" y="52825"/>
                </a:cubicBezTo>
                <a:lnTo>
                  <a:pt x="210694" y="52825"/>
                </a:lnTo>
                <a:close/>
                <a:moveTo>
                  <a:pt x="261142" y="95817"/>
                </a:moveTo>
                <a:lnTo>
                  <a:pt x="290607" y="95817"/>
                </a:lnTo>
                <a:lnTo>
                  <a:pt x="290607" y="93732"/>
                </a:lnTo>
                <a:cubicBezTo>
                  <a:pt x="283657" y="93317"/>
                  <a:pt x="281433" y="91510"/>
                  <a:pt x="281433" y="86507"/>
                </a:cubicBezTo>
                <a:lnTo>
                  <a:pt x="281433" y="47458"/>
                </a:lnTo>
                <a:cubicBezTo>
                  <a:pt x="288104" y="41204"/>
                  <a:pt x="291162" y="39537"/>
                  <a:pt x="295749" y="39537"/>
                </a:cubicBezTo>
                <a:cubicBezTo>
                  <a:pt x="302559" y="39537"/>
                  <a:pt x="305894" y="43844"/>
                  <a:pt x="305894" y="53016"/>
                </a:cubicBezTo>
                <a:lnTo>
                  <a:pt x="305894" y="82060"/>
                </a:lnTo>
                <a:cubicBezTo>
                  <a:pt x="305617" y="91092"/>
                  <a:pt x="303948" y="93317"/>
                  <a:pt x="297138" y="93732"/>
                </a:cubicBezTo>
                <a:lnTo>
                  <a:pt x="297138" y="95817"/>
                </a:lnTo>
                <a:lnTo>
                  <a:pt x="326047" y="95817"/>
                </a:lnTo>
                <a:lnTo>
                  <a:pt x="326047" y="93732"/>
                </a:lnTo>
                <a:cubicBezTo>
                  <a:pt x="319235" y="93039"/>
                  <a:pt x="317706" y="91370"/>
                  <a:pt x="317569" y="84561"/>
                </a:cubicBezTo>
                <a:lnTo>
                  <a:pt x="317569" y="52738"/>
                </a:lnTo>
                <a:cubicBezTo>
                  <a:pt x="317569" y="39677"/>
                  <a:pt x="311453" y="31892"/>
                  <a:pt x="301170" y="31892"/>
                </a:cubicBezTo>
                <a:cubicBezTo>
                  <a:pt x="294776" y="31892"/>
                  <a:pt x="290467" y="34256"/>
                  <a:pt x="281017" y="43150"/>
                </a:cubicBezTo>
                <a:lnTo>
                  <a:pt x="281017" y="32172"/>
                </a:lnTo>
                <a:lnTo>
                  <a:pt x="280044" y="31892"/>
                </a:lnTo>
                <a:cubicBezTo>
                  <a:pt x="272816" y="34534"/>
                  <a:pt x="268092" y="36063"/>
                  <a:pt x="260864" y="38148"/>
                </a:cubicBezTo>
                <a:lnTo>
                  <a:pt x="260864" y="40510"/>
                </a:lnTo>
                <a:cubicBezTo>
                  <a:pt x="261838" y="40092"/>
                  <a:pt x="263089" y="39955"/>
                  <a:pt x="264618" y="39955"/>
                </a:cubicBezTo>
                <a:cubicBezTo>
                  <a:pt x="268509" y="39955"/>
                  <a:pt x="269758" y="42039"/>
                  <a:pt x="269758" y="48847"/>
                </a:cubicBezTo>
                <a:lnTo>
                  <a:pt x="269758" y="83311"/>
                </a:lnTo>
                <a:cubicBezTo>
                  <a:pt x="269621" y="91510"/>
                  <a:pt x="268092" y="93317"/>
                  <a:pt x="261142" y="93732"/>
                </a:cubicBezTo>
                <a:lnTo>
                  <a:pt x="261142" y="95817"/>
                </a:lnTo>
                <a:close/>
                <a:moveTo>
                  <a:pt x="396370" y="87727"/>
                </a:moveTo>
                <a:cubicBezTo>
                  <a:pt x="394563" y="87865"/>
                  <a:pt x="393730" y="87865"/>
                  <a:pt x="393172" y="87865"/>
                </a:cubicBezTo>
                <a:cubicBezTo>
                  <a:pt x="388310" y="87865"/>
                  <a:pt x="387058" y="86338"/>
                  <a:pt x="387058" y="79948"/>
                </a:cubicBezTo>
                <a:lnTo>
                  <a:pt x="387058" y="1178"/>
                </a:lnTo>
                <a:lnTo>
                  <a:pt x="386363" y="901"/>
                </a:lnTo>
                <a:cubicBezTo>
                  <a:pt x="379831" y="3125"/>
                  <a:pt x="375106" y="4652"/>
                  <a:pt x="365932" y="7017"/>
                </a:cubicBezTo>
                <a:lnTo>
                  <a:pt x="365932" y="9239"/>
                </a:lnTo>
                <a:cubicBezTo>
                  <a:pt x="367046" y="9101"/>
                  <a:pt x="367739" y="9101"/>
                  <a:pt x="368990" y="9101"/>
                </a:cubicBezTo>
                <a:cubicBezTo>
                  <a:pt x="374133" y="9101"/>
                  <a:pt x="375384" y="10490"/>
                  <a:pt x="375384" y="16188"/>
                </a:cubicBezTo>
                <a:lnTo>
                  <a:pt x="375384" y="37868"/>
                </a:lnTo>
                <a:cubicBezTo>
                  <a:pt x="370102" y="33421"/>
                  <a:pt x="366350" y="31892"/>
                  <a:pt x="360790" y="31892"/>
                </a:cubicBezTo>
                <a:cubicBezTo>
                  <a:pt x="344809" y="31892"/>
                  <a:pt x="331883" y="47589"/>
                  <a:pt x="331883" y="67311"/>
                </a:cubicBezTo>
                <a:cubicBezTo>
                  <a:pt x="331883" y="85086"/>
                  <a:pt x="342168" y="97174"/>
                  <a:pt x="357594" y="97174"/>
                </a:cubicBezTo>
                <a:cubicBezTo>
                  <a:pt x="365377" y="97174"/>
                  <a:pt x="370659" y="94396"/>
                  <a:pt x="375384" y="87865"/>
                </a:cubicBezTo>
                <a:lnTo>
                  <a:pt x="375384" y="96759"/>
                </a:lnTo>
                <a:lnTo>
                  <a:pt x="375940" y="97174"/>
                </a:lnTo>
                <a:lnTo>
                  <a:pt x="396370" y="89949"/>
                </a:lnTo>
                <a:lnTo>
                  <a:pt x="396370" y="87727"/>
                </a:lnTo>
                <a:moveTo>
                  <a:pt x="375384" y="81615"/>
                </a:moveTo>
                <a:cubicBezTo>
                  <a:pt x="375384" y="82588"/>
                  <a:pt x="374411" y="84255"/>
                  <a:pt x="373022" y="85782"/>
                </a:cubicBezTo>
                <a:cubicBezTo>
                  <a:pt x="370659" y="88560"/>
                  <a:pt x="367046" y="89949"/>
                  <a:pt x="363014" y="89949"/>
                </a:cubicBezTo>
                <a:cubicBezTo>
                  <a:pt x="351340" y="89949"/>
                  <a:pt x="343835" y="78837"/>
                  <a:pt x="343835" y="61617"/>
                </a:cubicBezTo>
                <a:cubicBezTo>
                  <a:pt x="343835" y="46062"/>
                  <a:pt x="350645" y="35785"/>
                  <a:pt x="361208" y="35785"/>
                </a:cubicBezTo>
                <a:cubicBezTo>
                  <a:pt x="368713" y="35785"/>
                  <a:pt x="375384" y="42311"/>
                  <a:pt x="375384" y="49671"/>
                </a:cubicBezTo>
                <a:lnTo>
                  <a:pt x="375384" y="81615"/>
                </a:lnTo>
                <a:close/>
                <a:moveTo>
                  <a:pt x="454324" y="72986"/>
                </a:moveTo>
                <a:cubicBezTo>
                  <a:pt x="447654" y="83553"/>
                  <a:pt x="441676" y="87587"/>
                  <a:pt x="432782" y="87587"/>
                </a:cubicBezTo>
                <a:cubicBezTo>
                  <a:pt x="424861" y="87587"/>
                  <a:pt x="418885" y="83553"/>
                  <a:pt x="414854" y="75628"/>
                </a:cubicBezTo>
                <a:cubicBezTo>
                  <a:pt x="412352" y="70344"/>
                  <a:pt x="411380" y="65895"/>
                  <a:pt x="411103" y="57272"/>
                </a:cubicBezTo>
                <a:lnTo>
                  <a:pt x="453908" y="57272"/>
                </a:lnTo>
                <a:cubicBezTo>
                  <a:pt x="452795" y="48255"/>
                  <a:pt x="451406" y="44238"/>
                  <a:pt x="447932" y="39806"/>
                </a:cubicBezTo>
                <a:cubicBezTo>
                  <a:pt x="443761" y="34812"/>
                  <a:pt x="437369" y="31892"/>
                  <a:pt x="430142" y="31892"/>
                </a:cubicBezTo>
                <a:cubicBezTo>
                  <a:pt x="423192" y="31892"/>
                  <a:pt x="416661" y="34394"/>
                  <a:pt x="411380" y="39113"/>
                </a:cubicBezTo>
                <a:cubicBezTo>
                  <a:pt x="404847" y="44792"/>
                  <a:pt x="401095" y="54632"/>
                  <a:pt x="401095" y="66032"/>
                </a:cubicBezTo>
                <a:cubicBezTo>
                  <a:pt x="401095" y="85222"/>
                  <a:pt x="411103" y="97174"/>
                  <a:pt x="427084" y="97174"/>
                </a:cubicBezTo>
                <a:cubicBezTo>
                  <a:pt x="440287" y="97174"/>
                  <a:pt x="450710" y="88976"/>
                  <a:pt x="456548" y="73959"/>
                </a:cubicBezTo>
                <a:lnTo>
                  <a:pt x="454324" y="72986"/>
                </a:lnTo>
                <a:moveTo>
                  <a:pt x="411380" y="52825"/>
                </a:moveTo>
                <a:cubicBezTo>
                  <a:pt x="412907" y="42022"/>
                  <a:pt x="417634" y="36897"/>
                  <a:pt x="426110" y="36897"/>
                </a:cubicBezTo>
                <a:cubicBezTo>
                  <a:pt x="434589" y="36897"/>
                  <a:pt x="437925" y="40775"/>
                  <a:pt x="439731" y="52825"/>
                </a:cubicBezTo>
                <a:lnTo>
                  <a:pt x="411380" y="52825"/>
                </a:lnTo>
                <a:close/>
                <a:moveTo>
                  <a:pt x="461829" y="95817"/>
                </a:moveTo>
                <a:lnTo>
                  <a:pt x="491293" y="95817"/>
                </a:lnTo>
                <a:lnTo>
                  <a:pt x="491293" y="93732"/>
                </a:lnTo>
                <a:cubicBezTo>
                  <a:pt x="484344" y="93317"/>
                  <a:pt x="482119" y="91510"/>
                  <a:pt x="482119" y="86507"/>
                </a:cubicBezTo>
                <a:lnTo>
                  <a:pt x="482119" y="47458"/>
                </a:lnTo>
                <a:cubicBezTo>
                  <a:pt x="488791" y="41204"/>
                  <a:pt x="491849" y="39537"/>
                  <a:pt x="496436" y="39537"/>
                </a:cubicBezTo>
                <a:cubicBezTo>
                  <a:pt x="503245" y="39537"/>
                  <a:pt x="506581" y="43844"/>
                  <a:pt x="506581" y="53016"/>
                </a:cubicBezTo>
                <a:lnTo>
                  <a:pt x="506581" y="82060"/>
                </a:lnTo>
                <a:cubicBezTo>
                  <a:pt x="506303" y="91092"/>
                  <a:pt x="504634" y="93317"/>
                  <a:pt x="497825" y="93732"/>
                </a:cubicBezTo>
                <a:lnTo>
                  <a:pt x="497825" y="95817"/>
                </a:lnTo>
                <a:lnTo>
                  <a:pt x="526733" y="95817"/>
                </a:lnTo>
                <a:lnTo>
                  <a:pt x="526733" y="93732"/>
                </a:lnTo>
                <a:cubicBezTo>
                  <a:pt x="519922" y="93039"/>
                  <a:pt x="518393" y="91370"/>
                  <a:pt x="518255" y="84561"/>
                </a:cubicBezTo>
                <a:lnTo>
                  <a:pt x="518255" y="52738"/>
                </a:lnTo>
                <a:cubicBezTo>
                  <a:pt x="518255" y="39677"/>
                  <a:pt x="512139" y="31892"/>
                  <a:pt x="501856" y="31892"/>
                </a:cubicBezTo>
                <a:cubicBezTo>
                  <a:pt x="495462" y="31892"/>
                  <a:pt x="491153" y="34256"/>
                  <a:pt x="481703" y="43150"/>
                </a:cubicBezTo>
                <a:lnTo>
                  <a:pt x="481703" y="32172"/>
                </a:lnTo>
                <a:lnTo>
                  <a:pt x="480730" y="31892"/>
                </a:lnTo>
                <a:cubicBezTo>
                  <a:pt x="473503" y="34534"/>
                  <a:pt x="468778" y="36063"/>
                  <a:pt x="461551" y="38148"/>
                </a:cubicBezTo>
                <a:lnTo>
                  <a:pt x="461551" y="40510"/>
                </a:lnTo>
                <a:cubicBezTo>
                  <a:pt x="462524" y="40092"/>
                  <a:pt x="463775" y="39955"/>
                  <a:pt x="465304" y="39955"/>
                </a:cubicBezTo>
                <a:cubicBezTo>
                  <a:pt x="469196" y="39955"/>
                  <a:pt x="470445" y="42039"/>
                  <a:pt x="470445" y="48847"/>
                </a:cubicBezTo>
                <a:lnTo>
                  <a:pt x="470445" y="83311"/>
                </a:lnTo>
                <a:cubicBezTo>
                  <a:pt x="470307" y="91510"/>
                  <a:pt x="468778" y="93317"/>
                  <a:pt x="461829" y="93732"/>
                </a:cubicBezTo>
                <a:lnTo>
                  <a:pt x="461829" y="95817"/>
                </a:lnTo>
                <a:close/>
                <a:moveTo>
                  <a:pt x="564256" y="33249"/>
                </a:moveTo>
                <a:lnTo>
                  <a:pt x="550219" y="33249"/>
                </a:lnTo>
                <a:lnTo>
                  <a:pt x="550219" y="17128"/>
                </a:lnTo>
                <a:cubicBezTo>
                  <a:pt x="550219" y="15739"/>
                  <a:pt x="549942" y="15321"/>
                  <a:pt x="549246" y="15321"/>
                </a:cubicBezTo>
                <a:cubicBezTo>
                  <a:pt x="541185" y="26995"/>
                  <a:pt x="537016" y="31722"/>
                  <a:pt x="532987" y="34085"/>
                </a:cubicBezTo>
                <a:cubicBezTo>
                  <a:pt x="531458" y="35056"/>
                  <a:pt x="530622" y="35891"/>
                  <a:pt x="530622" y="36725"/>
                </a:cubicBezTo>
                <a:cubicBezTo>
                  <a:pt x="530622" y="37143"/>
                  <a:pt x="530762" y="37420"/>
                  <a:pt x="531180" y="37698"/>
                </a:cubicBezTo>
                <a:lnTo>
                  <a:pt x="538545" y="37698"/>
                </a:lnTo>
                <a:lnTo>
                  <a:pt x="538545" y="79526"/>
                </a:lnTo>
                <a:cubicBezTo>
                  <a:pt x="538545" y="91198"/>
                  <a:pt x="542714" y="97174"/>
                  <a:pt x="550915" y="97174"/>
                </a:cubicBezTo>
                <a:cubicBezTo>
                  <a:pt x="557724" y="97174"/>
                  <a:pt x="563005" y="93841"/>
                  <a:pt x="567592" y="86613"/>
                </a:cubicBezTo>
                <a:lnTo>
                  <a:pt x="565785" y="85084"/>
                </a:lnTo>
                <a:cubicBezTo>
                  <a:pt x="562727" y="88698"/>
                  <a:pt x="560505" y="89949"/>
                  <a:pt x="557447" y="89949"/>
                </a:cubicBezTo>
                <a:cubicBezTo>
                  <a:pt x="552304" y="89949"/>
                  <a:pt x="550219" y="86196"/>
                  <a:pt x="550219" y="77442"/>
                </a:cubicBezTo>
                <a:lnTo>
                  <a:pt x="550219" y="37698"/>
                </a:lnTo>
                <a:lnTo>
                  <a:pt x="564256" y="37698"/>
                </a:lnTo>
                <a:lnTo>
                  <a:pt x="564256" y="33249"/>
                </a:lnTo>
                <a:close/>
                <a:moveTo>
                  <a:pt x="586354" y="32028"/>
                </a:moveTo>
                <a:cubicBezTo>
                  <a:pt x="582184" y="32028"/>
                  <a:pt x="578711" y="35503"/>
                  <a:pt x="578711" y="39950"/>
                </a:cubicBezTo>
                <a:cubicBezTo>
                  <a:pt x="578711" y="43982"/>
                  <a:pt x="582184" y="47455"/>
                  <a:pt x="586216" y="47455"/>
                </a:cubicBezTo>
                <a:cubicBezTo>
                  <a:pt x="590523" y="47455"/>
                  <a:pt x="594136" y="44120"/>
                  <a:pt x="594136" y="39950"/>
                </a:cubicBezTo>
                <a:cubicBezTo>
                  <a:pt x="594136" y="35641"/>
                  <a:pt x="590523" y="32028"/>
                  <a:pt x="586354" y="32028"/>
                </a:cubicBezTo>
                <a:moveTo>
                  <a:pt x="586354" y="81884"/>
                </a:moveTo>
                <a:cubicBezTo>
                  <a:pt x="582184" y="81884"/>
                  <a:pt x="578711" y="85358"/>
                  <a:pt x="578711" y="89807"/>
                </a:cubicBezTo>
                <a:cubicBezTo>
                  <a:pt x="578711" y="93836"/>
                  <a:pt x="582184" y="97310"/>
                  <a:pt x="586216" y="97310"/>
                </a:cubicBezTo>
                <a:cubicBezTo>
                  <a:pt x="590523" y="97310"/>
                  <a:pt x="594136" y="93976"/>
                  <a:pt x="594136" y="89807"/>
                </a:cubicBezTo>
                <a:cubicBezTo>
                  <a:pt x="594136" y="85498"/>
                  <a:pt x="590523" y="81884"/>
                  <a:pt x="586354" y="81884"/>
                </a:cubicBezTo>
                <a:close/>
                <a:moveTo>
                  <a:pt x="627606" y="49023"/>
                </a:moveTo>
                <a:cubicBezTo>
                  <a:pt x="635970" y="49023"/>
                  <a:pt x="639230" y="49306"/>
                  <a:pt x="642493" y="50580"/>
                </a:cubicBezTo>
                <a:cubicBezTo>
                  <a:pt x="651426" y="53839"/>
                  <a:pt x="656813" y="61772"/>
                  <a:pt x="656813" y="71545"/>
                </a:cubicBezTo>
                <a:cubicBezTo>
                  <a:pt x="656813" y="83587"/>
                  <a:pt x="648873" y="92652"/>
                  <a:pt x="638380" y="92652"/>
                </a:cubicBezTo>
                <a:cubicBezTo>
                  <a:pt x="634410" y="92652"/>
                  <a:pt x="631576" y="91661"/>
                  <a:pt x="626329" y="88260"/>
                </a:cubicBezTo>
                <a:cubicBezTo>
                  <a:pt x="622217" y="85711"/>
                  <a:pt x="619806" y="84720"/>
                  <a:pt x="617396" y="84720"/>
                </a:cubicBezTo>
                <a:cubicBezTo>
                  <a:pt x="614136" y="84720"/>
                  <a:pt x="612009" y="86702"/>
                  <a:pt x="612009" y="89677"/>
                </a:cubicBezTo>
                <a:cubicBezTo>
                  <a:pt x="612009" y="94638"/>
                  <a:pt x="618106" y="97756"/>
                  <a:pt x="628030" y="97756"/>
                </a:cubicBezTo>
                <a:cubicBezTo>
                  <a:pt x="638806" y="97756"/>
                  <a:pt x="650007" y="94071"/>
                  <a:pt x="656813" y="88260"/>
                </a:cubicBezTo>
                <a:cubicBezTo>
                  <a:pt x="663477" y="82453"/>
                  <a:pt x="667023" y="74236"/>
                  <a:pt x="667023" y="64747"/>
                </a:cubicBezTo>
                <a:cubicBezTo>
                  <a:pt x="667023" y="57380"/>
                  <a:pt x="664753" y="50864"/>
                  <a:pt x="660783" y="46472"/>
                </a:cubicBezTo>
                <a:cubicBezTo>
                  <a:pt x="657806" y="43357"/>
                  <a:pt x="655113" y="41656"/>
                  <a:pt x="649014" y="38965"/>
                </a:cubicBezTo>
                <a:cubicBezTo>
                  <a:pt x="658656" y="32308"/>
                  <a:pt x="662200" y="27065"/>
                  <a:pt x="662200" y="19415"/>
                </a:cubicBezTo>
                <a:cubicBezTo>
                  <a:pt x="662200" y="7799"/>
                  <a:pt x="653269" y="0"/>
                  <a:pt x="640083" y="0"/>
                </a:cubicBezTo>
                <a:cubicBezTo>
                  <a:pt x="632993" y="0"/>
                  <a:pt x="626753" y="2412"/>
                  <a:pt x="621650" y="6949"/>
                </a:cubicBezTo>
                <a:cubicBezTo>
                  <a:pt x="617396" y="10917"/>
                  <a:pt x="615270" y="14459"/>
                  <a:pt x="612293" y="22957"/>
                </a:cubicBezTo>
                <a:lnTo>
                  <a:pt x="614419" y="23524"/>
                </a:lnTo>
                <a:cubicBezTo>
                  <a:pt x="620090" y="13042"/>
                  <a:pt x="626470" y="8509"/>
                  <a:pt x="635403" y="8509"/>
                </a:cubicBezTo>
                <a:cubicBezTo>
                  <a:pt x="644760" y="8509"/>
                  <a:pt x="651000" y="14599"/>
                  <a:pt x="651000" y="23667"/>
                </a:cubicBezTo>
                <a:cubicBezTo>
                  <a:pt x="651000" y="28766"/>
                  <a:pt x="648873" y="33722"/>
                  <a:pt x="645329" y="37407"/>
                </a:cubicBezTo>
                <a:cubicBezTo>
                  <a:pt x="641074" y="41656"/>
                  <a:pt x="637104" y="43781"/>
                  <a:pt x="627463" y="47182"/>
                </a:cubicBezTo>
                <a:lnTo>
                  <a:pt x="627606" y="49023"/>
                </a:lnTo>
                <a:close/>
                <a:moveTo>
                  <a:pt x="685170" y="98898"/>
                </a:moveTo>
                <a:cubicBezTo>
                  <a:pt x="701050" y="97055"/>
                  <a:pt x="708849" y="94361"/>
                  <a:pt x="718490" y="87414"/>
                </a:cubicBezTo>
                <a:cubicBezTo>
                  <a:pt x="733236" y="76638"/>
                  <a:pt x="741886" y="59057"/>
                  <a:pt x="741886" y="39936"/>
                </a:cubicBezTo>
                <a:cubicBezTo>
                  <a:pt x="741886" y="16572"/>
                  <a:pt x="728983" y="0"/>
                  <a:pt x="710550" y="0"/>
                </a:cubicBezTo>
                <a:cubicBezTo>
                  <a:pt x="693677" y="0"/>
                  <a:pt x="681059" y="14307"/>
                  <a:pt x="681059" y="33424"/>
                </a:cubicBezTo>
                <a:cubicBezTo>
                  <a:pt x="681059" y="50697"/>
                  <a:pt x="691267" y="62177"/>
                  <a:pt x="706580" y="62177"/>
                </a:cubicBezTo>
                <a:cubicBezTo>
                  <a:pt x="714379" y="62177"/>
                  <a:pt x="720333" y="59907"/>
                  <a:pt x="727849" y="54096"/>
                </a:cubicBezTo>
                <a:cubicBezTo>
                  <a:pt x="722036" y="77204"/>
                  <a:pt x="706297" y="92377"/>
                  <a:pt x="684746" y="96064"/>
                </a:cubicBezTo>
                <a:lnTo>
                  <a:pt x="685170" y="98898"/>
                </a:lnTo>
                <a:moveTo>
                  <a:pt x="728133" y="45459"/>
                </a:moveTo>
                <a:cubicBezTo>
                  <a:pt x="728133" y="48291"/>
                  <a:pt x="727564" y="49566"/>
                  <a:pt x="726006" y="50840"/>
                </a:cubicBezTo>
                <a:cubicBezTo>
                  <a:pt x="722177" y="54096"/>
                  <a:pt x="716790" y="56078"/>
                  <a:pt x="711684" y="56078"/>
                </a:cubicBezTo>
                <a:cubicBezTo>
                  <a:pt x="700909" y="56078"/>
                  <a:pt x="694103" y="45459"/>
                  <a:pt x="694103" y="28610"/>
                </a:cubicBezTo>
                <a:cubicBezTo>
                  <a:pt x="694103" y="20538"/>
                  <a:pt x="696370" y="12042"/>
                  <a:pt x="699350" y="8360"/>
                </a:cubicBezTo>
                <a:cubicBezTo>
                  <a:pt x="701760" y="5528"/>
                  <a:pt x="705304" y="3972"/>
                  <a:pt x="709416" y="3972"/>
                </a:cubicBezTo>
                <a:cubicBezTo>
                  <a:pt x="721750" y="3972"/>
                  <a:pt x="728133" y="16148"/>
                  <a:pt x="728133" y="39936"/>
                </a:cubicBezTo>
                <a:lnTo>
                  <a:pt x="728133" y="4545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8380305-609B-49C9-A555-8DF8A513F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2399" y="1216117"/>
            <a:ext cx="903368" cy="360048"/>
          </a:xfrm>
          <a:custGeom xmlns:a="http://schemas.openxmlformats.org/drawingml/2006/main">
            <a:pathLst>
              <a:path w="903368" h="360048">
                <a:moveTo>
                  <a:pt x="35100" y="0"/>
                </a:moveTo>
                <a:lnTo>
                  <a:pt x="868277" y="0"/>
                </a:lnTo>
                <a:cubicBezTo>
                  <a:pt x="887727" y="0"/>
                  <a:pt x="903368" y="15642"/>
                  <a:pt x="903368" y="35100"/>
                </a:cubicBezTo>
                <a:lnTo>
                  <a:pt x="903368" y="324957"/>
                </a:lnTo>
                <a:cubicBezTo>
                  <a:pt x="903368" y="344407"/>
                  <a:pt x="887727" y="360048"/>
                  <a:pt x="868277" y="360048"/>
                </a:cubicBezTo>
                <a:lnTo>
                  <a:pt x="35100" y="360048"/>
                </a:lnTo>
                <a:cubicBezTo>
                  <a:pt x="15642" y="360048"/>
                  <a:pt x="0" y="344407"/>
                  <a:pt x="0" y="324957"/>
                </a:cubicBezTo>
                <a:lnTo>
                  <a:pt x="0" y="35100"/>
                </a:lnTo>
                <a:cubicBezTo>
                  <a:pt x="0" y="15642"/>
                  <a:pt x="15642" y="0"/>
                  <a:pt x="35100" y="0"/>
                </a:cubicBezTo>
                <a:close/>
                <a:moveTo>
                  <a:pt x="35100" y="0"/>
                </a:moveTo>
              </a:path>
            </a:pathLst>
          </a:custGeom>
          <a:solidFill xmlns:a="http://schemas.openxmlformats.org/drawingml/2006/main">
            <a:srgbClr val="FFFFFF">
              <a:alpha val="75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3" name="Text Context-">
            <a:extLst xmlns:a="http://schemas.openxmlformats.org/drawingml/2006/main">
              <a:ext uri="{FF2B5EF4-FFF2-40B4-BE49-F238E27FC236}">
                <a16:creationId xmlns:a16="http://schemas.microsoft.com/office/drawing/2014/main" id="{1FF7BA62-45B1-44A9-A1EB-CFEA960F8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4585" y="1265854"/>
            <a:ext cx="466553" cy="95820"/>
          </a:xfrm>
          <a:custGeom xmlns:a="http://schemas.openxmlformats.org/drawingml/2006/main">
            <a:pathLst>
              <a:path w="466553" h="95820">
                <a:moveTo>
                  <a:pt x="82275" y="31248"/>
                </a:moveTo>
                <a:lnTo>
                  <a:pt x="81024" y="0"/>
                </a:lnTo>
                <a:lnTo>
                  <a:pt x="78106" y="0"/>
                </a:lnTo>
                <a:cubicBezTo>
                  <a:pt x="77273" y="2920"/>
                  <a:pt x="75048" y="4587"/>
                  <a:pt x="72268" y="4587"/>
                </a:cubicBezTo>
                <a:cubicBezTo>
                  <a:pt x="71017" y="4587"/>
                  <a:pt x="68932" y="4171"/>
                  <a:pt x="66847" y="3476"/>
                </a:cubicBezTo>
                <a:cubicBezTo>
                  <a:pt x="60038" y="1113"/>
                  <a:pt x="53089" y="0"/>
                  <a:pt x="46557" y="0"/>
                </a:cubicBezTo>
                <a:cubicBezTo>
                  <a:pt x="35161" y="0"/>
                  <a:pt x="23626" y="4309"/>
                  <a:pt x="15008" y="11948"/>
                </a:cubicBezTo>
                <a:cubicBezTo>
                  <a:pt x="5280" y="20558"/>
                  <a:pt x="0" y="33330"/>
                  <a:pt x="0" y="48605"/>
                </a:cubicBezTo>
                <a:cubicBezTo>
                  <a:pt x="0" y="76931"/>
                  <a:pt x="18484" y="95820"/>
                  <a:pt x="46141" y="95820"/>
                </a:cubicBezTo>
                <a:cubicBezTo>
                  <a:pt x="61845" y="95820"/>
                  <a:pt x="75744" y="89428"/>
                  <a:pt x="84082" y="78180"/>
                </a:cubicBezTo>
                <a:lnTo>
                  <a:pt x="81580" y="75682"/>
                </a:lnTo>
                <a:cubicBezTo>
                  <a:pt x="71434" y="85541"/>
                  <a:pt x="62123" y="89706"/>
                  <a:pt x="50588" y="89706"/>
                </a:cubicBezTo>
                <a:cubicBezTo>
                  <a:pt x="41832" y="89706"/>
                  <a:pt x="34049" y="86928"/>
                  <a:pt x="28073" y="81652"/>
                </a:cubicBezTo>
                <a:cubicBezTo>
                  <a:pt x="20428" y="74849"/>
                  <a:pt x="16121" y="62352"/>
                  <a:pt x="16121" y="46801"/>
                </a:cubicBezTo>
                <a:cubicBezTo>
                  <a:pt x="16121" y="21667"/>
                  <a:pt x="29047" y="5560"/>
                  <a:pt x="49197" y="5560"/>
                </a:cubicBezTo>
                <a:cubicBezTo>
                  <a:pt x="57120" y="5560"/>
                  <a:pt x="64347" y="8476"/>
                  <a:pt x="69905" y="13892"/>
                </a:cubicBezTo>
                <a:cubicBezTo>
                  <a:pt x="74352" y="18335"/>
                  <a:pt x="76437" y="22222"/>
                  <a:pt x="79079" y="31248"/>
                </a:cubicBezTo>
                <a:lnTo>
                  <a:pt x="82275" y="31248"/>
                </a:lnTo>
                <a:close/>
                <a:moveTo>
                  <a:pt x="122302" y="29995"/>
                </a:moveTo>
                <a:cubicBezTo>
                  <a:pt x="104094" y="29995"/>
                  <a:pt x="91586" y="43331"/>
                  <a:pt x="91586" y="62498"/>
                </a:cubicBezTo>
                <a:cubicBezTo>
                  <a:pt x="91586" y="81387"/>
                  <a:pt x="104512" y="95277"/>
                  <a:pt x="122022" y="95277"/>
                </a:cubicBezTo>
                <a:cubicBezTo>
                  <a:pt x="139534" y="95277"/>
                  <a:pt x="152876" y="80693"/>
                  <a:pt x="152876" y="61387"/>
                </a:cubicBezTo>
                <a:cubicBezTo>
                  <a:pt x="152876" y="43054"/>
                  <a:pt x="140090" y="29995"/>
                  <a:pt x="122302" y="29995"/>
                </a:cubicBezTo>
                <a:moveTo>
                  <a:pt x="120495" y="33888"/>
                </a:moveTo>
                <a:cubicBezTo>
                  <a:pt x="132169" y="33888"/>
                  <a:pt x="140368" y="47221"/>
                  <a:pt x="140368" y="66247"/>
                </a:cubicBezTo>
                <a:cubicBezTo>
                  <a:pt x="140368" y="82080"/>
                  <a:pt x="134114" y="91386"/>
                  <a:pt x="123691" y="91386"/>
                </a:cubicBezTo>
                <a:cubicBezTo>
                  <a:pt x="118271" y="91386"/>
                  <a:pt x="113128" y="88054"/>
                  <a:pt x="110210" y="82498"/>
                </a:cubicBezTo>
                <a:cubicBezTo>
                  <a:pt x="106319" y="75275"/>
                  <a:pt x="104094" y="65554"/>
                  <a:pt x="104094" y="55693"/>
                </a:cubicBezTo>
                <a:cubicBezTo>
                  <a:pt x="104094" y="42498"/>
                  <a:pt x="110488" y="33888"/>
                  <a:pt x="120495" y="33888"/>
                </a:cubicBezTo>
                <a:close/>
                <a:moveTo>
                  <a:pt x="159547" y="93920"/>
                </a:moveTo>
                <a:lnTo>
                  <a:pt x="189012" y="93920"/>
                </a:lnTo>
                <a:lnTo>
                  <a:pt x="189012" y="91835"/>
                </a:lnTo>
                <a:cubicBezTo>
                  <a:pt x="182062" y="91419"/>
                  <a:pt x="179838" y="89613"/>
                  <a:pt x="179838" y="84610"/>
                </a:cubicBezTo>
                <a:lnTo>
                  <a:pt x="179838" y="45560"/>
                </a:lnTo>
                <a:cubicBezTo>
                  <a:pt x="186509" y="39306"/>
                  <a:pt x="189567" y="37640"/>
                  <a:pt x="194154" y="37640"/>
                </a:cubicBezTo>
                <a:cubicBezTo>
                  <a:pt x="200964" y="37640"/>
                  <a:pt x="204299" y="41947"/>
                  <a:pt x="204299" y="51118"/>
                </a:cubicBezTo>
                <a:lnTo>
                  <a:pt x="204299" y="80163"/>
                </a:lnTo>
                <a:cubicBezTo>
                  <a:pt x="204022" y="89195"/>
                  <a:pt x="202353" y="91419"/>
                  <a:pt x="195543" y="91835"/>
                </a:cubicBezTo>
                <a:lnTo>
                  <a:pt x="195543" y="93920"/>
                </a:lnTo>
                <a:lnTo>
                  <a:pt x="224452" y="93920"/>
                </a:lnTo>
                <a:lnTo>
                  <a:pt x="224452" y="91835"/>
                </a:lnTo>
                <a:cubicBezTo>
                  <a:pt x="217641" y="91142"/>
                  <a:pt x="216112" y="89473"/>
                  <a:pt x="215974" y="82663"/>
                </a:cubicBezTo>
                <a:lnTo>
                  <a:pt x="215974" y="50841"/>
                </a:lnTo>
                <a:cubicBezTo>
                  <a:pt x="215974" y="37780"/>
                  <a:pt x="209858" y="29995"/>
                  <a:pt x="199575" y="29995"/>
                </a:cubicBezTo>
                <a:cubicBezTo>
                  <a:pt x="193181" y="29995"/>
                  <a:pt x="188872" y="32359"/>
                  <a:pt x="179422" y="41253"/>
                </a:cubicBezTo>
                <a:lnTo>
                  <a:pt x="179422" y="30275"/>
                </a:lnTo>
                <a:lnTo>
                  <a:pt x="178449" y="29995"/>
                </a:lnTo>
                <a:cubicBezTo>
                  <a:pt x="171221" y="32637"/>
                  <a:pt x="166497" y="34166"/>
                  <a:pt x="159269" y="36251"/>
                </a:cubicBezTo>
                <a:lnTo>
                  <a:pt x="159269" y="38613"/>
                </a:lnTo>
                <a:cubicBezTo>
                  <a:pt x="160243" y="38195"/>
                  <a:pt x="161494" y="38057"/>
                  <a:pt x="163023" y="38057"/>
                </a:cubicBezTo>
                <a:cubicBezTo>
                  <a:pt x="166914" y="38057"/>
                  <a:pt x="168163" y="40142"/>
                  <a:pt x="168163" y="46949"/>
                </a:cubicBezTo>
                <a:lnTo>
                  <a:pt x="168163" y="81414"/>
                </a:lnTo>
                <a:cubicBezTo>
                  <a:pt x="168026" y="89613"/>
                  <a:pt x="166497" y="91419"/>
                  <a:pt x="159547" y="91835"/>
                </a:cubicBezTo>
                <a:lnTo>
                  <a:pt x="159547" y="93920"/>
                </a:lnTo>
                <a:close/>
                <a:moveTo>
                  <a:pt x="261975" y="31352"/>
                </a:moveTo>
                <a:lnTo>
                  <a:pt x="247938" y="31352"/>
                </a:lnTo>
                <a:lnTo>
                  <a:pt x="247938" y="15231"/>
                </a:lnTo>
                <a:cubicBezTo>
                  <a:pt x="247938" y="13842"/>
                  <a:pt x="247661" y="13424"/>
                  <a:pt x="246965" y="13424"/>
                </a:cubicBezTo>
                <a:cubicBezTo>
                  <a:pt x="238904" y="25098"/>
                  <a:pt x="234735" y="29825"/>
                  <a:pt x="230706" y="32187"/>
                </a:cubicBezTo>
                <a:cubicBezTo>
                  <a:pt x="229177" y="33159"/>
                  <a:pt x="228342" y="33994"/>
                  <a:pt x="228342" y="34828"/>
                </a:cubicBezTo>
                <a:cubicBezTo>
                  <a:pt x="228342" y="35245"/>
                  <a:pt x="228481" y="35523"/>
                  <a:pt x="228899" y="35801"/>
                </a:cubicBezTo>
                <a:lnTo>
                  <a:pt x="236264" y="35801"/>
                </a:lnTo>
                <a:lnTo>
                  <a:pt x="236264" y="77629"/>
                </a:lnTo>
                <a:cubicBezTo>
                  <a:pt x="236264" y="89301"/>
                  <a:pt x="240433" y="95277"/>
                  <a:pt x="248634" y="95277"/>
                </a:cubicBezTo>
                <a:cubicBezTo>
                  <a:pt x="255444" y="95277"/>
                  <a:pt x="260724" y="91943"/>
                  <a:pt x="265311" y="84716"/>
                </a:cubicBezTo>
                <a:lnTo>
                  <a:pt x="263504" y="83187"/>
                </a:lnTo>
                <a:cubicBezTo>
                  <a:pt x="260446" y="86801"/>
                  <a:pt x="258224" y="88052"/>
                  <a:pt x="255166" y="88052"/>
                </a:cubicBezTo>
                <a:cubicBezTo>
                  <a:pt x="250023" y="88052"/>
                  <a:pt x="247938" y="84298"/>
                  <a:pt x="247938" y="75544"/>
                </a:cubicBezTo>
                <a:lnTo>
                  <a:pt x="247938" y="35801"/>
                </a:lnTo>
                <a:lnTo>
                  <a:pt x="261975" y="35801"/>
                </a:lnTo>
                <a:lnTo>
                  <a:pt x="261975" y="31352"/>
                </a:lnTo>
                <a:close/>
                <a:moveTo>
                  <a:pt x="321875" y="71089"/>
                </a:moveTo>
                <a:cubicBezTo>
                  <a:pt x="315206" y="81656"/>
                  <a:pt x="309228" y="85689"/>
                  <a:pt x="300334" y="85689"/>
                </a:cubicBezTo>
                <a:cubicBezTo>
                  <a:pt x="292413" y="85689"/>
                  <a:pt x="286437" y="81656"/>
                  <a:pt x="282406" y="73731"/>
                </a:cubicBezTo>
                <a:cubicBezTo>
                  <a:pt x="279903" y="68446"/>
                  <a:pt x="278932" y="63997"/>
                  <a:pt x="278654" y="55375"/>
                </a:cubicBezTo>
                <a:lnTo>
                  <a:pt x="321460" y="55375"/>
                </a:lnTo>
                <a:cubicBezTo>
                  <a:pt x="320346" y="46358"/>
                  <a:pt x="318957" y="42341"/>
                  <a:pt x="315484" y="37909"/>
                </a:cubicBezTo>
                <a:cubicBezTo>
                  <a:pt x="311312" y="32915"/>
                  <a:pt x="304921" y="29995"/>
                  <a:pt x="297693" y="29995"/>
                </a:cubicBezTo>
                <a:cubicBezTo>
                  <a:pt x="290744" y="29995"/>
                  <a:pt x="284212" y="32497"/>
                  <a:pt x="278932" y="37215"/>
                </a:cubicBezTo>
                <a:cubicBezTo>
                  <a:pt x="272398" y="42895"/>
                  <a:pt x="268647" y="52734"/>
                  <a:pt x="268647" y="64135"/>
                </a:cubicBezTo>
                <a:cubicBezTo>
                  <a:pt x="268647" y="83325"/>
                  <a:pt x="278654" y="95277"/>
                  <a:pt x="294635" y="95277"/>
                </a:cubicBezTo>
                <a:cubicBezTo>
                  <a:pt x="307839" y="95277"/>
                  <a:pt x="318262" y="87078"/>
                  <a:pt x="324100" y="72062"/>
                </a:cubicBezTo>
                <a:lnTo>
                  <a:pt x="321875" y="71089"/>
                </a:lnTo>
                <a:moveTo>
                  <a:pt x="278932" y="50928"/>
                </a:moveTo>
                <a:cubicBezTo>
                  <a:pt x="280459" y="40125"/>
                  <a:pt x="285186" y="34999"/>
                  <a:pt x="293662" y="34999"/>
                </a:cubicBezTo>
                <a:cubicBezTo>
                  <a:pt x="302140" y="34999"/>
                  <a:pt x="305476" y="38878"/>
                  <a:pt x="307283" y="50928"/>
                </a:cubicBezTo>
                <a:lnTo>
                  <a:pt x="278932" y="50928"/>
                </a:lnTo>
                <a:close/>
                <a:moveTo>
                  <a:pt x="360791" y="93920"/>
                </a:moveTo>
                <a:lnTo>
                  <a:pt x="388724" y="93920"/>
                </a:lnTo>
                <a:lnTo>
                  <a:pt x="388724" y="91835"/>
                </a:lnTo>
                <a:cubicBezTo>
                  <a:pt x="384417" y="91835"/>
                  <a:pt x="381637" y="89613"/>
                  <a:pt x="377328" y="83495"/>
                </a:cubicBezTo>
                <a:lnTo>
                  <a:pt x="359540" y="56242"/>
                </a:lnTo>
                <a:lnTo>
                  <a:pt x="371074" y="39557"/>
                </a:lnTo>
                <a:cubicBezTo>
                  <a:pt x="373714" y="35801"/>
                  <a:pt x="377746" y="33716"/>
                  <a:pt x="382333" y="33439"/>
                </a:cubicBezTo>
                <a:lnTo>
                  <a:pt x="382333" y="31352"/>
                </a:lnTo>
                <a:lnTo>
                  <a:pt x="360373" y="31352"/>
                </a:lnTo>
                <a:lnTo>
                  <a:pt x="360373" y="33439"/>
                </a:lnTo>
                <a:cubicBezTo>
                  <a:pt x="364542" y="33716"/>
                  <a:pt x="365931" y="34550"/>
                  <a:pt x="365931" y="36497"/>
                </a:cubicBezTo>
                <a:cubicBezTo>
                  <a:pt x="365931" y="38165"/>
                  <a:pt x="364265" y="41223"/>
                  <a:pt x="360791" y="45535"/>
                </a:cubicBezTo>
                <a:cubicBezTo>
                  <a:pt x="360095" y="46368"/>
                  <a:pt x="358426" y="48873"/>
                  <a:pt x="356620" y="51653"/>
                </a:cubicBezTo>
                <a:lnTo>
                  <a:pt x="355508" y="49984"/>
                </a:lnTo>
                <a:cubicBezTo>
                  <a:pt x="353424" y="46786"/>
                  <a:pt x="352173" y="44979"/>
                  <a:pt x="351895" y="44421"/>
                </a:cubicBezTo>
                <a:cubicBezTo>
                  <a:pt x="349255" y="40112"/>
                  <a:pt x="348281" y="37888"/>
                  <a:pt x="348281" y="36497"/>
                </a:cubicBezTo>
                <a:cubicBezTo>
                  <a:pt x="348281" y="34412"/>
                  <a:pt x="350088" y="33576"/>
                  <a:pt x="354257" y="33439"/>
                </a:cubicBezTo>
                <a:lnTo>
                  <a:pt x="354257" y="31352"/>
                </a:lnTo>
                <a:lnTo>
                  <a:pt x="325488" y="31352"/>
                </a:lnTo>
                <a:lnTo>
                  <a:pt x="325488" y="33439"/>
                </a:lnTo>
                <a:lnTo>
                  <a:pt x="326740" y="33439"/>
                </a:lnTo>
                <a:cubicBezTo>
                  <a:pt x="330909" y="33439"/>
                  <a:pt x="333133" y="35245"/>
                  <a:pt x="337440" y="41781"/>
                </a:cubicBezTo>
                <a:lnTo>
                  <a:pt x="350506" y="61802"/>
                </a:lnTo>
                <a:lnTo>
                  <a:pt x="334662" y="84746"/>
                </a:lnTo>
                <a:cubicBezTo>
                  <a:pt x="330493" y="90446"/>
                  <a:pt x="329102" y="91419"/>
                  <a:pt x="324517" y="91835"/>
                </a:cubicBezTo>
                <a:lnTo>
                  <a:pt x="324517" y="93920"/>
                </a:lnTo>
                <a:lnTo>
                  <a:pt x="344668" y="93920"/>
                </a:lnTo>
                <a:lnTo>
                  <a:pt x="344668" y="91835"/>
                </a:lnTo>
                <a:cubicBezTo>
                  <a:pt x="340638" y="91835"/>
                  <a:pt x="339109" y="91142"/>
                  <a:pt x="339109" y="89333"/>
                </a:cubicBezTo>
                <a:cubicBezTo>
                  <a:pt x="339109" y="88359"/>
                  <a:pt x="339943" y="86553"/>
                  <a:pt x="341890" y="83632"/>
                </a:cubicBezTo>
                <a:lnTo>
                  <a:pt x="352868" y="66531"/>
                </a:lnTo>
                <a:lnTo>
                  <a:pt x="365516" y="85997"/>
                </a:lnTo>
                <a:cubicBezTo>
                  <a:pt x="366071" y="86830"/>
                  <a:pt x="366349" y="87526"/>
                  <a:pt x="366349" y="88499"/>
                </a:cubicBezTo>
                <a:cubicBezTo>
                  <a:pt x="366349" y="91002"/>
                  <a:pt x="365376" y="91557"/>
                  <a:pt x="360791" y="91835"/>
                </a:cubicBezTo>
                <a:lnTo>
                  <a:pt x="360791" y="93920"/>
                </a:lnTo>
                <a:close/>
                <a:moveTo>
                  <a:pt x="427083" y="31352"/>
                </a:moveTo>
                <a:lnTo>
                  <a:pt x="413046" y="31352"/>
                </a:lnTo>
                <a:lnTo>
                  <a:pt x="413046" y="15231"/>
                </a:lnTo>
                <a:cubicBezTo>
                  <a:pt x="413046" y="13842"/>
                  <a:pt x="412768" y="13424"/>
                  <a:pt x="412073" y="13424"/>
                </a:cubicBezTo>
                <a:cubicBezTo>
                  <a:pt x="404012" y="25098"/>
                  <a:pt x="399843" y="29825"/>
                  <a:pt x="395814" y="32187"/>
                </a:cubicBezTo>
                <a:cubicBezTo>
                  <a:pt x="394285" y="33159"/>
                  <a:pt x="393449" y="33994"/>
                  <a:pt x="393449" y="34828"/>
                </a:cubicBezTo>
                <a:cubicBezTo>
                  <a:pt x="393449" y="35245"/>
                  <a:pt x="393589" y="35523"/>
                  <a:pt x="394007" y="35801"/>
                </a:cubicBezTo>
                <a:lnTo>
                  <a:pt x="401372" y="35801"/>
                </a:lnTo>
                <a:lnTo>
                  <a:pt x="401372" y="77629"/>
                </a:lnTo>
                <a:cubicBezTo>
                  <a:pt x="401372" y="89301"/>
                  <a:pt x="405541" y="95277"/>
                  <a:pt x="413742" y="95277"/>
                </a:cubicBezTo>
                <a:cubicBezTo>
                  <a:pt x="420551" y="95277"/>
                  <a:pt x="425832" y="91943"/>
                  <a:pt x="430419" y="84716"/>
                </a:cubicBezTo>
                <a:lnTo>
                  <a:pt x="428612" y="83187"/>
                </a:lnTo>
                <a:cubicBezTo>
                  <a:pt x="425554" y="86801"/>
                  <a:pt x="423331" y="88052"/>
                  <a:pt x="420273" y="88052"/>
                </a:cubicBezTo>
                <a:cubicBezTo>
                  <a:pt x="415131" y="88052"/>
                  <a:pt x="413046" y="84298"/>
                  <a:pt x="413046" y="75544"/>
                </a:cubicBezTo>
                <a:lnTo>
                  <a:pt x="413046" y="35801"/>
                </a:lnTo>
                <a:lnTo>
                  <a:pt x="427083" y="35801"/>
                </a:lnTo>
                <a:lnTo>
                  <a:pt x="427083" y="31352"/>
                </a:lnTo>
                <a:close/>
                <a:moveTo>
                  <a:pt x="432364" y="58225"/>
                </a:moveTo>
                <a:lnTo>
                  <a:pt x="432364" y="66981"/>
                </a:lnTo>
                <a:lnTo>
                  <a:pt x="466553" y="66981"/>
                </a:lnTo>
                <a:lnTo>
                  <a:pt x="466553" y="58225"/>
                </a:lnTo>
                <a:lnTo>
                  <a:pt x="432364" y="5822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" name="Text independent:0">
            <a:extLst xmlns:a="http://schemas.openxmlformats.org/drawingml/2006/main">
              <a:ext uri="{FF2B5EF4-FFF2-40B4-BE49-F238E27FC236}">
                <a16:creationId xmlns:a16="http://schemas.microsoft.com/office/drawing/2014/main" id="{C163E454-21BA-4582-B6BD-39D128E33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2916" y="1423783"/>
            <a:ext cx="782966" cy="125947"/>
          </a:xfrm>
          <a:custGeom xmlns:a="http://schemas.openxmlformats.org/drawingml/2006/main">
            <a:pathLst>
              <a:path w="782966" h="125947">
                <a:moveTo>
                  <a:pt x="0" y="95817"/>
                </a:moveTo>
                <a:lnTo>
                  <a:pt x="32938" y="95817"/>
                </a:lnTo>
                <a:lnTo>
                  <a:pt x="32938" y="93732"/>
                </a:lnTo>
                <a:cubicBezTo>
                  <a:pt x="23766" y="93039"/>
                  <a:pt x="22793" y="91788"/>
                  <a:pt x="22653" y="81640"/>
                </a:cubicBezTo>
                <a:lnTo>
                  <a:pt x="22653" y="32299"/>
                </a:lnTo>
                <a:lnTo>
                  <a:pt x="22097" y="31881"/>
                </a:lnTo>
                <a:lnTo>
                  <a:pt x="556" y="39526"/>
                </a:lnTo>
                <a:lnTo>
                  <a:pt x="556" y="41611"/>
                </a:lnTo>
                <a:lnTo>
                  <a:pt x="1669" y="41473"/>
                </a:lnTo>
                <a:cubicBezTo>
                  <a:pt x="3336" y="41195"/>
                  <a:pt x="5003" y="41055"/>
                  <a:pt x="6394" y="41055"/>
                </a:cubicBezTo>
                <a:cubicBezTo>
                  <a:pt x="9730" y="41055"/>
                  <a:pt x="10979" y="43280"/>
                  <a:pt x="10979" y="49396"/>
                </a:cubicBezTo>
                <a:lnTo>
                  <a:pt x="10979" y="81640"/>
                </a:lnTo>
                <a:cubicBezTo>
                  <a:pt x="10701" y="91926"/>
                  <a:pt x="9452" y="93317"/>
                  <a:pt x="0" y="93732"/>
                </a:cubicBezTo>
                <a:lnTo>
                  <a:pt x="0" y="95817"/>
                </a:lnTo>
                <a:moveTo>
                  <a:pt x="15566" y="888"/>
                </a:moveTo>
                <a:cubicBezTo>
                  <a:pt x="11814" y="888"/>
                  <a:pt x="8616" y="4084"/>
                  <a:pt x="8616" y="7975"/>
                </a:cubicBezTo>
                <a:cubicBezTo>
                  <a:pt x="8616" y="12007"/>
                  <a:pt x="11674" y="15062"/>
                  <a:pt x="15566" y="15062"/>
                </a:cubicBezTo>
                <a:cubicBezTo>
                  <a:pt x="19735" y="15062"/>
                  <a:pt x="22793" y="12007"/>
                  <a:pt x="22793" y="7975"/>
                </a:cubicBezTo>
                <a:cubicBezTo>
                  <a:pt x="22793" y="3946"/>
                  <a:pt x="19597" y="888"/>
                  <a:pt x="15566" y="888"/>
                </a:cubicBezTo>
                <a:close/>
                <a:moveTo>
                  <a:pt x="38914" y="95817"/>
                </a:moveTo>
                <a:lnTo>
                  <a:pt x="68379" y="95817"/>
                </a:lnTo>
                <a:lnTo>
                  <a:pt x="68379" y="93732"/>
                </a:lnTo>
                <a:cubicBezTo>
                  <a:pt x="61429" y="93317"/>
                  <a:pt x="59205" y="91510"/>
                  <a:pt x="59205" y="86507"/>
                </a:cubicBezTo>
                <a:lnTo>
                  <a:pt x="59205" y="47458"/>
                </a:lnTo>
                <a:cubicBezTo>
                  <a:pt x="65876" y="41204"/>
                  <a:pt x="68934" y="39537"/>
                  <a:pt x="73521" y="39537"/>
                </a:cubicBezTo>
                <a:cubicBezTo>
                  <a:pt x="80331" y="39537"/>
                  <a:pt x="83667" y="43844"/>
                  <a:pt x="83667" y="53016"/>
                </a:cubicBezTo>
                <a:lnTo>
                  <a:pt x="83667" y="82060"/>
                </a:lnTo>
                <a:cubicBezTo>
                  <a:pt x="83389" y="91092"/>
                  <a:pt x="81720" y="93317"/>
                  <a:pt x="74910" y="93732"/>
                </a:cubicBezTo>
                <a:lnTo>
                  <a:pt x="74910" y="95817"/>
                </a:lnTo>
                <a:lnTo>
                  <a:pt x="103819" y="95817"/>
                </a:lnTo>
                <a:lnTo>
                  <a:pt x="103819" y="93732"/>
                </a:lnTo>
                <a:cubicBezTo>
                  <a:pt x="97008" y="93039"/>
                  <a:pt x="95479" y="91370"/>
                  <a:pt x="95341" y="84561"/>
                </a:cubicBezTo>
                <a:lnTo>
                  <a:pt x="95341" y="52738"/>
                </a:lnTo>
                <a:cubicBezTo>
                  <a:pt x="95341" y="39677"/>
                  <a:pt x="89225" y="31892"/>
                  <a:pt x="78942" y="31892"/>
                </a:cubicBezTo>
                <a:cubicBezTo>
                  <a:pt x="72548" y="31892"/>
                  <a:pt x="68239" y="34256"/>
                  <a:pt x="58789" y="43151"/>
                </a:cubicBezTo>
                <a:lnTo>
                  <a:pt x="58789" y="32172"/>
                </a:lnTo>
                <a:lnTo>
                  <a:pt x="57816" y="31892"/>
                </a:lnTo>
                <a:cubicBezTo>
                  <a:pt x="50589" y="34534"/>
                  <a:pt x="45864" y="36063"/>
                  <a:pt x="38637" y="38148"/>
                </a:cubicBezTo>
                <a:lnTo>
                  <a:pt x="38637" y="40510"/>
                </a:lnTo>
                <a:cubicBezTo>
                  <a:pt x="39610" y="40093"/>
                  <a:pt x="40861" y="39955"/>
                  <a:pt x="42390" y="39955"/>
                </a:cubicBezTo>
                <a:cubicBezTo>
                  <a:pt x="46282" y="39955"/>
                  <a:pt x="47531" y="42039"/>
                  <a:pt x="47531" y="48847"/>
                </a:cubicBezTo>
                <a:lnTo>
                  <a:pt x="47531" y="83312"/>
                </a:lnTo>
                <a:cubicBezTo>
                  <a:pt x="47393" y="91510"/>
                  <a:pt x="45864" y="93317"/>
                  <a:pt x="38914" y="93732"/>
                </a:cubicBezTo>
                <a:lnTo>
                  <a:pt x="38914" y="95817"/>
                </a:lnTo>
                <a:close/>
                <a:moveTo>
                  <a:pt x="174142" y="87727"/>
                </a:moveTo>
                <a:cubicBezTo>
                  <a:pt x="172336" y="87865"/>
                  <a:pt x="171502" y="87865"/>
                  <a:pt x="170944" y="87865"/>
                </a:cubicBezTo>
                <a:cubicBezTo>
                  <a:pt x="166082" y="87865"/>
                  <a:pt x="164831" y="86338"/>
                  <a:pt x="164831" y="79948"/>
                </a:cubicBezTo>
                <a:lnTo>
                  <a:pt x="164831" y="1178"/>
                </a:lnTo>
                <a:lnTo>
                  <a:pt x="164135" y="901"/>
                </a:lnTo>
                <a:cubicBezTo>
                  <a:pt x="157603" y="3125"/>
                  <a:pt x="152879" y="4652"/>
                  <a:pt x="143705" y="7017"/>
                </a:cubicBezTo>
                <a:lnTo>
                  <a:pt x="143705" y="9239"/>
                </a:lnTo>
                <a:cubicBezTo>
                  <a:pt x="144818" y="9101"/>
                  <a:pt x="145511" y="9101"/>
                  <a:pt x="146763" y="9101"/>
                </a:cubicBezTo>
                <a:cubicBezTo>
                  <a:pt x="151905" y="9101"/>
                  <a:pt x="153156" y="10490"/>
                  <a:pt x="153156" y="16188"/>
                </a:cubicBezTo>
                <a:lnTo>
                  <a:pt x="153156" y="37868"/>
                </a:lnTo>
                <a:cubicBezTo>
                  <a:pt x="147874" y="33421"/>
                  <a:pt x="144122" y="31892"/>
                  <a:pt x="138562" y="31892"/>
                </a:cubicBezTo>
                <a:cubicBezTo>
                  <a:pt x="122581" y="31892"/>
                  <a:pt x="109655" y="47589"/>
                  <a:pt x="109655" y="67311"/>
                </a:cubicBezTo>
                <a:cubicBezTo>
                  <a:pt x="109655" y="85087"/>
                  <a:pt x="119941" y="97174"/>
                  <a:pt x="135366" y="97174"/>
                </a:cubicBezTo>
                <a:cubicBezTo>
                  <a:pt x="143149" y="97174"/>
                  <a:pt x="148432" y="94396"/>
                  <a:pt x="153156" y="87865"/>
                </a:cubicBezTo>
                <a:lnTo>
                  <a:pt x="153156" y="96759"/>
                </a:lnTo>
                <a:lnTo>
                  <a:pt x="153712" y="97174"/>
                </a:lnTo>
                <a:lnTo>
                  <a:pt x="174142" y="89949"/>
                </a:lnTo>
                <a:lnTo>
                  <a:pt x="174142" y="87727"/>
                </a:lnTo>
                <a:moveTo>
                  <a:pt x="153156" y="81615"/>
                </a:moveTo>
                <a:cubicBezTo>
                  <a:pt x="153156" y="82588"/>
                  <a:pt x="152183" y="84255"/>
                  <a:pt x="150794" y="85782"/>
                </a:cubicBezTo>
                <a:cubicBezTo>
                  <a:pt x="148432" y="88560"/>
                  <a:pt x="144818" y="89949"/>
                  <a:pt x="140787" y="89949"/>
                </a:cubicBezTo>
                <a:cubicBezTo>
                  <a:pt x="129112" y="89949"/>
                  <a:pt x="121607" y="78837"/>
                  <a:pt x="121607" y="61617"/>
                </a:cubicBezTo>
                <a:cubicBezTo>
                  <a:pt x="121607" y="46062"/>
                  <a:pt x="128417" y="35785"/>
                  <a:pt x="138980" y="35785"/>
                </a:cubicBezTo>
                <a:cubicBezTo>
                  <a:pt x="146485" y="35785"/>
                  <a:pt x="153156" y="42311"/>
                  <a:pt x="153156" y="49672"/>
                </a:cubicBezTo>
                <a:lnTo>
                  <a:pt x="153156" y="81615"/>
                </a:lnTo>
                <a:close/>
                <a:moveTo>
                  <a:pt x="232096" y="72986"/>
                </a:moveTo>
                <a:cubicBezTo>
                  <a:pt x="225426" y="83553"/>
                  <a:pt x="219448" y="87587"/>
                  <a:pt x="210554" y="87587"/>
                </a:cubicBezTo>
                <a:cubicBezTo>
                  <a:pt x="202634" y="87587"/>
                  <a:pt x="196658" y="83553"/>
                  <a:pt x="192626" y="75628"/>
                </a:cubicBezTo>
                <a:cubicBezTo>
                  <a:pt x="190124" y="70344"/>
                  <a:pt x="189153" y="65895"/>
                  <a:pt x="188875" y="57272"/>
                </a:cubicBezTo>
                <a:lnTo>
                  <a:pt x="231680" y="57272"/>
                </a:lnTo>
                <a:cubicBezTo>
                  <a:pt x="230567" y="48255"/>
                  <a:pt x="229178" y="44238"/>
                  <a:pt x="225704" y="39806"/>
                </a:cubicBezTo>
                <a:cubicBezTo>
                  <a:pt x="221533" y="34812"/>
                  <a:pt x="215141" y="31892"/>
                  <a:pt x="207914" y="31892"/>
                </a:cubicBezTo>
                <a:cubicBezTo>
                  <a:pt x="200965" y="31892"/>
                  <a:pt x="194433" y="34394"/>
                  <a:pt x="189153" y="39113"/>
                </a:cubicBezTo>
                <a:cubicBezTo>
                  <a:pt x="182619" y="44792"/>
                  <a:pt x="178867" y="54632"/>
                  <a:pt x="178867" y="66032"/>
                </a:cubicBezTo>
                <a:cubicBezTo>
                  <a:pt x="178867" y="85222"/>
                  <a:pt x="188875" y="97174"/>
                  <a:pt x="204856" y="97174"/>
                </a:cubicBezTo>
                <a:cubicBezTo>
                  <a:pt x="218059" y="97174"/>
                  <a:pt x="228482" y="88976"/>
                  <a:pt x="234320" y="73959"/>
                </a:cubicBezTo>
                <a:lnTo>
                  <a:pt x="232096" y="72986"/>
                </a:lnTo>
                <a:moveTo>
                  <a:pt x="189153" y="52825"/>
                </a:moveTo>
                <a:cubicBezTo>
                  <a:pt x="190679" y="42022"/>
                  <a:pt x="195406" y="36897"/>
                  <a:pt x="203883" y="36897"/>
                </a:cubicBezTo>
                <a:cubicBezTo>
                  <a:pt x="212361" y="36897"/>
                  <a:pt x="215697" y="40775"/>
                  <a:pt x="217504" y="52825"/>
                </a:cubicBezTo>
                <a:lnTo>
                  <a:pt x="189153" y="52825"/>
                </a:lnTo>
                <a:close/>
                <a:moveTo>
                  <a:pt x="237794" y="125947"/>
                </a:moveTo>
                <a:lnTo>
                  <a:pt x="271428" y="125947"/>
                </a:lnTo>
                <a:lnTo>
                  <a:pt x="271428" y="123447"/>
                </a:lnTo>
                <a:cubicBezTo>
                  <a:pt x="261005" y="123307"/>
                  <a:pt x="259336" y="121918"/>
                  <a:pt x="259198" y="113024"/>
                </a:cubicBezTo>
                <a:lnTo>
                  <a:pt x="259198" y="91203"/>
                </a:lnTo>
                <a:cubicBezTo>
                  <a:pt x="264200" y="95785"/>
                  <a:pt x="267396" y="97174"/>
                  <a:pt x="273234" y="97174"/>
                </a:cubicBezTo>
                <a:cubicBezTo>
                  <a:pt x="289774" y="97174"/>
                  <a:pt x="302419" y="81617"/>
                  <a:pt x="302419" y="61479"/>
                </a:cubicBezTo>
                <a:cubicBezTo>
                  <a:pt x="302419" y="44260"/>
                  <a:pt x="292692" y="31892"/>
                  <a:pt x="279211" y="31892"/>
                </a:cubicBezTo>
                <a:cubicBezTo>
                  <a:pt x="271428" y="31892"/>
                  <a:pt x="265312" y="35228"/>
                  <a:pt x="259198" y="42871"/>
                </a:cubicBezTo>
                <a:lnTo>
                  <a:pt x="259198" y="32172"/>
                </a:lnTo>
                <a:lnTo>
                  <a:pt x="258364" y="31892"/>
                </a:lnTo>
                <a:cubicBezTo>
                  <a:pt x="250859" y="34812"/>
                  <a:pt x="245995" y="36619"/>
                  <a:pt x="238350" y="38981"/>
                </a:cubicBezTo>
                <a:lnTo>
                  <a:pt x="238350" y="41204"/>
                </a:lnTo>
                <a:cubicBezTo>
                  <a:pt x="239601" y="41066"/>
                  <a:pt x="240434" y="41066"/>
                  <a:pt x="241825" y="41066"/>
                </a:cubicBezTo>
                <a:cubicBezTo>
                  <a:pt x="246550" y="41066"/>
                  <a:pt x="247524" y="42455"/>
                  <a:pt x="247524" y="48982"/>
                </a:cubicBezTo>
                <a:lnTo>
                  <a:pt x="247524" y="113991"/>
                </a:lnTo>
                <a:cubicBezTo>
                  <a:pt x="247524" y="121358"/>
                  <a:pt x="245995" y="122747"/>
                  <a:pt x="237794" y="123581"/>
                </a:cubicBezTo>
                <a:lnTo>
                  <a:pt x="237794" y="125947"/>
                </a:lnTo>
                <a:moveTo>
                  <a:pt x="259198" y="49398"/>
                </a:moveTo>
                <a:cubicBezTo>
                  <a:pt x="259198" y="45233"/>
                  <a:pt x="266981" y="40232"/>
                  <a:pt x="273372" y="40232"/>
                </a:cubicBezTo>
                <a:cubicBezTo>
                  <a:pt x="283658" y="40232"/>
                  <a:pt x="290467" y="50787"/>
                  <a:pt x="290467" y="67038"/>
                </a:cubicBezTo>
                <a:cubicBezTo>
                  <a:pt x="290467" y="82304"/>
                  <a:pt x="283658" y="92727"/>
                  <a:pt x="273652" y="92727"/>
                </a:cubicBezTo>
                <a:cubicBezTo>
                  <a:pt x="267119" y="92727"/>
                  <a:pt x="259198" y="87725"/>
                  <a:pt x="259198" y="83555"/>
                </a:cubicBezTo>
                <a:lnTo>
                  <a:pt x="259198" y="49398"/>
                </a:lnTo>
                <a:close/>
                <a:moveTo>
                  <a:pt x="363293" y="72986"/>
                </a:moveTo>
                <a:cubicBezTo>
                  <a:pt x="356623" y="83553"/>
                  <a:pt x="350645" y="87587"/>
                  <a:pt x="341751" y="87587"/>
                </a:cubicBezTo>
                <a:cubicBezTo>
                  <a:pt x="333830" y="87587"/>
                  <a:pt x="327854" y="83553"/>
                  <a:pt x="323823" y="75628"/>
                </a:cubicBezTo>
                <a:cubicBezTo>
                  <a:pt x="321321" y="70344"/>
                  <a:pt x="320349" y="65895"/>
                  <a:pt x="320071" y="57272"/>
                </a:cubicBezTo>
                <a:lnTo>
                  <a:pt x="362877" y="57272"/>
                </a:lnTo>
                <a:cubicBezTo>
                  <a:pt x="361764" y="48255"/>
                  <a:pt x="360375" y="44238"/>
                  <a:pt x="356901" y="39806"/>
                </a:cubicBezTo>
                <a:cubicBezTo>
                  <a:pt x="352730" y="34812"/>
                  <a:pt x="346338" y="31892"/>
                  <a:pt x="339111" y="31892"/>
                </a:cubicBezTo>
                <a:cubicBezTo>
                  <a:pt x="332161" y="31892"/>
                  <a:pt x="325630" y="34394"/>
                  <a:pt x="320349" y="39113"/>
                </a:cubicBezTo>
                <a:cubicBezTo>
                  <a:pt x="313816" y="44792"/>
                  <a:pt x="310064" y="54632"/>
                  <a:pt x="310064" y="66032"/>
                </a:cubicBezTo>
                <a:cubicBezTo>
                  <a:pt x="310064" y="85222"/>
                  <a:pt x="320071" y="97174"/>
                  <a:pt x="336053" y="97174"/>
                </a:cubicBezTo>
                <a:cubicBezTo>
                  <a:pt x="349256" y="97174"/>
                  <a:pt x="359679" y="88976"/>
                  <a:pt x="365517" y="73959"/>
                </a:cubicBezTo>
                <a:lnTo>
                  <a:pt x="363293" y="72986"/>
                </a:lnTo>
                <a:moveTo>
                  <a:pt x="320349" y="52825"/>
                </a:moveTo>
                <a:cubicBezTo>
                  <a:pt x="321876" y="42022"/>
                  <a:pt x="326603" y="36897"/>
                  <a:pt x="335079" y="36897"/>
                </a:cubicBezTo>
                <a:cubicBezTo>
                  <a:pt x="343558" y="36897"/>
                  <a:pt x="346894" y="40775"/>
                  <a:pt x="348700" y="52825"/>
                </a:cubicBezTo>
                <a:lnTo>
                  <a:pt x="320349" y="52825"/>
                </a:lnTo>
                <a:close/>
                <a:moveTo>
                  <a:pt x="370797" y="95817"/>
                </a:moveTo>
                <a:lnTo>
                  <a:pt x="400261" y="95817"/>
                </a:lnTo>
                <a:lnTo>
                  <a:pt x="400261" y="93732"/>
                </a:lnTo>
                <a:cubicBezTo>
                  <a:pt x="393312" y="93317"/>
                  <a:pt x="391087" y="91510"/>
                  <a:pt x="391087" y="86507"/>
                </a:cubicBezTo>
                <a:lnTo>
                  <a:pt x="391087" y="47458"/>
                </a:lnTo>
                <a:cubicBezTo>
                  <a:pt x="397759" y="41204"/>
                  <a:pt x="400817" y="39537"/>
                  <a:pt x="405404" y="39537"/>
                </a:cubicBezTo>
                <a:cubicBezTo>
                  <a:pt x="412213" y="39537"/>
                  <a:pt x="415549" y="43844"/>
                  <a:pt x="415549" y="53016"/>
                </a:cubicBezTo>
                <a:lnTo>
                  <a:pt x="415549" y="82060"/>
                </a:lnTo>
                <a:cubicBezTo>
                  <a:pt x="415271" y="91092"/>
                  <a:pt x="413602" y="93317"/>
                  <a:pt x="406793" y="93732"/>
                </a:cubicBezTo>
                <a:lnTo>
                  <a:pt x="406793" y="95817"/>
                </a:lnTo>
                <a:lnTo>
                  <a:pt x="435702" y="95817"/>
                </a:lnTo>
                <a:lnTo>
                  <a:pt x="435702" y="93732"/>
                </a:lnTo>
                <a:cubicBezTo>
                  <a:pt x="428890" y="93039"/>
                  <a:pt x="427361" y="91370"/>
                  <a:pt x="427223" y="84561"/>
                </a:cubicBezTo>
                <a:lnTo>
                  <a:pt x="427223" y="52738"/>
                </a:lnTo>
                <a:cubicBezTo>
                  <a:pt x="427223" y="39677"/>
                  <a:pt x="421107" y="31892"/>
                  <a:pt x="410824" y="31892"/>
                </a:cubicBezTo>
                <a:cubicBezTo>
                  <a:pt x="404431" y="31892"/>
                  <a:pt x="400121" y="34256"/>
                  <a:pt x="390672" y="43151"/>
                </a:cubicBezTo>
                <a:lnTo>
                  <a:pt x="390672" y="32172"/>
                </a:lnTo>
                <a:lnTo>
                  <a:pt x="389698" y="31892"/>
                </a:lnTo>
                <a:cubicBezTo>
                  <a:pt x="382471" y="34534"/>
                  <a:pt x="377746" y="36063"/>
                  <a:pt x="370519" y="38148"/>
                </a:cubicBezTo>
                <a:lnTo>
                  <a:pt x="370519" y="40510"/>
                </a:lnTo>
                <a:cubicBezTo>
                  <a:pt x="371493" y="40093"/>
                  <a:pt x="372744" y="39955"/>
                  <a:pt x="374273" y="39955"/>
                </a:cubicBezTo>
                <a:cubicBezTo>
                  <a:pt x="378164" y="39955"/>
                  <a:pt x="379413" y="42039"/>
                  <a:pt x="379413" y="48847"/>
                </a:cubicBezTo>
                <a:lnTo>
                  <a:pt x="379413" y="83312"/>
                </a:lnTo>
                <a:cubicBezTo>
                  <a:pt x="379275" y="91510"/>
                  <a:pt x="377746" y="93317"/>
                  <a:pt x="370797" y="93732"/>
                </a:cubicBezTo>
                <a:lnTo>
                  <a:pt x="370797" y="95817"/>
                </a:lnTo>
                <a:close/>
                <a:moveTo>
                  <a:pt x="506025" y="87727"/>
                </a:moveTo>
                <a:cubicBezTo>
                  <a:pt x="504218" y="87865"/>
                  <a:pt x="503385" y="87865"/>
                  <a:pt x="502827" y="87865"/>
                </a:cubicBezTo>
                <a:cubicBezTo>
                  <a:pt x="497964" y="87865"/>
                  <a:pt x="496713" y="86338"/>
                  <a:pt x="496713" y="79948"/>
                </a:cubicBezTo>
                <a:lnTo>
                  <a:pt x="496713" y="1178"/>
                </a:lnTo>
                <a:lnTo>
                  <a:pt x="496018" y="901"/>
                </a:lnTo>
                <a:cubicBezTo>
                  <a:pt x="489486" y="3125"/>
                  <a:pt x="484761" y="4652"/>
                  <a:pt x="475587" y="7017"/>
                </a:cubicBezTo>
                <a:lnTo>
                  <a:pt x="475587" y="9239"/>
                </a:lnTo>
                <a:cubicBezTo>
                  <a:pt x="476701" y="9101"/>
                  <a:pt x="477394" y="9101"/>
                  <a:pt x="478645" y="9101"/>
                </a:cubicBezTo>
                <a:cubicBezTo>
                  <a:pt x="483788" y="9101"/>
                  <a:pt x="485039" y="10490"/>
                  <a:pt x="485039" y="16188"/>
                </a:cubicBezTo>
                <a:lnTo>
                  <a:pt x="485039" y="37868"/>
                </a:lnTo>
                <a:cubicBezTo>
                  <a:pt x="479756" y="33421"/>
                  <a:pt x="476005" y="31892"/>
                  <a:pt x="470445" y="31892"/>
                </a:cubicBezTo>
                <a:cubicBezTo>
                  <a:pt x="454463" y="31892"/>
                  <a:pt x="441538" y="47589"/>
                  <a:pt x="441538" y="67311"/>
                </a:cubicBezTo>
                <a:cubicBezTo>
                  <a:pt x="441538" y="85087"/>
                  <a:pt x="451823" y="97174"/>
                  <a:pt x="467249" y="97174"/>
                </a:cubicBezTo>
                <a:cubicBezTo>
                  <a:pt x="475032" y="97174"/>
                  <a:pt x="480314" y="94396"/>
                  <a:pt x="485039" y="87865"/>
                </a:cubicBezTo>
                <a:lnTo>
                  <a:pt x="485039" y="96759"/>
                </a:lnTo>
                <a:lnTo>
                  <a:pt x="485595" y="97174"/>
                </a:lnTo>
                <a:lnTo>
                  <a:pt x="506025" y="89949"/>
                </a:lnTo>
                <a:lnTo>
                  <a:pt x="506025" y="87727"/>
                </a:lnTo>
                <a:moveTo>
                  <a:pt x="485039" y="81615"/>
                </a:moveTo>
                <a:cubicBezTo>
                  <a:pt x="485039" y="82588"/>
                  <a:pt x="484066" y="84255"/>
                  <a:pt x="482677" y="85782"/>
                </a:cubicBezTo>
                <a:cubicBezTo>
                  <a:pt x="480314" y="88560"/>
                  <a:pt x="476701" y="89949"/>
                  <a:pt x="472669" y="89949"/>
                </a:cubicBezTo>
                <a:cubicBezTo>
                  <a:pt x="460995" y="89949"/>
                  <a:pt x="453490" y="78837"/>
                  <a:pt x="453490" y="61617"/>
                </a:cubicBezTo>
                <a:cubicBezTo>
                  <a:pt x="453490" y="46062"/>
                  <a:pt x="460299" y="35785"/>
                  <a:pt x="470862" y="35785"/>
                </a:cubicBezTo>
                <a:cubicBezTo>
                  <a:pt x="478367" y="35785"/>
                  <a:pt x="485039" y="42311"/>
                  <a:pt x="485039" y="49672"/>
                </a:cubicBezTo>
                <a:lnTo>
                  <a:pt x="485039" y="81615"/>
                </a:lnTo>
                <a:close/>
                <a:moveTo>
                  <a:pt x="563979" y="72986"/>
                </a:moveTo>
                <a:cubicBezTo>
                  <a:pt x="557309" y="83553"/>
                  <a:pt x="551331" y="87587"/>
                  <a:pt x="542437" y="87587"/>
                </a:cubicBezTo>
                <a:cubicBezTo>
                  <a:pt x="534516" y="87587"/>
                  <a:pt x="528540" y="83553"/>
                  <a:pt x="524509" y="75628"/>
                </a:cubicBezTo>
                <a:cubicBezTo>
                  <a:pt x="522006" y="70344"/>
                  <a:pt x="521035" y="65895"/>
                  <a:pt x="520757" y="57272"/>
                </a:cubicBezTo>
                <a:lnTo>
                  <a:pt x="563563" y="57272"/>
                </a:lnTo>
                <a:cubicBezTo>
                  <a:pt x="562450" y="48255"/>
                  <a:pt x="561060" y="44238"/>
                  <a:pt x="557587" y="39806"/>
                </a:cubicBezTo>
                <a:cubicBezTo>
                  <a:pt x="553416" y="34812"/>
                  <a:pt x="547024" y="31892"/>
                  <a:pt x="539797" y="31892"/>
                </a:cubicBezTo>
                <a:cubicBezTo>
                  <a:pt x="532847" y="31892"/>
                  <a:pt x="526316" y="34394"/>
                  <a:pt x="521035" y="39113"/>
                </a:cubicBezTo>
                <a:cubicBezTo>
                  <a:pt x="514501" y="44792"/>
                  <a:pt x="510750" y="54632"/>
                  <a:pt x="510750" y="66032"/>
                </a:cubicBezTo>
                <a:cubicBezTo>
                  <a:pt x="510750" y="85222"/>
                  <a:pt x="520757" y="97174"/>
                  <a:pt x="536739" y="97174"/>
                </a:cubicBezTo>
                <a:cubicBezTo>
                  <a:pt x="549942" y="97174"/>
                  <a:pt x="560365" y="88976"/>
                  <a:pt x="566203" y="73959"/>
                </a:cubicBezTo>
                <a:lnTo>
                  <a:pt x="563979" y="72986"/>
                </a:lnTo>
                <a:moveTo>
                  <a:pt x="521035" y="52825"/>
                </a:moveTo>
                <a:cubicBezTo>
                  <a:pt x="522562" y="42022"/>
                  <a:pt x="527289" y="36897"/>
                  <a:pt x="535765" y="36897"/>
                </a:cubicBezTo>
                <a:cubicBezTo>
                  <a:pt x="544244" y="36897"/>
                  <a:pt x="547579" y="40775"/>
                  <a:pt x="549386" y="52825"/>
                </a:cubicBezTo>
                <a:lnTo>
                  <a:pt x="521035" y="52825"/>
                </a:lnTo>
                <a:close/>
                <a:moveTo>
                  <a:pt x="571067" y="95817"/>
                </a:moveTo>
                <a:lnTo>
                  <a:pt x="600531" y="95817"/>
                </a:lnTo>
                <a:lnTo>
                  <a:pt x="600531" y="93732"/>
                </a:lnTo>
                <a:cubicBezTo>
                  <a:pt x="593582" y="93317"/>
                  <a:pt x="591357" y="91510"/>
                  <a:pt x="591357" y="86507"/>
                </a:cubicBezTo>
                <a:lnTo>
                  <a:pt x="591357" y="47458"/>
                </a:lnTo>
                <a:cubicBezTo>
                  <a:pt x="598029" y="41204"/>
                  <a:pt x="601087" y="39537"/>
                  <a:pt x="605674" y="39537"/>
                </a:cubicBezTo>
                <a:cubicBezTo>
                  <a:pt x="612483" y="39537"/>
                  <a:pt x="615819" y="43844"/>
                  <a:pt x="615819" y="53016"/>
                </a:cubicBezTo>
                <a:lnTo>
                  <a:pt x="615819" y="82060"/>
                </a:lnTo>
                <a:cubicBezTo>
                  <a:pt x="615541" y="91092"/>
                  <a:pt x="613872" y="93317"/>
                  <a:pt x="607063" y="93732"/>
                </a:cubicBezTo>
                <a:lnTo>
                  <a:pt x="607063" y="95817"/>
                </a:lnTo>
                <a:lnTo>
                  <a:pt x="635971" y="95817"/>
                </a:lnTo>
                <a:lnTo>
                  <a:pt x="635971" y="93732"/>
                </a:lnTo>
                <a:cubicBezTo>
                  <a:pt x="629160" y="93039"/>
                  <a:pt x="627631" y="91370"/>
                  <a:pt x="627493" y="84561"/>
                </a:cubicBezTo>
                <a:lnTo>
                  <a:pt x="627493" y="52738"/>
                </a:lnTo>
                <a:cubicBezTo>
                  <a:pt x="627493" y="39677"/>
                  <a:pt x="621377" y="31892"/>
                  <a:pt x="611094" y="31892"/>
                </a:cubicBezTo>
                <a:cubicBezTo>
                  <a:pt x="604700" y="31892"/>
                  <a:pt x="600391" y="34256"/>
                  <a:pt x="590941" y="43151"/>
                </a:cubicBezTo>
                <a:lnTo>
                  <a:pt x="590941" y="32172"/>
                </a:lnTo>
                <a:lnTo>
                  <a:pt x="589968" y="31892"/>
                </a:lnTo>
                <a:cubicBezTo>
                  <a:pt x="582741" y="34534"/>
                  <a:pt x="578016" y="36063"/>
                  <a:pt x="570789" y="38148"/>
                </a:cubicBezTo>
                <a:lnTo>
                  <a:pt x="570789" y="40510"/>
                </a:lnTo>
                <a:cubicBezTo>
                  <a:pt x="571762" y="40093"/>
                  <a:pt x="573013" y="39955"/>
                  <a:pt x="574542" y="39955"/>
                </a:cubicBezTo>
                <a:cubicBezTo>
                  <a:pt x="578434" y="39955"/>
                  <a:pt x="579683" y="42039"/>
                  <a:pt x="579683" y="48847"/>
                </a:cubicBezTo>
                <a:lnTo>
                  <a:pt x="579683" y="83312"/>
                </a:lnTo>
                <a:cubicBezTo>
                  <a:pt x="579545" y="91510"/>
                  <a:pt x="578016" y="93317"/>
                  <a:pt x="571067" y="93732"/>
                </a:cubicBezTo>
                <a:lnTo>
                  <a:pt x="571067" y="95817"/>
                </a:lnTo>
                <a:close/>
                <a:moveTo>
                  <a:pt x="673494" y="33249"/>
                </a:moveTo>
                <a:lnTo>
                  <a:pt x="659458" y="33249"/>
                </a:lnTo>
                <a:lnTo>
                  <a:pt x="659458" y="17128"/>
                </a:lnTo>
                <a:cubicBezTo>
                  <a:pt x="659458" y="15739"/>
                  <a:pt x="659180" y="15321"/>
                  <a:pt x="658484" y="15321"/>
                </a:cubicBezTo>
                <a:cubicBezTo>
                  <a:pt x="650424" y="26995"/>
                  <a:pt x="646255" y="31722"/>
                  <a:pt x="642225" y="34085"/>
                </a:cubicBezTo>
                <a:cubicBezTo>
                  <a:pt x="640696" y="35056"/>
                  <a:pt x="639861" y="35892"/>
                  <a:pt x="639861" y="36725"/>
                </a:cubicBezTo>
                <a:cubicBezTo>
                  <a:pt x="639861" y="37143"/>
                  <a:pt x="640001" y="37421"/>
                  <a:pt x="640419" y="37698"/>
                </a:cubicBezTo>
                <a:lnTo>
                  <a:pt x="647784" y="37698"/>
                </a:lnTo>
                <a:lnTo>
                  <a:pt x="647784" y="79526"/>
                </a:lnTo>
                <a:cubicBezTo>
                  <a:pt x="647784" y="91198"/>
                  <a:pt x="651953" y="97174"/>
                  <a:pt x="660153" y="97174"/>
                </a:cubicBezTo>
                <a:cubicBezTo>
                  <a:pt x="666963" y="97174"/>
                  <a:pt x="672243" y="93841"/>
                  <a:pt x="676830" y="86613"/>
                </a:cubicBezTo>
                <a:lnTo>
                  <a:pt x="675023" y="85084"/>
                </a:lnTo>
                <a:cubicBezTo>
                  <a:pt x="671965" y="88698"/>
                  <a:pt x="669743" y="89949"/>
                  <a:pt x="666685" y="89949"/>
                </a:cubicBezTo>
                <a:cubicBezTo>
                  <a:pt x="661542" y="89949"/>
                  <a:pt x="659458" y="86196"/>
                  <a:pt x="659458" y="77442"/>
                </a:cubicBezTo>
                <a:lnTo>
                  <a:pt x="659458" y="37698"/>
                </a:lnTo>
                <a:lnTo>
                  <a:pt x="673494" y="37698"/>
                </a:lnTo>
                <a:lnTo>
                  <a:pt x="673494" y="33249"/>
                </a:lnTo>
                <a:close/>
                <a:moveTo>
                  <a:pt x="695592" y="32028"/>
                </a:moveTo>
                <a:cubicBezTo>
                  <a:pt x="691422" y="32028"/>
                  <a:pt x="687949" y="35503"/>
                  <a:pt x="687949" y="39950"/>
                </a:cubicBezTo>
                <a:cubicBezTo>
                  <a:pt x="687949" y="43982"/>
                  <a:pt x="691422" y="47455"/>
                  <a:pt x="695454" y="47455"/>
                </a:cubicBezTo>
                <a:cubicBezTo>
                  <a:pt x="699761" y="47455"/>
                  <a:pt x="703375" y="44120"/>
                  <a:pt x="703375" y="39950"/>
                </a:cubicBezTo>
                <a:cubicBezTo>
                  <a:pt x="703375" y="35641"/>
                  <a:pt x="699761" y="32028"/>
                  <a:pt x="695592" y="32028"/>
                </a:cubicBezTo>
                <a:moveTo>
                  <a:pt x="695592" y="81884"/>
                </a:moveTo>
                <a:cubicBezTo>
                  <a:pt x="691422" y="81884"/>
                  <a:pt x="687949" y="85358"/>
                  <a:pt x="687949" y="89807"/>
                </a:cubicBezTo>
                <a:cubicBezTo>
                  <a:pt x="687949" y="93836"/>
                  <a:pt x="691422" y="97310"/>
                  <a:pt x="695454" y="97310"/>
                </a:cubicBezTo>
                <a:cubicBezTo>
                  <a:pt x="699761" y="97310"/>
                  <a:pt x="703375" y="93976"/>
                  <a:pt x="703375" y="89807"/>
                </a:cubicBezTo>
                <a:cubicBezTo>
                  <a:pt x="703375" y="85498"/>
                  <a:pt x="699761" y="81884"/>
                  <a:pt x="695592" y="81884"/>
                </a:cubicBezTo>
                <a:close/>
                <a:moveTo>
                  <a:pt x="751489" y="0"/>
                </a:moveTo>
                <a:cubicBezTo>
                  <a:pt x="743690" y="0"/>
                  <a:pt x="737736" y="2270"/>
                  <a:pt x="732490" y="7371"/>
                </a:cubicBezTo>
                <a:cubicBezTo>
                  <a:pt x="724266" y="15305"/>
                  <a:pt x="718877" y="31596"/>
                  <a:pt x="718877" y="48170"/>
                </a:cubicBezTo>
                <a:cubicBezTo>
                  <a:pt x="718877" y="63754"/>
                  <a:pt x="723556" y="80188"/>
                  <a:pt x="730220" y="88119"/>
                </a:cubicBezTo>
                <a:cubicBezTo>
                  <a:pt x="735467" y="94355"/>
                  <a:pt x="742697" y="97756"/>
                  <a:pt x="750923" y="97756"/>
                </a:cubicBezTo>
                <a:cubicBezTo>
                  <a:pt x="758153" y="97756"/>
                  <a:pt x="764250" y="95345"/>
                  <a:pt x="769353" y="90387"/>
                </a:cubicBezTo>
                <a:cubicBezTo>
                  <a:pt x="777577" y="82596"/>
                  <a:pt x="782966" y="66162"/>
                  <a:pt x="782966" y="49021"/>
                </a:cubicBezTo>
                <a:cubicBezTo>
                  <a:pt x="782966" y="19980"/>
                  <a:pt x="770063" y="0"/>
                  <a:pt x="751489" y="0"/>
                </a:cubicBezTo>
                <a:moveTo>
                  <a:pt x="751063" y="3687"/>
                </a:moveTo>
                <a:cubicBezTo>
                  <a:pt x="762973" y="3687"/>
                  <a:pt x="769353" y="19696"/>
                  <a:pt x="769353" y="49304"/>
                </a:cubicBezTo>
                <a:cubicBezTo>
                  <a:pt x="769353" y="78911"/>
                  <a:pt x="763116" y="94071"/>
                  <a:pt x="750923" y="94071"/>
                </a:cubicBezTo>
                <a:cubicBezTo>
                  <a:pt x="738727" y="94071"/>
                  <a:pt x="732490" y="78911"/>
                  <a:pt x="732490" y="49447"/>
                </a:cubicBezTo>
                <a:cubicBezTo>
                  <a:pt x="732490" y="19270"/>
                  <a:pt x="738870" y="3687"/>
                  <a:pt x="751063" y="368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" name="Text (a)BigVul">
            <a:extLst xmlns:a="http://schemas.openxmlformats.org/drawingml/2006/main">
              <a:ext uri="{FF2B5EF4-FFF2-40B4-BE49-F238E27FC236}">
                <a16:creationId xmlns:a16="http://schemas.microsoft.com/office/drawing/2014/main" id="{C7C21D28-92A1-4AFA-AEAF-FB28A3022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5894" y="3412851"/>
            <a:ext cx="1093535" cy="242449"/>
          </a:xfrm>
          <a:custGeom xmlns:a="http://schemas.openxmlformats.org/drawingml/2006/main">
            <a:pathLst>
              <a:path w="1093535" h="242449">
                <a:moveTo>
                  <a:pt x="0" y="116832"/>
                </a:moveTo>
                <a:cubicBezTo>
                  <a:pt x="0" y="128365"/>
                  <a:pt x="1024" y="187548"/>
                  <a:pt x="54319" y="233669"/>
                </a:cubicBezTo>
                <a:lnTo>
                  <a:pt x="60211" y="229313"/>
                </a:lnTo>
                <a:cubicBezTo>
                  <a:pt x="51754" y="219575"/>
                  <a:pt x="21268" y="184217"/>
                  <a:pt x="21268" y="116832"/>
                </a:cubicBezTo>
                <a:cubicBezTo>
                  <a:pt x="21268" y="49448"/>
                  <a:pt x="52012" y="14090"/>
                  <a:pt x="60211" y="4867"/>
                </a:cubicBezTo>
                <a:lnTo>
                  <a:pt x="54319" y="254"/>
                </a:lnTo>
                <a:cubicBezTo>
                  <a:pt x="23829" y="26389"/>
                  <a:pt x="0" y="69179"/>
                  <a:pt x="0" y="116832"/>
                </a:cubicBezTo>
                <a:close/>
                <a:moveTo>
                  <a:pt x="141945" y="123662"/>
                </a:moveTo>
                <a:lnTo>
                  <a:pt x="140920" y="154172"/>
                </a:lnTo>
                <a:cubicBezTo>
                  <a:pt x="140920" y="157503"/>
                  <a:pt x="139380" y="159298"/>
                  <a:pt x="137331" y="160838"/>
                </a:cubicBezTo>
                <a:cubicBezTo>
                  <a:pt x="130157" y="166221"/>
                  <a:pt x="121447" y="170835"/>
                  <a:pt x="113761" y="170835"/>
                </a:cubicBezTo>
                <a:cubicBezTo>
                  <a:pt x="102232" y="170835"/>
                  <a:pt x="94800" y="163145"/>
                  <a:pt x="94800" y="155197"/>
                </a:cubicBezTo>
                <a:cubicBezTo>
                  <a:pt x="94800" y="143660"/>
                  <a:pt x="100179" y="134941"/>
                  <a:pt x="120165" y="129558"/>
                </a:cubicBezTo>
                <a:lnTo>
                  <a:pt x="141945" y="123662"/>
                </a:lnTo>
                <a:moveTo>
                  <a:pt x="141945" y="169040"/>
                </a:moveTo>
                <a:cubicBezTo>
                  <a:pt x="144916" y="179033"/>
                  <a:pt x="152551" y="183900"/>
                  <a:pt x="161930" y="183900"/>
                </a:cubicBezTo>
                <a:cubicBezTo>
                  <a:pt x="168385" y="183900"/>
                  <a:pt x="176278" y="182364"/>
                  <a:pt x="182322" y="175960"/>
                </a:cubicBezTo>
                <a:lnTo>
                  <a:pt x="180426" y="169603"/>
                </a:lnTo>
                <a:cubicBezTo>
                  <a:pt x="177607" y="170581"/>
                  <a:pt x="175457" y="170936"/>
                  <a:pt x="173510" y="170936"/>
                </a:cubicBezTo>
                <a:cubicBezTo>
                  <a:pt x="170946" y="170936"/>
                  <a:pt x="167564" y="170475"/>
                  <a:pt x="165977" y="169040"/>
                </a:cubicBezTo>
                <a:cubicBezTo>
                  <a:pt x="163365" y="166683"/>
                  <a:pt x="161723" y="160428"/>
                  <a:pt x="161723" y="149043"/>
                </a:cubicBezTo>
                <a:cubicBezTo>
                  <a:pt x="161723" y="141607"/>
                  <a:pt x="162442" y="113153"/>
                  <a:pt x="162442" y="110331"/>
                </a:cubicBezTo>
                <a:cubicBezTo>
                  <a:pt x="162442" y="75724"/>
                  <a:pt x="139638" y="68804"/>
                  <a:pt x="120165" y="68804"/>
                </a:cubicBezTo>
                <a:cubicBezTo>
                  <a:pt x="100691" y="68804"/>
                  <a:pt x="88908" y="78284"/>
                  <a:pt x="82500" y="83668"/>
                </a:cubicBezTo>
                <a:lnTo>
                  <a:pt x="81734" y="84696"/>
                </a:lnTo>
                <a:lnTo>
                  <a:pt x="86089" y="101871"/>
                </a:lnTo>
                <a:lnTo>
                  <a:pt x="89420" y="102129"/>
                </a:lnTo>
                <a:cubicBezTo>
                  <a:pt x="96594" y="90592"/>
                  <a:pt x="105305" y="80337"/>
                  <a:pt x="117604" y="80337"/>
                </a:cubicBezTo>
                <a:cubicBezTo>
                  <a:pt x="126826" y="80337"/>
                  <a:pt x="142199" y="81619"/>
                  <a:pt x="142199" y="110589"/>
                </a:cubicBezTo>
                <a:cubicBezTo>
                  <a:pt x="142199" y="112383"/>
                  <a:pt x="141174" y="113408"/>
                  <a:pt x="140404" y="113666"/>
                </a:cubicBezTo>
                <a:lnTo>
                  <a:pt x="116580" y="119049"/>
                </a:lnTo>
                <a:cubicBezTo>
                  <a:pt x="90444" y="124945"/>
                  <a:pt x="74048" y="138788"/>
                  <a:pt x="74048" y="156221"/>
                </a:cubicBezTo>
                <a:cubicBezTo>
                  <a:pt x="74048" y="175190"/>
                  <a:pt x="87113" y="183900"/>
                  <a:pt x="106075" y="183900"/>
                </a:cubicBezTo>
                <a:cubicBezTo>
                  <a:pt x="120165" y="183900"/>
                  <a:pt x="127339" y="180573"/>
                  <a:pt x="140920" y="169040"/>
                </a:cubicBezTo>
                <a:lnTo>
                  <a:pt x="141945" y="169040"/>
                </a:lnTo>
                <a:close/>
                <a:moveTo>
                  <a:pt x="251348" y="116832"/>
                </a:moveTo>
                <a:cubicBezTo>
                  <a:pt x="251348" y="105303"/>
                  <a:pt x="250324" y="46117"/>
                  <a:pt x="197029" y="0"/>
                </a:cubicBezTo>
                <a:lnTo>
                  <a:pt x="191137" y="4355"/>
                </a:lnTo>
                <a:cubicBezTo>
                  <a:pt x="199590" y="14090"/>
                  <a:pt x="230080" y="49448"/>
                  <a:pt x="230080" y="116832"/>
                </a:cubicBezTo>
                <a:cubicBezTo>
                  <a:pt x="230080" y="184217"/>
                  <a:pt x="199336" y="219575"/>
                  <a:pt x="191137" y="228801"/>
                </a:cubicBezTo>
                <a:lnTo>
                  <a:pt x="197029" y="233411"/>
                </a:lnTo>
                <a:cubicBezTo>
                  <a:pt x="227519" y="207279"/>
                  <a:pt x="251348" y="164490"/>
                  <a:pt x="251348" y="116832"/>
                </a:cubicBezTo>
                <a:close/>
                <a:moveTo>
                  <a:pt x="389457" y="40378"/>
                </a:moveTo>
                <a:cubicBezTo>
                  <a:pt x="389457" y="31917"/>
                  <a:pt x="392017" y="28841"/>
                  <a:pt x="412773" y="28841"/>
                </a:cubicBezTo>
                <a:cubicBezTo>
                  <a:pt x="427121" y="28841"/>
                  <a:pt x="435831" y="35714"/>
                  <a:pt x="435831" y="58072"/>
                </a:cubicBezTo>
                <a:cubicBezTo>
                  <a:pt x="435831" y="76791"/>
                  <a:pt x="430706" y="85251"/>
                  <a:pt x="409442" y="85251"/>
                </a:cubicBezTo>
                <a:lnTo>
                  <a:pt x="389457" y="85251"/>
                </a:lnTo>
                <a:lnTo>
                  <a:pt x="389457" y="40378"/>
                </a:lnTo>
                <a:moveTo>
                  <a:pt x="389457" y="98829"/>
                </a:moveTo>
                <a:lnTo>
                  <a:pt x="413285" y="98829"/>
                </a:lnTo>
                <a:cubicBezTo>
                  <a:pt x="443260" y="98829"/>
                  <a:pt x="447873" y="120832"/>
                  <a:pt x="447873" y="139085"/>
                </a:cubicBezTo>
                <a:cubicBezTo>
                  <a:pt x="447873" y="156776"/>
                  <a:pt x="446078" y="168571"/>
                  <a:pt x="411745" y="168571"/>
                </a:cubicBezTo>
                <a:cubicBezTo>
                  <a:pt x="393812" y="168571"/>
                  <a:pt x="389457" y="164982"/>
                  <a:pt x="389457" y="156522"/>
                </a:cubicBezTo>
                <a:lnTo>
                  <a:pt x="389457" y="98829"/>
                </a:lnTo>
                <a:moveTo>
                  <a:pt x="372032" y="16029"/>
                </a:moveTo>
                <a:cubicBezTo>
                  <a:pt x="363321" y="16029"/>
                  <a:pt x="350510" y="15259"/>
                  <a:pt x="350510" y="15259"/>
                </a:cubicBezTo>
                <a:lnTo>
                  <a:pt x="349998" y="16029"/>
                </a:lnTo>
                <a:cubicBezTo>
                  <a:pt x="352050" y="30635"/>
                  <a:pt x="353075" y="48072"/>
                  <a:pt x="353075" y="67303"/>
                </a:cubicBezTo>
                <a:lnTo>
                  <a:pt x="353075" y="130113"/>
                </a:lnTo>
                <a:cubicBezTo>
                  <a:pt x="353075" y="149340"/>
                  <a:pt x="352050" y="167547"/>
                  <a:pt x="349998" y="181383"/>
                </a:cubicBezTo>
                <a:lnTo>
                  <a:pt x="350256" y="182149"/>
                </a:lnTo>
                <a:cubicBezTo>
                  <a:pt x="350256" y="182149"/>
                  <a:pt x="363067" y="181383"/>
                  <a:pt x="372032" y="181383"/>
                </a:cubicBezTo>
                <a:cubicBezTo>
                  <a:pt x="390481" y="181383"/>
                  <a:pt x="396373" y="182149"/>
                  <a:pt x="419177" y="182149"/>
                </a:cubicBezTo>
                <a:cubicBezTo>
                  <a:pt x="470165" y="182149"/>
                  <a:pt x="489122" y="156264"/>
                  <a:pt x="489122" y="134214"/>
                </a:cubicBezTo>
                <a:cubicBezTo>
                  <a:pt x="489122" y="109600"/>
                  <a:pt x="469907" y="95502"/>
                  <a:pt x="447619" y="89094"/>
                </a:cubicBezTo>
                <a:cubicBezTo>
                  <a:pt x="460684" y="82687"/>
                  <a:pt x="474008" y="69097"/>
                  <a:pt x="474008" y="54995"/>
                </a:cubicBezTo>
                <a:cubicBezTo>
                  <a:pt x="474008" y="37817"/>
                  <a:pt x="461196" y="15259"/>
                  <a:pt x="413539" y="15259"/>
                </a:cubicBezTo>
                <a:cubicBezTo>
                  <a:pt x="404571" y="15259"/>
                  <a:pt x="388174" y="16029"/>
                  <a:pt x="372032" y="16029"/>
                </a:cubicBezTo>
                <a:close/>
                <a:moveTo>
                  <a:pt x="521406" y="25932"/>
                </a:moveTo>
                <a:cubicBezTo>
                  <a:pt x="521406" y="35671"/>
                  <a:pt x="529351" y="43611"/>
                  <a:pt x="539597" y="43611"/>
                </a:cubicBezTo>
                <a:cubicBezTo>
                  <a:pt x="549848" y="43611"/>
                  <a:pt x="557788" y="35671"/>
                  <a:pt x="557788" y="25932"/>
                </a:cubicBezTo>
                <a:cubicBezTo>
                  <a:pt x="557788" y="16197"/>
                  <a:pt x="549848" y="8253"/>
                  <a:pt x="539597" y="8253"/>
                </a:cubicBezTo>
                <a:cubicBezTo>
                  <a:pt x="529351" y="8253"/>
                  <a:pt x="521406" y="16197"/>
                  <a:pt x="521406" y="25932"/>
                </a:cubicBezTo>
                <a:moveTo>
                  <a:pt x="522689" y="121231"/>
                </a:moveTo>
                <a:lnTo>
                  <a:pt x="522689" y="135309"/>
                </a:lnTo>
                <a:cubicBezTo>
                  <a:pt x="522689" y="154508"/>
                  <a:pt x="522177" y="167562"/>
                  <a:pt x="520124" y="181383"/>
                </a:cubicBezTo>
                <a:lnTo>
                  <a:pt x="520636" y="182149"/>
                </a:lnTo>
                <a:cubicBezTo>
                  <a:pt x="525969" y="181586"/>
                  <a:pt x="530629" y="181383"/>
                  <a:pt x="539597" y="181383"/>
                </a:cubicBezTo>
                <a:cubicBezTo>
                  <a:pt x="548308" y="181383"/>
                  <a:pt x="553742" y="181641"/>
                  <a:pt x="558559" y="182149"/>
                </a:cubicBezTo>
                <a:lnTo>
                  <a:pt x="559071" y="181383"/>
                </a:lnTo>
                <a:cubicBezTo>
                  <a:pt x="557022" y="166792"/>
                  <a:pt x="556510" y="154763"/>
                  <a:pt x="556510" y="135309"/>
                </a:cubicBezTo>
                <a:lnTo>
                  <a:pt x="556510" y="118416"/>
                </a:lnTo>
                <a:cubicBezTo>
                  <a:pt x="556510" y="99220"/>
                  <a:pt x="557483" y="88211"/>
                  <a:pt x="559071" y="72854"/>
                </a:cubicBezTo>
                <a:cubicBezTo>
                  <a:pt x="559071" y="71064"/>
                  <a:pt x="558301" y="70293"/>
                  <a:pt x="556764" y="70293"/>
                </a:cubicBezTo>
                <a:cubicBezTo>
                  <a:pt x="553230" y="70805"/>
                  <a:pt x="546259" y="71576"/>
                  <a:pt x="539085" y="71576"/>
                </a:cubicBezTo>
                <a:cubicBezTo>
                  <a:pt x="532423" y="71576"/>
                  <a:pt x="525457" y="71114"/>
                  <a:pt x="520894" y="70805"/>
                </a:cubicBezTo>
                <a:lnTo>
                  <a:pt x="520124" y="71830"/>
                </a:lnTo>
                <a:cubicBezTo>
                  <a:pt x="522177" y="82835"/>
                  <a:pt x="522689" y="102035"/>
                  <a:pt x="522689" y="121231"/>
                </a:cubicBezTo>
                <a:close/>
                <a:moveTo>
                  <a:pt x="697172" y="107219"/>
                </a:moveTo>
                <a:cubicBezTo>
                  <a:pt x="697172" y="98360"/>
                  <a:pt x="692047" y="87863"/>
                  <a:pt x="684102" y="82487"/>
                </a:cubicBezTo>
                <a:cubicBezTo>
                  <a:pt x="691738" y="82640"/>
                  <a:pt x="701066" y="84074"/>
                  <a:pt x="709980" y="84688"/>
                </a:cubicBezTo>
                <a:lnTo>
                  <a:pt x="710750" y="83918"/>
                </a:lnTo>
                <a:cubicBezTo>
                  <a:pt x="710238" y="81615"/>
                  <a:pt x="709980" y="79309"/>
                  <a:pt x="709980" y="77006"/>
                </a:cubicBezTo>
                <a:cubicBezTo>
                  <a:pt x="709980" y="74699"/>
                  <a:pt x="710238" y="71881"/>
                  <a:pt x="710750" y="69574"/>
                </a:cubicBezTo>
                <a:lnTo>
                  <a:pt x="709980" y="68804"/>
                </a:lnTo>
                <a:cubicBezTo>
                  <a:pt x="697735" y="69883"/>
                  <a:pt x="681542" y="70035"/>
                  <a:pt x="662428" y="71009"/>
                </a:cubicBezTo>
                <a:cubicBezTo>
                  <a:pt x="657815" y="69574"/>
                  <a:pt x="649413" y="68804"/>
                  <a:pt x="643877" y="68804"/>
                </a:cubicBezTo>
                <a:cubicBezTo>
                  <a:pt x="616206" y="68804"/>
                  <a:pt x="593401" y="83664"/>
                  <a:pt x="593401" y="108243"/>
                </a:cubicBezTo>
                <a:cubicBezTo>
                  <a:pt x="593401" y="122579"/>
                  <a:pt x="600783" y="129749"/>
                  <a:pt x="607394" y="134359"/>
                </a:cubicBezTo>
                <a:cubicBezTo>
                  <a:pt x="611135" y="137025"/>
                  <a:pt x="617488" y="138972"/>
                  <a:pt x="617488" y="138972"/>
                </a:cubicBezTo>
                <a:lnTo>
                  <a:pt x="616976" y="140250"/>
                </a:lnTo>
                <a:cubicBezTo>
                  <a:pt x="605599" y="144094"/>
                  <a:pt x="594684" y="153906"/>
                  <a:pt x="594684" y="162331"/>
                </a:cubicBezTo>
                <a:cubicBezTo>
                  <a:pt x="594684" y="173098"/>
                  <a:pt x="600732" y="180171"/>
                  <a:pt x="614923" y="182325"/>
                </a:cubicBezTo>
                <a:cubicBezTo>
                  <a:pt x="609391" y="185808"/>
                  <a:pt x="599551" y="189511"/>
                  <a:pt x="593401" y="193111"/>
                </a:cubicBezTo>
                <a:cubicBezTo>
                  <a:pt x="589046" y="198772"/>
                  <a:pt x="587768" y="206795"/>
                  <a:pt x="587768" y="213175"/>
                </a:cubicBezTo>
                <a:cubicBezTo>
                  <a:pt x="587768" y="235533"/>
                  <a:pt x="614360" y="242449"/>
                  <a:pt x="637215" y="242449"/>
                </a:cubicBezTo>
                <a:cubicBezTo>
                  <a:pt x="653921" y="242449"/>
                  <a:pt x="673343" y="240452"/>
                  <a:pt x="688868" y="232867"/>
                </a:cubicBezTo>
                <a:cubicBezTo>
                  <a:pt x="703986" y="225416"/>
                  <a:pt x="715363" y="212506"/>
                  <a:pt x="715363" y="198772"/>
                </a:cubicBezTo>
                <a:cubicBezTo>
                  <a:pt x="715363" y="169513"/>
                  <a:pt x="682824" y="164388"/>
                  <a:pt x="659250" y="164388"/>
                </a:cubicBezTo>
                <a:cubicBezTo>
                  <a:pt x="654894" y="164388"/>
                  <a:pt x="649003" y="164900"/>
                  <a:pt x="643107" y="165670"/>
                </a:cubicBezTo>
                <a:cubicBezTo>
                  <a:pt x="639522" y="166128"/>
                  <a:pt x="639522" y="166386"/>
                  <a:pt x="638240" y="166386"/>
                </a:cubicBezTo>
                <a:cubicBezTo>
                  <a:pt x="631066" y="166386"/>
                  <a:pt x="623380" y="165092"/>
                  <a:pt x="623380" y="153938"/>
                </a:cubicBezTo>
                <a:cubicBezTo>
                  <a:pt x="623380" y="149790"/>
                  <a:pt x="623536" y="146678"/>
                  <a:pt x="626351" y="142303"/>
                </a:cubicBezTo>
                <a:cubicBezTo>
                  <a:pt x="629991" y="143839"/>
                  <a:pt x="636907" y="145118"/>
                  <a:pt x="645672" y="145118"/>
                </a:cubicBezTo>
                <a:cubicBezTo>
                  <a:pt x="675392" y="145118"/>
                  <a:pt x="697172" y="131032"/>
                  <a:pt x="697172" y="107219"/>
                </a:cubicBezTo>
                <a:moveTo>
                  <a:pt x="663093" y="107473"/>
                </a:moveTo>
                <a:cubicBezTo>
                  <a:pt x="663093" y="125652"/>
                  <a:pt x="657971" y="134871"/>
                  <a:pt x="645672" y="134871"/>
                </a:cubicBezTo>
                <a:cubicBezTo>
                  <a:pt x="630041" y="134871"/>
                  <a:pt x="627481" y="125652"/>
                  <a:pt x="627481" y="106965"/>
                </a:cubicBezTo>
                <a:cubicBezTo>
                  <a:pt x="627481" y="90064"/>
                  <a:pt x="631578" y="79055"/>
                  <a:pt x="644902" y="79055"/>
                </a:cubicBezTo>
                <a:cubicBezTo>
                  <a:pt x="660274" y="79055"/>
                  <a:pt x="663093" y="88273"/>
                  <a:pt x="663093" y="107473"/>
                </a:cubicBezTo>
                <a:moveTo>
                  <a:pt x="626456" y="185605"/>
                </a:moveTo>
                <a:cubicBezTo>
                  <a:pt x="628094" y="185808"/>
                  <a:pt x="630041" y="186117"/>
                  <a:pt x="632348" y="186117"/>
                </a:cubicBezTo>
                <a:cubicBezTo>
                  <a:pt x="639882" y="185910"/>
                  <a:pt x="646747" y="185652"/>
                  <a:pt x="650281" y="185652"/>
                </a:cubicBezTo>
                <a:cubicBezTo>
                  <a:pt x="664629" y="185652"/>
                  <a:pt x="682054" y="186887"/>
                  <a:pt x="682054" y="204687"/>
                </a:cubicBezTo>
                <a:cubicBezTo>
                  <a:pt x="682054" y="220376"/>
                  <a:pt x="666424" y="230920"/>
                  <a:pt x="644389" y="230920"/>
                </a:cubicBezTo>
                <a:cubicBezTo>
                  <a:pt x="635679" y="230920"/>
                  <a:pt x="618254" y="225521"/>
                  <a:pt x="618254" y="208030"/>
                </a:cubicBezTo>
                <a:cubicBezTo>
                  <a:pt x="618254" y="199542"/>
                  <a:pt x="619795" y="192341"/>
                  <a:pt x="626456" y="185398"/>
                </a:cubicBezTo>
                <a:lnTo>
                  <a:pt x="626456" y="185605"/>
                </a:lnTo>
                <a:close/>
                <a:moveTo>
                  <a:pt x="810418" y="135528"/>
                </a:moveTo>
                <a:cubicBezTo>
                  <a:pt x="780593" y="64937"/>
                  <a:pt x="769013" y="23668"/>
                  <a:pt x="766604" y="15259"/>
                </a:cubicBezTo>
                <a:cubicBezTo>
                  <a:pt x="762249" y="16029"/>
                  <a:pt x="751486" y="16029"/>
                  <a:pt x="747131" y="16029"/>
                </a:cubicBezTo>
                <a:cubicBezTo>
                  <a:pt x="742776" y="16029"/>
                  <a:pt x="725609" y="16029"/>
                  <a:pt x="721254" y="15259"/>
                </a:cubicBezTo>
                <a:cubicBezTo>
                  <a:pt x="734065" y="41148"/>
                  <a:pt x="767887" y="127017"/>
                  <a:pt x="791457" y="183150"/>
                </a:cubicBezTo>
                <a:lnTo>
                  <a:pt x="809136" y="183150"/>
                </a:lnTo>
                <a:cubicBezTo>
                  <a:pt x="833731" y="126247"/>
                  <a:pt x="858842" y="71908"/>
                  <a:pt x="884719" y="15259"/>
                </a:cubicBezTo>
                <a:cubicBezTo>
                  <a:pt x="881646" y="16029"/>
                  <a:pt x="875238" y="16029"/>
                  <a:pt x="872420" y="16029"/>
                </a:cubicBezTo>
                <a:cubicBezTo>
                  <a:pt x="869605" y="16029"/>
                  <a:pt x="860636" y="16029"/>
                  <a:pt x="857560" y="15259"/>
                </a:cubicBezTo>
                <a:cubicBezTo>
                  <a:pt x="849568" y="45249"/>
                  <a:pt x="828046" y="94771"/>
                  <a:pt x="810418" y="135528"/>
                </a:cubicBezTo>
                <a:close/>
                <a:moveTo>
                  <a:pt x="978494" y="165002"/>
                </a:moveTo>
                <a:lnTo>
                  <a:pt x="979006" y="165002"/>
                </a:lnTo>
                <a:lnTo>
                  <a:pt x="980289" y="181383"/>
                </a:lnTo>
                <a:cubicBezTo>
                  <a:pt x="980289" y="181895"/>
                  <a:pt x="981055" y="182149"/>
                  <a:pt x="982595" y="182149"/>
                </a:cubicBezTo>
                <a:cubicBezTo>
                  <a:pt x="985977" y="181691"/>
                  <a:pt x="993612" y="181383"/>
                  <a:pt x="997350" y="181383"/>
                </a:cubicBezTo>
                <a:cubicBezTo>
                  <a:pt x="1000528" y="181383"/>
                  <a:pt x="1012828" y="181641"/>
                  <a:pt x="1016159" y="182149"/>
                </a:cubicBezTo>
                <a:lnTo>
                  <a:pt x="1016671" y="181383"/>
                </a:lnTo>
                <a:cubicBezTo>
                  <a:pt x="1014622" y="170377"/>
                  <a:pt x="1012316" y="151436"/>
                  <a:pt x="1012316" y="132240"/>
                </a:cubicBezTo>
                <a:lnTo>
                  <a:pt x="1012316" y="117649"/>
                </a:lnTo>
                <a:cubicBezTo>
                  <a:pt x="1012316" y="98450"/>
                  <a:pt x="1012316" y="85142"/>
                  <a:pt x="1014622" y="71576"/>
                </a:cubicBezTo>
                <a:lnTo>
                  <a:pt x="1014364" y="70805"/>
                </a:lnTo>
                <a:cubicBezTo>
                  <a:pt x="1014364" y="70805"/>
                  <a:pt x="1003601" y="71576"/>
                  <a:pt x="994637" y="71576"/>
                </a:cubicBezTo>
                <a:cubicBezTo>
                  <a:pt x="985922" y="71576"/>
                  <a:pt x="977212" y="70805"/>
                  <a:pt x="977212" y="70805"/>
                </a:cubicBezTo>
                <a:lnTo>
                  <a:pt x="976700" y="71576"/>
                </a:lnTo>
                <a:cubicBezTo>
                  <a:pt x="978494" y="85908"/>
                  <a:pt x="978494" y="98196"/>
                  <a:pt x="978494" y="117649"/>
                </a:cubicBezTo>
                <a:lnTo>
                  <a:pt x="978494" y="138124"/>
                </a:lnTo>
                <a:cubicBezTo>
                  <a:pt x="978494" y="152917"/>
                  <a:pt x="961277" y="164173"/>
                  <a:pt x="949798" y="164173"/>
                </a:cubicBezTo>
                <a:cubicBezTo>
                  <a:pt x="942112" y="164173"/>
                  <a:pt x="934680" y="161616"/>
                  <a:pt x="935192" y="140641"/>
                </a:cubicBezTo>
                <a:lnTo>
                  <a:pt x="935705" y="117618"/>
                </a:lnTo>
                <a:cubicBezTo>
                  <a:pt x="936166" y="98434"/>
                  <a:pt x="936475" y="84723"/>
                  <a:pt x="937757" y="71576"/>
                </a:cubicBezTo>
                <a:lnTo>
                  <a:pt x="937499" y="70805"/>
                </a:lnTo>
                <a:cubicBezTo>
                  <a:pt x="937499" y="70805"/>
                  <a:pt x="927252" y="71576"/>
                  <a:pt x="918284" y="71576"/>
                </a:cubicBezTo>
                <a:cubicBezTo>
                  <a:pt x="909573" y="71576"/>
                  <a:pt x="900347" y="70805"/>
                  <a:pt x="900347" y="70805"/>
                </a:cubicBezTo>
                <a:lnTo>
                  <a:pt x="899835" y="71576"/>
                </a:lnTo>
                <a:cubicBezTo>
                  <a:pt x="901375" y="86154"/>
                  <a:pt x="902192" y="99200"/>
                  <a:pt x="901887" y="117618"/>
                </a:cubicBezTo>
                <a:lnTo>
                  <a:pt x="901375" y="149082"/>
                </a:lnTo>
                <a:cubicBezTo>
                  <a:pt x="901117" y="166738"/>
                  <a:pt x="910085" y="183900"/>
                  <a:pt x="935450" y="183900"/>
                </a:cubicBezTo>
                <a:cubicBezTo>
                  <a:pt x="945955" y="183900"/>
                  <a:pt x="964146" y="180315"/>
                  <a:pt x="978494" y="164943"/>
                </a:cubicBezTo>
                <a:lnTo>
                  <a:pt x="978494" y="165002"/>
                </a:lnTo>
                <a:close/>
                <a:moveTo>
                  <a:pt x="1056641" y="130125"/>
                </a:moveTo>
                <a:cubicBezTo>
                  <a:pt x="1056641" y="149348"/>
                  <a:pt x="1055769" y="167645"/>
                  <a:pt x="1053564" y="181383"/>
                </a:cubicBezTo>
                <a:lnTo>
                  <a:pt x="1053822" y="182149"/>
                </a:lnTo>
                <a:cubicBezTo>
                  <a:pt x="1053822" y="182149"/>
                  <a:pt x="1064581" y="181383"/>
                  <a:pt x="1073550" y="181383"/>
                </a:cubicBezTo>
                <a:cubicBezTo>
                  <a:pt x="1082311" y="181383"/>
                  <a:pt x="1093023" y="182149"/>
                  <a:pt x="1093023" y="182149"/>
                </a:cubicBezTo>
                <a:lnTo>
                  <a:pt x="1093535" y="181383"/>
                </a:lnTo>
                <a:cubicBezTo>
                  <a:pt x="1091381" y="166773"/>
                  <a:pt x="1090458" y="149399"/>
                  <a:pt x="1090458" y="130125"/>
                </a:cubicBezTo>
                <a:lnTo>
                  <a:pt x="1090458" y="53244"/>
                </a:lnTo>
                <a:cubicBezTo>
                  <a:pt x="1090458" y="34025"/>
                  <a:pt x="1091537" y="20748"/>
                  <a:pt x="1093535" y="5063"/>
                </a:cubicBezTo>
                <a:cubicBezTo>
                  <a:pt x="1093535" y="3268"/>
                  <a:pt x="1092304" y="2498"/>
                  <a:pt x="1090716" y="2498"/>
                </a:cubicBezTo>
                <a:cubicBezTo>
                  <a:pt x="1084313" y="5063"/>
                  <a:pt x="1064480" y="10188"/>
                  <a:pt x="1054076" y="10958"/>
                </a:cubicBezTo>
                <a:lnTo>
                  <a:pt x="1053564" y="11729"/>
                </a:lnTo>
                <a:cubicBezTo>
                  <a:pt x="1055562" y="22695"/>
                  <a:pt x="1056641" y="40428"/>
                  <a:pt x="1056641" y="59906"/>
                </a:cubicBezTo>
                <a:lnTo>
                  <a:pt x="1056641" y="13012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F14BD01-1C27-4ACB-A12E-E2BC6DC86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2820" y="1659329"/>
            <a:ext cx="868618" cy="296758"/>
          </a:xfrm>
          <a:custGeom xmlns:a="http://schemas.openxmlformats.org/drawingml/2006/main">
            <a:pathLst>
              <a:path w="868618" h="296758" fill="none">
                <a:moveTo>
                  <a:pt x="0" y="0"/>
                </a:moveTo>
                <a:cubicBezTo>
                  <a:pt x="434309" y="0"/>
                  <a:pt x="434309" y="296758"/>
                  <a:pt x="868618" y="296758"/>
                </a:cubicBezTo>
              </a:path>
            </a:pathLst>
          </a:custGeom>
          <a:noFill xmlns:a="http://schemas.openxmlformats.org/drawingml/2006/main"/>
          <a:ln xmlns:a="http://schemas.openxmlformats.org/drawingml/2006/main" w="843825" cap="flat">
            <a:solidFill>
              <a:srgbClr val="D5E8D4">
                <a:alpha val="45000"/>
              </a:srgbClr>
            </a:solidFill>
            <a:miter/>
          </a:ln>
        </p:spPr>
      </p:sp>
      <p:sp>
        <p:nvSpPr>
          <p:cNvPr id="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7232F42-4F2C-49AF-B957-71ACAB907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2820" y="469856"/>
            <a:ext cx="868618" cy="370986"/>
          </a:xfrm>
          <a:custGeom xmlns:a="http://schemas.openxmlformats.org/drawingml/2006/main">
            <a:pathLst>
              <a:path w="868618" h="370986" fill="none">
                <a:moveTo>
                  <a:pt x="0" y="370986"/>
                </a:moveTo>
                <a:cubicBezTo>
                  <a:pt x="434309" y="370986"/>
                  <a:pt x="434309" y="0"/>
                  <a:pt x="868618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793196" cap="flat">
            <a:solidFill>
              <a:srgbClr val="F8CECC">
                <a:alpha val="45000"/>
              </a:srgbClr>
            </a:solidFill>
            <a:miter/>
          </a:ln>
        </p:spPr>
      </p:sp>
      <p:sp>
        <p:nvSpPr>
          <p:cNvPr id="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3E9473A-0DE3-4BB9-9BB3-CBD877E40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4682" y="68986"/>
            <a:ext cx="868627" cy="797442"/>
          </a:xfrm>
          <a:custGeom xmlns:a="http://schemas.openxmlformats.org/drawingml/2006/main">
            <a:pathLst>
              <a:path w="868627" h="797442">
                <a:moveTo>
                  <a:pt x="0" y="4256"/>
                </a:moveTo>
                <a:lnTo>
                  <a:pt x="0" y="797442"/>
                </a:lnTo>
                <a:lnTo>
                  <a:pt x="868627" y="793218"/>
                </a:lnTo>
                <a:lnTo>
                  <a:pt x="868627" y="0"/>
                </a:lnTo>
                <a:lnTo>
                  <a:pt x="0" y="4256"/>
                </a:lnTo>
                <a:close/>
                <a:moveTo>
                  <a:pt x="0" y="4256"/>
                </a:moveTo>
              </a:path>
            </a:pathLst>
          </a:custGeom>
          <a:solidFill xmlns:a="http://schemas.openxmlformats.org/drawingml/2006/main">
            <a:srgbClr val="E1D5E7">
              <a:alpha val="45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BDBC82A-2802-4BE1-9E6A-381C86CA7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4682" y="68986"/>
            <a:ext cx="868627" cy="797442"/>
          </a:xfrm>
          <a:custGeom xmlns:a="http://schemas.openxmlformats.org/drawingml/2006/main">
            <a:pathLst>
              <a:path w="868627" h="797442" fill="none">
                <a:moveTo>
                  <a:pt x="0" y="4256"/>
                </a:moveTo>
                <a:lnTo>
                  <a:pt x="0" y="797442"/>
                </a:lnTo>
                <a:lnTo>
                  <a:pt x="868627" y="793218"/>
                </a:lnTo>
                <a:lnTo>
                  <a:pt x="868627" y="0"/>
                </a:lnTo>
                <a:lnTo>
                  <a:pt x="0" y="4256"/>
                </a:lnTo>
                <a:close/>
                <a:moveTo>
                  <a:pt x="0" y="4256"/>
                </a:moveTo>
              </a:path>
            </a:pathLst>
          </a:custGeom>
          <a:noFill xmlns:a="http://schemas.openxmlformats.org/drawingml/2006/main"/>
          <a:ln xmlns:a="http://schemas.openxmlformats.org/drawingml/2006/main" w="3052" cap="flat">
            <a:solidFill>
              <a:srgbClr val="E1D5E7">
                <a:alpha val="45000"/>
              </a:srgbClr>
            </a:solidFill>
            <a:miter/>
          </a:ln>
        </p:spPr>
      </p:sp>
      <p:sp>
        <p:nvSpPr>
          <p:cNvPr id="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6C3B60F-20FF-4B61-8761-CCCBFD752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2820" y="2106578"/>
            <a:ext cx="868618" cy="964470"/>
          </a:xfrm>
          <a:custGeom xmlns:a="http://schemas.openxmlformats.org/drawingml/2006/main">
            <a:pathLst>
              <a:path w="868618" h="964470" fill="none">
                <a:moveTo>
                  <a:pt x="0" y="0"/>
                </a:moveTo>
                <a:cubicBezTo>
                  <a:pt x="434309" y="0"/>
                  <a:pt x="434309" y="964470"/>
                  <a:pt x="868618" y="964470"/>
                </a:cubicBezTo>
              </a:path>
            </a:pathLst>
          </a:custGeom>
          <a:noFill xmlns:a="http://schemas.openxmlformats.org/drawingml/2006/main"/>
          <a:ln xmlns:a="http://schemas.openxmlformats.org/drawingml/2006/main" w="50630" cap="flat">
            <a:solidFill>
              <a:srgbClr val="999999">
                <a:alpha val="45000"/>
              </a:srgbClr>
            </a:solidFill>
            <a:miter/>
          </a:ln>
        </p:spPr>
      </p:sp>
      <p:sp>
        <p:nvSpPr>
          <p:cNvPr id="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FB83889-C911-4BBF-A725-A8027FE1C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4682" y="866428"/>
            <a:ext cx="868627" cy="663488"/>
          </a:xfrm>
          <a:custGeom xmlns:a="http://schemas.openxmlformats.org/drawingml/2006/main">
            <a:pathLst>
              <a:path w="868627" h="663488" fill="none">
                <a:moveTo>
                  <a:pt x="0" y="0"/>
                </a:moveTo>
                <a:cubicBezTo>
                  <a:pt x="434309" y="0"/>
                  <a:pt x="434309" y="663488"/>
                  <a:pt x="868627" y="663488"/>
                </a:cubicBezTo>
              </a:path>
            </a:pathLst>
          </a:custGeom>
          <a:noFill xmlns:a="http://schemas.openxmlformats.org/drawingml/2006/main"/>
          <a:ln xmlns:a="http://schemas.openxmlformats.org/drawingml/2006/main" w="6104" cap="flat">
            <a:solidFill>
              <a:srgbClr val="FFF2CC">
                <a:alpha val="45000"/>
              </a:srgbClr>
            </a:solidFill>
            <a:miter/>
          </a:ln>
        </p:spPr>
      </p:sp>
      <p:sp>
        <p:nvSpPr>
          <p:cNvPr id="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6B8B31C-F0E5-430C-BC64-59360F50D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9576" y="444229"/>
            <a:ext cx="73243" cy="1687651"/>
          </a:xfrm>
          <a:custGeom xmlns:a="http://schemas.openxmlformats.org/drawingml/2006/main">
            <a:pathLst>
              <a:path w="73243" h="1687651">
                <a:moveTo>
                  <a:pt x="0" y="0"/>
                </a:moveTo>
                <a:lnTo>
                  <a:pt x="73243" y="0"/>
                </a:lnTo>
                <a:lnTo>
                  <a:pt x="73243" y="1687651"/>
                </a:lnTo>
                <a:lnTo>
                  <a:pt x="0" y="168765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88888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CCEC39C-E361-40F8-9802-CFCF73E77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1438" y="73243"/>
            <a:ext cx="73243" cy="793186"/>
          </a:xfrm>
          <a:custGeom xmlns:a="http://schemas.openxmlformats.org/drawingml/2006/main">
            <a:pathLst>
              <a:path w="73243" h="793186">
                <a:moveTo>
                  <a:pt x="0" y="0"/>
                </a:moveTo>
                <a:lnTo>
                  <a:pt x="73243" y="0"/>
                </a:lnTo>
                <a:lnTo>
                  <a:pt x="73243" y="793186"/>
                </a:lnTo>
                <a:lnTo>
                  <a:pt x="0" y="79318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8545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4B8B88D-1800-418F-87CF-6E95009A0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1438" y="1534172"/>
            <a:ext cx="73243" cy="843830"/>
          </a:xfrm>
          <a:custGeom xmlns:a="http://schemas.openxmlformats.org/drawingml/2006/main">
            <a:pathLst>
              <a:path w="73243" h="843830">
                <a:moveTo>
                  <a:pt x="0" y="0"/>
                </a:moveTo>
                <a:lnTo>
                  <a:pt x="73243" y="0"/>
                </a:lnTo>
                <a:lnTo>
                  <a:pt x="73243" y="843830"/>
                </a:lnTo>
                <a:lnTo>
                  <a:pt x="0" y="84383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82B36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F21D8EB-F4B3-457A-BDCE-0E9DDA1B2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1438" y="3045738"/>
            <a:ext cx="73243" cy="50644"/>
          </a:xfrm>
          <a:custGeom xmlns:a="http://schemas.openxmlformats.org/drawingml/2006/main">
            <a:pathLst>
              <a:path w="73243" h="50644">
                <a:moveTo>
                  <a:pt x="0" y="0"/>
                </a:moveTo>
                <a:lnTo>
                  <a:pt x="73243" y="0"/>
                </a:lnTo>
                <a:lnTo>
                  <a:pt x="73243" y="50644"/>
                </a:lnTo>
                <a:lnTo>
                  <a:pt x="0" y="5064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88888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F8D116A-07F4-4DED-9F82-DC09D3443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3308" y="68986"/>
            <a:ext cx="73243" cy="793218"/>
          </a:xfrm>
          <a:custGeom xmlns:a="http://schemas.openxmlformats.org/drawingml/2006/main">
            <a:pathLst>
              <a:path w="73243" h="793218">
                <a:moveTo>
                  <a:pt x="0" y="0"/>
                </a:moveTo>
                <a:lnTo>
                  <a:pt x="73243" y="0"/>
                </a:lnTo>
                <a:lnTo>
                  <a:pt x="73243" y="793218"/>
                </a:lnTo>
                <a:lnTo>
                  <a:pt x="0" y="79321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9673A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9B36E70-D66B-4119-8841-FB411400A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1192" y="1188748"/>
            <a:ext cx="775030" cy="202307"/>
          </a:xfrm>
          <a:custGeom xmlns:a="http://schemas.openxmlformats.org/drawingml/2006/main">
            <a:pathLst>
              <a:path w="775030" h="202307">
                <a:moveTo>
                  <a:pt x="35092" y="0"/>
                </a:moveTo>
                <a:lnTo>
                  <a:pt x="739938" y="0"/>
                </a:lnTo>
                <a:cubicBezTo>
                  <a:pt x="759388" y="0"/>
                  <a:pt x="775030" y="15642"/>
                  <a:pt x="775030" y="35092"/>
                </a:cubicBezTo>
                <a:lnTo>
                  <a:pt x="775030" y="167215"/>
                </a:lnTo>
                <a:cubicBezTo>
                  <a:pt x="775030" y="186665"/>
                  <a:pt x="759388" y="202307"/>
                  <a:pt x="739938" y="202307"/>
                </a:cubicBezTo>
                <a:lnTo>
                  <a:pt x="35092" y="202307"/>
                </a:lnTo>
                <a:cubicBezTo>
                  <a:pt x="15674" y="202307"/>
                  <a:pt x="0" y="186665"/>
                  <a:pt x="0" y="167215"/>
                </a:cubicBezTo>
                <a:lnTo>
                  <a:pt x="0" y="35092"/>
                </a:lnTo>
                <a:cubicBezTo>
                  <a:pt x="0" y="15642"/>
                  <a:pt x="15674" y="0"/>
                  <a:pt x="35092" y="0"/>
                </a:cubicBezTo>
                <a:close/>
                <a:moveTo>
                  <a:pt x="35092" y="0"/>
                </a:moveTo>
              </a:path>
            </a:pathLst>
          </a:custGeom>
          <a:solidFill xmlns:a="http://schemas.openxmlformats.org/drawingml/2006/main">
            <a:srgbClr val="FFFFFF">
              <a:alpha val="75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8" name="Text Devign:100">
            <a:extLst xmlns:a="http://schemas.openxmlformats.org/drawingml/2006/main">
              <a:ext uri="{FF2B5EF4-FFF2-40B4-BE49-F238E27FC236}">
                <a16:creationId xmlns:a16="http://schemas.microsoft.com/office/drawing/2014/main" id="{C1AF6C5D-ED75-4931-83C5-78138BBFA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3532" y="1238702"/>
            <a:ext cx="680996" cy="126134"/>
          </a:xfrm>
          <a:custGeom xmlns:a="http://schemas.openxmlformats.org/drawingml/2006/main">
            <a:pathLst>
              <a:path w="680996" h="126134">
                <a:moveTo>
                  <a:pt x="0" y="95817"/>
                </a:moveTo>
                <a:lnTo>
                  <a:pt x="39470" y="95817"/>
                </a:lnTo>
                <a:cubicBezTo>
                  <a:pt x="55593" y="95817"/>
                  <a:pt x="70185" y="91232"/>
                  <a:pt x="78802" y="83447"/>
                </a:cubicBezTo>
                <a:cubicBezTo>
                  <a:pt x="87836" y="75247"/>
                  <a:pt x="92978" y="62875"/>
                  <a:pt x="92978" y="49392"/>
                </a:cubicBezTo>
                <a:cubicBezTo>
                  <a:pt x="92978" y="36882"/>
                  <a:pt x="88947" y="26039"/>
                  <a:pt x="81164" y="18394"/>
                </a:cubicBezTo>
                <a:cubicBezTo>
                  <a:pt x="71714" y="8802"/>
                  <a:pt x="56564" y="3797"/>
                  <a:pt x="37525" y="3797"/>
                </a:cubicBezTo>
                <a:lnTo>
                  <a:pt x="0" y="3797"/>
                </a:lnTo>
                <a:lnTo>
                  <a:pt x="0" y="6440"/>
                </a:lnTo>
                <a:cubicBezTo>
                  <a:pt x="10979" y="7411"/>
                  <a:pt x="12092" y="8524"/>
                  <a:pt x="12230" y="18950"/>
                </a:cubicBezTo>
                <a:lnTo>
                  <a:pt x="12230" y="80667"/>
                </a:lnTo>
                <a:cubicBezTo>
                  <a:pt x="12092" y="90814"/>
                  <a:pt x="10423" y="92483"/>
                  <a:pt x="0" y="93177"/>
                </a:cubicBezTo>
                <a:lnTo>
                  <a:pt x="0" y="95817"/>
                </a:lnTo>
                <a:moveTo>
                  <a:pt x="26406" y="14363"/>
                </a:moveTo>
                <a:cubicBezTo>
                  <a:pt x="26406" y="10053"/>
                  <a:pt x="27795" y="8940"/>
                  <a:pt x="33634" y="8940"/>
                </a:cubicBezTo>
                <a:cubicBezTo>
                  <a:pt x="45724" y="8940"/>
                  <a:pt x="54620" y="11165"/>
                  <a:pt x="61291" y="15892"/>
                </a:cubicBezTo>
                <a:cubicBezTo>
                  <a:pt x="72130" y="23399"/>
                  <a:pt x="77828" y="35353"/>
                  <a:pt x="77828" y="50365"/>
                </a:cubicBezTo>
                <a:cubicBezTo>
                  <a:pt x="77828" y="66766"/>
                  <a:pt x="72130" y="78443"/>
                  <a:pt x="60873" y="84976"/>
                </a:cubicBezTo>
                <a:cubicBezTo>
                  <a:pt x="53786" y="89008"/>
                  <a:pt x="45724" y="90677"/>
                  <a:pt x="33634" y="90677"/>
                </a:cubicBezTo>
                <a:cubicBezTo>
                  <a:pt x="28073" y="90677"/>
                  <a:pt x="26406" y="89425"/>
                  <a:pt x="26406" y="84976"/>
                </a:cubicBezTo>
                <a:lnTo>
                  <a:pt x="26406" y="14363"/>
                </a:lnTo>
                <a:close/>
                <a:moveTo>
                  <a:pt x="155517" y="72986"/>
                </a:moveTo>
                <a:cubicBezTo>
                  <a:pt x="148848" y="83553"/>
                  <a:pt x="142870" y="87587"/>
                  <a:pt x="133976" y="87587"/>
                </a:cubicBezTo>
                <a:cubicBezTo>
                  <a:pt x="126055" y="87587"/>
                  <a:pt x="120079" y="83553"/>
                  <a:pt x="116048" y="75628"/>
                </a:cubicBezTo>
                <a:cubicBezTo>
                  <a:pt x="113545" y="70344"/>
                  <a:pt x="112574" y="65895"/>
                  <a:pt x="112296" y="57272"/>
                </a:cubicBezTo>
                <a:lnTo>
                  <a:pt x="155102" y="57272"/>
                </a:lnTo>
                <a:cubicBezTo>
                  <a:pt x="153988" y="48255"/>
                  <a:pt x="152599" y="44238"/>
                  <a:pt x="149126" y="39806"/>
                </a:cubicBezTo>
                <a:cubicBezTo>
                  <a:pt x="144954" y="34812"/>
                  <a:pt x="138563" y="31892"/>
                  <a:pt x="131336" y="31892"/>
                </a:cubicBezTo>
                <a:cubicBezTo>
                  <a:pt x="124386" y="31892"/>
                  <a:pt x="117855" y="34394"/>
                  <a:pt x="112574" y="39113"/>
                </a:cubicBezTo>
                <a:cubicBezTo>
                  <a:pt x="106040" y="44792"/>
                  <a:pt x="102289" y="54632"/>
                  <a:pt x="102289" y="66032"/>
                </a:cubicBezTo>
                <a:cubicBezTo>
                  <a:pt x="102289" y="85222"/>
                  <a:pt x="112296" y="97174"/>
                  <a:pt x="128278" y="97174"/>
                </a:cubicBezTo>
                <a:cubicBezTo>
                  <a:pt x="141481" y="97174"/>
                  <a:pt x="151904" y="88976"/>
                  <a:pt x="157742" y="73959"/>
                </a:cubicBezTo>
                <a:lnTo>
                  <a:pt x="155517" y="72986"/>
                </a:lnTo>
                <a:moveTo>
                  <a:pt x="112574" y="52825"/>
                </a:moveTo>
                <a:cubicBezTo>
                  <a:pt x="114101" y="42022"/>
                  <a:pt x="118828" y="36897"/>
                  <a:pt x="127304" y="36897"/>
                </a:cubicBezTo>
                <a:cubicBezTo>
                  <a:pt x="135783" y="36897"/>
                  <a:pt x="139118" y="40775"/>
                  <a:pt x="140925" y="52825"/>
                </a:cubicBezTo>
                <a:lnTo>
                  <a:pt x="112574" y="52825"/>
                </a:lnTo>
                <a:close/>
                <a:moveTo>
                  <a:pt x="222367" y="33249"/>
                </a:moveTo>
                <a:lnTo>
                  <a:pt x="203050" y="33249"/>
                </a:lnTo>
                <a:lnTo>
                  <a:pt x="203050" y="35336"/>
                </a:lnTo>
                <a:cubicBezTo>
                  <a:pt x="207497" y="35752"/>
                  <a:pt x="209581" y="37141"/>
                  <a:pt x="209581" y="39781"/>
                </a:cubicBezTo>
                <a:cubicBezTo>
                  <a:pt x="209581" y="41170"/>
                  <a:pt x="209304" y="42559"/>
                  <a:pt x="208748" y="43950"/>
                </a:cubicBezTo>
                <a:lnTo>
                  <a:pt x="194989" y="79933"/>
                </a:lnTo>
                <a:lnTo>
                  <a:pt x="180813" y="44366"/>
                </a:lnTo>
                <a:cubicBezTo>
                  <a:pt x="179979" y="42421"/>
                  <a:pt x="179561" y="40476"/>
                  <a:pt x="179561" y="39225"/>
                </a:cubicBezTo>
                <a:cubicBezTo>
                  <a:pt x="179561" y="36725"/>
                  <a:pt x="181090" y="35752"/>
                  <a:pt x="185955" y="35336"/>
                </a:cubicBezTo>
                <a:lnTo>
                  <a:pt x="185955" y="33249"/>
                </a:lnTo>
                <a:lnTo>
                  <a:pt x="158715" y="33249"/>
                </a:lnTo>
                <a:lnTo>
                  <a:pt x="158715" y="35336"/>
                </a:lnTo>
                <a:cubicBezTo>
                  <a:pt x="163996" y="35614"/>
                  <a:pt x="164969" y="37003"/>
                  <a:pt x="171361" y="51313"/>
                </a:cubicBezTo>
                <a:lnTo>
                  <a:pt x="188040" y="91188"/>
                </a:lnTo>
                <a:cubicBezTo>
                  <a:pt x="188318" y="92021"/>
                  <a:pt x="188733" y="92994"/>
                  <a:pt x="189151" y="94106"/>
                </a:cubicBezTo>
                <a:cubicBezTo>
                  <a:pt x="189569" y="95217"/>
                  <a:pt x="189984" y="96190"/>
                  <a:pt x="190402" y="96884"/>
                </a:cubicBezTo>
                <a:cubicBezTo>
                  <a:pt x="190680" y="97439"/>
                  <a:pt x="191236" y="97717"/>
                  <a:pt x="191653" y="97717"/>
                </a:cubicBezTo>
                <a:cubicBezTo>
                  <a:pt x="192487" y="97717"/>
                  <a:pt x="193460" y="95912"/>
                  <a:pt x="195545" y="90770"/>
                </a:cubicBezTo>
                <a:lnTo>
                  <a:pt x="213333" y="46172"/>
                </a:lnTo>
                <a:cubicBezTo>
                  <a:pt x="217364" y="36725"/>
                  <a:pt x="218198" y="35752"/>
                  <a:pt x="222367" y="35336"/>
                </a:cubicBezTo>
                <a:lnTo>
                  <a:pt x="222367" y="33249"/>
                </a:lnTo>
                <a:close/>
                <a:moveTo>
                  <a:pt x="227787" y="95817"/>
                </a:moveTo>
                <a:lnTo>
                  <a:pt x="260725" y="95817"/>
                </a:lnTo>
                <a:lnTo>
                  <a:pt x="260725" y="93732"/>
                </a:lnTo>
                <a:cubicBezTo>
                  <a:pt x="251554" y="93039"/>
                  <a:pt x="250580" y="91788"/>
                  <a:pt x="250440" y="81640"/>
                </a:cubicBezTo>
                <a:lnTo>
                  <a:pt x="250440" y="32299"/>
                </a:lnTo>
                <a:lnTo>
                  <a:pt x="249885" y="31881"/>
                </a:lnTo>
                <a:lnTo>
                  <a:pt x="228343" y="39526"/>
                </a:lnTo>
                <a:lnTo>
                  <a:pt x="228343" y="41611"/>
                </a:lnTo>
                <a:lnTo>
                  <a:pt x="229456" y="41473"/>
                </a:lnTo>
                <a:cubicBezTo>
                  <a:pt x="231123" y="41195"/>
                  <a:pt x="232790" y="41055"/>
                  <a:pt x="234181" y="41055"/>
                </a:cubicBezTo>
                <a:cubicBezTo>
                  <a:pt x="237517" y="41055"/>
                  <a:pt x="238766" y="43280"/>
                  <a:pt x="238766" y="49396"/>
                </a:cubicBezTo>
                <a:lnTo>
                  <a:pt x="238766" y="81640"/>
                </a:lnTo>
                <a:cubicBezTo>
                  <a:pt x="238488" y="91926"/>
                  <a:pt x="237239" y="93317"/>
                  <a:pt x="227787" y="93732"/>
                </a:cubicBezTo>
                <a:lnTo>
                  <a:pt x="227787" y="95817"/>
                </a:lnTo>
                <a:moveTo>
                  <a:pt x="243353" y="888"/>
                </a:moveTo>
                <a:cubicBezTo>
                  <a:pt x="239602" y="888"/>
                  <a:pt x="236404" y="4084"/>
                  <a:pt x="236404" y="7975"/>
                </a:cubicBezTo>
                <a:cubicBezTo>
                  <a:pt x="236404" y="12007"/>
                  <a:pt x="239462" y="15062"/>
                  <a:pt x="243353" y="15062"/>
                </a:cubicBezTo>
                <a:cubicBezTo>
                  <a:pt x="247522" y="15062"/>
                  <a:pt x="250580" y="12007"/>
                  <a:pt x="250580" y="7975"/>
                </a:cubicBezTo>
                <a:cubicBezTo>
                  <a:pt x="250580" y="3946"/>
                  <a:pt x="247384" y="888"/>
                  <a:pt x="243353" y="888"/>
                </a:cubicBezTo>
                <a:close/>
                <a:moveTo>
                  <a:pt x="324794" y="41927"/>
                </a:moveTo>
                <a:lnTo>
                  <a:pt x="324794" y="36507"/>
                </a:lnTo>
                <a:lnTo>
                  <a:pt x="314093" y="36507"/>
                </a:lnTo>
                <a:cubicBezTo>
                  <a:pt x="311175" y="36507"/>
                  <a:pt x="309228" y="36074"/>
                  <a:pt x="306450" y="35090"/>
                </a:cubicBezTo>
                <a:lnTo>
                  <a:pt x="303392" y="33979"/>
                </a:lnTo>
                <a:cubicBezTo>
                  <a:pt x="299779" y="32588"/>
                  <a:pt x="295887" y="31892"/>
                  <a:pt x="292274" y="31892"/>
                </a:cubicBezTo>
                <a:cubicBezTo>
                  <a:pt x="279348" y="31892"/>
                  <a:pt x="269063" y="41789"/>
                  <a:pt x="269063" y="54570"/>
                </a:cubicBezTo>
                <a:cubicBezTo>
                  <a:pt x="269063" y="63324"/>
                  <a:pt x="272677" y="68603"/>
                  <a:pt x="281989" y="73188"/>
                </a:cubicBezTo>
                <a:lnTo>
                  <a:pt x="278375" y="76523"/>
                </a:lnTo>
                <a:cubicBezTo>
                  <a:pt x="275457" y="79303"/>
                  <a:pt x="273790" y="80832"/>
                  <a:pt x="273372" y="81388"/>
                </a:cubicBezTo>
                <a:cubicBezTo>
                  <a:pt x="270454" y="84444"/>
                  <a:pt x="269621" y="85973"/>
                  <a:pt x="269621" y="88335"/>
                </a:cubicBezTo>
                <a:cubicBezTo>
                  <a:pt x="269621" y="91393"/>
                  <a:pt x="271150" y="92922"/>
                  <a:pt x="276986" y="95700"/>
                </a:cubicBezTo>
                <a:cubicBezTo>
                  <a:pt x="266979" y="102926"/>
                  <a:pt x="263367" y="107512"/>
                  <a:pt x="263367" y="112653"/>
                </a:cubicBezTo>
                <a:cubicBezTo>
                  <a:pt x="263367" y="120018"/>
                  <a:pt x="274068" y="126134"/>
                  <a:pt x="287409" y="126134"/>
                </a:cubicBezTo>
                <a:cubicBezTo>
                  <a:pt x="297832" y="126134"/>
                  <a:pt x="308673" y="122520"/>
                  <a:pt x="315900" y="116684"/>
                </a:cubicBezTo>
                <a:cubicBezTo>
                  <a:pt x="321183" y="112375"/>
                  <a:pt x="323545" y="107928"/>
                  <a:pt x="323545" y="102648"/>
                </a:cubicBezTo>
                <a:cubicBezTo>
                  <a:pt x="323545" y="94034"/>
                  <a:pt x="317011" y="88335"/>
                  <a:pt x="306728" y="87780"/>
                </a:cubicBezTo>
                <a:lnTo>
                  <a:pt x="288800" y="86946"/>
                </a:lnTo>
                <a:cubicBezTo>
                  <a:pt x="281295" y="86669"/>
                  <a:pt x="277959" y="85417"/>
                  <a:pt x="277959" y="83195"/>
                </a:cubicBezTo>
                <a:cubicBezTo>
                  <a:pt x="277959" y="80415"/>
                  <a:pt x="282544" y="75552"/>
                  <a:pt x="286298" y="74439"/>
                </a:cubicBezTo>
                <a:cubicBezTo>
                  <a:pt x="291300" y="74856"/>
                  <a:pt x="293941" y="75134"/>
                  <a:pt x="294221" y="75134"/>
                </a:cubicBezTo>
                <a:cubicBezTo>
                  <a:pt x="299361" y="75134"/>
                  <a:pt x="304921" y="73050"/>
                  <a:pt x="309228" y="69298"/>
                </a:cubicBezTo>
                <a:cubicBezTo>
                  <a:pt x="313815" y="65407"/>
                  <a:pt x="315900" y="60544"/>
                  <a:pt x="315900" y="53599"/>
                </a:cubicBezTo>
                <a:cubicBezTo>
                  <a:pt x="315900" y="49570"/>
                  <a:pt x="315204" y="46374"/>
                  <a:pt x="313260" y="41927"/>
                </a:cubicBezTo>
                <a:lnTo>
                  <a:pt x="324794" y="41927"/>
                </a:lnTo>
                <a:moveTo>
                  <a:pt x="279904" y="96118"/>
                </a:moveTo>
                <a:cubicBezTo>
                  <a:pt x="284631" y="97089"/>
                  <a:pt x="295470" y="97925"/>
                  <a:pt x="302559" y="97925"/>
                </a:cubicBezTo>
                <a:cubicBezTo>
                  <a:pt x="315067" y="97925"/>
                  <a:pt x="319654" y="99730"/>
                  <a:pt x="319654" y="104732"/>
                </a:cubicBezTo>
                <a:cubicBezTo>
                  <a:pt x="319654" y="112793"/>
                  <a:pt x="309091" y="118211"/>
                  <a:pt x="293385" y="118211"/>
                </a:cubicBezTo>
                <a:cubicBezTo>
                  <a:pt x="281017" y="118211"/>
                  <a:pt x="273095" y="114182"/>
                  <a:pt x="273095" y="108068"/>
                </a:cubicBezTo>
                <a:cubicBezTo>
                  <a:pt x="273095" y="104872"/>
                  <a:pt x="274346" y="102788"/>
                  <a:pt x="279904" y="96118"/>
                </a:cubicBezTo>
                <a:moveTo>
                  <a:pt x="280600" y="48874"/>
                </a:moveTo>
                <a:cubicBezTo>
                  <a:pt x="280600" y="40678"/>
                  <a:pt x="284491" y="35785"/>
                  <a:pt x="290885" y="35785"/>
                </a:cubicBezTo>
                <a:cubicBezTo>
                  <a:pt x="295192" y="35785"/>
                  <a:pt x="298805" y="38175"/>
                  <a:pt x="301030" y="42345"/>
                </a:cubicBezTo>
                <a:cubicBezTo>
                  <a:pt x="303670" y="47207"/>
                  <a:pt x="305199" y="53459"/>
                  <a:pt x="305199" y="59017"/>
                </a:cubicBezTo>
                <a:cubicBezTo>
                  <a:pt x="305199" y="66796"/>
                  <a:pt x="301308" y="71659"/>
                  <a:pt x="294914" y="71659"/>
                </a:cubicBezTo>
                <a:cubicBezTo>
                  <a:pt x="286298" y="71659"/>
                  <a:pt x="280600" y="62629"/>
                  <a:pt x="280600" y="49292"/>
                </a:cubicBezTo>
                <a:lnTo>
                  <a:pt x="280600" y="48874"/>
                </a:lnTo>
                <a:close/>
                <a:moveTo>
                  <a:pt x="331466" y="95817"/>
                </a:moveTo>
                <a:lnTo>
                  <a:pt x="360930" y="95817"/>
                </a:lnTo>
                <a:lnTo>
                  <a:pt x="360930" y="93732"/>
                </a:lnTo>
                <a:cubicBezTo>
                  <a:pt x="353981" y="93317"/>
                  <a:pt x="351756" y="91510"/>
                  <a:pt x="351756" y="86507"/>
                </a:cubicBezTo>
                <a:lnTo>
                  <a:pt x="351756" y="47458"/>
                </a:lnTo>
                <a:cubicBezTo>
                  <a:pt x="358428" y="41204"/>
                  <a:pt x="361486" y="39537"/>
                  <a:pt x="366073" y="39537"/>
                </a:cubicBezTo>
                <a:cubicBezTo>
                  <a:pt x="372882" y="39537"/>
                  <a:pt x="376218" y="43844"/>
                  <a:pt x="376218" y="53016"/>
                </a:cubicBezTo>
                <a:lnTo>
                  <a:pt x="376218" y="82060"/>
                </a:lnTo>
                <a:cubicBezTo>
                  <a:pt x="375940" y="91092"/>
                  <a:pt x="374271" y="93317"/>
                  <a:pt x="367462" y="93732"/>
                </a:cubicBezTo>
                <a:lnTo>
                  <a:pt x="367462" y="95817"/>
                </a:lnTo>
                <a:lnTo>
                  <a:pt x="396371" y="95817"/>
                </a:lnTo>
                <a:lnTo>
                  <a:pt x="396371" y="93732"/>
                </a:lnTo>
                <a:cubicBezTo>
                  <a:pt x="389559" y="93039"/>
                  <a:pt x="388030" y="91370"/>
                  <a:pt x="387892" y="84561"/>
                </a:cubicBezTo>
                <a:lnTo>
                  <a:pt x="387892" y="52738"/>
                </a:lnTo>
                <a:cubicBezTo>
                  <a:pt x="387892" y="39677"/>
                  <a:pt x="381776" y="31892"/>
                  <a:pt x="371493" y="31892"/>
                </a:cubicBezTo>
                <a:cubicBezTo>
                  <a:pt x="365099" y="31892"/>
                  <a:pt x="360790" y="34256"/>
                  <a:pt x="351341" y="43151"/>
                </a:cubicBezTo>
                <a:lnTo>
                  <a:pt x="351341" y="32172"/>
                </a:lnTo>
                <a:lnTo>
                  <a:pt x="350367" y="31892"/>
                </a:lnTo>
                <a:cubicBezTo>
                  <a:pt x="343140" y="34534"/>
                  <a:pt x="338415" y="36063"/>
                  <a:pt x="331188" y="38148"/>
                </a:cubicBezTo>
                <a:lnTo>
                  <a:pt x="331188" y="40510"/>
                </a:lnTo>
                <a:cubicBezTo>
                  <a:pt x="332161" y="40093"/>
                  <a:pt x="333413" y="39955"/>
                  <a:pt x="334942" y="39955"/>
                </a:cubicBezTo>
                <a:cubicBezTo>
                  <a:pt x="338833" y="39955"/>
                  <a:pt x="340082" y="42039"/>
                  <a:pt x="340082" y="48847"/>
                </a:cubicBezTo>
                <a:lnTo>
                  <a:pt x="340082" y="83312"/>
                </a:lnTo>
                <a:cubicBezTo>
                  <a:pt x="339944" y="91510"/>
                  <a:pt x="338415" y="93317"/>
                  <a:pt x="331466" y="93732"/>
                </a:cubicBezTo>
                <a:lnTo>
                  <a:pt x="331466" y="95817"/>
                </a:lnTo>
                <a:close/>
                <a:moveTo>
                  <a:pt x="417354" y="32028"/>
                </a:moveTo>
                <a:cubicBezTo>
                  <a:pt x="413185" y="32028"/>
                  <a:pt x="409712" y="35503"/>
                  <a:pt x="409712" y="39950"/>
                </a:cubicBezTo>
                <a:cubicBezTo>
                  <a:pt x="409712" y="43982"/>
                  <a:pt x="413185" y="47455"/>
                  <a:pt x="417217" y="47455"/>
                </a:cubicBezTo>
                <a:cubicBezTo>
                  <a:pt x="421524" y="47455"/>
                  <a:pt x="425137" y="44120"/>
                  <a:pt x="425137" y="39950"/>
                </a:cubicBezTo>
                <a:cubicBezTo>
                  <a:pt x="425137" y="35641"/>
                  <a:pt x="421524" y="32028"/>
                  <a:pt x="417354" y="32028"/>
                </a:cubicBezTo>
                <a:moveTo>
                  <a:pt x="417354" y="81884"/>
                </a:moveTo>
                <a:cubicBezTo>
                  <a:pt x="413185" y="81884"/>
                  <a:pt x="409712" y="85358"/>
                  <a:pt x="409712" y="89807"/>
                </a:cubicBezTo>
                <a:cubicBezTo>
                  <a:pt x="409712" y="93836"/>
                  <a:pt x="413185" y="97310"/>
                  <a:pt x="417217" y="97310"/>
                </a:cubicBezTo>
                <a:cubicBezTo>
                  <a:pt x="421524" y="97310"/>
                  <a:pt x="425137" y="93976"/>
                  <a:pt x="425137" y="89807"/>
                </a:cubicBezTo>
                <a:cubicBezTo>
                  <a:pt x="425137" y="85498"/>
                  <a:pt x="421524" y="81884"/>
                  <a:pt x="417354" y="81884"/>
                </a:cubicBezTo>
                <a:close/>
                <a:moveTo>
                  <a:pt x="488449" y="95817"/>
                </a:moveTo>
                <a:lnTo>
                  <a:pt x="527583" y="95817"/>
                </a:lnTo>
                <a:lnTo>
                  <a:pt x="527583" y="93690"/>
                </a:lnTo>
                <a:cubicBezTo>
                  <a:pt x="516664" y="93690"/>
                  <a:pt x="514253" y="92133"/>
                  <a:pt x="514113" y="85328"/>
                </a:cubicBezTo>
                <a:lnTo>
                  <a:pt x="514113" y="286"/>
                </a:lnTo>
                <a:lnTo>
                  <a:pt x="512979" y="0"/>
                </a:lnTo>
                <a:lnTo>
                  <a:pt x="487456" y="12901"/>
                </a:lnTo>
                <a:lnTo>
                  <a:pt x="487456" y="14885"/>
                </a:lnTo>
                <a:cubicBezTo>
                  <a:pt x="492986" y="12758"/>
                  <a:pt x="496389" y="11765"/>
                  <a:pt x="497666" y="11765"/>
                </a:cubicBezTo>
                <a:cubicBezTo>
                  <a:pt x="500643" y="11765"/>
                  <a:pt x="501919" y="13892"/>
                  <a:pt x="501919" y="18429"/>
                </a:cubicBezTo>
                <a:lnTo>
                  <a:pt x="501919" y="82635"/>
                </a:lnTo>
                <a:cubicBezTo>
                  <a:pt x="501636" y="91566"/>
                  <a:pt x="499226" y="93550"/>
                  <a:pt x="488449" y="93690"/>
                </a:cubicBezTo>
                <a:lnTo>
                  <a:pt x="488449" y="95817"/>
                </a:lnTo>
                <a:close/>
                <a:moveTo>
                  <a:pt x="578626" y="0"/>
                </a:moveTo>
                <a:cubicBezTo>
                  <a:pt x="570827" y="0"/>
                  <a:pt x="564873" y="2270"/>
                  <a:pt x="559627" y="7371"/>
                </a:cubicBezTo>
                <a:cubicBezTo>
                  <a:pt x="551403" y="15305"/>
                  <a:pt x="546014" y="31596"/>
                  <a:pt x="546014" y="48170"/>
                </a:cubicBezTo>
                <a:cubicBezTo>
                  <a:pt x="546014" y="63754"/>
                  <a:pt x="550693" y="80188"/>
                  <a:pt x="557357" y="88119"/>
                </a:cubicBezTo>
                <a:cubicBezTo>
                  <a:pt x="562604" y="94355"/>
                  <a:pt x="569834" y="97756"/>
                  <a:pt x="578060" y="97756"/>
                </a:cubicBezTo>
                <a:cubicBezTo>
                  <a:pt x="585290" y="97756"/>
                  <a:pt x="591387" y="95345"/>
                  <a:pt x="596490" y="90387"/>
                </a:cubicBezTo>
                <a:cubicBezTo>
                  <a:pt x="604714" y="82596"/>
                  <a:pt x="610103" y="66162"/>
                  <a:pt x="610103" y="49021"/>
                </a:cubicBezTo>
                <a:cubicBezTo>
                  <a:pt x="610103" y="19980"/>
                  <a:pt x="597200" y="0"/>
                  <a:pt x="578626" y="0"/>
                </a:cubicBezTo>
                <a:moveTo>
                  <a:pt x="578200" y="3687"/>
                </a:moveTo>
                <a:cubicBezTo>
                  <a:pt x="590110" y="3687"/>
                  <a:pt x="596490" y="19696"/>
                  <a:pt x="596490" y="49304"/>
                </a:cubicBezTo>
                <a:cubicBezTo>
                  <a:pt x="596490" y="78911"/>
                  <a:pt x="590253" y="94071"/>
                  <a:pt x="578060" y="94071"/>
                </a:cubicBezTo>
                <a:cubicBezTo>
                  <a:pt x="565864" y="94071"/>
                  <a:pt x="559627" y="78911"/>
                  <a:pt x="559627" y="49447"/>
                </a:cubicBezTo>
                <a:cubicBezTo>
                  <a:pt x="559627" y="19270"/>
                  <a:pt x="566007" y="3687"/>
                  <a:pt x="578200" y="3687"/>
                </a:cubicBezTo>
                <a:close/>
                <a:moveTo>
                  <a:pt x="649520" y="0"/>
                </a:moveTo>
                <a:cubicBezTo>
                  <a:pt x="641720" y="0"/>
                  <a:pt x="635766" y="2270"/>
                  <a:pt x="630520" y="7371"/>
                </a:cubicBezTo>
                <a:cubicBezTo>
                  <a:pt x="622296" y="15305"/>
                  <a:pt x="616907" y="31596"/>
                  <a:pt x="616907" y="48170"/>
                </a:cubicBezTo>
                <a:cubicBezTo>
                  <a:pt x="616907" y="63754"/>
                  <a:pt x="621587" y="80188"/>
                  <a:pt x="628250" y="88119"/>
                </a:cubicBezTo>
                <a:cubicBezTo>
                  <a:pt x="633497" y="94355"/>
                  <a:pt x="640727" y="97756"/>
                  <a:pt x="648953" y="97756"/>
                </a:cubicBezTo>
                <a:cubicBezTo>
                  <a:pt x="656183" y="97756"/>
                  <a:pt x="662280" y="95345"/>
                  <a:pt x="667384" y="90387"/>
                </a:cubicBezTo>
                <a:cubicBezTo>
                  <a:pt x="675607" y="82596"/>
                  <a:pt x="680996" y="66162"/>
                  <a:pt x="680996" y="49021"/>
                </a:cubicBezTo>
                <a:cubicBezTo>
                  <a:pt x="680996" y="19980"/>
                  <a:pt x="668093" y="0"/>
                  <a:pt x="649520" y="0"/>
                </a:cubicBezTo>
                <a:moveTo>
                  <a:pt x="649093" y="3687"/>
                </a:moveTo>
                <a:cubicBezTo>
                  <a:pt x="661003" y="3687"/>
                  <a:pt x="667384" y="19696"/>
                  <a:pt x="667384" y="49304"/>
                </a:cubicBezTo>
                <a:cubicBezTo>
                  <a:pt x="667384" y="78911"/>
                  <a:pt x="661146" y="94071"/>
                  <a:pt x="648953" y="94071"/>
                </a:cubicBezTo>
                <a:cubicBezTo>
                  <a:pt x="636757" y="94071"/>
                  <a:pt x="630520" y="78911"/>
                  <a:pt x="630520" y="49447"/>
                </a:cubicBezTo>
                <a:cubicBezTo>
                  <a:pt x="630520" y="19270"/>
                  <a:pt x="636900" y="3687"/>
                  <a:pt x="649093" y="368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626E053-E660-4BC4-BFC5-BA5FDD7C7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3536" y="370578"/>
            <a:ext cx="912328" cy="202307"/>
          </a:xfrm>
          <a:custGeom xmlns:a="http://schemas.openxmlformats.org/drawingml/2006/main">
            <a:pathLst>
              <a:path w="912328" h="202307">
                <a:moveTo>
                  <a:pt x="35092" y="0"/>
                </a:moveTo>
                <a:lnTo>
                  <a:pt x="877237" y="0"/>
                </a:lnTo>
                <a:cubicBezTo>
                  <a:pt x="896687" y="0"/>
                  <a:pt x="912328" y="15633"/>
                  <a:pt x="912328" y="35092"/>
                </a:cubicBezTo>
                <a:lnTo>
                  <a:pt x="912328" y="167207"/>
                </a:lnTo>
                <a:cubicBezTo>
                  <a:pt x="912328" y="186665"/>
                  <a:pt x="896687" y="202307"/>
                  <a:pt x="877237" y="202307"/>
                </a:cubicBezTo>
                <a:lnTo>
                  <a:pt x="35092" y="202307"/>
                </a:lnTo>
                <a:cubicBezTo>
                  <a:pt x="15642" y="202307"/>
                  <a:pt x="0" y="186665"/>
                  <a:pt x="0" y="167207"/>
                </a:cubicBezTo>
                <a:lnTo>
                  <a:pt x="0" y="35092"/>
                </a:lnTo>
                <a:cubicBezTo>
                  <a:pt x="0" y="15633"/>
                  <a:pt x="15642" y="0"/>
                  <a:pt x="35092" y="0"/>
                </a:cubicBezTo>
                <a:close/>
                <a:moveTo>
                  <a:pt x="35092" y="0"/>
                </a:moveTo>
              </a:path>
            </a:pathLst>
          </a:custGeom>
          <a:solidFill xmlns:a="http://schemas.openxmlformats.org/drawingml/2006/main">
            <a:srgbClr val="FFFFFF">
              <a:alpha val="75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0" name="Text Vulnerable:47">
            <a:extLst xmlns:a="http://schemas.openxmlformats.org/drawingml/2006/main">
              <a:ext uri="{FF2B5EF4-FFF2-40B4-BE49-F238E27FC236}">
                <a16:creationId xmlns:a16="http://schemas.microsoft.com/office/drawing/2014/main" id="{6E6CF176-818F-42F7-9C1A-03449B3D8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7643" y="420494"/>
            <a:ext cx="815829" cy="97310"/>
          </a:xfrm>
          <a:custGeom xmlns:a="http://schemas.openxmlformats.org/drawingml/2006/main">
            <a:pathLst>
              <a:path w="815829" h="97310">
                <a:moveTo>
                  <a:pt x="94645" y="3797"/>
                </a:moveTo>
                <a:lnTo>
                  <a:pt x="66154" y="3797"/>
                </a:lnTo>
                <a:lnTo>
                  <a:pt x="66154" y="6440"/>
                </a:lnTo>
                <a:cubicBezTo>
                  <a:pt x="73799" y="6995"/>
                  <a:pt x="76299" y="8384"/>
                  <a:pt x="76299" y="12276"/>
                </a:cubicBezTo>
                <a:cubicBezTo>
                  <a:pt x="76299" y="14498"/>
                  <a:pt x="75328" y="18250"/>
                  <a:pt x="73659" y="22419"/>
                </a:cubicBezTo>
                <a:lnTo>
                  <a:pt x="53229" y="73412"/>
                </a:lnTo>
                <a:lnTo>
                  <a:pt x="32242" y="26448"/>
                </a:lnTo>
                <a:cubicBezTo>
                  <a:pt x="27658" y="16165"/>
                  <a:pt x="26544" y="13109"/>
                  <a:pt x="26544" y="11025"/>
                </a:cubicBezTo>
                <a:cubicBezTo>
                  <a:pt x="26544" y="8247"/>
                  <a:pt x="28491" y="6995"/>
                  <a:pt x="32938" y="6718"/>
                </a:cubicBezTo>
                <a:cubicBezTo>
                  <a:pt x="33634" y="6718"/>
                  <a:pt x="35163" y="6578"/>
                  <a:pt x="36969" y="6440"/>
                </a:cubicBezTo>
                <a:lnTo>
                  <a:pt x="36969" y="3797"/>
                </a:lnTo>
                <a:lnTo>
                  <a:pt x="0" y="3797"/>
                </a:lnTo>
                <a:lnTo>
                  <a:pt x="0" y="6440"/>
                </a:lnTo>
                <a:cubicBezTo>
                  <a:pt x="6809" y="6718"/>
                  <a:pt x="8756" y="8662"/>
                  <a:pt x="14732" y="21028"/>
                </a:cubicBezTo>
                <a:lnTo>
                  <a:pt x="48921" y="97310"/>
                </a:lnTo>
                <a:lnTo>
                  <a:pt x="51006" y="97310"/>
                </a:lnTo>
                <a:lnTo>
                  <a:pt x="81860" y="19361"/>
                </a:lnTo>
                <a:cubicBezTo>
                  <a:pt x="86446" y="8384"/>
                  <a:pt x="87973" y="6855"/>
                  <a:pt x="94645" y="6440"/>
                </a:cubicBezTo>
                <a:lnTo>
                  <a:pt x="94645" y="3797"/>
                </a:lnTo>
                <a:close/>
                <a:moveTo>
                  <a:pt x="157464" y="88836"/>
                </a:moveTo>
                <a:lnTo>
                  <a:pt x="156770" y="88836"/>
                </a:lnTo>
                <a:cubicBezTo>
                  <a:pt x="149959" y="88558"/>
                  <a:pt x="148987" y="87447"/>
                  <a:pt x="148847" y="80915"/>
                </a:cubicBezTo>
                <a:lnTo>
                  <a:pt x="148847" y="33249"/>
                </a:lnTo>
                <a:lnTo>
                  <a:pt x="126888" y="33249"/>
                </a:lnTo>
                <a:lnTo>
                  <a:pt x="126888" y="35614"/>
                </a:lnTo>
                <a:cubicBezTo>
                  <a:pt x="135506" y="36029"/>
                  <a:pt x="137173" y="37421"/>
                  <a:pt x="137173" y="44368"/>
                </a:cubicBezTo>
                <a:lnTo>
                  <a:pt x="137173" y="77024"/>
                </a:lnTo>
                <a:cubicBezTo>
                  <a:pt x="137173" y="80915"/>
                  <a:pt x="136478" y="82862"/>
                  <a:pt x="134533" y="84389"/>
                </a:cubicBezTo>
                <a:cubicBezTo>
                  <a:pt x="130779" y="87447"/>
                  <a:pt x="126472" y="89114"/>
                  <a:pt x="122303" y="89114"/>
                </a:cubicBezTo>
                <a:cubicBezTo>
                  <a:pt x="116883" y="89114"/>
                  <a:pt x="112436" y="84389"/>
                  <a:pt x="112436" y="78553"/>
                </a:cubicBezTo>
                <a:lnTo>
                  <a:pt x="112436" y="33249"/>
                </a:lnTo>
                <a:lnTo>
                  <a:pt x="92143" y="33249"/>
                </a:lnTo>
                <a:lnTo>
                  <a:pt x="92143" y="35196"/>
                </a:lnTo>
                <a:cubicBezTo>
                  <a:pt x="98677" y="35474"/>
                  <a:pt x="100622" y="37421"/>
                  <a:pt x="100761" y="44090"/>
                </a:cubicBezTo>
                <a:lnTo>
                  <a:pt x="100761" y="79108"/>
                </a:lnTo>
                <a:cubicBezTo>
                  <a:pt x="100761" y="90087"/>
                  <a:pt x="107431" y="97174"/>
                  <a:pt x="117576" y="97174"/>
                </a:cubicBezTo>
                <a:cubicBezTo>
                  <a:pt x="122719" y="97174"/>
                  <a:pt x="128139" y="94952"/>
                  <a:pt x="131893" y="91198"/>
                </a:cubicBezTo>
                <a:lnTo>
                  <a:pt x="137869" y="85224"/>
                </a:lnTo>
                <a:lnTo>
                  <a:pt x="137869" y="96759"/>
                </a:lnTo>
                <a:lnTo>
                  <a:pt x="138424" y="97036"/>
                </a:lnTo>
                <a:cubicBezTo>
                  <a:pt x="145374" y="94256"/>
                  <a:pt x="150376" y="92727"/>
                  <a:pt x="157464" y="90783"/>
                </a:cubicBezTo>
                <a:lnTo>
                  <a:pt x="157464" y="88836"/>
                </a:lnTo>
                <a:close/>
                <a:moveTo>
                  <a:pt x="163301" y="95817"/>
                </a:moveTo>
                <a:lnTo>
                  <a:pt x="196099" y="95817"/>
                </a:lnTo>
                <a:lnTo>
                  <a:pt x="196099" y="93732"/>
                </a:lnTo>
                <a:cubicBezTo>
                  <a:pt x="187345" y="93317"/>
                  <a:pt x="185816" y="91926"/>
                  <a:pt x="185676" y="84143"/>
                </a:cubicBezTo>
                <a:lnTo>
                  <a:pt x="185676" y="1172"/>
                </a:lnTo>
                <a:lnTo>
                  <a:pt x="185121" y="894"/>
                </a:lnTo>
                <a:cubicBezTo>
                  <a:pt x="178034" y="3119"/>
                  <a:pt x="172891" y="4648"/>
                  <a:pt x="163024" y="7010"/>
                </a:cubicBezTo>
                <a:lnTo>
                  <a:pt x="163024" y="9233"/>
                </a:lnTo>
                <a:lnTo>
                  <a:pt x="163857" y="9233"/>
                </a:lnTo>
                <a:cubicBezTo>
                  <a:pt x="165386" y="9095"/>
                  <a:pt x="167053" y="8955"/>
                  <a:pt x="168166" y="8955"/>
                </a:cubicBezTo>
                <a:cubicBezTo>
                  <a:pt x="172613" y="8955"/>
                  <a:pt x="174002" y="10902"/>
                  <a:pt x="174002" y="17433"/>
                </a:cubicBezTo>
                <a:lnTo>
                  <a:pt x="174002" y="83727"/>
                </a:lnTo>
                <a:cubicBezTo>
                  <a:pt x="173864" y="91232"/>
                  <a:pt x="171918" y="93177"/>
                  <a:pt x="163301" y="93732"/>
                </a:cubicBezTo>
                <a:lnTo>
                  <a:pt x="163301" y="95817"/>
                </a:lnTo>
                <a:close/>
                <a:moveTo>
                  <a:pt x="201520" y="95817"/>
                </a:moveTo>
                <a:lnTo>
                  <a:pt x="230985" y="95817"/>
                </a:lnTo>
                <a:lnTo>
                  <a:pt x="230985" y="93732"/>
                </a:lnTo>
                <a:cubicBezTo>
                  <a:pt x="224035" y="93317"/>
                  <a:pt x="221811" y="91510"/>
                  <a:pt x="221811" y="86507"/>
                </a:cubicBezTo>
                <a:lnTo>
                  <a:pt x="221811" y="47458"/>
                </a:lnTo>
                <a:cubicBezTo>
                  <a:pt x="228482" y="41204"/>
                  <a:pt x="231540" y="39537"/>
                  <a:pt x="236127" y="39537"/>
                </a:cubicBezTo>
                <a:cubicBezTo>
                  <a:pt x="242937" y="39537"/>
                  <a:pt x="246272" y="43844"/>
                  <a:pt x="246272" y="53016"/>
                </a:cubicBezTo>
                <a:lnTo>
                  <a:pt x="246272" y="82060"/>
                </a:lnTo>
                <a:cubicBezTo>
                  <a:pt x="245995" y="91092"/>
                  <a:pt x="244326" y="93317"/>
                  <a:pt x="237516" y="93732"/>
                </a:cubicBezTo>
                <a:lnTo>
                  <a:pt x="237516" y="95817"/>
                </a:lnTo>
                <a:lnTo>
                  <a:pt x="266425" y="95817"/>
                </a:lnTo>
                <a:lnTo>
                  <a:pt x="266425" y="93732"/>
                </a:lnTo>
                <a:cubicBezTo>
                  <a:pt x="259613" y="93039"/>
                  <a:pt x="258084" y="91370"/>
                  <a:pt x="257947" y="84561"/>
                </a:cubicBezTo>
                <a:lnTo>
                  <a:pt x="257947" y="52738"/>
                </a:lnTo>
                <a:cubicBezTo>
                  <a:pt x="257947" y="39677"/>
                  <a:pt x="251831" y="31892"/>
                  <a:pt x="241548" y="31892"/>
                </a:cubicBezTo>
                <a:cubicBezTo>
                  <a:pt x="235154" y="31892"/>
                  <a:pt x="230845" y="34256"/>
                  <a:pt x="221395" y="43151"/>
                </a:cubicBezTo>
                <a:lnTo>
                  <a:pt x="221395" y="32172"/>
                </a:lnTo>
                <a:lnTo>
                  <a:pt x="220422" y="31892"/>
                </a:lnTo>
                <a:cubicBezTo>
                  <a:pt x="213194" y="34534"/>
                  <a:pt x="208469" y="36063"/>
                  <a:pt x="201242" y="38148"/>
                </a:cubicBezTo>
                <a:lnTo>
                  <a:pt x="201242" y="40510"/>
                </a:lnTo>
                <a:cubicBezTo>
                  <a:pt x="202216" y="40093"/>
                  <a:pt x="203467" y="39955"/>
                  <a:pt x="204996" y="39955"/>
                </a:cubicBezTo>
                <a:cubicBezTo>
                  <a:pt x="208887" y="39955"/>
                  <a:pt x="210136" y="42039"/>
                  <a:pt x="210136" y="48847"/>
                </a:cubicBezTo>
                <a:lnTo>
                  <a:pt x="210136" y="83312"/>
                </a:lnTo>
                <a:cubicBezTo>
                  <a:pt x="209998" y="91510"/>
                  <a:pt x="208469" y="93317"/>
                  <a:pt x="201520" y="93732"/>
                </a:cubicBezTo>
                <a:lnTo>
                  <a:pt x="201520" y="95817"/>
                </a:lnTo>
                <a:close/>
                <a:moveTo>
                  <a:pt x="325212" y="72986"/>
                </a:moveTo>
                <a:cubicBezTo>
                  <a:pt x="318542" y="83553"/>
                  <a:pt x="312564" y="87587"/>
                  <a:pt x="303670" y="87587"/>
                </a:cubicBezTo>
                <a:cubicBezTo>
                  <a:pt x="295749" y="87587"/>
                  <a:pt x="289773" y="83553"/>
                  <a:pt x="285742" y="75628"/>
                </a:cubicBezTo>
                <a:cubicBezTo>
                  <a:pt x="283239" y="70344"/>
                  <a:pt x="282268" y="65895"/>
                  <a:pt x="281990" y="57272"/>
                </a:cubicBezTo>
                <a:lnTo>
                  <a:pt x="324796" y="57272"/>
                </a:lnTo>
                <a:cubicBezTo>
                  <a:pt x="323683" y="48255"/>
                  <a:pt x="322294" y="44238"/>
                  <a:pt x="318820" y="39806"/>
                </a:cubicBezTo>
                <a:cubicBezTo>
                  <a:pt x="314649" y="34812"/>
                  <a:pt x="308257" y="31892"/>
                  <a:pt x="301030" y="31892"/>
                </a:cubicBezTo>
                <a:cubicBezTo>
                  <a:pt x="294080" y="31892"/>
                  <a:pt x="287549" y="34394"/>
                  <a:pt x="282268" y="39113"/>
                </a:cubicBezTo>
                <a:cubicBezTo>
                  <a:pt x="275734" y="44792"/>
                  <a:pt x="271983" y="54632"/>
                  <a:pt x="271983" y="66032"/>
                </a:cubicBezTo>
                <a:cubicBezTo>
                  <a:pt x="271983" y="85222"/>
                  <a:pt x="281990" y="97174"/>
                  <a:pt x="297972" y="97174"/>
                </a:cubicBezTo>
                <a:cubicBezTo>
                  <a:pt x="311175" y="97174"/>
                  <a:pt x="321598" y="88976"/>
                  <a:pt x="327436" y="73959"/>
                </a:cubicBezTo>
                <a:lnTo>
                  <a:pt x="325212" y="72986"/>
                </a:lnTo>
                <a:moveTo>
                  <a:pt x="282268" y="52825"/>
                </a:moveTo>
                <a:cubicBezTo>
                  <a:pt x="283795" y="42022"/>
                  <a:pt x="288522" y="36897"/>
                  <a:pt x="296998" y="36897"/>
                </a:cubicBezTo>
                <a:cubicBezTo>
                  <a:pt x="305477" y="36897"/>
                  <a:pt x="308812" y="40775"/>
                  <a:pt x="310619" y="52825"/>
                </a:cubicBezTo>
                <a:lnTo>
                  <a:pt x="282268" y="52825"/>
                </a:lnTo>
                <a:close/>
                <a:moveTo>
                  <a:pt x="330910" y="95817"/>
                </a:moveTo>
                <a:lnTo>
                  <a:pt x="364266" y="95817"/>
                </a:lnTo>
                <a:lnTo>
                  <a:pt x="364266" y="93732"/>
                </a:lnTo>
                <a:cubicBezTo>
                  <a:pt x="354954" y="93455"/>
                  <a:pt x="352729" y="91510"/>
                  <a:pt x="352452" y="83312"/>
                </a:cubicBezTo>
                <a:lnTo>
                  <a:pt x="352452" y="52042"/>
                </a:lnTo>
                <a:cubicBezTo>
                  <a:pt x="352452" y="47595"/>
                  <a:pt x="358290" y="40648"/>
                  <a:pt x="362181" y="40648"/>
                </a:cubicBezTo>
                <a:cubicBezTo>
                  <a:pt x="363015" y="40648"/>
                  <a:pt x="364266" y="41344"/>
                  <a:pt x="365795" y="42733"/>
                </a:cubicBezTo>
                <a:cubicBezTo>
                  <a:pt x="367879" y="44817"/>
                  <a:pt x="369546" y="45511"/>
                  <a:pt x="371353" y="45511"/>
                </a:cubicBezTo>
                <a:cubicBezTo>
                  <a:pt x="374689" y="45511"/>
                  <a:pt x="376773" y="43148"/>
                  <a:pt x="376773" y="39259"/>
                </a:cubicBezTo>
                <a:cubicBezTo>
                  <a:pt x="376773" y="34672"/>
                  <a:pt x="373855" y="31892"/>
                  <a:pt x="369131" y="31892"/>
                </a:cubicBezTo>
                <a:cubicBezTo>
                  <a:pt x="363292" y="31892"/>
                  <a:pt x="359401" y="34950"/>
                  <a:pt x="352452" y="44955"/>
                </a:cubicBezTo>
                <a:lnTo>
                  <a:pt x="352452" y="32172"/>
                </a:lnTo>
                <a:lnTo>
                  <a:pt x="351758" y="31892"/>
                </a:lnTo>
                <a:cubicBezTo>
                  <a:pt x="343975" y="34950"/>
                  <a:pt x="338971" y="36897"/>
                  <a:pt x="331188" y="39397"/>
                </a:cubicBezTo>
                <a:lnTo>
                  <a:pt x="331188" y="41622"/>
                </a:lnTo>
                <a:cubicBezTo>
                  <a:pt x="333135" y="41204"/>
                  <a:pt x="334386" y="41064"/>
                  <a:pt x="336053" y="41064"/>
                </a:cubicBezTo>
                <a:cubicBezTo>
                  <a:pt x="339526" y="41064"/>
                  <a:pt x="340777" y="43288"/>
                  <a:pt x="340777" y="49402"/>
                </a:cubicBezTo>
                <a:lnTo>
                  <a:pt x="340777" y="84145"/>
                </a:lnTo>
                <a:cubicBezTo>
                  <a:pt x="340500" y="91370"/>
                  <a:pt x="339666" y="92206"/>
                  <a:pt x="330910" y="93732"/>
                </a:cubicBezTo>
                <a:lnTo>
                  <a:pt x="330910" y="95817"/>
                </a:lnTo>
                <a:close/>
                <a:moveTo>
                  <a:pt x="437368" y="86616"/>
                </a:moveTo>
                <a:cubicBezTo>
                  <a:pt x="435005" y="88558"/>
                  <a:pt x="433339" y="89254"/>
                  <a:pt x="431254" y="89254"/>
                </a:cubicBezTo>
                <a:cubicBezTo>
                  <a:pt x="428058" y="89254"/>
                  <a:pt x="427085" y="87309"/>
                  <a:pt x="427085" y="81199"/>
                </a:cubicBezTo>
                <a:lnTo>
                  <a:pt x="427085" y="54116"/>
                </a:lnTo>
                <a:cubicBezTo>
                  <a:pt x="427085" y="46893"/>
                  <a:pt x="426389" y="42866"/>
                  <a:pt x="424305" y="39533"/>
                </a:cubicBezTo>
                <a:cubicBezTo>
                  <a:pt x="421247" y="34534"/>
                  <a:pt x="415271" y="31892"/>
                  <a:pt x="407072" y="31892"/>
                </a:cubicBezTo>
                <a:cubicBezTo>
                  <a:pt x="394007" y="31892"/>
                  <a:pt x="383724" y="38699"/>
                  <a:pt x="383724" y="47449"/>
                </a:cubicBezTo>
                <a:cubicBezTo>
                  <a:pt x="383724" y="50645"/>
                  <a:pt x="386364" y="53421"/>
                  <a:pt x="389700" y="53421"/>
                </a:cubicBezTo>
                <a:cubicBezTo>
                  <a:pt x="393033" y="53421"/>
                  <a:pt x="395953" y="50645"/>
                  <a:pt x="395953" y="47589"/>
                </a:cubicBezTo>
                <a:cubicBezTo>
                  <a:pt x="395953" y="47033"/>
                  <a:pt x="395813" y="46338"/>
                  <a:pt x="395676" y="45367"/>
                </a:cubicBezTo>
                <a:cubicBezTo>
                  <a:pt x="395398" y="44118"/>
                  <a:pt x="395258" y="43006"/>
                  <a:pt x="395258" y="42033"/>
                </a:cubicBezTo>
                <a:cubicBezTo>
                  <a:pt x="395258" y="38284"/>
                  <a:pt x="399705" y="35228"/>
                  <a:pt x="405265" y="35228"/>
                </a:cubicBezTo>
                <a:cubicBezTo>
                  <a:pt x="412075" y="35228"/>
                  <a:pt x="415826" y="39255"/>
                  <a:pt x="415826" y="46756"/>
                </a:cubicBezTo>
                <a:lnTo>
                  <a:pt x="415826" y="55228"/>
                </a:lnTo>
                <a:cubicBezTo>
                  <a:pt x="394562" y="63700"/>
                  <a:pt x="392062" y="64949"/>
                  <a:pt x="386086" y="70227"/>
                </a:cubicBezTo>
                <a:cubicBezTo>
                  <a:pt x="383028" y="73005"/>
                  <a:pt x="381081" y="77726"/>
                  <a:pt x="381081" y="82308"/>
                </a:cubicBezTo>
                <a:cubicBezTo>
                  <a:pt x="381081" y="91060"/>
                  <a:pt x="387197" y="97174"/>
                  <a:pt x="395676" y="97174"/>
                </a:cubicBezTo>
                <a:cubicBezTo>
                  <a:pt x="401790" y="97174"/>
                  <a:pt x="407488" y="94256"/>
                  <a:pt x="415966" y="87029"/>
                </a:cubicBezTo>
                <a:cubicBezTo>
                  <a:pt x="416662" y="94396"/>
                  <a:pt x="419162" y="97174"/>
                  <a:pt x="424860" y="97174"/>
                </a:cubicBezTo>
                <a:cubicBezTo>
                  <a:pt x="429585" y="97174"/>
                  <a:pt x="432505" y="95507"/>
                  <a:pt x="437368" y="90227"/>
                </a:cubicBezTo>
                <a:lnTo>
                  <a:pt x="437368" y="86616"/>
                </a:lnTo>
                <a:moveTo>
                  <a:pt x="415826" y="78691"/>
                </a:moveTo>
                <a:cubicBezTo>
                  <a:pt x="415826" y="82860"/>
                  <a:pt x="415133" y="84389"/>
                  <a:pt x="412213" y="86058"/>
                </a:cubicBezTo>
                <a:cubicBezTo>
                  <a:pt x="408739" y="88002"/>
                  <a:pt x="404987" y="89114"/>
                  <a:pt x="402067" y="89114"/>
                </a:cubicBezTo>
                <a:cubicBezTo>
                  <a:pt x="397205" y="89114"/>
                  <a:pt x="393313" y="84389"/>
                  <a:pt x="393313" y="78413"/>
                </a:cubicBezTo>
                <a:lnTo>
                  <a:pt x="393313" y="77857"/>
                </a:lnTo>
                <a:cubicBezTo>
                  <a:pt x="393451" y="69519"/>
                  <a:pt x="399567" y="64236"/>
                  <a:pt x="415826" y="58538"/>
                </a:cubicBezTo>
                <a:lnTo>
                  <a:pt x="415826" y="78691"/>
                </a:lnTo>
                <a:close/>
                <a:moveTo>
                  <a:pt x="458912" y="1178"/>
                </a:moveTo>
                <a:lnTo>
                  <a:pt x="458216" y="901"/>
                </a:lnTo>
                <a:cubicBezTo>
                  <a:pt x="452518" y="2845"/>
                  <a:pt x="448764" y="4096"/>
                  <a:pt x="442095" y="5903"/>
                </a:cubicBezTo>
                <a:lnTo>
                  <a:pt x="438063" y="7017"/>
                </a:lnTo>
                <a:lnTo>
                  <a:pt x="438063" y="9239"/>
                </a:lnTo>
                <a:cubicBezTo>
                  <a:pt x="438897" y="9101"/>
                  <a:pt x="439315" y="9101"/>
                  <a:pt x="440426" y="9101"/>
                </a:cubicBezTo>
                <a:cubicBezTo>
                  <a:pt x="445986" y="9101"/>
                  <a:pt x="447235" y="10350"/>
                  <a:pt x="447235" y="16188"/>
                </a:cubicBezTo>
                <a:lnTo>
                  <a:pt x="447235" y="88284"/>
                </a:lnTo>
                <a:cubicBezTo>
                  <a:pt x="447235" y="92589"/>
                  <a:pt x="458912" y="97174"/>
                  <a:pt x="470168" y="97174"/>
                </a:cubicBezTo>
                <a:cubicBezTo>
                  <a:pt x="488514" y="97174"/>
                  <a:pt x="502688" y="81895"/>
                  <a:pt x="502688" y="62035"/>
                </a:cubicBezTo>
                <a:cubicBezTo>
                  <a:pt x="502688" y="44815"/>
                  <a:pt x="492127" y="31892"/>
                  <a:pt x="478229" y="31892"/>
                </a:cubicBezTo>
                <a:cubicBezTo>
                  <a:pt x="469750" y="31892"/>
                  <a:pt x="461690" y="36757"/>
                  <a:pt x="458912" y="43704"/>
                </a:cubicBezTo>
                <a:lnTo>
                  <a:pt x="458912" y="1178"/>
                </a:lnTo>
                <a:moveTo>
                  <a:pt x="458912" y="51065"/>
                </a:moveTo>
                <a:cubicBezTo>
                  <a:pt x="458912" y="45649"/>
                  <a:pt x="465443" y="40648"/>
                  <a:pt x="472670" y="40648"/>
                </a:cubicBezTo>
                <a:cubicBezTo>
                  <a:pt x="476562" y="40648"/>
                  <a:pt x="480035" y="42037"/>
                  <a:pt x="482953" y="44675"/>
                </a:cubicBezTo>
                <a:cubicBezTo>
                  <a:pt x="487400" y="48982"/>
                  <a:pt x="490458" y="58426"/>
                  <a:pt x="490458" y="68425"/>
                </a:cubicBezTo>
                <a:cubicBezTo>
                  <a:pt x="490458" y="83840"/>
                  <a:pt x="483787" y="92727"/>
                  <a:pt x="472393" y="92727"/>
                </a:cubicBezTo>
                <a:cubicBezTo>
                  <a:pt x="465165" y="92727"/>
                  <a:pt x="458912" y="89674"/>
                  <a:pt x="458912" y="86062"/>
                </a:cubicBezTo>
                <a:lnTo>
                  <a:pt x="458912" y="51065"/>
                </a:lnTo>
                <a:close/>
                <a:moveTo>
                  <a:pt x="510056" y="95817"/>
                </a:moveTo>
                <a:lnTo>
                  <a:pt x="542854" y="95817"/>
                </a:lnTo>
                <a:lnTo>
                  <a:pt x="542854" y="93732"/>
                </a:lnTo>
                <a:cubicBezTo>
                  <a:pt x="534100" y="93317"/>
                  <a:pt x="532571" y="91926"/>
                  <a:pt x="532431" y="84143"/>
                </a:cubicBezTo>
                <a:lnTo>
                  <a:pt x="532431" y="1172"/>
                </a:lnTo>
                <a:lnTo>
                  <a:pt x="531875" y="894"/>
                </a:lnTo>
                <a:cubicBezTo>
                  <a:pt x="524788" y="3119"/>
                  <a:pt x="519645" y="4648"/>
                  <a:pt x="509778" y="7010"/>
                </a:cubicBezTo>
                <a:lnTo>
                  <a:pt x="509778" y="9233"/>
                </a:lnTo>
                <a:lnTo>
                  <a:pt x="510611" y="9233"/>
                </a:lnTo>
                <a:cubicBezTo>
                  <a:pt x="512140" y="9095"/>
                  <a:pt x="513807" y="8955"/>
                  <a:pt x="514920" y="8955"/>
                </a:cubicBezTo>
                <a:cubicBezTo>
                  <a:pt x="519367" y="8955"/>
                  <a:pt x="520756" y="10902"/>
                  <a:pt x="520756" y="17433"/>
                </a:cubicBezTo>
                <a:lnTo>
                  <a:pt x="520756" y="83727"/>
                </a:lnTo>
                <a:cubicBezTo>
                  <a:pt x="520619" y="91232"/>
                  <a:pt x="518672" y="93177"/>
                  <a:pt x="510056" y="93732"/>
                </a:cubicBezTo>
                <a:lnTo>
                  <a:pt x="510056" y="95817"/>
                </a:lnTo>
                <a:close/>
                <a:moveTo>
                  <a:pt x="602476" y="72986"/>
                </a:moveTo>
                <a:cubicBezTo>
                  <a:pt x="595806" y="83553"/>
                  <a:pt x="589828" y="87587"/>
                  <a:pt x="580934" y="87587"/>
                </a:cubicBezTo>
                <a:cubicBezTo>
                  <a:pt x="573013" y="87587"/>
                  <a:pt x="567037" y="83553"/>
                  <a:pt x="563006" y="75628"/>
                </a:cubicBezTo>
                <a:cubicBezTo>
                  <a:pt x="560504" y="70344"/>
                  <a:pt x="559532" y="65895"/>
                  <a:pt x="559254" y="57272"/>
                </a:cubicBezTo>
                <a:lnTo>
                  <a:pt x="602060" y="57272"/>
                </a:lnTo>
                <a:cubicBezTo>
                  <a:pt x="600947" y="48255"/>
                  <a:pt x="599558" y="44238"/>
                  <a:pt x="596084" y="39806"/>
                </a:cubicBezTo>
                <a:cubicBezTo>
                  <a:pt x="591913" y="34812"/>
                  <a:pt x="585521" y="31892"/>
                  <a:pt x="578294" y="31892"/>
                </a:cubicBezTo>
                <a:cubicBezTo>
                  <a:pt x="571344" y="31892"/>
                  <a:pt x="564813" y="34394"/>
                  <a:pt x="559532" y="39113"/>
                </a:cubicBezTo>
                <a:cubicBezTo>
                  <a:pt x="552999" y="44792"/>
                  <a:pt x="549247" y="54632"/>
                  <a:pt x="549247" y="66032"/>
                </a:cubicBezTo>
                <a:cubicBezTo>
                  <a:pt x="549247" y="85222"/>
                  <a:pt x="559254" y="97174"/>
                  <a:pt x="575236" y="97174"/>
                </a:cubicBezTo>
                <a:cubicBezTo>
                  <a:pt x="588439" y="97174"/>
                  <a:pt x="598862" y="88976"/>
                  <a:pt x="604700" y="73959"/>
                </a:cubicBezTo>
                <a:lnTo>
                  <a:pt x="602476" y="72986"/>
                </a:lnTo>
                <a:moveTo>
                  <a:pt x="559532" y="52825"/>
                </a:moveTo>
                <a:cubicBezTo>
                  <a:pt x="561059" y="42022"/>
                  <a:pt x="565786" y="36897"/>
                  <a:pt x="574262" y="36897"/>
                </a:cubicBezTo>
                <a:cubicBezTo>
                  <a:pt x="582741" y="36897"/>
                  <a:pt x="586077" y="40775"/>
                  <a:pt x="587883" y="52825"/>
                </a:cubicBezTo>
                <a:lnTo>
                  <a:pt x="559532" y="52825"/>
                </a:lnTo>
                <a:close/>
                <a:moveTo>
                  <a:pt x="626936" y="32028"/>
                </a:moveTo>
                <a:cubicBezTo>
                  <a:pt x="622766" y="32028"/>
                  <a:pt x="619293" y="35503"/>
                  <a:pt x="619293" y="39950"/>
                </a:cubicBezTo>
                <a:cubicBezTo>
                  <a:pt x="619293" y="43982"/>
                  <a:pt x="622766" y="47455"/>
                  <a:pt x="626798" y="47455"/>
                </a:cubicBezTo>
                <a:cubicBezTo>
                  <a:pt x="631105" y="47455"/>
                  <a:pt x="634719" y="44120"/>
                  <a:pt x="634719" y="39950"/>
                </a:cubicBezTo>
                <a:cubicBezTo>
                  <a:pt x="634719" y="35641"/>
                  <a:pt x="631105" y="32028"/>
                  <a:pt x="626936" y="32028"/>
                </a:cubicBezTo>
                <a:moveTo>
                  <a:pt x="626936" y="81884"/>
                </a:moveTo>
                <a:cubicBezTo>
                  <a:pt x="622766" y="81884"/>
                  <a:pt x="619293" y="85358"/>
                  <a:pt x="619293" y="89807"/>
                </a:cubicBezTo>
                <a:cubicBezTo>
                  <a:pt x="619293" y="93836"/>
                  <a:pt x="622766" y="97310"/>
                  <a:pt x="626798" y="97310"/>
                </a:cubicBezTo>
                <a:cubicBezTo>
                  <a:pt x="631105" y="97310"/>
                  <a:pt x="634719" y="93976"/>
                  <a:pt x="634719" y="89807"/>
                </a:cubicBezTo>
                <a:cubicBezTo>
                  <a:pt x="634719" y="85498"/>
                  <a:pt x="631105" y="81884"/>
                  <a:pt x="626936" y="81884"/>
                </a:cubicBezTo>
                <a:close/>
                <a:moveTo>
                  <a:pt x="748198" y="63066"/>
                </a:moveTo>
                <a:lnTo>
                  <a:pt x="733735" y="63066"/>
                </a:lnTo>
                <a:lnTo>
                  <a:pt x="733735" y="0"/>
                </a:lnTo>
                <a:lnTo>
                  <a:pt x="727495" y="0"/>
                </a:lnTo>
                <a:lnTo>
                  <a:pt x="682975" y="63066"/>
                </a:lnTo>
                <a:lnTo>
                  <a:pt x="682975" y="72140"/>
                </a:lnTo>
                <a:lnTo>
                  <a:pt x="722818" y="72140"/>
                </a:lnTo>
                <a:lnTo>
                  <a:pt x="722818" y="95817"/>
                </a:lnTo>
                <a:lnTo>
                  <a:pt x="733735" y="95817"/>
                </a:lnTo>
                <a:lnTo>
                  <a:pt x="733735" y="72140"/>
                </a:lnTo>
                <a:lnTo>
                  <a:pt x="748198" y="72140"/>
                </a:lnTo>
                <a:lnTo>
                  <a:pt x="748198" y="63066"/>
                </a:lnTo>
                <a:moveTo>
                  <a:pt x="722675" y="63066"/>
                </a:moveTo>
                <a:lnTo>
                  <a:pt x="688645" y="63066"/>
                </a:lnTo>
                <a:lnTo>
                  <a:pt x="722675" y="14457"/>
                </a:lnTo>
                <a:lnTo>
                  <a:pt x="722675" y="63066"/>
                </a:lnTo>
                <a:close/>
                <a:moveTo>
                  <a:pt x="815829" y="1938"/>
                </a:moveTo>
                <a:lnTo>
                  <a:pt x="763368" y="1938"/>
                </a:lnTo>
                <a:lnTo>
                  <a:pt x="755002" y="22782"/>
                </a:lnTo>
                <a:lnTo>
                  <a:pt x="757412" y="23915"/>
                </a:lnTo>
                <a:cubicBezTo>
                  <a:pt x="763225" y="14415"/>
                  <a:pt x="765921" y="12574"/>
                  <a:pt x="773861" y="12431"/>
                </a:cubicBezTo>
                <a:lnTo>
                  <a:pt x="804628" y="12431"/>
                </a:lnTo>
                <a:lnTo>
                  <a:pt x="776555" y="96925"/>
                </a:lnTo>
                <a:lnTo>
                  <a:pt x="785771" y="96925"/>
                </a:lnTo>
                <a:lnTo>
                  <a:pt x="815829" y="4208"/>
                </a:lnTo>
                <a:lnTo>
                  <a:pt x="815829" y="193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99DB528-5228-4CEF-A240-FCE6E1600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8036" y="1856810"/>
            <a:ext cx="673148" cy="202307"/>
          </a:xfrm>
          <a:custGeom xmlns:a="http://schemas.openxmlformats.org/drawingml/2006/main">
            <a:pathLst>
              <a:path w="673148" h="202307">
                <a:moveTo>
                  <a:pt x="35092" y="0"/>
                </a:moveTo>
                <a:lnTo>
                  <a:pt x="638048" y="0"/>
                </a:lnTo>
                <a:cubicBezTo>
                  <a:pt x="657506" y="0"/>
                  <a:pt x="673148" y="15633"/>
                  <a:pt x="673148" y="35092"/>
                </a:cubicBezTo>
                <a:lnTo>
                  <a:pt x="673148" y="167207"/>
                </a:lnTo>
                <a:cubicBezTo>
                  <a:pt x="673148" y="186665"/>
                  <a:pt x="657506" y="202307"/>
                  <a:pt x="638048" y="202307"/>
                </a:cubicBezTo>
                <a:lnTo>
                  <a:pt x="35092" y="202307"/>
                </a:lnTo>
                <a:cubicBezTo>
                  <a:pt x="15642" y="202307"/>
                  <a:pt x="0" y="186665"/>
                  <a:pt x="0" y="167207"/>
                </a:cubicBezTo>
                <a:lnTo>
                  <a:pt x="0" y="35092"/>
                </a:lnTo>
                <a:cubicBezTo>
                  <a:pt x="0" y="15633"/>
                  <a:pt x="15642" y="0"/>
                  <a:pt x="35092" y="0"/>
                </a:cubicBezTo>
                <a:close/>
                <a:moveTo>
                  <a:pt x="35092" y="0"/>
                </a:moveTo>
              </a:path>
            </a:pathLst>
          </a:custGeom>
          <a:solidFill xmlns:a="http://schemas.openxmlformats.org/drawingml/2006/main">
            <a:srgbClr val="FFFFFF">
              <a:alpha val="75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2" name="Text Secure:50">
            <a:extLst xmlns:a="http://schemas.openxmlformats.org/drawingml/2006/main">
              <a:ext uri="{FF2B5EF4-FFF2-40B4-BE49-F238E27FC236}">
                <a16:creationId xmlns:a16="http://schemas.microsoft.com/office/drawing/2014/main" id="{48F19D32-2CAE-4F92-BA48-D4BDC8225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2161" y="1904995"/>
            <a:ext cx="580430" cy="99501"/>
          </a:xfrm>
          <a:custGeom xmlns:a="http://schemas.openxmlformats.org/drawingml/2006/main">
            <a:pathLst>
              <a:path w="580430" h="99501">
                <a:moveTo>
                  <a:pt x="56287" y="3643"/>
                </a:moveTo>
                <a:lnTo>
                  <a:pt x="53368" y="3643"/>
                </a:lnTo>
                <a:cubicBezTo>
                  <a:pt x="52813" y="6657"/>
                  <a:pt x="51284" y="8324"/>
                  <a:pt x="48921" y="8324"/>
                </a:cubicBezTo>
                <a:cubicBezTo>
                  <a:pt x="47530" y="8324"/>
                  <a:pt x="45168" y="7768"/>
                  <a:pt x="42805" y="6657"/>
                </a:cubicBezTo>
                <a:cubicBezTo>
                  <a:pt x="37663" y="4757"/>
                  <a:pt x="32520" y="3643"/>
                  <a:pt x="27935" y="3643"/>
                </a:cubicBezTo>
                <a:cubicBezTo>
                  <a:pt x="22097" y="3643"/>
                  <a:pt x="15983" y="6008"/>
                  <a:pt x="11396" y="10037"/>
                </a:cubicBezTo>
                <a:cubicBezTo>
                  <a:pt x="6532" y="14342"/>
                  <a:pt x="4031" y="20174"/>
                  <a:pt x="4031" y="27395"/>
                </a:cubicBezTo>
                <a:cubicBezTo>
                  <a:pt x="4031" y="38503"/>
                  <a:pt x="10145" y="46277"/>
                  <a:pt x="25711" y="54471"/>
                </a:cubicBezTo>
                <a:cubicBezTo>
                  <a:pt x="35718" y="59885"/>
                  <a:pt x="42945" y="65439"/>
                  <a:pt x="46419" y="70718"/>
                </a:cubicBezTo>
                <a:cubicBezTo>
                  <a:pt x="47670" y="72522"/>
                  <a:pt x="48366" y="75438"/>
                  <a:pt x="48366" y="78910"/>
                </a:cubicBezTo>
                <a:cubicBezTo>
                  <a:pt x="48366" y="88073"/>
                  <a:pt x="41416" y="94460"/>
                  <a:pt x="31271" y="94460"/>
                </a:cubicBezTo>
                <a:cubicBezTo>
                  <a:pt x="18761" y="94460"/>
                  <a:pt x="10145" y="86824"/>
                  <a:pt x="3196" y="69884"/>
                </a:cubicBezTo>
                <a:lnTo>
                  <a:pt x="0" y="69884"/>
                </a:lnTo>
                <a:lnTo>
                  <a:pt x="4169" y="99325"/>
                </a:lnTo>
                <a:lnTo>
                  <a:pt x="7227" y="99325"/>
                </a:lnTo>
                <a:cubicBezTo>
                  <a:pt x="7365" y="96730"/>
                  <a:pt x="9034" y="94785"/>
                  <a:pt x="11119" y="94785"/>
                </a:cubicBezTo>
                <a:cubicBezTo>
                  <a:pt x="12648" y="94785"/>
                  <a:pt x="15010" y="95341"/>
                  <a:pt x="17650" y="96314"/>
                </a:cubicBezTo>
                <a:cubicBezTo>
                  <a:pt x="22931" y="98352"/>
                  <a:pt x="28629" y="99463"/>
                  <a:pt x="34049" y="99463"/>
                </a:cubicBezTo>
                <a:cubicBezTo>
                  <a:pt x="50173" y="99463"/>
                  <a:pt x="62402" y="88491"/>
                  <a:pt x="62402" y="74049"/>
                </a:cubicBezTo>
                <a:cubicBezTo>
                  <a:pt x="62402" y="62663"/>
                  <a:pt x="54758" y="53776"/>
                  <a:pt x="36412" y="43779"/>
                </a:cubicBezTo>
                <a:cubicBezTo>
                  <a:pt x="21819" y="35865"/>
                  <a:pt x="15983" y="29755"/>
                  <a:pt x="15983" y="22116"/>
                </a:cubicBezTo>
                <a:cubicBezTo>
                  <a:pt x="15983" y="14480"/>
                  <a:pt x="21819" y="9342"/>
                  <a:pt x="30436" y="9342"/>
                </a:cubicBezTo>
                <a:cubicBezTo>
                  <a:pt x="36692" y="9342"/>
                  <a:pt x="42528" y="11982"/>
                  <a:pt x="47392" y="16980"/>
                </a:cubicBezTo>
                <a:cubicBezTo>
                  <a:pt x="51700" y="21423"/>
                  <a:pt x="53646" y="25032"/>
                  <a:pt x="55871" y="33226"/>
                </a:cubicBezTo>
                <a:lnTo>
                  <a:pt x="59344" y="33226"/>
                </a:lnTo>
                <a:lnTo>
                  <a:pt x="56287" y="3643"/>
                </a:lnTo>
                <a:close/>
                <a:moveTo>
                  <a:pt x="126887" y="74732"/>
                </a:moveTo>
                <a:cubicBezTo>
                  <a:pt x="120218" y="85299"/>
                  <a:pt x="114240" y="89333"/>
                  <a:pt x="105346" y="89333"/>
                </a:cubicBezTo>
                <a:cubicBezTo>
                  <a:pt x="97425" y="89333"/>
                  <a:pt x="91449" y="85299"/>
                  <a:pt x="87418" y="77374"/>
                </a:cubicBezTo>
                <a:cubicBezTo>
                  <a:pt x="84915" y="72090"/>
                  <a:pt x="83944" y="67641"/>
                  <a:pt x="83666" y="59018"/>
                </a:cubicBezTo>
                <a:lnTo>
                  <a:pt x="126472" y="59018"/>
                </a:lnTo>
                <a:cubicBezTo>
                  <a:pt x="125358" y="50001"/>
                  <a:pt x="123969" y="45984"/>
                  <a:pt x="120496" y="41552"/>
                </a:cubicBezTo>
                <a:cubicBezTo>
                  <a:pt x="116324" y="36558"/>
                  <a:pt x="109933" y="33638"/>
                  <a:pt x="102705" y="33638"/>
                </a:cubicBezTo>
                <a:cubicBezTo>
                  <a:pt x="95756" y="33638"/>
                  <a:pt x="89224" y="36140"/>
                  <a:pt x="83944" y="40859"/>
                </a:cubicBezTo>
                <a:cubicBezTo>
                  <a:pt x="77410" y="46538"/>
                  <a:pt x="73659" y="56378"/>
                  <a:pt x="73659" y="67778"/>
                </a:cubicBezTo>
                <a:cubicBezTo>
                  <a:pt x="73659" y="86968"/>
                  <a:pt x="83666" y="98920"/>
                  <a:pt x="99647" y="98920"/>
                </a:cubicBezTo>
                <a:cubicBezTo>
                  <a:pt x="112851" y="98920"/>
                  <a:pt x="123274" y="90722"/>
                  <a:pt x="129112" y="75705"/>
                </a:cubicBezTo>
                <a:lnTo>
                  <a:pt x="126887" y="74732"/>
                </a:lnTo>
                <a:moveTo>
                  <a:pt x="83944" y="54571"/>
                </a:moveTo>
                <a:cubicBezTo>
                  <a:pt x="85471" y="43768"/>
                  <a:pt x="90198" y="38643"/>
                  <a:pt x="98674" y="38643"/>
                </a:cubicBezTo>
                <a:cubicBezTo>
                  <a:pt x="107152" y="38643"/>
                  <a:pt x="110488" y="42521"/>
                  <a:pt x="112295" y="54571"/>
                </a:cubicBezTo>
                <a:lnTo>
                  <a:pt x="83944" y="54571"/>
                </a:lnTo>
                <a:close/>
                <a:moveTo>
                  <a:pt x="187206" y="75860"/>
                </a:moveTo>
                <a:cubicBezTo>
                  <a:pt x="180534" y="85581"/>
                  <a:pt x="175531" y="88915"/>
                  <a:pt x="167609" y="88915"/>
                </a:cubicBezTo>
                <a:cubicBezTo>
                  <a:pt x="154823" y="88915"/>
                  <a:pt x="146067" y="77805"/>
                  <a:pt x="146067" y="61834"/>
                </a:cubicBezTo>
                <a:cubicBezTo>
                  <a:pt x="146067" y="47390"/>
                  <a:pt x="153712" y="37669"/>
                  <a:pt x="164968" y="37669"/>
                </a:cubicBezTo>
                <a:cubicBezTo>
                  <a:pt x="169971" y="37669"/>
                  <a:pt x="171778" y="39058"/>
                  <a:pt x="173169" y="44334"/>
                </a:cubicBezTo>
                <a:lnTo>
                  <a:pt x="174002" y="47390"/>
                </a:lnTo>
                <a:cubicBezTo>
                  <a:pt x="175114" y="51417"/>
                  <a:pt x="177616" y="53780"/>
                  <a:pt x="180674" y="53780"/>
                </a:cubicBezTo>
                <a:cubicBezTo>
                  <a:pt x="184288" y="53780"/>
                  <a:pt x="187206" y="51140"/>
                  <a:pt x="187206" y="47946"/>
                </a:cubicBezTo>
                <a:cubicBezTo>
                  <a:pt x="187206" y="40170"/>
                  <a:pt x="177476" y="33638"/>
                  <a:pt x="165802" y="33638"/>
                </a:cubicBezTo>
                <a:cubicBezTo>
                  <a:pt x="158992" y="33638"/>
                  <a:pt x="151905" y="36418"/>
                  <a:pt x="146207" y="41419"/>
                </a:cubicBezTo>
                <a:cubicBezTo>
                  <a:pt x="139258" y="47530"/>
                  <a:pt x="135366" y="56974"/>
                  <a:pt x="135366" y="68084"/>
                </a:cubicBezTo>
                <a:cubicBezTo>
                  <a:pt x="135366" y="85999"/>
                  <a:pt x="146345" y="98920"/>
                  <a:pt x="161773" y="98920"/>
                </a:cubicBezTo>
                <a:cubicBezTo>
                  <a:pt x="168026" y="98920"/>
                  <a:pt x="173585" y="96698"/>
                  <a:pt x="178589" y="92389"/>
                </a:cubicBezTo>
                <a:cubicBezTo>
                  <a:pt x="182341" y="89193"/>
                  <a:pt x="184981" y="85303"/>
                  <a:pt x="189150" y="77109"/>
                </a:cubicBezTo>
                <a:lnTo>
                  <a:pt x="187206" y="75860"/>
                </a:lnTo>
                <a:close/>
                <a:moveTo>
                  <a:pt x="257806" y="90582"/>
                </a:moveTo>
                <a:lnTo>
                  <a:pt x="257113" y="90582"/>
                </a:lnTo>
                <a:cubicBezTo>
                  <a:pt x="250301" y="90304"/>
                  <a:pt x="249330" y="89193"/>
                  <a:pt x="249190" y="82661"/>
                </a:cubicBezTo>
                <a:lnTo>
                  <a:pt x="249190" y="34995"/>
                </a:lnTo>
                <a:lnTo>
                  <a:pt x="227231" y="34995"/>
                </a:lnTo>
                <a:lnTo>
                  <a:pt x="227231" y="37360"/>
                </a:lnTo>
                <a:cubicBezTo>
                  <a:pt x="235849" y="37775"/>
                  <a:pt x="237516" y="39166"/>
                  <a:pt x="237516" y="46114"/>
                </a:cubicBezTo>
                <a:lnTo>
                  <a:pt x="237516" y="78770"/>
                </a:lnTo>
                <a:cubicBezTo>
                  <a:pt x="237516" y="82661"/>
                  <a:pt x="236820" y="84608"/>
                  <a:pt x="234875" y="86135"/>
                </a:cubicBezTo>
                <a:cubicBezTo>
                  <a:pt x="231122" y="89193"/>
                  <a:pt x="226815" y="90860"/>
                  <a:pt x="222646" y="90860"/>
                </a:cubicBezTo>
                <a:cubicBezTo>
                  <a:pt x="217225" y="90860"/>
                  <a:pt x="212778" y="86135"/>
                  <a:pt x="212778" y="80299"/>
                </a:cubicBezTo>
                <a:lnTo>
                  <a:pt x="212778" y="34995"/>
                </a:lnTo>
                <a:lnTo>
                  <a:pt x="192486" y="34995"/>
                </a:lnTo>
                <a:lnTo>
                  <a:pt x="192486" y="36942"/>
                </a:lnTo>
                <a:cubicBezTo>
                  <a:pt x="199019" y="37220"/>
                  <a:pt x="200964" y="39166"/>
                  <a:pt x="201104" y="45836"/>
                </a:cubicBezTo>
                <a:lnTo>
                  <a:pt x="201104" y="80854"/>
                </a:lnTo>
                <a:cubicBezTo>
                  <a:pt x="201104" y="91833"/>
                  <a:pt x="207773" y="98920"/>
                  <a:pt x="217919" y="98920"/>
                </a:cubicBezTo>
                <a:cubicBezTo>
                  <a:pt x="223061" y="98920"/>
                  <a:pt x="228482" y="96698"/>
                  <a:pt x="232235" y="92944"/>
                </a:cubicBezTo>
                <a:lnTo>
                  <a:pt x="238211" y="86970"/>
                </a:lnTo>
                <a:lnTo>
                  <a:pt x="238211" y="98505"/>
                </a:lnTo>
                <a:lnTo>
                  <a:pt x="238767" y="98782"/>
                </a:lnTo>
                <a:cubicBezTo>
                  <a:pt x="245716" y="96002"/>
                  <a:pt x="250719" y="94473"/>
                  <a:pt x="257806" y="92529"/>
                </a:cubicBezTo>
                <a:lnTo>
                  <a:pt x="257806" y="90582"/>
                </a:lnTo>
                <a:close/>
                <a:moveTo>
                  <a:pt x="261419" y="97563"/>
                </a:moveTo>
                <a:lnTo>
                  <a:pt x="294775" y="97563"/>
                </a:lnTo>
                <a:lnTo>
                  <a:pt x="294775" y="95478"/>
                </a:lnTo>
                <a:cubicBezTo>
                  <a:pt x="285463" y="95201"/>
                  <a:pt x="283239" y="93256"/>
                  <a:pt x="282961" y="85057"/>
                </a:cubicBezTo>
                <a:lnTo>
                  <a:pt x="282961" y="53788"/>
                </a:lnTo>
                <a:cubicBezTo>
                  <a:pt x="282961" y="49341"/>
                  <a:pt x="288799" y="42394"/>
                  <a:pt x="292691" y="42394"/>
                </a:cubicBezTo>
                <a:cubicBezTo>
                  <a:pt x="293524" y="42394"/>
                  <a:pt x="294775" y="43090"/>
                  <a:pt x="296304" y="44479"/>
                </a:cubicBezTo>
                <a:cubicBezTo>
                  <a:pt x="298389" y="46563"/>
                  <a:pt x="300056" y="47257"/>
                  <a:pt x="301862" y="47257"/>
                </a:cubicBezTo>
                <a:cubicBezTo>
                  <a:pt x="305198" y="47257"/>
                  <a:pt x="307283" y="44894"/>
                  <a:pt x="307283" y="41005"/>
                </a:cubicBezTo>
                <a:cubicBezTo>
                  <a:pt x="307283" y="36418"/>
                  <a:pt x="304365" y="33638"/>
                  <a:pt x="299640" y="33638"/>
                </a:cubicBezTo>
                <a:cubicBezTo>
                  <a:pt x="293802" y="33638"/>
                  <a:pt x="289910" y="36696"/>
                  <a:pt x="282961" y="46701"/>
                </a:cubicBezTo>
                <a:lnTo>
                  <a:pt x="282961" y="33918"/>
                </a:lnTo>
                <a:lnTo>
                  <a:pt x="282267" y="33638"/>
                </a:lnTo>
                <a:cubicBezTo>
                  <a:pt x="274485" y="36696"/>
                  <a:pt x="269480" y="38643"/>
                  <a:pt x="261697" y="41143"/>
                </a:cubicBezTo>
                <a:lnTo>
                  <a:pt x="261697" y="43367"/>
                </a:lnTo>
                <a:cubicBezTo>
                  <a:pt x="263644" y="42950"/>
                  <a:pt x="264895" y="42810"/>
                  <a:pt x="266562" y="42810"/>
                </a:cubicBezTo>
                <a:cubicBezTo>
                  <a:pt x="270036" y="42810"/>
                  <a:pt x="271287" y="45034"/>
                  <a:pt x="271287" y="51148"/>
                </a:cubicBezTo>
                <a:lnTo>
                  <a:pt x="271287" y="85891"/>
                </a:lnTo>
                <a:cubicBezTo>
                  <a:pt x="271009" y="93116"/>
                  <a:pt x="270175" y="93952"/>
                  <a:pt x="261419" y="95478"/>
                </a:cubicBezTo>
                <a:lnTo>
                  <a:pt x="261419" y="97563"/>
                </a:lnTo>
                <a:close/>
                <a:moveTo>
                  <a:pt x="363013" y="74732"/>
                </a:moveTo>
                <a:cubicBezTo>
                  <a:pt x="356344" y="85299"/>
                  <a:pt x="350366" y="89333"/>
                  <a:pt x="341472" y="89333"/>
                </a:cubicBezTo>
                <a:cubicBezTo>
                  <a:pt x="333551" y="89333"/>
                  <a:pt x="327575" y="85299"/>
                  <a:pt x="323544" y="77374"/>
                </a:cubicBezTo>
                <a:cubicBezTo>
                  <a:pt x="321041" y="72090"/>
                  <a:pt x="320070" y="67641"/>
                  <a:pt x="319792" y="59018"/>
                </a:cubicBezTo>
                <a:lnTo>
                  <a:pt x="362598" y="59018"/>
                </a:lnTo>
                <a:cubicBezTo>
                  <a:pt x="361484" y="50001"/>
                  <a:pt x="360095" y="45984"/>
                  <a:pt x="356622" y="41552"/>
                </a:cubicBezTo>
                <a:cubicBezTo>
                  <a:pt x="352450" y="36558"/>
                  <a:pt x="346059" y="33638"/>
                  <a:pt x="338832" y="33638"/>
                </a:cubicBezTo>
                <a:cubicBezTo>
                  <a:pt x="331882" y="33638"/>
                  <a:pt x="325351" y="36140"/>
                  <a:pt x="320070" y="40859"/>
                </a:cubicBezTo>
                <a:cubicBezTo>
                  <a:pt x="313536" y="46538"/>
                  <a:pt x="309785" y="56378"/>
                  <a:pt x="309785" y="67778"/>
                </a:cubicBezTo>
                <a:cubicBezTo>
                  <a:pt x="309785" y="86968"/>
                  <a:pt x="319792" y="98920"/>
                  <a:pt x="335774" y="98920"/>
                </a:cubicBezTo>
                <a:cubicBezTo>
                  <a:pt x="348977" y="98920"/>
                  <a:pt x="359400" y="90722"/>
                  <a:pt x="365238" y="75705"/>
                </a:cubicBezTo>
                <a:lnTo>
                  <a:pt x="363013" y="74732"/>
                </a:lnTo>
                <a:moveTo>
                  <a:pt x="320070" y="54571"/>
                </a:moveTo>
                <a:cubicBezTo>
                  <a:pt x="321597" y="43768"/>
                  <a:pt x="326324" y="38643"/>
                  <a:pt x="334800" y="38643"/>
                </a:cubicBezTo>
                <a:cubicBezTo>
                  <a:pt x="343279" y="38643"/>
                  <a:pt x="346614" y="42521"/>
                  <a:pt x="348421" y="54571"/>
                </a:cubicBezTo>
                <a:lnTo>
                  <a:pt x="320070" y="54571"/>
                </a:lnTo>
                <a:close/>
                <a:moveTo>
                  <a:pt x="387613" y="33774"/>
                </a:moveTo>
                <a:cubicBezTo>
                  <a:pt x="383443" y="33774"/>
                  <a:pt x="379970" y="37249"/>
                  <a:pt x="379970" y="41696"/>
                </a:cubicBezTo>
                <a:cubicBezTo>
                  <a:pt x="379970" y="45728"/>
                  <a:pt x="383443" y="49201"/>
                  <a:pt x="387475" y="49201"/>
                </a:cubicBezTo>
                <a:cubicBezTo>
                  <a:pt x="391782" y="49201"/>
                  <a:pt x="395395" y="45866"/>
                  <a:pt x="395395" y="41696"/>
                </a:cubicBezTo>
                <a:cubicBezTo>
                  <a:pt x="395395" y="37387"/>
                  <a:pt x="391782" y="33774"/>
                  <a:pt x="387613" y="33774"/>
                </a:cubicBezTo>
                <a:moveTo>
                  <a:pt x="387613" y="83630"/>
                </a:moveTo>
                <a:cubicBezTo>
                  <a:pt x="383443" y="83630"/>
                  <a:pt x="379970" y="87104"/>
                  <a:pt x="379970" y="91553"/>
                </a:cubicBezTo>
                <a:cubicBezTo>
                  <a:pt x="379970" y="95582"/>
                  <a:pt x="383443" y="99056"/>
                  <a:pt x="387475" y="99056"/>
                </a:cubicBezTo>
                <a:cubicBezTo>
                  <a:pt x="391782" y="99056"/>
                  <a:pt x="395395" y="95722"/>
                  <a:pt x="395395" y="91553"/>
                </a:cubicBezTo>
                <a:cubicBezTo>
                  <a:pt x="395395" y="87244"/>
                  <a:pt x="391782" y="83630"/>
                  <a:pt x="387613" y="83630"/>
                </a:cubicBezTo>
                <a:close/>
                <a:moveTo>
                  <a:pt x="467710" y="14887"/>
                </a:moveTo>
                <a:lnTo>
                  <a:pt x="495500" y="14887"/>
                </a:lnTo>
                <a:cubicBezTo>
                  <a:pt x="497910" y="14887"/>
                  <a:pt x="498334" y="14744"/>
                  <a:pt x="498760" y="13611"/>
                </a:cubicBezTo>
                <a:lnTo>
                  <a:pt x="504148" y="991"/>
                </a:lnTo>
                <a:lnTo>
                  <a:pt x="502873" y="0"/>
                </a:lnTo>
                <a:cubicBezTo>
                  <a:pt x="500744" y="2834"/>
                  <a:pt x="499470" y="3684"/>
                  <a:pt x="496350" y="3684"/>
                </a:cubicBezTo>
                <a:lnTo>
                  <a:pt x="466717" y="3684"/>
                </a:lnTo>
                <a:lnTo>
                  <a:pt x="451261" y="37279"/>
                </a:lnTo>
                <a:cubicBezTo>
                  <a:pt x="451120" y="37563"/>
                  <a:pt x="451120" y="37705"/>
                  <a:pt x="451120" y="37989"/>
                </a:cubicBezTo>
                <a:cubicBezTo>
                  <a:pt x="451120" y="38839"/>
                  <a:pt x="451687" y="39123"/>
                  <a:pt x="452821" y="39123"/>
                </a:cubicBezTo>
                <a:cubicBezTo>
                  <a:pt x="457358" y="39123"/>
                  <a:pt x="462887" y="40116"/>
                  <a:pt x="468844" y="41957"/>
                </a:cubicBezTo>
                <a:cubicBezTo>
                  <a:pt x="485148" y="47201"/>
                  <a:pt x="492521" y="55846"/>
                  <a:pt x="492521" y="70019"/>
                </a:cubicBezTo>
                <a:cubicBezTo>
                  <a:pt x="492521" y="83626"/>
                  <a:pt x="484014" y="94257"/>
                  <a:pt x="472814" y="94257"/>
                </a:cubicBezTo>
                <a:cubicBezTo>
                  <a:pt x="469977" y="94257"/>
                  <a:pt x="467710" y="93264"/>
                  <a:pt x="463454" y="90147"/>
                </a:cubicBezTo>
                <a:cubicBezTo>
                  <a:pt x="458917" y="86746"/>
                  <a:pt x="455800" y="85469"/>
                  <a:pt x="452537" y="85469"/>
                </a:cubicBezTo>
                <a:cubicBezTo>
                  <a:pt x="448567" y="85469"/>
                  <a:pt x="446583" y="87170"/>
                  <a:pt x="446583" y="90713"/>
                </a:cubicBezTo>
                <a:cubicBezTo>
                  <a:pt x="446583" y="96100"/>
                  <a:pt x="453104" y="99501"/>
                  <a:pt x="463881" y="99501"/>
                </a:cubicBezTo>
                <a:cubicBezTo>
                  <a:pt x="475650" y="99501"/>
                  <a:pt x="485857" y="95674"/>
                  <a:pt x="493090" y="88446"/>
                </a:cubicBezTo>
                <a:cubicBezTo>
                  <a:pt x="499470" y="82068"/>
                  <a:pt x="502447" y="73990"/>
                  <a:pt x="502447" y="63217"/>
                </a:cubicBezTo>
                <a:cubicBezTo>
                  <a:pt x="502447" y="53012"/>
                  <a:pt x="499754" y="46494"/>
                  <a:pt x="492804" y="39406"/>
                </a:cubicBezTo>
                <a:cubicBezTo>
                  <a:pt x="486567" y="33171"/>
                  <a:pt x="478484" y="29910"/>
                  <a:pt x="461754" y="26933"/>
                </a:cubicBezTo>
                <a:lnTo>
                  <a:pt x="467710" y="14887"/>
                </a:lnTo>
                <a:close/>
                <a:moveTo>
                  <a:pt x="548954" y="1746"/>
                </a:moveTo>
                <a:cubicBezTo>
                  <a:pt x="541154" y="1746"/>
                  <a:pt x="535200" y="4015"/>
                  <a:pt x="529954" y="9117"/>
                </a:cubicBezTo>
                <a:cubicBezTo>
                  <a:pt x="521730" y="17051"/>
                  <a:pt x="516341" y="33342"/>
                  <a:pt x="516341" y="49916"/>
                </a:cubicBezTo>
                <a:cubicBezTo>
                  <a:pt x="516341" y="65500"/>
                  <a:pt x="521021" y="81934"/>
                  <a:pt x="527684" y="89865"/>
                </a:cubicBezTo>
                <a:cubicBezTo>
                  <a:pt x="532931" y="96100"/>
                  <a:pt x="540161" y="99501"/>
                  <a:pt x="548387" y="99501"/>
                </a:cubicBezTo>
                <a:cubicBezTo>
                  <a:pt x="555617" y="99501"/>
                  <a:pt x="561714" y="97091"/>
                  <a:pt x="566818" y="92133"/>
                </a:cubicBezTo>
                <a:cubicBezTo>
                  <a:pt x="575041" y="84342"/>
                  <a:pt x="580430" y="67908"/>
                  <a:pt x="580430" y="50767"/>
                </a:cubicBezTo>
                <a:cubicBezTo>
                  <a:pt x="580430" y="21726"/>
                  <a:pt x="567527" y="1746"/>
                  <a:pt x="548954" y="1746"/>
                </a:cubicBezTo>
                <a:moveTo>
                  <a:pt x="548527" y="5433"/>
                </a:moveTo>
                <a:cubicBezTo>
                  <a:pt x="560437" y="5433"/>
                  <a:pt x="566818" y="21442"/>
                  <a:pt x="566818" y="51050"/>
                </a:cubicBezTo>
                <a:cubicBezTo>
                  <a:pt x="566818" y="80657"/>
                  <a:pt x="560580" y="95817"/>
                  <a:pt x="548387" y="95817"/>
                </a:cubicBezTo>
                <a:cubicBezTo>
                  <a:pt x="536191" y="95817"/>
                  <a:pt x="529954" y="80657"/>
                  <a:pt x="529954" y="51193"/>
                </a:cubicBezTo>
                <a:cubicBezTo>
                  <a:pt x="529954" y="21016"/>
                  <a:pt x="536334" y="5433"/>
                  <a:pt x="548527" y="543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FB7C3F2-B93F-4115-9586-518F3EB19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8036" y="2971770"/>
            <a:ext cx="922729" cy="202307"/>
          </a:xfrm>
          <a:custGeom xmlns:a="http://schemas.openxmlformats.org/drawingml/2006/main">
            <a:pathLst>
              <a:path w="922729" h="202307">
                <a:moveTo>
                  <a:pt x="35092" y="0"/>
                </a:moveTo>
                <a:lnTo>
                  <a:pt x="887629" y="0"/>
                </a:lnTo>
                <a:cubicBezTo>
                  <a:pt x="907087" y="0"/>
                  <a:pt x="922729" y="15633"/>
                  <a:pt x="922729" y="35092"/>
                </a:cubicBezTo>
                <a:lnTo>
                  <a:pt x="922729" y="167207"/>
                </a:lnTo>
                <a:cubicBezTo>
                  <a:pt x="922729" y="186665"/>
                  <a:pt x="907087" y="202307"/>
                  <a:pt x="887629" y="202307"/>
                </a:cubicBezTo>
                <a:lnTo>
                  <a:pt x="35092" y="202307"/>
                </a:lnTo>
                <a:cubicBezTo>
                  <a:pt x="15642" y="202307"/>
                  <a:pt x="0" y="186665"/>
                  <a:pt x="0" y="167207"/>
                </a:cubicBezTo>
                <a:lnTo>
                  <a:pt x="0" y="35092"/>
                </a:lnTo>
                <a:cubicBezTo>
                  <a:pt x="0" y="15633"/>
                  <a:pt x="15642" y="0"/>
                  <a:pt x="35092" y="0"/>
                </a:cubicBezTo>
                <a:close/>
                <a:moveTo>
                  <a:pt x="35092" y="0"/>
                </a:moveTo>
              </a:path>
            </a:pathLst>
          </a:custGeom>
          <a:solidFill xmlns:a="http://schemas.openxmlformats.org/drawingml/2006/main">
            <a:srgbClr val="FFFFFF">
              <a:alpha val="75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4" name="Text NoDecision:3">
            <a:extLst xmlns:a="http://schemas.openxmlformats.org/drawingml/2006/main">
              <a:ext uri="{FF2B5EF4-FFF2-40B4-BE49-F238E27FC236}">
                <a16:creationId xmlns:a16="http://schemas.microsoft.com/office/drawing/2014/main" id="{FF173653-EBFB-40E9-B45B-6AE8FAB75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7992" y="3021704"/>
            <a:ext cx="828716" cy="97756"/>
          </a:xfrm>
          <a:custGeom xmlns:a="http://schemas.openxmlformats.org/drawingml/2006/main">
            <a:pathLst>
              <a:path w="828716" h="97756">
                <a:moveTo>
                  <a:pt x="96592" y="3797"/>
                </a:moveTo>
                <a:lnTo>
                  <a:pt x="63931" y="3797"/>
                </a:lnTo>
                <a:lnTo>
                  <a:pt x="63931" y="6440"/>
                </a:lnTo>
                <a:cubicBezTo>
                  <a:pt x="75048" y="7133"/>
                  <a:pt x="76855" y="9498"/>
                  <a:pt x="77273" y="24232"/>
                </a:cubicBezTo>
                <a:lnTo>
                  <a:pt x="77273" y="71075"/>
                </a:lnTo>
                <a:lnTo>
                  <a:pt x="23766" y="3797"/>
                </a:lnTo>
                <a:lnTo>
                  <a:pt x="0" y="3797"/>
                </a:lnTo>
                <a:lnTo>
                  <a:pt x="0" y="6440"/>
                </a:lnTo>
                <a:cubicBezTo>
                  <a:pt x="5976" y="6440"/>
                  <a:pt x="7921" y="7551"/>
                  <a:pt x="13481" y="14085"/>
                </a:cubicBezTo>
                <a:lnTo>
                  <a:pt x="13481" y="75385"/>
                </a:lnTo>
                <a:cubicBezTo>
                  <a:pt x="13203" y="90119"/>
                  <a:pt x="11396" y="92483"/>
                  <a:pt x="0" y="93177"/>
                </a:cubicBezTo>
                <a:lnTo>
                  <a:pt x="0" y="95817"/>
                </a:lnTo>
                <a:lnTo>
                  <a:pt x="32660" y="95817"/>
                </a:lnTo>
                <a:lnTo>
                  <a:pt x="32660" y="93177"/>
                </a:lnTo>
                <a:cubicBezTo>
                  <a:pt x="21959" y="92621"/>
                  <a:pt x="19875" y="89703"/>
                  <a:pt x="19597" y="75385"/>
                </a:cubicBezTo>
                <a:lnTo>
                  <a:pt x="19597" y="20894"/>
                </a:lnTo>
                <a:lnTo>
                  <a:pt x="81024" y="97310"/>
                </a:lnTo>
                <a:lnTo>
                  <a:pt x="83389" y="97310"/>
                </a:lnTo>
                <a:lnTo>
                  <a:pt x="83389" y="24224"/>
                </a:lnTo>
                <a:cubicBezTo>
                  <a:pt x="83804" y="9773"/>
                  <a:pt x="85611" y="7411"/>
                  <a:pt x="96592" y="6440"/>
                </a:cubicBezTo>
                <a:lnTo>
                  <a:pt x="96592" y="3797"/>
                </a:lnTo>
                <a:close/>
                <a:moveTo>
                  <a:pt x="130502" y="31892"/>
                </a:moveTo>
                <a:cubicBezTo>
                  <a:pt x="112295" y="31892"/>
                  <a:pt x="99787" y="45229"/>
                  <a:pt x="99787" y="64395"/>
                </a:cubicBezTo>
                <a:cubicBezTo>
                  <a:pt x="99787" y="83284"/>
                  <a:pt x="112712" y="97174"/>
                  <a:pt x="130223" y="97174"/>
                </a:cubicBezTo>
                <a:cubicBezTo>
                  <a:pt x="147735" y="97174"/>
                  <a:pt x="161076" y="82591"/>
                  <a:pt x="161076" y="63284"/>
                </a:cubicBezTo>
                <a:cubicBezTo>
                  <a:pt x="161076" y="44951"/>
                  <a:pt x="148291" y="31892"/>
                  <a:pt x="130502" y="31892"/>
                </a:cubicBezTo>
                <a:moveTo>
                  <a:pt x="128696" y="35785"/>
                </a:moveTo>
                <a:cubicBezTo>
                  <a:pt x="140370" y="35785"/>
                  <a:pt x="148568" y="49118"/>
                  <a:pt x="148568" y="68145"/>
                </a:cubicBezTo>
                <a:cubicBezTo>
                  <a:pt x="148568" y="83977"/>
                  <a:pt x="142315" y="93283"/>
                  <a:pt x="131892" y="93283"/>
                </a:cubicBezTo>
                <a:cubicBezTo>
                  <a:pt x="126471" y="93283"/>
                  <a:pt x="121329" y="89951"/>
                  <a:pt x="118410" y="84395"/>
                </a:cubicBezTo>
                <a:cubicBezTo>
                  <a:pt x="114519" y="77172"/>
                  <a:pt x="112295" y="67451"/>
                  <a:pt x="112295" y="57590"/>
                </a:cubicBezTo>
                <a:cubicBezTo>
                  <a:pt x="112295" y="44395"/>
                  <a:pt x="118688" y="35785"/>
                  <a:pt x="128696" y="35785"/>
                </a:cubicBezTo>
                <a:close/>
                <a:moveTo>
                  <a:pt x="202214" y="95817"/>
                </a:moveTo>
                <a:lnTo>
                  <a:pt x="241684" y="95817"/>
                </a:lnTo>
                <a:cubicBezTo>
                  <a:pt x="257807" y="95817"/>
                  <a:pt x="272400" y="91232"/>
                  <a:pt x="281016" y="83447"/>
                </a:cubicBezTo>
                <a:cubicBezTo>
                  <a:pt x="290050" y="75247"/>
                  <a:pt x="295192" y="62875"/>
                  <a:pt x="295192" y="49392"/>
                </a:cubicBezTo>
                <a:cubicBezTo>
                  <a:pt x="295192" y="36882"/>
                  <a:pt x="291161" y="26039"/>
                  <a:pt x="283378" y="18394"/>
                </a:cubicBezTo>
                <a:cubicBezTo>
                  <a:pt x="273929" y="8802"/>
                  <a:pt x="258779" y="3797"/>
                  <a:pt x="239739" y="3797"/>
                </a:cubicBezTo>
                <a:lnTo>
                  <a:pt x="202214" y="3797"/>
                </a:lnTo>
                <a:lnTo>
                  <a:pt x="202214" y="6440"/>
                </a:lnTo>
                <a:cubicBezTo>
                  <a:pt x="213193" y="7411"/>
                  <a:pt x="214306" y="8524"/>
                  <a:pt x="214444" y="18950"/>
                </a:cubicBezTo>
                <a:lnTo>
                  <a:pt x="214444" y="80667"/>
                </a:lnTo>
                <a:cubicBezTo>
                  <a:pt x="214306" y="90814"/>
                  <a:pt x="212637" y="92483"/>
                  <a:pt x="202214" y="93177"/>
                </a:cubicBezTo>
                <a:lnTo>
                  <a:pt x="202214" y="95817"/>
                </a:lnTo>
                <a:moveTo>
                  <a:pt x="228621" y="14363"/>
                </a:moveTo>
                <a:cubicBezTo>
                  <a:pt x="228621" y="10053"/>
                  <a:pt x="230010" y="8940"/>
                  <a:pt x="235848" y="8940"/>
                </a:cubicBezTo>
                <a:cubicBezTo>
                  <a:pt x="247938" y="8940"/>
                  <a:pt x="256834" y="11165"/>
                  <a:pt x="263505" y="15892"/>
                </a:cubicBezTo>
                <a:cubicBezTo>
                  <a:pt x="274344" y="23399"/>
                  <a:pt x="280042" y="35353"/>
                  <a:pt x="280042" y="50365"/>
                </a:cubicBezTo>
                <a:cubicBezTo>
                  <a:pt x="280042" y="66766"/>
                  <a:pt x="274344" y="78443"/>
                  <a:pt x="263088" y="84976"/>
                </a:cubicBezTo>
                <a:cubicBezTo>
                  <a:pt x="256000" y="89008"/>
                  <a:pt x="247938" y="90677"/>
                  <a:pt x="235848" y="90677"/>
                </a:cubicBezTo>
                <a:cubicBezTo>
                  <a:pt x="230288" y="90677"/>
                  <a:pt x="228621" y="89425"/>
                  <a:pt x="228621" y="84976"/>
                </a:cubicBezTo>
                <a:lnTo>
                  <a:pt x="228621" y="14363"/>
                </a:lnTo>
                <a:close/>
                <a:moveTo>
                  <a:pt x="357732" y="72986"/>
                </a:moveTo>
                <a:cubicBezTo>
                  <a:pt x="351063" y="83553"/>
                  <a:pt x="345084" y="87587"/>
                  <a:pt x="336190" y="87587"/>
                </a:cubicBezTo>
                <a:cubicBezTo>
                  <a:pt x="328270" y="87587"/>
                  <a:pt x="322294" y="83553"/>
                  <a:pt x="318262" y="75628"/>
                </a:cubicBezTo>
                <a:cubicBezTo>
                  <a:pt x="315760" y="70344"/>
                  <a:pt x="314789" y="65895"/>
                  <a:pt x="314511" y="57272"/>
                </a:cubicBezTo>
                <a:lnTo>
                  <a:pt x="357316" y="57272"/>
                </a:lnTo>
                <a:cubicBezTo>
                  <a:pt x="356203" y="48255"/>
                  <a:pt x="354814" y="44238"/>
                  <a:pt x="351340" y="39806"/>
                </a:cubicBezTo>
                <a:cubicBezTo>
                  <a:pt x="347169" y="34812"/>
                  <a:pt x="340777" y="31892"/>
                  <a:pt x="333550" y="31892"/>
                </a:cubicBezTo>
                <a:cubicBezTo>
                  <a:pt x="326601" y="31892"/>
                  <a:pt x="320069" y="34394"/>
                  <a:pt x="314789" y="39113"/>
                </a:cubicBezTo>
                <a:cubicBezTo>
                  <a:pt x="308255" y="44792"/>
                  <a:pt x="304503" y="54632"/>
                  <a:pt x="304503" y="66032"/>
                </a:cubicBezTo>
                <a:cubicBezTo>
                  <a:pt x="304503" y="85222"/>
                  <a:pt x="314511" y="97174"/>
                  <a:pt x="330492" y="97174"/>
                </a:cubicBezTo>
                <a:cubicBezTo>
                  <a:pt x="343695" y="97174"/>
                  <a:pt x="354118" y="88976"/>
                  <a:pt x="359957" y="73959"/>
                </a:cubicBezTo>
                <a:lnTo>
                  <a:pt x="357732" y="72986"/>
                </a:lnTo>
                <a:moveTo>
                  <a:pt x="314789" y="52825"/>
                </a:moveTo>
                <a:cubicBezTo>
                  <a:pt x="316316" y="42022"/>
                  <a:pt x="321042" y="36897"/>
                  <a:pt x="329519" y="36897"/>
                </a:cubicBezTo>
                <a:cubicBezTo>
                  <a:pt x="337997" y="36897"/>
                  <a:pt x="341333" y="40775"/>
                  <a:pt x="343140" y="52825"/>
                </a:cubicBezTo>
                <a:lnTo>
                  <a:pt x="314789" y="52825"/>
                </a:lnTo>
                <a:close/>
                <a:moveTo>
                  <a:pt x="418050" y="74114"/>
                </a:moveTo>
                <a:cubicBezTo>
                  <a:pt x="411379" y="83835"/>
                  <a:pt x="406376" y="87169"/>
                  <a:pt x="398453" y="87169"/>
                </a:cubicBezTo>
                <a:cubicBezTo>
                  <a:pt x="385668" y="87169"/>
                  <a:pt x="376912" y="76059"/>
                  <a:pt x="376912" y="60088"/>
                </a:cubicBezTo>
                <a:cubicBezTo>
                  <a:pt x="376912" y="45644"/>
                  <a:pt x="384557" y="35923"/>
                  <a:pt x="395813" y="35923"/>
                </a:cubicBezTo>
                <a:cubicBezTo>
                  <a:pt x="400816" y="35923"/>
                  <a:pt x="402623" y="37312"/>
                  <a:pt x="404014" y="42589"/>
                </a:cubicBezTo>
                <a:lnTo>
                  <a:pt x="404847" y="45644"/>
                </a:lnTo>
                <a:cubicBezTo>
                  <a:pt x="405958" y="49672"/>
                  <a:pt x="408461" y="52034"/>
                  <a:pt x="411519" y="52034"/>
                </a:cubicBezTo>
                <a:cubicBezTo>
                  <a:pt x="415132" y="52034"/>
                  <a:pt x="418050" y="49394"/>
                  <a:pt x="418050" y="46200"/>
                </a:cubicBezTo>
                <a:cubicBezTo>
                  <a:pt x="418050" y="38424"/>
                  <a:pt x="408321" y="31892"/>
                  <a:pt x="396647" y="31892"/>
                </a:cubicBezTo>
                <a:cubicBezTo>
                  <a:pt x="389837" y="31892"/>
                  <a:pt x="382750" y="34672"/>
                  <a:pt x="377052" y="39673"/>
                </a:cubicBezTo>
                <a:cubicBezTo>
                  <a:pt x="370102" y="45784"/>
                  <a:pt x="366211" y="55228"/>
                  <a:pt x="366211" y="66338"/>
                </a:cubicBezTo>
                <a:cubicBezTo>
                  <a:pt x="366211" y="84253"/>
                  <a:pt x="377190" y="97174"/>
                  <a:pt x="392617" y="97174"/>
                </a:cubicBezTo>
                <a:cubicBezTo>
                  <a:pt x="398871" y="97174"/>
                  <a:pt x="404429" y="94952"/>
                  <a:pt x="409434" y="90643"/>
                </a:cubicBezTo>
                <a:cubicBezTo>
                  <a:pt x="413186" y="87447"/>
                  <a:pt x="415826" y="83558"/>
                  <a:pt x="419995" y="75363"/>
                </a:cubicBezTo>
                <a:lnTo>
                  <a:pt x="418050" y="74114"/>
                </a:lnTo>
                <a:close/>
                <a:moveTo>
                  <a:pt x="426666" y="95817"/>
                </a:moveTo>
                <a:lnTo>
                  <a:pt x="459604" y="95817"/>
                </a:lnTo>
                <a:lnTo>
                  <a:pt x="459604" y="93732"/>
                </a:lnTo>
                <a:cubicBezTo>
                  <a:pt x="450432" y="93039"/>
                  <a:pt x="449459" y="91788"/>
                  <a:pt x="449319" y="81640"/>
                </a:cubicBezTo>
                <a:lnTo>
                  <a:pt x="449319" y="32299"/>
                </a:lnTo>
                <a:lnTo>
                  <a:pt x="448763" y="31881"/>
                </a:lnTo>
                <a:lnTo>
                  <a:pt x="427222" y="39526"/>
                </a:lnTo>
                <a:lnTo>
                  <a:pt x="427222" y="41611"/>
                </a:lnTo>
                <a:lnTo>
                  <a:pt x="428335" y="41473"/>
                </a:lnTo>
                <a:cubicBezTo>
                  <a:pt x="430002" y="41195"/>
                  <a:pt x="431669" y="41055"/>
                  <a:pt x="433060" y="41055"/>
                </a:cubicBezTo>
                <a:cubicBezTo>
                  <a:pt x="436396" y="41055"/>
                  <a:pt x="437645" y="43280"/>
                  <a:pt x="437645" y="49396"/>
                </a:cubicBezTo>
                <a:lnTo>
                  <a:pt x="437645" y="81640"/>
                </a:lnTo>
                <a:cubicBezTo>
                  <a:pt x="437367" y="91926"/>
                  <a:pt x="436118" y="93317"/>
                  <a:pt x="426666" y="93732"/>
                </a:cubicBezTo>
                <a:lnTo>
                  <a:pt x="426666" y="95817"/>
                </a:lnTo>
                <a:moveTo>
                  <a:pt x="442232" y="888"/>
                </a:moveTo>
                <a:cubicBezTo>
                  <a:pt x="438480" y="888"/>
                  <a:pt x="435282" y="4084"/>
                  <a:pt x="435282" y="7975"/>
                </a:cubicBezTo>
                <a:cubicBezTo>
                  <a:pt x="435282" y="12007"/>
                  <a:pt x="438340" y="15062"/>
                  <a:pt x="442232" y="15062"/>
                </a:cubicBezTo>
                <a:cubicBezTo>
                  <a:pt x="446401" y="15062"/>
                  <a:pt x="449459" y="12007"/>
                  <a:pt x="449459" y="7975"/>
                </a:cubicBezTo>
                <a:cubicBezTo>
                  <a:pt x="449459" y="3946"/>
                  <a:pt x="446263" y="888"/>
                  <a:pt x="442232" y="888"/>
                </a:cubicBezTo>
                <a:close/>
                <a:moveTo>
                  <a:pt x="506857" y="52172"/>
                </a:moveTo>
                <a:lnTo>
                  <a:pt x="506301" y="33143"/>
                </a:lnTo>
                <a:lnTo>
                  <a:pt x="504772" y="33143"/>
                </a:lnTo>
                <a:cubicBezTo>
                  <a:pt x="504079" y="34256"/>
                  <a:pt x="503383" y="34672"/>
                  <a:pt x="502550" y="34672"/>
                </a:cubicBezTo>
                <a:cubicBezTo>
                  <a:pt x="501716" y="34672"/>
                  <a:pt x="500325" y="34394"/>
                  <a:pt x="498796" y="33699"/>
                </a:cubicBezTo>
                <a:cubicBezTo>
                  <a:pt x="495600" y="32588"/>
                  <a:pt x="492405" y="31892"/>
                  <a:pt x="489069" y="31892"/>
                </a:cubicBezTo>
                <a:cubicBezTo>
                  <a:pt x="478088" y="31892"/>
                  <a:pt x="470167" y="39117"/>
                  <a:pt x="470167" y="49118"/>
                </a:cubicBezTo>
                <a:cubicBezTo>
                  <a:pt x="470167" y="56895"/>
                  <a:pt x="474614" y="62451"/>
                  <a:pt x="486429" y="69118"/>
                </a:cubicBezTo>
                <a:lnTo>
                  <a:pt x="494489" y="73701"/>
                </a:lnTo>
                <a:cubicBezTo>
                  <a:pt x="499352" y="76479"/>
                  <a:pt x="501716" y="79812"/>
                  <a:pt x="501716" y="84117"/>
                </a:cubicBezTo>
                <a:cubicBezTo>
                  <a:pt x="501716" y="90229"/>
                  <a:pt x="497267" y="94118"/>
                  <a:pt x="490180" y="94118"/>
                </a:cubicBezTo>
                <a:cubicBezTo>
                  <a:pt x="480590" y="94118"/>
                  <a:pt x="475726" y="88840"/>
                  <a:pt x="472530" y="74674"/>
                </a:cubicBezTo>
                <a:lnTo>
                  <a:pt x="470305" y="74674"/>
                </a:lnTo>
                <a:lnTo>
                  <a:pt x="470305" y="96341"/>
                </a:lnTo>
                <a:lnTo>
                  <a:pt x="472112" y="96341"/>
                </a:lnTo>
                <a:cubicBezTo>
                  <a:pt x="473085" y="94952"/>
                  <a:pt x="473641" y="94674"/>
                  <a:pt x="475310" y="94674"/>
                </a:cubicBezTo>
                <a:cubicBezTo>
                  <a:pt x="476839" y="94706"/>
                  <a:pt x="478506" y="94984"/>
                  <a:pt x="481702" y="95817"/>
                </a:cubicBezTo>
                <a:cubicBezTo>
                  <a:pt x="485455" y="96619"/>
                  <a:pt x="489069" y="97174"/>
                  <a:pt x="491847" y="97174"/>
                </a:cubicBezTo>
                <a:cubicBezTo>
                  <a:pt x="502688" y="97174"/>
                  <a:pt x="511444" y="89118"/>
                  <a:pt x="511444" y="79395"/>
                </a:cubicBezTo>
                <a:cubicBezTo>
                  <a:pt x="511444" y="72452"/>
                  <a:pt x="508108" y="67867"/>
                  <a:pt x="499770" y="62868"/>
                </a:cubicBezTo>
                <a:lnTo>
                  <a:pt x="484760" y="53979"/>
                </a:lnTo>
                <a:cubicBezTo>
                  <a:pt x="480868" y="51616"/>
                  <a:pt x="478784" y="48285"/>
                  <a:pt x="478784" y="44533"/>
                </a:cubicBezTo>
                <a:cubicBezTo>
                  <a:pt x="478784" y="38839"/>
                  <a:pt x="483093" y="35090"/>
                  <a:pt x="489484" y="35090"/>
                </a:cubicBezTo>
                <a:cubicBezTo>
                  <a:pt x="497407" y="35090"/>
                  <a:pt x="501576" y="39673"/>
                  <a:pt x="504772" y="52172"/>
                </a:cubicBezTo>
                <a:lnTo>
                  <a:pt x="506857" y="52172"/>
                </a:lnTo>
                <a:close/>
                <a:moveTo>
                  <a:pt x="518949" y="95817"/>
                </a:moveTo>
                <a:lnTo>
                  <a:pt x="551887" y="95817"/>
                </a:lnTo>
                <a:lnTo>
                  <a:pt x="551887" y="93732"/>
                </a:lnTo>
                <a:cubicBezTo>
                  <a:pt x="542715" y="93039"/>
                  <a:pt x="541742" y="91788"/>
                  <a:pt x="541602" y="81640"/>
                </a:cubicBezTo>
                <a:lnTo>
                  <a:pt x="541602" y="32299"/>
                </a:lnTo>
                <a:lnTo>
                  <a:pt x="541046" y="31881"/>
                </a:lnTo>
                <a:lnTo>
                  <a:pt x="519504" y="39526"/>
                </a:lnTo>
                <a:lnTo>
                  <a:pt x="519504" y="41611"/>
                </a:lnTo>
                <a:lnTo>
                  <a:pt x="520618" y="41473"/>
                </a:lnTo>
                <a:cubicBezTo>
                  <a:pt x="522284" y="41195"/>
                  <a:pt x="523951" y="41055"/>
                  <a:pt x="525342" y="41055"/>
                </a:cubicBezTo>
                <a:cubicBezTo>
                  <a:pt x="528678" y="41055"/>
                  <a:pt x="529927" y="43280"/>
                  <a:pt x="529927" y="49396"/>
                </a:cubicBezTo>
                <a:lnTo>
                  <a:pt x="529927" y="81640"/>
                </a:lnTo>
                <a:cubicBezTo>
                  <a:pt x="529650" y="91926"/>
                  <a:pt x="528400" y="93317"/>
                  <a:pt x="518949" y="93732"/>
                </a:cubicBezTo>
                <a:lnTo>
                  <a:pt x="518949" y="95817"/>
                </a:lnTo>
                <a:moveTo>
                  <a:pt x="534514" y="888"/>
                </a:moveTo>
                <a:cubicBezTo>
                  <a:pt x="530763" y="888"/>
                  <a:pt x="527565" y="4084"/>
                  <a:pt x="527565" y="7975"/>
                </a:cubicBezTo>
                <a:cubicBezTo>
                  <a:pt x="527565" y="12007"/>
                  <a:pt x="530623" y="15062"/>
                  <a:pt x="534514" y="15062"/>
                </a:cubicBezTo>
                <a:cubicBezTo>
                  <a:pt x="538684" y="15062"/>
                  <a:pt x="541742" y="12007"/>
                  <a:pt x="541742" y="7975"/>
                </a:cubicBezTo>
                <a:cubicBezTo>
                  <a:pt x="541742" y="3946"/>
                  <a:pt x="538546" y="888"/>
                  <a:pt x="534514" y="888"/>
                </a:cubicBezTo>
                <a:close/>
                <a:moveTo>
                  <a:pt x="590107" y="31892"/>
                </a:moveTo>
                <a:cubicBezTo>
                  <a:pt x="571899" y="31892"/>
                  <a:pt x="559392" y="45229"/>
                  <a:pt x="559392" y="64395"/>
                </a:cubicBezTo>
                <a:cubicBezTo>
                  <a:pt x="559392" y="83284"/>
                  <a:pt x="572317" y="97174"/>
                  <a:pt x="589827" y="97174"/>
                </a:cubicBezTo>
                <a:cubicBezTo>
                  <a:pt x="607340" y="97174"/>
                  <a:pt x="620681" y="82591"/>
                  <a:pt x="620681" y="63284"/>
                </a:cubicBezTo>
                <a:cubicBezTo>
                  <a:pt x="620681" y="44951"/>
                  <a:pt x="607895" y="31892"/>
                  <a:pt x="590107" y="31892"/>
                </a:cubicBezTo>
                <a:moveTo>
                  <a:pt x="588301" y="35785"/>
                </a:moveTo>
                <a:cubicBezTo>
                  <a:pt x="599975" y="35785"/>
                  <a:pt x="608173" y="49118"/>
                  <a:pt x="608173" y="68145"/>
                </a:cubicBezTo>
                <a:cubicBezTo>
                  <a:pt x="608173" y="83977"/>
                  <a:pt x="601919" y="93283"/>
                  <a:pt x="591496" y="93283"/>
                </a:cubicBezTo>
                <a:cubicBezTo>
                  <a:pt x="586076" y="93283"/>
                  <a:pt x="580933" y="89951"/>
                  <a:pt x="578015" y="84395"/>
                </a:cubicBezTo>
                <a:cubicBezTo>
                  <a:pt x="574124" y="77172"/>
                  <a:pt x="571899" y="67451"/>
                  <a:pt x="571899" y="57590"/>
                </a:cubicBezTo>
                <a:cubicBezTo>
                  <a:pt x="571899" y="44395"/>
                  <a:pt x="578293" y="35785"/>
                  <a:pt x="588301" y="35785"/>
                </a:cubicBezTo>
                <a:close/>
                <a:moveTo>
                  <a:pt x="627353" y="95817"/>
                </a:moveTo>
                <a:lnTo>
                  <a:pt x="656817" y="95817"/>
                </a:lnTo>
                <a:lnTo>
                  <a:pt x="656817" y="93732"/>
                </a:lnTo>
                <a:cubicBezTo>
                  <a:pt x="649868" y="93317"/>
                  <a:pt x="647643" y="91510"/>
                  <a:pt x="647643" y="86507"/>
                </a:cubicBezTo>
                <a:lnTo>
                  <a:pt x="647643" y="47458"/>
                </a:lnTo>
                <a:cubicBezTo>
                  <a:pt x="654315" y="41204"/>
                  <a:pt x="657373" y="39537"/>
                  <a:pt x="661960" y="39537"/>
                </a:cubicBezTo>
                <a:cubicBezTo>
                  <a:pt x="668769" y="39537"/>
                  <a:pt x="672105" y="43844"/>
                  <a:pt x="672105" y="53016"/>
                </a:cubicBezTo>
                <a:lnTo>
                  <a:pt x="672105" y="82060"/>
                </a:lnTo>
                <a:cubicBezTo>
                  <a:pt x="671827" y="91092"/>
                  <a:pt x="670158" y="93317"/>
                  <a:pt x="663349" y="93732"/>
                </a:cubicBezTo>
                <a:lnTo>
                  <a:pt x="663349" y="95817"/>
                </a:lnTo>
                <a:lnTo>
                  <a:pt x="692257" y="95817"/>
                </a:lnTo>
                <a:lnTo>
                  <a:pt x="692257" y="93732"/>
                </a:lnTo>
                <a:cubicBezTo>
                  <a:pt x="685446" y="93039"/>
                  <a:pt x="683917" y="91370"/>
                  <a:pt x="683779" y="84561"/>
                </a:cubicBezTo>
                <a:lnTo>
                  <a:pt x="683779" y="52738"/>
                </a:lnTo>
                <a:cubicBezTo>
                  <a:pt x="683779" y="39677"/>
                  <a:pt x="677663" y="31892"/>
                  <a:pt x="667380" y="31892"/>
                </a:cubicBezTo>
                <a:cubicBezTo>
                  <a:pt x="660986" y="31892"/>
                  <a:pt x="656677" y="34256"/>
                  <a:pt x="647227" y="43151"/>
                </a:cubicBezTo>
                <a:lnTo>
                  <a:pt x="647227" y="32172"/>
                </a:lnTo>
                <a:lnTo>
                  <a:pt x="646254" y="31892"/>
                </a:lnTo>
                <a:cubicBezTo>
                  <a:pt x="639027" y="34534"/>
                  <a:pt x="634302" y="36063"/>
                  <a:pt x="627075" y="38148"/>
                </a:cubicBezTo>
                <a:lnTo>
                  <a:pt x="627075" y="40510"/>
                </a:lnTo>
                <a:cubicBezTo>
                  <a:pt x="628048" y="40093"/>
                  <a:pt x="629299" y="39955"/>
                  <a:pt x="630828" y="39955"/>
                </a:cubicBezTo>
                <a:cubicBezTo>
                  <a:pt x="634720" y="39955"/>
                  <a:pt x="635969" y="42039"/>
                  <a:pt x="635969" y="48847"/>
                </a:cubicBezTo>
                <a:lnTo>
                  <a:pt x="635969" y="83312"/>
                </a:lnTo>
                <a:cubicBezTo>
                  <a:pt x="635831" y="91510"/>
                  <a:pt x="634302" y="93317"/>
                  <a:pt x="627353" y="93732"/>
                </a:cubicBezTo>
                <a:lnTo>
                  <a:pt x="627353" y="95817"/>
                </a:lnTo>
                <a:close/>
                <a:moveTo>
                  <a:pt x="713241" y="32028"/>
                </a:moveTo>
                <a:cubicBezTo>
                  <a:pt x="709072" y="32028"/>
                  <a:pt x="705599" y="35503"/>
                  <a:pt x="705599" y="39950"/>
                </a:cubicBezTo>
                <a:cubicBezTo>
                  <a:pt x="705599" y="43982"/>
                  <a:pt x="709072" y="47455"/>
                  <a:pt x="713104" y="47455"/>
                </a:cubicBezTo>
                <a:cubicBezTo>
                  <a:pt x="717411" y="47455"/>
                  <a:pt x="721024" y="44120"/>
                  <a:pt x="721024" y="39950"/>
                </a:cubicBezTo>
                <a:cubicBezTo>
                  <a:pt x="721024" y="35641"/>
                  <a:pt x="717411" y="32028"/>
                  <a:pt x="713241" y="32028"/>
                </a:cubicBezTo>
                <a:moveTo>
                  <a:pt x="713241" y="81884"/>
                </a:moveTo>
                <a:cubicBezTo>
                  <a:pt x="709072" y="81884"/>
                  <a:pt x="705599" y="85358"/>
                  <a:pt x="705599" y="89807"/>
                </a:cubicBezTo>
                <a:cubicBezTo>
                  <a:pt x="705599" y="93836"/>
                  <a:pt x="709072" y="97310"/>
                  <a:pt x="713104" y="97310"/>
                </a:cubicBezTo>
                <a:cubicBezTo>
                  <a:pt x="717411" y="97310"/>
                  <a:pt x="721024" y="93976"/>
                  <a:pt x="721024" y="89807"/>
                </a:cubicBezTo>
                <a:cubicBezTo>
                  <a:pt x="721024" y="85498"/>
                  <a:pt x="717411" y="81884"/>
                  <a:pt x="713241" y="81884"/>
                </a:cubicBezTo>
                <a:close/>
                <a:moveTo>
                  <a:pt x="789300" y="49023"/>
                </a:moveTo>
                <a:cubicBezTo>
                  <a:pt x="797664" y="49023"/>
                  <a:pt x="800924" y="49306"/>
                  <a:pt x="804187" y="50580"/>
                </a:cubicBezTo>
                <a:cubicBezTo>
                  <a:pt x="813120" y="53839"/>
                  <a:pt x="818507" y="61772"/>
                  <a:pt x="818507" y="71545"/>
                </a:cubicBezTo>
                <a:cubicBezTo>
                  <a:pt x="818507" y="83587"/>
                  <a:pt x="810567" y="92652"/>
                  <a:pt x="800074" y="92652"/>
                </a:cubicBezTo>
                <a:cubicBezTo>
                  <a:pt x="796104" y="92652"/>
                  <a:pt x="793270" y="91661"/>
                  <a:pt x="788023" y="88260"/>
                </a:cubicBezTo>
                <a:cubicBezTo>
                  <a:pt x="783910" y="85711"/>
                  <a:pt x="781500" y="84720"/>
                  <a:pt x="779090" y="84720"/>
                </a:cubicBezTo>
                <a:cubicBezTo>
                  <a:pt x="775830" y="84720"/>
                  <a:pt x="773703" y="86702"/>
                  <a:pt x="773703" y="89677"/>
                </a:cubicBezTo>
                <a:cubicBezTo>
                  <a:pt x="773703" y="94638"/>
                  <a:pt x="779800" y="97756"/>
                  <a:pt x="789724" y="97756"/>
                </a:cubicBezTo>
                <a:cubicBezTo>
                  <a:pt x="800500" y="97756"/>
                  <a:pt x="811700" y="94071"/>
                  <a:pt x="818507" y="88260"/>
                </a:cubicBezTo>
                <a:cubicBezTo>
                  <a:pt x="825170" y="82453"/>
                  <a:pt x="828716" y="74236"/>
                  <a:pt x="828716" y="64747"/>
                </a:cubicBezTo>
                <a:cubicBezTo>
                  <a:pt x="828716" y="57380"/>
                  <a:pt x="826447" y="50864"/>
                  <a:pt x="822477" y="46472"/>
                </a:cubicBezTo>
                <a:cubicBezTo>
                  <a:pt x="819500" y="43357"/>
                  <a:pt x="816806" y="41656"/>
                  <a:pt x="810707" y="38965"/>
                </a:cubicBezTo>
                <a:cubicBezTo>
                  <a:pt x="820350" y="32308"/>
                  <a:pt x="823894" y="27065"/>
                  <a:pt x="823894" y="19415"/>
                </a:cubicBezTo>
                <a:cubicBezTo>
                  <a:pt x="823894" y="7799"/>
                  <a:pt x="814963" y="0"/>
                  <a:pt x="801776" y="0"/>
                </a:cubicBezTo>
                <a:cubicBezTo>
                  <a:pt x="794687" y="0"/>
                  <a:pt x="788447" y="2412"/>
                  <a:pt x="783343" y="6949"/>
                </a:cubicBezTo>
                <a:cubicBezTo>
                  <a:pt x="779090" y="10917"/>
                  <a:pt x="776963" y="14459"/>
                  <a:pt x="773986" y="22957"/>
                </a:cubicBezTo>
                <a:lnTo>
                  <a:pt x="776113" y="23524"/>
                </a:lnTo>
                <a:cubicBezTo>
                  <a:pt x="781784" y="13042"/>
                  <a:pt x="788164" y="8509"/>
                  <a:pt x="797097" y="8509"/>
                </a:cubicBezTo>
                <a:cubicBezTo>
                  <a:pt x="806454" y="8509"/>
                  <a:pt x="812693" y="14599"/>
                  <a:pt x="812693" y="23667"/>
                </a:cubicBezTo>
                <a:cubicBezTo>
                  <a:pt x="812693" y="28766"/>
                  <a:pt x="810567" y="33722"/>
                  <a:pt x="807023" y="37407"/>
                </a:cubicBezTo>
                <a:cubicBezTo>
                  <a:pt x="802767" y="41656"/>
                  <a:pt x="798797" y="43781"/>
                  <a:pt x="789157" y="47182"/>
                </a:cubicBezTo>
                <a:lnTo>
                  <a:pt x="789300" y="4902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5F6A513-1153-406A-8979-870B4F205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9898" y="287317"/>
            <a:ext cx="866079" cy="360048"/>
          </a:xfrm>
          <a:custGeom xmlns:a="http://schemas.openxmlformats.org/drawingml/2006/main">
            <a:pathLst>
              <a:path w="866079" h="360048">
                <a:moveTo>
                  <a:pt x="35100" y="0"/>
                </a:moveTo>
                <a:lnTo>
                  <a:pt x="830988" y="0"/>
                </a:lnTo>
                <a:cubicBezTo>
                  <a:pt x="850438" y="0"/>
                  <a:pt x="866079" y="15642"/>
                  <a:pt x="866079" y="35100"/>
                </a:cubicBezTo>
                <a:lnTo>
                  <a:pt x="866079" y="324957"/>
                </a:lnTo>
                <a:cubicBezTo>
                  <a:pt x="866079" y="344407"/>
                  <a:pt x="850438" y="360048"/>
                  <a:pt x="830988" y="360048"/>
                </a:cubicBezTo>
                <a:lnTo>
                  <a:pt x="35100" y="360048"/>
                </a:lnTo>
                <a:cubicBezTo>
                  <a:pt x="15642" y="360048"/>
                  <a:pt x="0" y="344407"/>
                  <a:pt x="0" y="324957"/>
                </a:cubicBezTo>
                <a:lnTo>
                  <a:pt x="0" y="35100"/>
                </a:lnTo>
                <a:cubicBezTo>
                  <a:pt x="0" y="15642"/>
                  <a:pt x="15642" y="0"/>
                  <a:pt x="35100" y="0"/>
                </a:cubicBezTo>
                <a:close/>
                <a:moveTo>
                  <a:pt x="35100" y="0"/>
                </a:moveTo>
              </a:path>
            </a:pathLst>
          </a:custGeom>
          <a:solidFill xmlns:a="http://schemas.openxmlformats.org/drawingml/2006/main">
            <a:srgbClr val="FFFFFF">
              <a:alpha val="75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6" name="Text Context-">
            <a:extLst xmlns:a="http://schemas.openxmlformats.org/drawingml/2006/main">
              <a:ext uri="{FF2B5EF4-FFF2-40B4-BE49-F238E27FC236}">
                <a16:creationId xmlns:a16="http://schemas.microsoft.com/office/drawing/2014/main" id="{AED4EA85-E692-4883-A958-AB7C9C839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2084" y="337055"/>
            <a:ext cx="466553" cy="95820"/>
          </a:xfrm>
          <a:custGeom xmlns:a="http://schemas.openxmlformats.org/drawingml/2006/main">
            <a:pathLst>
              <a:path w="466553" h="95820">
                <a:moveTo>
                  <a:pt x="82275" y="31248"/>
                </a:moveTo>
                <a:lnTo>
                  <a:pt x="81024" y="0"/>
                </a:lnTo>
                <a:lnTo>
                  <a:pt x="78106" y="0"/>
                </a:lnTo>
                <a:cubicBezTo>
                  <a:pt x="77273" y="2920"/>
                  <a:pt x="75048" y="4587"/>
                  <a:pt x="72268" y="4587"/>
                </a:cubicBezTo>
                <a:cubicBezTo>
                  <a:pt x="71017" y="4587"/>
                  <a:pt x="68932" y="4171"/>
                  <a:pt x="66847" y="3476"/>
                </a:cubicBezTo>
                <a:cubicBezTo>
                  <a:pt x="60038" y="1113"/>
                  <a:pt x="53089" y="0"/>
                  <a:pt x="46557" y="0"/>
                </a:cubicBezTo>
                <a:cubicBezTo>
                  <a:pt x="35161" y="0"/>
                  <a:pt x="23626" y="4309"/>
                  <a:pt x="15008" y="11948"/>
                </a:cubicBezTo>
                <a:cubicBezTo>
                  <a:pt x="5280" y="20558"/>
                  <a:pt x="0" y="33330"/>
                  <a:pt x="0" y="48605"/>
                </a:cubicBezTo>
                <a:cubicBezTo>
                  <a:pt x="0" y="76931"/>
                  <a:pt x="18484" y="95820"/>
                  <a:pt x="46141" y="95820"/>
                </a:cubicBezTo>
                <a:cubicBezTo>
                  <a:pt x="61845" y="95820"/>
                  <a:pt x="75744" y="89428"/>
                  <a:pt x="84082" y="78180"/>
                </a:cubicBezTo>
                <a:lnTo>
                  <a:pt x="81580" y="75682"/>
                </a:lnTo>
                <a:cubicBezTo>
                  <a:pt x="71434" y="85541"/>
                  <a:pt x="62123" y="89706"/>
                  <a:pt x="50588" y="89706"/>
                </a:cubicBezTo>
                <a:cubicBezTo>
                  <a:pt x="41832" y="89706"/>
                  <a:pt x="34049" y="86928"/>
                  <a:pt x="28073" y="81652"/>
                </a:cubicBezTo>
                <a:cubicBezTo>
                  <a:pt x="20428" y="74849"/>
                  <a:pt x="16121" y="62352"/>
                  <a:pt x="16121" y="46801"/>
                </a:cubicBezTo>
                <a:cubicBezTo>
                  <a:pt x="16121" y="21667"/>
                  <a:pt x="29047" y="5560"/>
                  <a:pt x="49197" y="5560"/>
                </a:cubicBezTo>
                <a:cubicBezTo>
                  <a:pt x="57120" y="5560"/>
                  <a:pt x="64347" y="8476"/>
                  <a:pt x="69905" y="13892"/>
                </a:cubicBezTo>
                <a:cubicBezTo>
                  <a:pt x="74352" y="18335"/>
                  <a:pt x="76437" y="22222"/>
                  <a:pt x="79079" y="31248"/>
                </a:cubicBezTo>
                <a:lnTo>
                  <a:pt x="82275" y="31248"/>
                </a:lnTo>
                <a:close/>
                <a:moveTo>
                  <a:pt x="122303" y="29995"/>
                </a:moveTo>
                <a:cubicBezTo>
                  <a:pt x="104095" y="29995"/>
                  <a:pt x="91587" y="43331"/>
                  <a:pt x="91587" y="62498"/>
                </a:cubicBezTo>
                <a:cubicBezTo>
                  <a:pt x="91587" y="81387"/>
                  <a:pt x="104512" y="95277"/>
                  <a:pt x="122023" y="95277"/>
                </a:cubicBezTo>
                <a:cubicBezTo>
                  <a:pt x="139535" y="95277"/>
                  <a:pt x="152876" y="80693"/>
                  <a:pt x="152876" y="61387"/>
                </a:cubicBezTo>
                <a:cubicBezTo>
                  <a:pt x="152876" y="43054"/>
                  <a:pt x="140091" y="29995"/>
                  <a:pt x="122303" y="29995"/>
                </a:cubicBezTo>
                <a:moveTo>
                  <a:pt x="120496" y="33888"/>
                </a:moveTo>
                <a:cubicBezTo>
                  <a:pt x="132170" y="33888"/>
                  <a:pt x="140368" y="47221"/>
                  <a:pt x="140368" y="66247"/>
                </a:cubicBezTo>
                <a:cubicBezTo>
                  <a:pt x="140368" y="82080"/>
                  <a:pt x="134115" y="91386"/>
                  <a:pt x="123692" y="91386"/>
                </a:cubicBezTo>
                <a:cubicBezTo>
                  <a:pt x="118271" y="91386"/>
                  <a:pt x="113129" y="88054"/>
                  <a:pt x="110211" y="82498"/>
                </a:cubicBezTo>
                <a:cubicBezTo>
                  <a:pt x="106319" y="75275"/>
                  <a:pt x="104095" y="65554"/>
                  <a:pt x="104095" y="55693"/>
                </a:cubicBezTo>
                <a:cubicBezTo>
                  <a:pt x="104095" y="42498"/>
                  <a:pt x="110488" y="33888"/>
                  <a:pt x="120496" y="33888"/>
                </a:cubicBezTo>
                <a:close/>
                <a:moveTo>
                  <a:pt x="159548" y="93920"/>
                </a:moveTo>
                <a:lnTo>
                  <a:pt x="189012" y="93920"/>
                </a:lnTo>
                <a:lnTo>
                  <a:pt x="189012" y="91835"/>
                </a:lnTo>
                <a:cubicBezTo>
                  <a:pt x="182063" y="91419"/>
                  <a:pt x="179838" y="89613"/>
                  <a:pt x="179838" y="84610"/>
                </a:cubicBezTo>
                <a:lnTo>
                  <a:pt x="179838" y="45560"/>
                </a:lnTo>
                <a:cubicBezTo>
                  <a:pt x="186510" y="39306"/>
                  <a:pt x="189568" y="37640"/>
                  <a:pt x="194155" y="37640"/>
                </a:cubicBezTo>
                <a:cubicBezTo>
                  <a:pt x="200964" y="37640"/>
                  <a:pt x="204300" y="41947"/>
                  <a:pt x="204300" y="51118"/>
                </a:cubicBezTo>
                <a:lnTo>
                  <a:pt x="204300" y="80163"/>
                </a:lnTo>
                <a:cubicBezTo>
                  <a:pt x="204022" y="89195"/>
                  <a:pt x="202353" y="91419"/>
                  <a:pt x="195544" y="91835"/>
                </a:cubicBezTo>
                <a:lnTo>
                  <a:pt x="195544" y="93920"/>
                </a:lnTo>
                <a:lnTo>
                  <a:pt x="224452" y="93920"/>
                </a:lnTo>
                <a:lnTo>
                  <a:pt x="224452" y="91835"/>
                </a:lnTo>
                <a:cubicBezTo>
                  <a:pt x="217641" y="91142"/>
                  <a:pt x="216112" y="89473"/>
                  <a:pt x="215974" y="82663"/>
                </a:cubicBezTo>
                <a:lnTo>
                  <a:pt x="215974" y="50841"/>
                </a:lnTo>
                <a:cubicBezTo>
                  <a:pt x="215974" y="37780"/>
                  <a:pt x="209858" y="29995"/>
                  <a:pt x="199575" y="29995"/>
                </a:cubicBezTo>
                <a:cubicBezTo>
                  <a:pt x="193181" y="29995"/>
                  <a:pt x="188872" y="32359"/>
                  <a:pt x="179422" y="41253"/>
                </a:cubicBezTo>
                <a:lnTo>
                  <a:pt x="179422" y="30275"/>
                </a:lnTo>
                <a:lnTo>
                  <a:pt x="178449" y="29995"/>
                </a:lnTo>
                <a:cubicBezTo>
                  <a:pt x="171222" y="32637"/>
                  <a:pt x="166497" y="34166"/>
                  <a:pt x="159270" y="36251"/>
                </a:cubicBezTo>
                <a:lnTo>
                  <a:pt x="159270" y="38613"/>
                </a:lnTo>
                <a:cubicBezTo>
                  <a:pt x="160243" y="38195"/>
                  <a:pt x="161494" y="38057"/>
                  <a:pt x="163023" y="38057"/>
                </a:cubicBezTo>
                <a:cubicBezTo>
                  <a:pt x="166915" y="38057"/>
                  <a:pt x="168164" y="40142"/>
                  <a:pt x="168164" y="46949"/>
                </a:cubicBezTo>
                <a:lnTo>
                  <a:pt x="168164" y="81414"/>
                </a:lnTo>
                <a:cubicBezTo>
                  <a:pt x="168026" y="89613"/>
                  <a:pt x="166497" y="91419"/>
                  <a:pt x="159548" y="91835"/>
                </a:cubicBezTo>
                <a:lnTo>
                  <a:pt x="159548" y="93920"/>
                </a:lnTo>
                <a:close/>
                <a:moveTo>
                  <a:pt x="261975" y="31352"/>
                </a:moveTo>
                <a:lnTo>
                  <a:pt x="247938" y="31352"/>
                </a:lnTo>
                <a:lnTo>
                  <a:pt x="247938" y="15231"/>
                </a:lnTo>
                <a:cubicBezTo>
                  <a:pt x="247938" y="13842"/>
                  <a:pt x="247661" y="13424"/>
                  <a:pt x="246965" y="13424"/>
                </a:cubicBezTo>
                <a:cubicBezTo>
                  <a:pt x="238904" y="25098"/>
                  <a:pt x="234735" y="29825"/>
                  <a:pt x="230706" y="32187"/>
                </a:cubicBezTo>
                <a:cubicBezTo>
                  <a:pt x="229177" y="33159"/>
                  <a:pt x="228342" y="33994"/>
                  <a:pt x="228342" y="34828"/>
                </a:cubicBezTo>
                <a:cubicBezTo>
                  <a:pt x="228342" y="35245"/>
                  <a:pt x="228481" y="35523"/>
                  <a:pt x="228899" y="35801"/>
                </a:cubicBezTo>
                <a:lnTo>
                  <a:pt x="236264" y="35801"/>
                </a:lnTo>
                <a:lnTo>
                  <a:pt x="236264" y="77629"/>
                </a:lnTo>
                <a:cubicBezTo>
                  <a:pt x="236264" y="89301"/>
                  <a:pt x="240433" y="95277"/>
                  <a:pt x="248634" y="95277"/>
                </a:cubicBezTo>
                <a:cubicBezTo>
                  <a:pt x="255444" y="95277"/>
                  <a:pt x="260724" y="91943"/>
                  <a:pt x="265311" y="84716"/>
                </a:cubicBezTo>
                <a:lnTo>
                  <a:pt x="263504" y="83187"/>
                </a:lnTo>
                <a:cubicBezTo>
                  <a:pt x="260446" y="86801"/>
                  <a:pt x="258224" y="88052"/>
                  <a:pt x="255166" y="88052"/>
                </a:cubicBezTo>
                <a:cubicBezTo>
                  <a:pt x="250023" y="88052"/>
                  <a:pt x="247938" y="84298"/>
                  <a:pt x="247938" y="75544"/>
                </a:cubicBezTo>
                <a:lnTo>
                  <a:pt x="247938" y="35801"/>
                </a:lnTo>
                <a:lnTo>
                  <a:pt x="261975" y="35801"/>
                </a:lnTo>
                <a:lnTo>
                  <a:pt x="261975" y="31352"/>
                </a:lnTo>
                <a:close/>
                <a:moveTo>
                  <a:pt x="321875" y="71089"/>
                </a:moveTo>
                <a:cubicBezTo>
                  <a:pt x="315206" y="81656"/>
                  <a:pt x="309228" y="85689"/>
                  <a:pt x="300334" y="85689"/>
                </a:cubicBezTo>
                <a:cubicBezTo>
                  <a:pt x="292413" y="85689"/>
                  <a:pt x="286437" y="81656"/>
                  <a:pt x="282406" y="73731"/>
                </a:cubicBezTo>
                <a:cubicBezTo>
                  <a:pt x="279903" y="68446"/>
                  <a:pt x="278932" y="63997"/>
                  <a:pt x="278654" y="55375"/>
                </a:cubicBezTo>
                <a:lnTo>
                  <a:pt x="321460" y="55375"/>
                </a:lnTo>
                <a:cubicBezTo>
                  <a:pt x="320346" y="46358"/>
                  <a:pt x="318957" y="42341"/>
                  <a:pt x="315484" y="37909"/>
                </a:cubicBezTo>
                <a:cubicBezTo>
                  <a:pt x="311312" y="32915"/>
                  <a:pt x="304921" y="29995"/>
                  <a:pt x="297693" y="29995"/>
                </a:cubicBezTo>
                <a:cubicBezTo>
                  <a:pt x="290744" y="29995"/>
                  <a:pt x="284212" y="32497"/>
                  <a:pt x="278932" y="37215"/>
                </a:cubicBezTo>
                <a:cubicBezTo>
                  <a:pt x="272398" y="42895"/>
                  <a:pt x="268647" y="52734"/>
                  <a:pt x="268647" y="64135"/>
                </a:cubicBezTo>
                <a:cubicBezTo>
                  <a:pt x="268647" y="83325"/>
                  <a:pt x="278654" y="95277"/>
                  <a:pt x="294635" y="95277"/>
                </a:cubicBezTo>
                <a:cubicBezTo>
                  <a:pt x="307839" y="95277"/>
                  <a:pt x="318262" y="87078"/>
                  <a:pt x="324100" y="72062"/>
                </a:cubicBezTo>
                <a:lnTo>
                  <a:pt x="321875" y="71089"/>
                </a:lnTo>
                <a:moveTo>
                  <a:pt x="278932" y="50928"/>
                </a:moveTo>
                <a:cubicBezTo>
                  <a:pt x="280459" y="40125"/>
                  <a:pt x="285186" y="34999"/>
                  <a:pt x="293662" y="34999"/>
                </a:cubicBezTo>
                <a:cubicBezTo>
                  <a:pt x="302140" y="34999"/>
                  <a:pt x="305476" y="38878"/>
                  <a:pt x="307283" y="50928"/>
                </a:cubicBezTo>
                <a:lnTo>
                  <a:pt x="278932" y="50928"/>
                </a:lnTo>
                <a:close/>
                <a:moveTo>
                  <a:pt x="360791" y="93920"/>
                </a:moveTo>
                <a:lnTo>
                  <a:pt x="388724" y="93920"/>
                </a:lnTo>
                <a:lnTo>
                  <a:pt x="388724" y="91835"/>
                </a:lnTo>
                <a:cubicBezTo>
                  <a:pt x="384417" y="91835"/>
                  <a:pt x="381637" y="89613"/>
                  <a:pt x="377328" y="83495"/>
                </a:cubicBezTo>
                <a:lnTo>
                  <a:pt x="359540" y="56242"/>
                </a:lnTo>
                <a:lnTo>
                  <a:pt x="371074" y="39557"/>
                </a:lnTo>
                <a:cubicBezTo>
                  <a:pt x="373714" y="35801"/>
                  <a:pt x="377746" y="33716"/>
                  <a:pt x="382333" y="33439"/>
                </a:cubicBezTo>
                <a:lnTo>
                  <a:pt x="382333" y="31352"/>
                </a:lnTo>
                <a:lnTo>
                  <a:pt x="360373" y="31352"/>
                </a:lnTo>
                <a:lnTo>
                  <a:pt x="360373" y="33439"/>
                </a:lnTo>
                <a:cubicBezTo>
                  <a:pt x="364542" y="33716"/>
                  <a:pt x="365932" y="34550"/>
                  <a:pt x="365932" y="36497"/>
                </a:cubicBezTo>
                <a:cubicBezTo>
                  <a:pt x="365932" y="38165"/>
                  <a:pt x="364265" y="41223"/>
                  <a:pt x="360791" y="45535"/>
                </a:cubicBezTo>
                <a:cubicBezTo>
                  <a:pt x="360095" y="46368"/>
                  <a:pt x="358427" y="48873"/>
                  <a:pt x="356620" y="51653"/>
                </a:cubicBezTo>
                <a:lnTo>
                  <a:pt x="355508" y="49984"/>
                </a:lnTo>
                <a:cubicBezTo>
                  <a:pt x="353424" y="46786"/>
                  <a:pt x="352173" y="44979"/>
                  <a:pt x="351895" y="44421"/>
                </a:cubicBezTo>
                <a:cubicBezTo>
                  <a:pt x="349255" y="40112"/>
                  <a:pt x="348281" y="37888"/>
                  <a:pt x="348281" y="36497"/>
                </a:cubicBezTo>
                <a:cubicBezTo>
                  <a:pt x="348281" y="34412"/>
                  <a:pt x="350088" y="33576"/>
                  <a:pt x="354257" y="33439"/>
                </a:cubicBezTo>
                <a:lnTo>
                  <a:pt x="354257" y="31352"/>
                </a:lnTo>
                <a:lnTo>
                  <a:pt x="325488" y="31352"/>
                </a:lnTo>
                <a:lnTo>
                  <a:pt x="325488" y="33439"/>
                </a:lnTo>
                <a:lnTo>
                  <a:pt x="326740" y="33439"/>
                </a:lnTo>
                <a:cubicBezTo>
                  <a:pt x="330909" y="33439"/>
                  <a:pt x="333133" y="35245"/>
                  <a:pt x="337440" y="41781"/>
                </a:cubicBezTo>
                <a:lnTo>
                  <a:pt x="350506" y="61802"/>
                </a:lnTo>
                <a:lnTo>
                  <a:pt x="334662" y="84746"/>
                </a:lnTo>
                <a:cubicBezTo>
                  <a:pt x="330493" y="90446"/>
                  <a:pt x="329102" y="91419"/>
                  <a:pt x="324517" y="91835"/>
                </a:cubicBezTo>
                <a:lnTo>
                  <a:pt x="324517" y="93920"/>
                </a:lnTo>
                <a:lnTo>
                  <a:pt x="344668" y="93920"/>
                </a:lnTo>
                <a:lnTo>
                  <a:pt x="344668" y="91835"/>
                </a:lnTo>
                <a:cubicBezTo>
                  <a:pt x="340638" y="91835"/>
                  <a:pt x="339109" y="91142"/>
                  <a:pt x="339109" y="89333"/>
                </a:cubicBezTo>
                <a:cubicBezTo>
                  <a:pt x="339109" y="88359"/>
                  <a:pt x="339943" y="86553"/>
                  <a:pt x="341890" y="83632"/>
                </a:cubicBezTo>
                <a:lnTo>
                  <a:pt x="352868" y="66531"/>
                </a:lnTo>
                <a:lnTo>
                  <a:pt x="365516" y="85997"/>
                </a:lnTo>
                <a:cubicBezTo>
                  <a:pt x="366071" y="86830"/>
                  <a:pt x="366349" y="87526"/>
                  <a:pt x="366349" y="88499"/>
                </a:cubicBezTo>
                <a:cubicBezTo>
                  <a:pt x="366349" y="91002"/>
                  <a:pt x="365376" y="91557"/>
                  <a:pt x="360791" y="91835"/>
                </a:cubicBezTo>
                <a:lnTo>
                  <a:pt x="360791" y="93920"/>
                </a:lnTo>
                <a:close/>
                <a:moveTo>
                  <a:pt x="427083" y="31352"/>
                </a:moveTo>
                <a:lnTo>
                  <a:pt x="413047" y="31352"/>
                </a:lnTo>
                <a:lnTo>
                  <a:pt x="413047" y="15231"/>
                </a:lnTo>
                <a:cubicBezTo>
                  <a:pt x="413047" y="13842"/>
                  <a:pt x="412769" y="13424"/>
                  <a:pt x="412073" y="13424"/>
                </a:cubicBezTo>
                <a:cubicBezTo>
                  <a:pt x="404013" y="25098"/>
                  <a:pt x="399844" y="29825"/>
                  <a:pt x="395814" y="32187"/>
                </a:cubicBezTo>
                <a:cubicBezTo>
                  <a:pt x="394285" y="33159"/>
                  <a:pt x="393450" y="33994"/>
                  <a:pt x="393450" y="34828"/>
                </a:cubicBezTo>
                <a:cubicBezTo>
                  <a:pt x="393450" y="35245"/>
                  <a:pt x="393590" y="35523"/>
                  <a:pt x="394008" y="35801"/>
                </a:cubicBezTo>
                <a:lnTo>
                  <a:pt x="401373" y="35801"/>
                </a:lnTo>
                <a:lnTo>
                  <a:pt x="401373" y="77629"/>
                </a:lnTo>
                <a:cubicBezTo>
                  <a:pt x="401373" y="89301"/>
                  <a:pt x="405542" y="95277"/>
                  <a:pt x="413742" y="95277"/>
                </a:cubicBezTo>
                <a:cubicBezTo>
                  <a:pt x="420552" y="95277"/>
                  <a:pt x="425832" y="91943"/>
                  <a:pt x="430419" y="84716"/>
                </a:cubicBezTo>
                <a:lnTo>
                  <a:pt x="428612" y="83187"/>
                </a:lnTo>
                <a:cubicBezTo>
                  <a:pt x="425554" y="86801"/>
                  <a:pt x="423332" y="88052"/>
                  <a:pt x="420274" y="88052"/>
                </a:cubicBezTo>
                <a:cubicBezTo>
                  <a:pt x="415131" y="88052"/>
                  <a:pt x="413047" y="84298"/>
                  <a:pt x="413047" y="75544"/>
                </a:cubicBezTo>
                <a:lnTo>
                  <a:pt x="413047" y="35801"/>
                </a:lnTo>
                <a:lnTo>
                  <a:pt x="427083" y="35801"/>
                </a:lnTo>
                <a:lnTo>
                  <a:pt x="427083" y="31352"/>
                </a:lnTo>
                <a:close/>
                <a:moveTo>
                  <a:pt x="432364" y="58225"/>
                </a:moveTo>
                <a:lnTo>
                  <a:pt x="432364" y="66981"/>
                </a:lnTo>
                <a:lnTo>
                  <a:pt x="466553" y="66981"/>
                </a:lnTo>
                <a:lnTo>
                  <a:pt x="466553" y="58225"/>
                </a:lnTo>
                <a:lnTo>
                  <a:pt x="432364" y="5822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" name="Text dependent:47">
            <a:extLst xmlns:a="http://schemas.openxmlformats.org/drawingml/2006/main">
              <a:ext uri="{FF2B5EF4-FFF2-40B4-BE49-F238E27FC236}">
                <a16:creationId xmlns:a16="http://schemas.microsoft.com/office/drawing/2014/main" id="{99D68CD1-E8EA-4A51-8396-702242C52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944" y="494984"/>
            <a:ext cx="740467" cy="125947"/>
          </a:xfrm>
          <a:custGeom xmlns:a="http://schemas.openxmlformats.org/drawingml/2006/main">
            <a:pathLst>
              <a:path w="740467" h="125947">
                <a:moveTo>
                  <a:pt x="64487" y="87727"/>
                </a:moveTo>
                <a:cubicBezTo>
                  <a:pt x="62680" y="87865"/>
                  <a:pt x="61847" y="87865"/>
                  <a:pt x="61289" y="87865"/>
                </a:cubicBezTo>
                <a:cubicBezTo>
                  <a:pt x="56426" y="87865"/>
                  <a:pt x="55175" y="86338"/>
                  <a:pt x="55175" y="79948"/>
                </a:cubicBezTo>
                <a:lnTo>
                  <a:pt x="55175" y="1178"/>
                </a:lnTo>
                <a:lnTo>
                  <a:pt x="54480" y="901"/>
                </a:lnTo>
                <a:cubicBezTo>
                  <a:pt x="47948" y="3125"/>
                  <a:pt x="43223" y="4652"/>
                  <a:pt x="34049" y="7017"/>
                </a:cubicBezTo>
                <a:lnTo>
                  <a:pt x="34049" y="9239"/>
                </a:lnTo>
                <a:cubicBezTo>
                  <a:pt x="35163" y="9101"/>
                  <a:pt x="35856" y="9101"/>
                  <a:pt x="37107" y="9101"/>
                </a:cubicBezTo>
                <a:cubicBezTo>
                  <a:pt x="42250" y="9101"/>
                  <a:pt x="43501" y="10490"/>
                  <a:pt x="43501" y="16188"/>
                </a:cubicBezTo>
                <a:lnTo>
                  <a:pt x="43501" y="37868"/>
                </a:lnTo>
                <a:cubicBezTo>
                  <a:pt x="38218" y="33421"/>
                  <a:pt x="34467" y="31892"/>
                  <a:pt x="28907" y="31892"/>
                </a:cubicBezTo>
                <a:cubicBezTo>
                  <a:pt x="12925" y="31892"/>
                  <a:pt x="0" y="47589"/>
                  <a:pt x="0" y="67311"/>
                </a:cubicBezTo>
                <a:cubicBezTo>
                  <a:pt x="0" y="85087"/>
                  <a:pt x="10285" y="97174"/>
                  <a:pt x="25711" y="97174"/>
                </a:cubicBezTo>
                <a:cubicBezTo>
                  <a:pt x="33494" y="97174"/>
                  <a:pt x="38776" y="94396"/>
                  <a:pt x="43501" y="87865"/>
                </a:cubicBezTo>
                <a:lnTo>
                  <a:pt x="43501" y="96759"/>
                </a:lnTo>
                <a:lnTo>
                  <a:pt x="44057" y="97174"/>
                </a:lnTo>
                <a:lnTo>
                  <a:pt x="64487" y="89949"/>
                </a:lnTo>
                <a:lnTo>
                  <a:pt x="64487" y="87727"/>
                </a:lnTo>
                <a:moveTo>
                  <a:pt x="43501" y="81615"/>
                </a:moveTo>
                <a:cubicBezTo>
                  <a:pt x="43501" y="82588"/>
                  <a:pt x="42528" y="84255"/>
                  <a:pt x="41139" y="85782"/>
                </a:cubicBezTo>
                <a:cubicBezTo>
                  <a:pt x="38776" y="88560"/>
                  <a:pt x="35163" y="89949"/>
                  <a:pt x="31131" y="89949"/>
                </a:cubicBezTo>
                <a:cubicBezTo>
                  <a:pt x="19457" y="89949"/>
                  <a:pt x="11952" y="78837"/>
                  <a:pt x="11952" y="61617"/>
                </a:cubicBezTo>
                <a:cubicBezTo>
                  <a:pt x="11952" y="46062"/>
                  <a:pt x="18761" y="35785"/>
                  <a:pt x="29324" y="35785"/>
                </a:cubicBezTo>
                <a:cubicBezTo>
                  <a:pt x="36829" y="35785"/>
                  <a:pt x="43501" y="42311"/>
                  <a:pt x="43501" y="49672"/>
                </a:cubicBezTo>
                <a:lnTo>
                  <a:pt x="43501" y="81615"/>
                </a:lnTo>
                <a:close/>
                <a:moveTo>
                  <a:pt x="122441" y="72986"/>
                </a:moveTo>
                <a:cubicBezTo>
                  <a:pt x="115772" y="83553"/>
                  <a:pt x="109794" y="87587"/>
                  <a:pt x="100899" y="87587"/>
                </a:cubicBezTo>
                <a:cubicBezTo>
                  <a:pt x="92979" y="87587"/>
                  <a:pt x="87003" y="83553"/>
                  <a:pt x="82971" y="75628"/>
                </a:cubicBezTo>
                <a:cubicBezTo>
                  <a:pt x="80469" y="70344"/>
                  <a:pt x="79498" y="65895"/>
                  <a:pt x="79220" y="57272"/>
                </a:cubicBezTo>
                <a:lnTo>
                  <a:pt x="122025" y="57272"/>
                </a:lnTo>
                <a:cubicBezTo>
                  <a:pt x="120912" y="48255"/>
                  <a:pt x="119523" y="44238"/>
                  <a:pt x="116049" y="39806"/>
                </a:cubicBezTo>
                <a:cubicBezTo>
                  <a:pt x="111878" y="34812"/>
                  <a:pt x="105486" y="31892"/>
                  <a:pt x="98259" y="31892"/>
                </a:cubicBezTo>
                <a:cubicBezTo>
                  <a:pt x="91310" y="31892"/>
                  <a:pt x="84778" y="34394"/>
                  <a:pt x="79498" y="39113"/>
                </a:cubicBezTo>
                <a:cubicBezTo>
                  <a:pt x="72964" y="44792"/>
                  <a:pt x="69213" y="54632"/>
                  <a:pt x="69213" y="66032"/>
                </a:cubicBezTo>
                <a:cubicBezTo>
                  <a:pt x="69213" y="85222"/>
                  <a:pt x="79220" y="97174"/>
                  <a:pt x="95201" y="97174"/>
                </a:cubicBezTo>
                <a:cubicBezTo>
                  <a:pt x="108404" y="97174"/>
                  <a:pt x="118828" y="88976"/>
                  <a:pt x="124666" y="73959"/>
                </a:cubicBezTo>
                <a:lnTo>
                  <a:pt x="122441" y="72986"/>
                </a:lnTo>
                <a:moveTo>
                  <a:pt x="79498" y="52825"/>
                </a:moveTo>
                <a:cubicBezTo>
                  <a:pt x="81025" y="42022"/>
                  <a:pt x="85752" y="36897"/>
                  <a:pt x="94228" y="36897"/>
                </a:cubicBezTo>
                <a:cubicBezTo>
                  <a:pt x="102706" y="36897"/>
                  <a:pt x="106042" y="40775"/>
                  <a:pt x="107849" y="52825"/>
                </a:cubicBezTo>
                <a:lnTo>
                  <a:pt x="79498" y="52825"/>
                </a:lnTo>
                <a:close/>
                <a:moveTo>
                  <a:pt x="128139" y="125947"/>
                </a:moveTo>
                <a:lnTo>
                  <a:pt x="161772" y="125947"/>
                </a:lnTo>
                <a:lnTo>
                  <a:pt x="161772" y="123447"/>
                </a:lnTo>
                <a:cubicBezTo>
                  <a:pt x="151349" y="123307"/>
                  <a:pt x="149680" y="121918"/>
                  <a:pt x="149542" y="113024"/>
                </a:cubicBezTo>
                <a:lnTo>
                  <a:pt x="149542" y="91203"/>
                </a:lnTo>
                <a:cubicBezTo>
                  <a:pt x="154545" y="95785"/>
                  <a:pt x="157741" y="97174"/>
                  <a:pt x="163579" y="97174"/>
                </a:cubicBezTo>
                <a:cubicBezTo>
                  <a:pt x="180118" y="97174"/>
                  <a:pt x="192764" y="81617"/>
                  <a:pt x="192764" y="61479"/>
                </a:cubicBezTo>
                <a:cubicBezTo>
                  <a:pt x="192764" y="44260"/>
                  <a:pt x="183036" y="31892"/>
                  <a:pt x="169555" y="31892"/>
                </a:cubicBezTo>
                <a:cubicBezTo>
                  <a:pt x="161772" y="31892"/>
                  <a:pt x="155656" y="35228"/>
                  <a:pt x="149542" y="42871"/>
                </a:cubicBezTo>
                <a:lnTo>
                  <a:pt x="149542" y="32172"/>
                </a:lnTo>
                <a:lnTo>
                  <a:pt x="148709" y="31892"/>
                </a:lnTo>
                <a:cubicBezTo>
                  <a:pt x="141204" y="34812"/>
                  <a:pt x="136339" y="36619"/>
                  <a:pt x="128694" y="38981"/>
                </a:cubicBezTo>
                <a:lnTo>
                  <a:pt x="128694" y="41204"/>
                </a:lnTo>
                <a:cubicBezTo>
                  <a:pt x="129945" y="41066"/>
                  <a:pt x="130779" y="41066"/>
                  <a:pt x="132170" y="41066"/>
                </a:cubicBezTo>
                <a:cubicBezTo>
                  <a:pt x="136895" y="41066"/>
                  <a:pt x="137868" y="42455"/>
                  <a:pt x="137868" y="48982"/>
                </a:cubicBezTo>
                <a:lnTo>
                  <a:pt x="137868" y="113991"/>
                </a:lnTo>
                <a:cubicBezTo>
                  <a:pt x="137868" y="121358"/>
                  <a:pt x="136339" y="122747"/>
                  <a:pt x="128139" y="123581"/>
                </a:cubicBezTo>
                <a:lnTo>
                  <a:pt x="128139" y="125947"/>
                </a:lnTo>
                <a:moveTo>
                  <a:pt x="149542" y="49398"/>
                </a:moveTo>
                <a:cubicBezTo>
                  <a:pt x="149542" y="45233"/>
                  <a:pt x="157325" y="40232"/>
                  <a:pt x="163717" y="40232"/>
                </a:cubicBezTo>
                <a:cubicBezTo>
                  <a:pt x="174002" y="40232"/>
                  <a:pt x="180812" y="50787"/>
                  <a:pt x="180812" y="67038"/>
                </a:cubicBezTo>
                <a:cubicBezTo>
                  <a:pt x="180812" y="82304"/>
                  <a:pt x="174002" y="92727"/>
                  <a:pt x="163997" y="92727"/>
                </a:cubicBezTo>
                <a:cubicBezTo>
                  <a:pt x="157463" y="92727"/>
                  <a:pt x="149542" y="87725"/>
                  <a:pt x="149542" y="83555"/>
                </a:cubicBezTo>
                <a:lnTo>
                  <a:pt x="149542" y="49398"/>
                </a:lnTo>
                <a:close/>
                <a:moveTo>
                  <a:pt x="253638" y="72986"/>
                </a:moveTo>
                <a:cubicBezTo>
                  <a:pt x="246968" y="83553"/>
                  <a:pt x="240990" y="87587"/>
                  <a:pt x="232096" y="87587"/>
                </a:cubicBezTo>
                <a:cubicBezTo>
                  <a:pt x="224175" y="87587"/>
                  <a:pt x="218199" y="83553"/>
                  <a:pt x="214168" y="75628"/>
                </a:cubicBezTo>
                <a:cubicBezTo>
                  <a:pt x="211666" y="70344"/>
                  <a:pt x="210694" y="65895"/>
                  <a:pt x="210417" y="57272"/>
                </a:cubicBezTo>
                <a:lnTo>
                  <a:pt x="253222" y="57272"/>
                </a:lnTo>
                <a:cubicBezTo>
                  <a:pt x="252109" y="48255"/>
                  <a:pt x="250720" y="44238"/>
                  <a:pt x="247246" y="39806"/>
                </a:cubicBezTo>
                <a:cubicBezTo>
                  <a:pt x="243075" y="34812"/>
                  <a:pt x="236683" y="31892"/>
                  <a:pt x="229456" y="31892"/>
                </a:cubicBezTo>
                <a:cubicBezTo>
                  <a:pt x="222507" y="31892"/>
                  <a:pt x="215975" y="34394"/>
                  <a:pt x="210694" y="39113"/>
                </a:cubicBezTo>
                <a:cubicBezTo>
                  <a:pt x="204161" y="44792"/>
                  <a:pt x="200409" y="54632"/>
                  <a:pt x="200409" y="66032"/>
                </a:cubicBezTo>
                <a:cubicBezTo>
                  <a:pt x="200409" y="85222"/>
                  <a:pt x="210417" y="97174"/>
                  <a:pt x="226398" y="97174"/>
                </a:cubicBezTo>
                <a:cubicBezTo>
                  <a:pt x="239601" y="97174"/>
                  <a:pt x="250024" y="88976"/>
                  <a:pt x="255862" y="73959"/>
                </a:cubicBezTo>
                <a:lnTo>
                  <a:pt x="253638" y="72986"/>
                </a:lnTo>
                <a:moveTo>
                  <a:pt x="210694" y="52825"/>
                </a:moveTo>
                <a:cubicBezTo>
                  <a:pt x="212221" y="42022"/>
                  <a:pt x="216948" y="36897"/>
                  <a:pt x="225425" y="36897"/>
                </a:cubicBezTo>
                <a:cubicBezTo>
                  <a:pt x="233903" y="36897"/>
                  <a:pt x="237239" y="40775"/>
                  <a:pt x="239046" y="52825"/>
                </a:cubicBezTo>
                <a:lnTo>
                  <a:pt x="210694" y="52825"/>
                </a:lnTo>
                <a:close/>
                <a:moveTo>
                  <a:pt x="261142" y="95817"/>
                </a:moveTo>
                <a:lnTo>
                  <a:pt x="290607" y="95817"/>
                </a:lnTo>
                <a:lnTo>
                  <a:pt x="290607" y="93732"/>
                </a:lnTo>
                <a:cubicBezTo>
                  <a:pt x="283657" y="93317"/>
                  <a:pt x="281433" y="91510"/>
                  <a:pt x="281433" y="86507"/>
                </a:cubicBezTo>
                <a:lnTo>
                  <a:pt x="281433" y="47458"/>
                </a:lnTo>
                <a:cubicBezTo>
                  <a:pt x="288104" y="41204"/>
                  <a:pt x="291162" y="39537"/>
                  <a:pt x="295749" y="39537"/>
                </a:cubicBezTo>
                <a:cubicBezTo>
                  <a:pt x="302559" y="39537"/>
                  <a:pt x="305894" y="43844"/>
                  <a:pt x="305894" y="53016"/>
                </a:cubicBezTo>
                <a:lnTo>
                  <a:pt x="305894" y="82060"/>
                </a:lnTo>
                <a:cubicBezTo>
                  <a:pt x="305617" y="91092"/>
                  <a:pt x="303948" y="93317"/>
                  <a:pt x="297138" y="93732"/>
                </a:cubicBezTo>
                <a:lnTo>
                  <a:pt x="297138" y="95817"/>
                </a:lnTo>
                <a:lnTo>
                  <a:pt x="326047" y="95817"/>
                </a:lnTo>
                <a:lnTo>
                  <a:pt x="326047" y="93732"/>
                </a:lnTo>
                <a:cubicBezTo>
                  <a:pt x="319235" y="93039"/>
                  <a:pt x="317706" y="91370"/>
                  <a:pt x="317569" y="84561"/>
                </a:cubicBezTo>
                <a:lnTo>
                  <a:pt x="317569" y="52738"/>
                </a:lnTo>
                <a:cubicBezTo>
                  <a:pt x="317569" y="39677"/>
                  <a:pt x="311453" y="31892"/>
                  <a:pt x="301170" y="31892"/>
                </a:cubicBezTo>
                <a:cubicBezTo>
                  <a:pt x="294776" y="31892"/>
                  <a:pt x="290467" y="34256"/>
                  <a:pt x="281017" y="43151"/>
                </a:cubicBezTo>
                <a:lnTo>
                  <a:pt x="281017" y="32172"/>
                </a:lnTo>
                <a:lnTo>
                  <a:pt x="280044" y="31892"/>
                </a:lnTo>
                <a:cubicBezTo>
                  <a:pt x="272816" y="34534"/>
                  <a:pt x="268092" y="36063"/>
                  <a:pt x="260864" y="38148"/>
                </a:cubicBezTo>
                <a:lnTo>
                  <a:pt x="260864" y="40510"/>
                </a:lnTo>
                <a:cubicBezTo>
                  <a:pt x="261838" y="40093"/>
                  <a:pt x="263089" y="39955"/>
                  <a:pt x="264618" y="39955"/>
                </a:cubicBezTo>
                <a:cubicBezTo>
                  <a:pt x="268509" y="39955"/>
                  <a:pt x="269758" y="42039"/>
                  <a:pt x="269758" y="48847"/>
                </a:cubicBezTo>
                <a:lnTo>
                  <a:pt x="269758" y="83312"/>
                </a:lnTo>
                <a:cubicBezTo>
                  <a:pt x="269621" y="91510"/>
                  <a:pt x="268092" y="93317"/>
                  <a:pt x="261142" y="93732"/>
                </a:cubicBezTo>
                <a:lnTo>
                  <a:pt x="261142" y="95817"/>
                </a:lnTo>
                <a:close/>
                <a:moveTo>
                  <a:pt x="396370" y="87727"/>
                </a:moveTo>
                <a:cubicBezTo>
                  <a:pt x="394563" y="87865"/>
                  <a:pt x="393730" y="87865"/>
                  <a:pt x="393172" y="87865"/>
                </a:cubicBezTo>
                <a:cubicBezTo>
                  <a:pt x="388310" y="87865"/>
                  <a:pt x="387058" y="86338"/>
                  <a:pt x="387058" y="79948"/>
                </a:cubicBezTo>
                <a:lnTo>
                  <a:pt x="387058" y="1178"/>
                </a:lnTo>
                <a:lnTo>
                  <a:pt x="386363" y="901"/>
                </a:lnTo>
                <a:cubicBezTo>
                  <a:pt x="379831" y="3125"/>
                  <a:pt x="375106" y="4652"/>
                  <a:pt x="365932" y="7017"/>
                </a:cubicBezTo>
                <a:lnTo>
                  <a:pt x="365932" y="9239"/>
                </a:lnTo>
                <a:cubicBezTo>
                  <a:pt x="367046" y="9101"/>
                  <a:pt x="367739" y="9101"/>
                  <a:pt x="368990" y="9101"/>
                </a:cubicBezTo>
                <a:cubicBezTo>
                  <a:pt x="374133" y="9101"/>
                  <a:pt x="375384" y="10490"/>
                  <a:pt x="375384" y="16188"/>
                </a:cubicBezTo>
                <a:lnTo>
                  <a:pt x="375384" y="37868"/>
                </a:lnTo>
                <a:cubicBezTo>
                  <a:pt x="370102" y="33421"/>
                  <a:pt x="366350" y="31892"/>
                  <a:pt x="360790" y="31892"/>
                </a:cubicBezTo>
                <a:cubicBezTo>
                  <a:pt x="344809" y="31892"/>
                  <a:pt x="331883" y="47589"/>
                  <a:pt x="331883" y="67311"/>
                </a:cubicBezTo>
                <a:cubicBezTo>
                  <a:pt x="331883" y="85087"/>
                  <a:pt x="342168" y="97174"/>
                  <a:pt x="357594" y="97174"/>
                </a:cubicBezTo>
                <a:cubicBezTo>
                  <a:pt x="365377" y="97174"/>
                  <a:pt x="370659" y="94396"/>
                  <a:pt x="375384" y="87865"/>
                </a:cubicBezTo>
                <a:lnTo>
                  <a:pt x="375384" y="96759"/>
                </a:lnTo>
                <a:lnTo>
                  <a:pt x="375940" y="97174"/>
                </a:lnTo>
                <a:lnTo>
                  <a:pt x="396370" y="89949"/>
                </a:lnTo>
                <a:lnTo>
                  <a:pt x="396370" y="87727"/>
                </a:lnTo>
                <a:moveTo>
                  <a:pt x="375384" y="81615"/>
                </a:moveTo>
                <a:cubicBezTo>
                  <a:pt x="375384" y="82588"/>
                  <a:pt x="374411" y="84255"/>
                  <a:pt x="373022" y="85782"/>
                </a:cubicBezTo>
                <a:cubicBezTo>
                  <a:pt x="370659" y="88560"/>
                  <a:pt x="367046" y="89949"/>
                  <a:pt x="363014" y="89949"/>
                </a:cubicBezTo>
                <a:cubicBezTo>
                  <a:pt x="351340" y="89949"/>
                  <a:pt x="343835" y="78837"/>
                  <a:pt x="343835" y="61617"/>
                </a:cubicBezTo>
                <a:cubicBezTo>
                  <a:pt x="343835" y="46062"/>
                  <a:pt x="350645" y="35785"/>
                  <a:pt x="361208" y="35785"/>
                </a:cubicBezTo>
                <a:cubicBezTo>
                  <a:pt x="368713" y="35785"/>
                  <a:pt x="375384" y="42311"/>
                  <a:pt x="375384" y="49672"/>
                </a:cubicBezTo>
                <a:lnTo>
                  <a:pt x="375384" y="81615"/>
                </a:lnTo>
                <a:close/>
                <a:moveTo>
                  <a:pt x="454324" y="72986"/>
                </a:moveTo>
                <a:cubicBezTo>
                  <a:pt x="447654" y="83553"/>
                  <a:pt x="441676" y="87587"/>
                  <a:pt x="432782" y="87587"/>
                </a:cubicBezTo>
                <a:cubicBezTo>
                  <a:pt x="424861" y="87587"/>
                  <a:pt x="418885" y="83553"/>
                  <a:pt x="414854" y="75628"/>
                </a:cubicBezTo>
                <a:cubicBezTo>
                  <a:pt x="412352" y="70344"/>
                  <a:pt x="411380" y="65895"/>
                  <a:pt x="411103" y="57272"/>
                </a:cubicBezTo>
                <a:lnTo>
                  <a:pt x="453908" y="57272"/>
                </a:lnTo>
                <a:cubicBezTo>
                  <a:pt x="452795" y="48255"/>
                  <a:pt x="451406" y="44238"/>
                  <a:pt x="447932" y="39806"/>
                </a:cubicBezTo>
                <a:cubicBezTo>
                  <a:pt x="443761" y="34812"/>
                  <a:pt x="437369" y="31892"/>
                  <a:pt x="430142" y="31892"/>
                </a:cubicBezTo>
                <a:cubicBezTo>
                  <a:pt x="423192" y="31892"/>
                  <a:pt x="416661" y="34394"/>
                  <a:pt x="411380" y="39113"/>
                </a:cubicBezTo>
                <a:cubicBezTo>
                  <a:pt x="404847" y="44792"/>
                  <a:pt x="401095" y="54632"/>
                  <a:pt x="401095" y="66032"/>
                </a:cubicBezTo>
                <a:cubicBezTo>
                  <a:pt x="401095" y="85222"/>
                  <a:pt x="411103" y="97174"/>
                  <a:pt x="427084" y="97174"/>
                </a:cubicBezTo>
                <a:cubicBezTo>
                  <a:pt x="440287" y="97174"/>
                  <a:pt x="450710" y="88976"/>
                  <a:pt x="456548" y="73959"/>
                </a:cubicBezTo>
                <a:lnTo>
                  <a:pt x="454324" y="72986"/>
                </a:lnTo>
                <a:moveTo>
                  <a:pt x="411380" y="52825"/>
                </a:moveTo>
                <a:cubicBezTo>
                  <a:pt x="412907" y="42022"/>
                  <a:pt x="417634" y="36897"/>
                  <a:pt x="426110" y="36897"/>
                </a:cubicBezTo>
                <a:cubicBezTo>
                  <a:pt x="434589" y="36897"/>
                  <a:pt x="437925" y="40775"/>
                  <a:pt x="439731" y="52825"/>
                </a:cubicBezTo>
                <a:lnTo>
                  <a:pt x="411380" y="52825"/>
                </a:lnTo>
                <a:close/>
                <a:moveTo>
                  <a:pt x="461829" y="95817"/>
                </a:moveTo>
                <a:lnTo>
                  <a:pt x="491293" y="95817"/>
                </a:lnTo>
                <a:lnTo>
                  <a:pt x="491293" y="93732"/>
                </a:lnTo>
                <a:cubicBezTo>
                  <a:pt x="484344" y="93317"/>
                  <a:pt x="482119" y="91510"/>
                  <a:pt x="482119" y="86507"/>
                </a:cubicBezTo>
                <a:lnTo>
                  <a:pt x="482119" y="47458"/>
                </a:lnTo>
                <a:cubicBezTo>
                  <a:pt x="488791" y="41204"/>
                  <a:pt x="491849" y="39537"/>
                  <a:pt x="496436" y="39537"/>
                </a:cubicBezTo>
                <a:cubicBezTo>
                  <a:pt x="503245" y="39537"/>
                  <a:pt x="506581" y="43844"/>
                  <a:pt x="506581" y="53016"/>
                </a:cubicBezTo>
                <a:lnTo>
                  <a:pt x="506581" y="82060"/>
                </a:lnTo>
                <a:cubicBezTo>
                  <a:pt x="506303" y="91092"/>
                  <a:pt x="504634" y="93317"/>
                  <a:pt x="497825" y="93732"/>
                </a:cubicBezTo>
                <a:lnTo>
                  <a:pt x="497825" y="95817"/>
                </a:lnTo>
                <a:lnTo>
                  <a:pt x="526734" y="95817"/>
                </a:lnTo>
                <a:lnTo>
                  <a:pt x="526734" y="93732"/>
                </a:lnTo>
                <a:cubicBezTo>
                  <a:pt x="519922" y="93039"/>
                  <a:pt x="518393" y="91370"/>
                  <a:pt x="518255" y="84561"/>
                </a:cubicBezTo>
                <a:lnTo>
                  <a:pt x="518255" y="52738"/>
                </a:lnTo>
                <a:cubicBezTo>
                  <a:pt x="518255" y="39677"/>
                  <a:pt x="512139" y="31892"/>
                  <a:pt x="501856" y="31892"/>
                </a:cubicBezTo>
                <a:cubicBezTo>
                  <a:pt x="495462" y="31892"/>
                  <a:pt x="491153" y="34256"/>
                  <a:pt x="481703" y="43151"/>
                </a:cubicBezTo>
                <a:lnTo>
                  <a:pt x="481703" y="32172"/>
                </a:lnTo>
                <a:lnTo>
                  <a:pt x="480730" y="31892"/>
                </a:lnTo>
                <a:cubicBezTo>
                  <a:pt x="473503" y="34534"/>
                  <a:pt x="468778" y="36063"/>
                  <a:pt x="461551" y="38148"/>
                </a:cubicBezTo>
                <a:lnTo>
                  <a:pt x="461551" y="40510"/>
                </a:lnTo>
                <a:cubicBezTo>
                  <a:pt x="462524" y="40093"/>
                  <a:pt x="463775" y="39955"/>
                  <a:pt x="465304" y="39955"/>
                </a:cubicBezTo>
                <a:cubicBezTo>
                  <a:pt x="469196" y="39955"/>
                  <a:pt x="470445" y="42039"/>
                  <a:pt x="470445" y="48847"/>
                </a:cubicBezTo>
                <a:lnTo>
                  <a:pt x="470445" y="83312"/>
                </a:lnTo>
                <a:cubicBezTo>
                  <a:pt x="470307" y="91510"/>
                  <a:pt x="468778" y="93317"/>
                  <a:pt x="461829" y="93732"/>
                </a:cubicBezTo>
                <a:lnTo>
                  <a:pt x="461829" y="95817"/>
                </a:lnTo>
                <a:close/>
                <a:moveTo>
                  <a:pt x="564257" y="33249"/>
                </a:moveTo>
                <a:lnTo>
                  <a:pt x="550220" y="33249"/>
                </a:lnTo>
                <a:lnTo>
                  <a:pt x="550220" y="17128"/>
                </a:lnTo>
                <a:cubicBezTo>
                  <a:pt x="550220" y="15739"/>
                  <a:pt x="549942" y="15321"/>
                  <a:pt x="549247" y="15321"/>
                </a:cubicBezTo>
                <a:cubicBezTo>
                  <a:pt x="541186" y="26995"/>
                  <a:pt x="537017" y="31722"/>
                  <a:pt x="532987" y="34085"/>
                </a:cubicBezTo>
                <a:cubicBezTo>
                  <a:pt x="531458" y="35056"/>
                  <a:pt x="530623" y="35892"/>
                  <a:pt x="530623" y="36725"/>
                </a:cubicBezTo>
                <a:cubicBezTo>
                  <a:pt x="530623" y="37143"/>
                  <a:pt x="530763" y="37421"/>
                  <a:pt x="531181" y="37698"/>
                </a:cubicBezTo>
                <a:lnTo>
                  <a:pt x="538546" y="37698"/>
                </a:lnTo>
                <a:lnTo>
                  <a:pt x="538546" y="79526"/>
                </a:lnTo>
                <a:cubicBezTo>
                  <a:pt x="538546" y="91198"/>
                  <a:pt x="542715" y="97174"/>
                  <a:pt x="550916" y="97174"/>
                </a:cubicBezTo>
                <a:cubicBezTo>
                  <a:pt x="557725" y="97174"/>
                  <a:pt x="563005" y="93841"/>
                  <a:pt x="567592" y="86613"/>
                </a:cubicBezTo>
                <a:lnTo>
                  <a:pt x="565786" y="85084"/>
                </a:lnTo>
                <a:cubicBezTo>
                  <a:pt x="562728" y="88698"/>
                  <a:pt x="560505" y="89949"/>
                  <a:pt x="557447" y="89949"/>
                </a:cubicBezTo>
                <a:cubicBezTo>
                  <a:pt x="552305" y="89949"/>
                  <a:pt x="550220" y="86196"/>
                  <a:pt x="550220" y="77442"/>
                </a:cubicBezTo>
                <a:lnTo>
                  <a:pt x="550220" y="37698"/>
                </a:lnTo>
                <a:lnTo>
                  <a:pt x="564257" y="37698"/>
                </a:lnTo>
                <a:lnTo>
                  <a:pt x="564257" y="33249"/>
                </a:lnTo>
                <a:close/>
                <a:moveTo>
                  <a:pt x="586354" y="32028"/>
                </a:moveTo>
                <a:cubicBezTo>
                  <a:pt x="582185" y="32028"/>
                  <a:pt x="578711" y="35503"/>
                  <a:pt x="578711" y="39950"/>
                </a:cubicBezTo>
                <a:cubicBezTo>
                  <a:pt x="578711" y="43982"/>
                  <a:pt x="582185" y="47455"/>
                  <a:pt x="586216" y="47455"/>
                </a:cubicBezTo>
                <a:cubicBezTo>
                  <a:pt x="590523" y="47455"/>
                  <a:pt x="594137" y="44120"/>
                  <a:pt x="594137" y="39950"/>
                </a:cubicBezTo>
                <a:cubicBezTo>
                  <a:pt x="594137" y="35641"/>
                  <a:pt x="590523" y="32028"/>
                  <a:pt x="586354" y="32028"/>
                </a:cubicBezTo>
                <a:moveTo>
                  <a:pt x="586354" y="81884"/>
                </a:moveTo>
                <a:cubicBezTo>
                  <a:pt x="582185" y="81884"/>
                  <a:pt x="578711" y="85358"/>
                  <a:pt x="578711" y="89807"/>
                </a:cubicBezTo>
                <a:cubicBezTo>
                  <a:pt x="578711" y="93836"/>
                  <a:pt x="582185" y="97310"/>
                  <a:pt x="586216" y="97310"/>
                </a:cubicBezTo>
                <a:cubicBezTo>
                  <a:pt x="590523" y="97310"/>
                  <a:pt x="594137" y="93976"/>
                  <a:pt x="594137" y="89807"/>
                </a:cubicBezTo>
                <a:cubicBezTo>
                  <a:pt x="594137" y="85498"/>
                  <a:pt x="590523" y="81884"/>
                  <a:pt x="586354" y="81884"/>
                </a:cubicBezTo>
                <a:close/>
                <a:moveTo>
                  <a:pt x="672836" y="63066"/>
                </a:moveTo>
                <a:lnTo>
                  <a:pt x="658373" y="63066"/>
                </a:lnTo>
                <a:lnTo>
                  <a:pt x="658373" y="0"/>
                </a:lnTo>
                <a:lnTo>
                  <a:pt x="652134" y="0"/>
                </a:lnTo>
                <a:lnTo>
                  <a:pt x="607613" y="63066"/>
                </a:lnTo>
                <a:lnTo>
                  <a:pt x="607613" y="72140"/>
                </a:lnTo>
                <a:lnTo>
                  <a:pt x="647456" y="72140"/>
                </a:lnTo>
                <a:lnTo>
                  <a:pt x="647456" y="95817"/>
                </a:lnTo>
                <a:lnTo>
                  <a:pt x="658373" y="95817"/>
                </a:lnTo>
                <a:lnTo>
                  <a:pt x="658373" y="72140"/>
                </a:lnTo>
                <a:lnTo>
                  <a:pt x="672836" y="72140"/>
                </a:lnTo>
                <a:lnTo>
                  <a:pt x="672836" y="63066"/>
                </a:lnTo>
                <a:moveTo>
                  <a:pt x="647313" y="63066"/>
                </a:moveTo>
                <a:lnTo>
                  <a:pt x="613284" y="63066"/>
                </a:lnTo>
                <a:lnTo>
                  <a:pt x="647313" y="14457"/>
                </a:lnTo>
                <a:lnTo>
                  <a:pt x="647313" y="63066"/>
                </a:lnTo>
                <a:close/>
                <a:moveTo>
                  <a:pt x="740467" y="1938"/>
                </a:moveTo>
                <a:lnTo>
                  <a:pt x="688006" y="1938"/>
                </a:lnTo>
                <a:lnTo>
                  <a:pt x="679640" y="22782"/>
                </a:lnTo>
                <a:lnTo>
                  <a:pt x="682050" y="23915"/>
                </a:lnTo>
                <a:cubicBezTo>
                  <a:pt x="687864" y="14415"/>
                  <a:pt x="690559" y="12574"/>
                  <a:pt x="698499" y="12431"/>
                </a:cubicBezTo>
                <a:lnTo>
                  <a:pt x="729266" y="12431"/>
                </a:lnTo>
                <a:lnTo>
                  <a:pt x="701193" y="96925"/>
                </a:lnTo>
                <a:lnTo>
                  <a:pt x="710409" y="96925"/>
                </a:lnTo>
                <a:lnTo>
                  <a:pt x="740467" y="4208"/>
                </a:lnTo>
                <a:lnTo>
                  <a:pt x="740467" y="193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9C1987F-7734-4D01-B69D-01693BDD5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9898" y="1351634"/>
            <a:ext cx="903368" cy="360057"/>
          </a:xfrm>
          <a:custGeom xmlns:a="http://schemas.openxmlformats.org/drawingml/2006/main">
            <a:pathLst>
              <a:path w="903368" h="360057">
                <a:moveTo>
                  <a:pt x="35100" y="0"/>
                </a:moveTo>
                <a:lnTo>
                  <a:pt x="868277" y="0"/>
                </a:lnTo>
                <a:cubicBezTo>
                  <a:pt x="887727" y="0"/>
                  <a:pt x="903368" y="15642"/>
                  <a:pt x="903368" y="35100"/>
                </a:cubicBezTo>
                <a:lnTo>
                  <a:pt x="903368" y="324957"/>
                </a:lnTo>
                <a:cubicBezTo>
                  <a:pt x="903368" y="344415"/>
                  <a:pt x="887727" y="360057"/>
                  <a:pt x="868277" y="360057"/>
                </a:cubicBezTo>
                <a:lnTo>
                  <a:pt x="35100" y="360057"/>
                </a:lnTo>
                <a:cubicBezTo>
                  <a:pt x="15642" y="360057"/>
                  <a:pt x="0" y="344415"/>
                  <a:pt x="0" y="324957"/>
                </a:cubicBezTo>
                <a:lnTo>
                  <a:pt x="0" y="35100"/>
                </a:lnTo>
                <a:cubicBezTo>
                  <a:pt x="0" y="15642"/>
                  <a:pt x="15642" y="0"/>
                  <a:pt x="35100" y="0"/>
                </a:cubicBezTo>
                <a:close/>
                <a:moveTo>
                  <a:pt x="35100" y="0"/>
                </a:moveTo>
              </a:path>
            </a:pathLst>
          </a:custGeom>
          <a:solidFill xmlns:a="http://schemas.openxmlformats.org/drawingml/2006/main">
            <a:srgbClr val="FFFFFF">
              <a:alpha val="75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9" name="Text Context-">
            <a:extLst xmlns:a="http://schemas.openxmlformats.org/drawingml/2006/main">
              <a:ext uri="{FF2B5EF4-FFF2-40B4-BE49-F238E27FC236}">
                <a16:creationId xmlns:a16="http://schemas.microsoft.com/office/drawing/2014/main" id="{F886C9B8-7A80-4418-AE48-346D3268E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2084" y="1401389"/>
            <a:ext cx="466553" cy="95820"/>
          </a:xfrm>
          <a:custGeom xmlns:a="http://schemas.openxmlformats.org/drawingml/2006/main">
            <a:pathLst>
              <a:path w="466553" h="95820">
                <a:moveTo>
                  <a:pt x="82275" y="31248"/>
                </a:moveTo>
                <a:lnTo>
                  <a:pt x="81024" y="0"/>
                </a:lnTo>
                <a:lnTo>
                  <a:pt x="78106" y="0"/>
                </a:lnTo>
                <a:cubicBezTo>
                  <a:pt x="77273" y="2920"/>
                  <a:pt x="75048" y="4587"/>
                  <a:pt x="72268" y="4587"/>
                </a:cubicBezTo>
                <a:cubicBezTo>
                  <a:pt x="71017" y="4587"/>
                  <a:pt x="68932" y="4171"/>
                  <a:pt x="66847" y="3476"/>
                </a:cubicBezTo>
                <a:cubicBezTo>
                  <a:pt x="60038" y="1113"/>
                  <a:pt x="53089" y="0"/>
                  <a:pt x="46557" y="0"/>
                </a:cubicBezTo>
                <a:cubicBezTo>
                  <a:pt x="35161" y="0"/>
                  <a:pt x="23626" y="4309"/>
                  <a:pt x="15008" y="11948"/>
                </a:cubicBezTo>
                <a:cubicBezTo>
                  <a:pt x="5280" y="20558"/>
                  <a:pt x="0" y="33330"/>
                  <a:pt x="0" y="48605"/>
                </a:cubicBezTo>
                <a:cubicBezTo>
                  <a:pt x="0" y="76931"/>
                  <a:pt x="18484" y="95820"/>
                  <a:pt x="46141" y="95820"/>
                </a:cubicBezTo>
                <a:cubicBezTo>
                  <a:pt x="61845" y="95820"/>
                  <a:pt x="75744" y="89428"/>
                  <a:pt x="84082" y="78180"/>
                </a:cubicBezTo>
                <a:lnTo>
                  <a:pt x="81580" y="75682"/>
                </a:lnTo>
                <a:cubicBezTo>
                  <a:pt x="71434" y="85541"/>
                  <a:pt x="62123" y="89706"/>
                  <a:pt x="50588" y="89706"/>
                </a:cubicBezTo>
                <a:cubicBezTo>
                  <a:pt x="41832" y="89706"/>
                  <a:pt x="34049" y="86928"/>
                  <a:pt x="28073" y="81652"/>
                </a:cubicBezTo>
                <a:cubicBezTo>
                  <a:pt x="20428" y="74849"/>
                  <a:pt x="16121" y="62352"/>
                  <a:pt x="16121" y="46801"/>
                </a:cubicBezTo>
                <a:cubicBezTo>
                  <a:pt x="16121" y="21667"/>
                  <a:pt x="29047" y="5560"/>
                  <a:pt x="49197" y="5560"/>
                </a:cubicBezTo>
                <a:cubicBezTo>
                  <a:pt x="57120" y="5560"/>
                  <a:pt x="64347" y="8476"/>
                  <a:pt x="69905" y="13892"/>
                </a:cubicBezTo>
                <a:cubicBezTo>
                  <a:pt x="74352" y="18335"/>
                  <a:pt x="76437" y="22222"/>
                  <a:pt x="79079" y="31248"/>
                </a:cubicBezTo>
                <a:lnTo>
                  <a:pt x="82275" y="31248"/>
                </a:lnTo>
                <a:close/>
                <a:moveTo>
                  <a:pt x="122303" y="29995"/>
                </a:moveTo>
                <a:cubicBezTo>
                  <a:pt x="104095" y="29995"/>
                  <a:pt x="91587" y="43331"/>
                  <a:pt x="91587" y="62498"/>
                </a:cubicBezTo>
                <a:cubicBezTo>
                  <a:pt x="91587" y="81387"/>
                  <a:pt x="104512" y="95277"/>
                  <a:pt x="122023" y="95277"/>
                </a:cubicBezTo>
                <a:cubicBezTo>
                  <a:pt x="139535" y="95277"/>
                  <a:pt x="152876" y="80693"/>
                  <a:pt x="152876" y="61387"/>
                </a:cubicBezTo>
                <a:cubicBezTo>
                  <a:pt x="152876" y="43054"/>
                  <a:pt x="140091" y="29995"/>
                  <a:pt x="122303" y="29995"/>
                </a:cubicBezTo>
                <a:moveTo>
                  <a:pt x="120496" y="33888"/>
                </a:moveTo>
                <a:cubicBezTo>
                  <a:pt x="132170" y="33888"/>
                  <a:pt x="140368" y="47221"/>
                  <a:pt x="140368" y="66247"/>
                </a:cubicBezTo>
                <a:cubicBezTo>
                  <a:pt x="140368" y="82080"/>
                  <a:pt x="134115" y="91386"/>
                  <a:pt x="123692" y="91386"/>
                </a:cubicBezTo>
                <a:cubicBezTo>
                  <a:pt x="118271" y="91386"/>
                  <a:pt x="113129" y="88054"/>
                  <a:pt x="110211" y="82498"/>
                </a:cubicBezTo>
                <a:cubicBezTo>
                  <a:pt x="106319" y="75275"/>
                  <a:pt x="104095" y="65554"/>
                  <a:pt x="104095" y="55693"/>
                </a:cubicBezTo>
                <a:cubicBezTo>
                  <a:pt x="104095" y="42498"/>
                  <a:pt x="110488" y="33888"/>
                  <a:pt x="120496" y="33888"/>
                </a:cubicBezTo>
                <a:close/>
                <a:moveTo>
                  <a:pt x="159548" y="93920"/>
                </a:moveTo>
                <a:lnTo>
                  <a:pt x="189012" y="93920"/>
                </a:lnTo>
                <a:lnTo>
                  <a:pt x="189012" y="91835"/>
                </a:lnTo>
                <a:cubicBezTo>
                  <a:pt x="182063" y="91419"/>
                  <a:pt x="179838" y="89613"/>
                  <a:pt x="179838" y="84610"/>
                </a:cubicBezTo>
                <a:lnTo>
                  <a:pt x="179838" y="45560"/>
                </a:lnTo>
                <a:cubicBezTo>
                  <a:pt x="186510" y="39306"/>
                  <a:pt x="189568" y="37640"/>
                  <a:pt x="194155" y="37640"/>
                </a:cubicBezTo>
                <a:cubicBezTo>
                  <a:pt x="200964" y="37640"/>
                  <a:pt x="204300" y="41947"/>
                  <a:pt x="204300" y="51118"/>
                </a:cubicBezTo>
                <a:lnTo>
                  <a:pt x="204300" y="80163"/>
                </a:lnTo>
                <a:cubicBezTo>
                  <a:pt x="204022" y="89195"/>
                  <a:pt x="202353" y="91419"/>
                  <a:pt x="195544" y="91835"/>
                </a:cubicBezTo>
                <a:lnTo>
                  <a:pt x="195544" y="93920"/>
                </a:lnTo>
                <a:lnTo>
                  <a:pt x="224452" y="93920"/>
                </a:lnTo>
                <a:lnTo>
                  <a:pt x="224452" y="91835"/>
                </a:lnTo>
                <a:cubicBezTo>
                  <a:pt x="217641" y="91142"/>
                  <a:pt x="216112" y="89473"/>
                  <a:pt x="215974" y="82663"/>
                </a:cubicBezTo>
                <a:lnTo>
                  <a:pt x="215974" y="50841"/>
                </a:lnTo>
                <a:cubicBezTo>
                  <a:pt x="215974" y="37780"/>
                  <a:pt x="209858" y="29995"/>
                  <a:pt x="199575" y="29995"/>
                </a:cubicBezTo>
                <a:cubicBezTo>
                  <a:pt x="193181" y="29995"/>
                  <a:pt x="188872" y="32359"/>
                  <a:pt x="179422" y="41253"/>
                </a:cubicBezTo>
                <a:lnTo>
                  <a:pt x="179422" y="30275"/>
                </a:lnTo>
                <a:lnTo>
                  <a:pt x="178449" y="29995"/>
                </a:lnTo>
                <a:cubicBezTo>
                  <a:pt x="171222" y="32637"/>
                  <a:pt x="166497" y="34166"/>
                  <a:pt x="159270" y="36251"/>
                </a:cubicBezTo>
                <a:lnTo>
                  <a:pt x="159270" y="38613"/>
                </a:lnTo>
                <a:cubicBezTo>
                  <a:pt x="160243" y="38195"/>
                  <a:pt x="161494" y="38057"/>
                  <a:pt x="163023" y="38057"/>
                </a:cubicBezTo>
                <a:cubicBezTo>
                  <a:pt x="166915" y="38057"/>
                  <a:pt x="168164" y="40142"/>
                  <a:pt x="168164" y="46949"/>
                </a:cubicBezTo>
                <a:lnTo>
                  <a:pt x="168164" y="81414"/>
                </a:lnTo>
                <a:cubicBezTo>
                  <a:pt x="168026" y="89613"/>
                  <a:pt x="166497" y="91419"/>
                  <a:pt x="159548" y="91835"/>
                </a:cubicBezTo>
                <a:lnTo>
                  <a:pt x="159548" y="93920"/>
                </a:lnTo>
                <a:close/>
                <a:moveTo>
                  <a:pt x="261975" y="31352"/>
                </a:moveTo>
                <a:lnTo>
                  <a:pt x="247938" y="31352"/>
                </a:lnTo>
                <a:lnTo>
                  <a:pt x="247938" y="15231"/>
                </a:lnTo>
                <a:cubicBezTo>
                  <a:pt x="247938" y="13842"/>
                  <a:pt x="247661" y="13424"/>
                  <a:pt x="246965" y="13424"/>
                </a:cubicBezTo>
                <a:cubicBezTo>
                  <a:pt x="238904" y="25098"/>
                  <a:pt x="234735" y="29825"/>
                  <a:pt x="230706" y="32187"/>
                </a:cubicBezTo>
                <a:cubicBezTo>
                  <a:pt x="229177" y="33159"/>
                  <a:pt x="228342" y="33994"/>
                  <a:pt x="228342" y="34828"/>
                </a:cubicBezTo>
                <a:cubicBezTo>
                  <a:pt x="228342" y="35245"/>
                  <a:pt x="228481" y="35523"/>
                  <a:pt x="228899" y="35801"/>
                </a:cubicBezTo>
                <a:lnTo>
                  <a:pt x="236264" y="35801"/>
                </a:lnTo>
                <a:lnTo>
                  <a:pt x="236264" y="77629"/>
                </a:lnTo>
                <a:cubicBezTo>
                  <a:pt x="236264" y="89301"/>
                  <a:pt x="240433" y="95277"/>
                  <a:pt x="248634" y="95277"/>
                </a:cubicBezTo>
                <a:cubicBezTo>
                  <a:pt x="255444" y="95277"/>
                  <a:pt x="260724" y="91943"/>
                  <a:pt x="265311" y="84716"/>
                </a:cubicBezTo>
                <a:lnTo>
                  <a:pt x="263504" y="83187"/>
                </a:lnTo>
                <a:cubicBezTo>
                  <a:pt x="260446" y="86801"/>
                  <a:pt x="258224" y="88052"/>
                  <a:pt x="255166" y="88052"/>
                </a:cubicBezTo>
                <a:cubicBezTo>
                  <a:pt x="250023" y="88052"/>
                  <a:pt x="247938" y="84298"/>
                  <a:pt x="247938" y="75544"/>
                </a:cubicBezTo>
                <a:lnTo>
                  <a:pt x="247938" y="35801"/>
                </a:lnTo>
                <a:lnTo>
                  <a:pt x="261975" y="35801"/>
                </a:lnTo>
                <a:lnTo>
                  <a:pt x="261975" y="31352"/>
                </a:lnTo>
                <a:close/>
                <a:moveTo>
                  <a:pt x="321875" y="71089"/>
                </a:moveTo>
                <a:cubicBezTo>
                  <a:pt x="315206" y="81656"/>
                  <a:pt x="309228" y="85689"/>
                  <a:pt x="300334" y="85689"/>
                </a:cubicBezTo>
                <a:cubicBezTo>
                  <a:pt x="292413" y="85689"/>
                  <a:pt x="286437" y="81656"/>
                  <a:pt x="282406" y="73731"/>
                </a:cubicBezTo>
                <a:cubicBezTo>
                  <a:pt x="279903" y="68446"/>
                  <a:pt x="278932" y="63997"/>
                  <a:pt x="278654" y="55375"/>
                </a:cubicBezTo>
                <a:lnTo>
                  <a:pt x="321460" y="55375"/>
                </a:lnTo>
                <a:cubicBezTo>
                  <a:pt x="320346" y="46358"/>
                  <a:pt x="318957" y="42341"/>
                  <a:pt x="315484" y="37909"/>
                </a:cubicBezTo>
                <a:cubicBezTo>
                  <a:pt x="311312" y="32915"/>
                  <a:pt x="304921" y="29995"/>
                  <a:pt x="297693" y="29995"/>
                </a:cubicBezTo>
                <a:cubicBezTo>
                  <a:pt x="290744" y="29995"/>
                  <a:pt x="284212" y="32497"/>
                  <a:pt x="278932" y="37215"/>
                </a:cubicBezTo>
                <a:cubicBezTo>
                  <a:pt x="272398" y="42895"/>
                  <a:pt x="268647" y="52734"/>
                  <a:pt x="268647" y="64135"/>
                </a:cubicBezTo>
                <a:cubicBezTo>
                  <a:pt x="268647" y="83325"/>
                  <a:pt x="278654" y="95277"/>
                  <a:pt x="294635" y="95277"/>
                </a:cubicBezTo>
                <a:cubicBezTo>
                  <a:pt x="307839" y="95277"/>
                  <a:pt x="318262" y="87078"/>
                  <a:pt x="324100" y="72062"/>
                </a:cubicBezTo>
                <a:lnTo>
                  <a:pt x="321875" y="71089"/>
                </a:lnTo>
                <a:moveTo>
                  <a:pt x="278932" y="50928"/>
                </a:moveTo>
                <a:cubicBezTo>
                  <a:pt x="280459" y="40125"/>
                  <a:pt x="285186" y="34999"/>
                  <a:pt x="293662" y="34999"/>
                </a:cubicBezTo>
                <a:cubicBezTo>
                  <a:pt x="302140" y="34999"/>
                  <a:pt x="305476" y="38878"/>
                  <a:pt x="307283" y="50928"/>
                </a:cubicBezTo>
                <a:lnTo>
                  <a:pt x="278932" y="50928"/>
                </a:lnTo>
                <a:close/>
                <a:moveTo>
                  <a:pt x="360791" y="93920"/>
                </a:moveTo>
                <a:lnTo>
                  <a:pt x="388724" y="93920"/>
                </a:lnTo>
                <a:lnTo>
                  <a:pt x="388724" y="91835"/>
                </a:lnTo>
                <a:cubicBezTo>
                  <a:pt x="384417" y="91835"/>
                  <a:pt x="381637" y="89613"/>
                  <a:pt x="377328" y="83495"/>
                </a:cubicBezTo>
                <a:lnTo>
                  <a:pt x="359540" y="56242"/>
                </a:lnTo>
                <a:lnTo>
                  <a:pt x="371074" y="39557"/>
                </a:lnTo>
                <a:cubicBezTo>
                  <a:pt x="373714" y="35801"/>
                  <a:pt x="377746" y="33716"/>
                  <a:pt x="382333" y="33439"/>
                </a:cubicBezTo>
                <a:lnTo>
                  <a:pt x="382333" y="31352"/>
                </a:lnTo>
                <a:lnTo>
                  <a:pt x="360373" y="31352"/>
                </a:lnTo>
                <a:lnTo>
                  <a:pt x="360373" y="33439"/>
                </a:lnTo>
                <a:cubicBezTo>
                  <a:pt x="364542" y="33716"/>
                  <a:pt x="365932" y="34550"/>
                  <a:pt x="365932" y="36497"/>
                </a:cubicBezTo>
                <a:cubicBezTo>
                  <a:pt x="365932" y="38165"/>
                  <a:pt x="364265" y="41223"/>
                  <a:pt x="360791" y="45535"/>
                </a:cubicBezTo>
                <a:cubicBezTo>
                  <a:pt x="360095" y="46368"/>
                  <a:pt x="358427" y="48873"/>
                  <a:pt x="356620" y="51653"/>
                </a:cubicBezTo>
                <a:lnTo>
                  <a:pt x="355508" y="49984"/>
                </a:lnTo>
                <a:cubicBezTo>
                  <a:pt x="353424" y="46786"/>
                  <a:pt x="352173" y="44979"/>
                  <a:pt x="351895" y="44421"/>
                </a:cubicBezTo>
                <a:cubicBezTo>
                  <a:pt x="349255" y="40112"/>
                  <a:pt x="348281" y="37888"/>
                  <a:pt x="348281" y="36497"/>
                </a:cubicBezTo>
                <a:cubicBezTo>
                  <a:pt x="348281" y="34412"/>
                  <a:pt x="350088" y="33576"/>
                  <a:pt x="354257" y="33439"/>
                </a:cubicBezTo>
                <a:lnTo>
                  <a:pt x="354257" y="31352"/>
                </a:lnTo>
                <a:lnTo>
                  <a:pt x="325488" y="31352"/>
                </a:lnTo>
                <a:lnTo>
                  <a:pt x="325488" y="33439"/>
                </a:lnTo>
                <a:lnTo>
                  <a:pt x="326740" y="33439"/>
                </a:lnTo>
                <a:cubicBezTo>
                  <a:pt x="330909" y="33439"/>
                  <a:pt x="333133" y="35245"/>
                  <a:pt x="337440" y="41781"/>
                </a:cubicBezTo>
                <a:lnTo>
                  <a:pt x="350506" y="61802"/>
                </a:lnTo>
                <a:lnTo>
                  <a:pt x="334662" y="84746"/>
                </a:lnTo>
                <a:cubicBezTo>
                  <a:pt x="330493" y="90446"/>
                  <a:pt x="329102" y="91419"/>
                  <a:pt x="324517" y="91835"/>
                </a:cubicBezTo>
                <a:lnTo>
                  <a:pt x="324517" y="93920"/>
                </a:lnTo>
                <a:lnTo>
                  <a:pt x="344668" y="93920"/>
                </a:lnTo>
                <a:lnTo>
                  <a:pt x="344668" y="91835"/>
                </a:lnTo>
                <a:cubicBezTo>
                  <a:pt x="340638" y="91835"/>
                  <a:pt x="339109" y="91142"/>
                  <a:pt x="339109" y="89333"/>
                </a:cubicBezTo>
                <a:cubicBezTo>
                  <a:pt x="339109" y="88359"/>
                  <a:pt x="339943" y="86553"/>
                  <a:pt x="341890" y="83632"/>
                </a:cubicBezTo>
                <a:lnTo>
                  <a:pt x="352868" y="66531"/>
                </a:lnTo>
                <a:lnTo>
                  <a:pt x="365516" y="85997"/>
                </a:lnTo>
                <a:cubicBezTo>
                  <a:pt x="366071" y="86830"/>
                  <a:pt x="366349" y="87526"/>
                  <a:pt x="366349" y="88499"/>
                </a:cubicBezTo>
                <a:cubicBezTo>
                  <a:pt x="366349" y="91002"/>
                  <a:pt x="365376" y="91557"/>
                  <a:pt x="360791" y="91835"/>
                </a:cubicBezTo>
                <a:lnTo>
                  <a:pt x="360791" y="93920"/>
                </a:lnTo>
                <a:close/>
                <a:moveTo>
                  <a:pt x="427083" y="31352"/>
                </a:moveTo>
                <a:lnTo>
                  <a:pt x="413047" y="31352"/>
                </a:lnTo>
                <a:lnTo>
                  <a:pt x="413047" y="15231"/>
                </a:lnTo>
                <a:cubicBezTo>
                  <a:pt x="413047" y="13842"/>
                  <a:pt x="412769" y="13424"/>
                  <a:pt x="412073" y="13424"/>
                </a:cubicBezTo>
                <a:cubicBezTo>
                  <a:pt x="404013" y="25098"/>
                  <a:pt x="399844" y="29825"/>
                  <a:pt x="395814" y="32187"/>
                </a:cubicBezTo>
                <a:cubicBezTo>
                  <a:pt x="394285" y="33159"/>
                  <a:pt x="393450" y="33994"/>
                  <a:pt x="393450" y="34828"/>
                </a:cubicBezTo>
                <a:cubicBezTo>
                  <a:pt x="393450" y="35245"/>
                  <a:pt x="393590" y="35523"/>
                  <a:pt x="394008" y="35801"/>
                </a:cubicBezTo>
                <a:lnTo>
                  <a:pt x="401373" y="35801"/>
                </a:lnTo>
                <a:lnTo>
                  <a:pt x="401373" y="77629"/>
                </a:lnTo>
                <a:cubicBezTo>
                  <a:pt x="401373" y="89301"/>
                  <a:pt x="405542" y="95277"/>
                  <a:pt x="413742" y="95277"/>
                </a:cubicBezTo>
                <a:cubicBezTo>
                  <a:pt x="420552" y="95277"/>
                  <a:pt x="425832" y="91943"/>
                  <a:pt x="430419" y="84716"/>
                </a:cubicBezTo>
                <a:lnTo>
                  <a:pt x="428612" y="83187"/>
                </a:lnTo>
                <a:cubicBezTo>
                  <a:pt x="425554" y="86801"/>
                  <a:pt x="423332" y="88052"/>
                  <a:pt x="420274" y="88052"/>
                </a:cubicBezTo>
                <a:cubicBezTo>
                  <a:pt x="415131" y="88052"/>
                  <a:pt x="413047" y="84298"/>
                  <a:pt x="413047" y="75544"/>
                </a:cubicBezTo>
                <a:lnTo>
                  <a:pt x="413047" y="35801"/>
                </a:lnTo>
                <a:lnTo>
                  <a:pt x="427083" y="35801"/>
                </a:lnTo>
                <a:lnTo>
                  <a:pt x="427083" y="31352"/>
                </a:lnTo>
                <a:close/>
                <a:moveTo>
                  <a:pt x="432364" y="58225"/>
                </a:moveTo>
                <a:lnTo>
                  <a:pt x="432364" y="66981"/>
                </a:lnTo>
                <a:lnTo>
                  <a:pt x="466553" y="66981"/>
                </a:lnTo>
                <a:lnTo>
                  <a:pt x="466553" y="58225"/>
                </a:lnTo>
                <a:lnTo>
                  <a:pt x="432364" y="5822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" name="Text independent:0">
            <a:extLst xmlns:a="http://schemas.openxmlformats.org/drawingml/2006/main">
              <a:ext uri="{FF2B5EF4-FFF2-40B4-BE49-F238E27FC236}">
                <a16:creationId xmlns:a16="http://schemas.microsoft.com/office/drawing/2014/main" id="{F0E2A224-756F-4207-959A-8272BB488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0415" y="1559318"/>
            <a:ext cx="782966" cy="125948"/>
          </a:xfrm>
          <a:custGeom xmlns:a="http://schemas.openxmlformats.org/drawingml/2006/main">
            <a:pathLst>
              <a:path w="782966" h="125948">
                <a:moveTo>
                  <a:pt x="0" y="95817"/>
                </a:moveTo>
                <a:lnTo>
                  <a:pt x="32938" y="95817"/>
                </a:lnTo>
                <a:lnTo>
                  <a:pt x="32938" y="93733"/>
                </a:lnTo>
                <a:cubicBezTo>
                  <a:pt x="23766" y="93039"/>
                  <a:pt x="22793" y="91788"/>
                  <a:pt x="22653" y="81641"/>
                </a:cubicBezTo>
                <a:lnTo>
                  <a:pt x="22653" y="32299"/>
                </a:lnTo>
                <a:lnTo>
                  <a:pt x="22097" y="31882"/>
                </a:lnTo>
                <a:lnTo>
                  <a:pt x="556" y="39527"/>
                </a:lnTo>
                <a:lnTo>
                  <a:pt x="556" y="41611"/>
                </a:lnTo>
                <a:lnTo>
                  <a:pt x="1669" y="41473"/>
                </a:lnTo>
                <a:cubicBezTo>
                  <a:pt x="3336" y="41195"/>
                  <a:pt x="5003" y="41056"/>
                  <a:pt x="6394" y="41056"/>
                </a:cubicBezTo>
                <a:cubicBezTo>
                  <a:pt x="9730" y="41056"/>
                  <a:pt x="10979" y="43280"/>
                  <a:pt x="10979" y="49396"/>
                </a:cubicBezTo>
                <a:lnTo>
                  <a:pt x="10979" y="81641"/>
                </a:lnTo>
                <a:cubicBezTo>
                  <a:pt x="10701" y="91926"/>
                  <a:pt x="9452" y="93317"/>
                  <a:pt x="0" y="93733"/>
                </a:cubicBezTo>
                <a:lnTo>
                  <a:pt x="0" y="95817"/>
                </a:lnTo>
                <a:moveTo>
                  <a:pt x="15566" y="888"/>
                </a:moveTo>
                <a:cubicBezTo>
                  <a:pt x="11814" y="888"/>
                  <a:pt x="8616" y="4084"/>
                  <a:pt x="8616" y="7975"/>
                </a:cubicBezTo>
                <a:cubicBezTo>
                  <a:pt x="8616" y="12007"/>
                  <a:pt x="11674" y="15063"/>
                  <a:pt x="15566" y="15063"/>
                </a:cubicBezTo>
                <a:cubicBezTo>
                  <a:pt x="19735" y="15063"/>
                  <a:pt x="22793" y="12007"/>
                  <a:pt x="22793" y="7975"/>
                </a:cubicBezTo>
                <a:cubicBezTo>
                  <a:pt x="22793" y="3946"/>
                  <a:pt x="19597" y="888"/>
                  <a:pt x="15566" y="888"/>
                </a:cubicBezTo>
                <a:close/>
                <a:moveTo>
                  <a:pt x="38915" y="95817"/>
                </a:moveTo>
                <a:lnTo>
                  <a:pt x="68379" y="95817"/>
                </a:lnTo>
                <a:lnTo>
                  <a:pt x="68379" y="93733"/>
                </a:lnTo>
                <a:cubicBezTo>
                  <a:pt x="61430" y="93317"/>
                  <a:pt x="59205" y="91510"/>
                  <a:pt x="59205" y="86508"/>
                </a:cubicBezTo>
                <a:lnTo>
                  <a:pt x="59205" y="47458"/>
                </a:lnTo>
                <a:cubicBezTo>
                  <a:pt x="65877" y="41204"/>
                  <a:pt x="68935" y="39537"/>
                  <a:pt x="73522" y="39537"/>
                </a:cubicBezTo>
                <a:cubicBezTo>
                  <a:pt x="80331" y="39537"/>
                  <a:pt x="83667" y="43844"/>
                  <a:pt x="83667" y="53016"/>
                </a:cubicBezTo>
                <a:lnTo>
                  <a:pt x="83667" y="82061"/>
                </a:lnTo>
                <a:cubicBezTo>
                  <a:pt x="83389" y="91092"/>
                  <a:pt x="81720" y="93317"/>
                  <a:pt x="74911" y="93733"/>
                </a:cubicBezTo>
                <a:lnTo>
                  <a:pt x="74911" y="95817"/>
                </a:lnTo>
                <a:lnTo>
                  <a:pt x="103819" y="95817"/>
                </a:lnTo>
                <a:lnTo>
                  <a:pt x="103819" y="93733"/>
                </a:lnTo>
                <a:cubicBezTo>
                  <a:pt x="97008" y="93039"/>
                  <a:pt x="95479" y="91370"/>
                  <a:pt x="95341" y="84561"/>
                </a:cubicBezTo>
                <a:lnTo>
                  <a:pt x="95341" y="52738"/>
                </a:lnTo>
                <a:cubicBezTo>
                  <a:pt x="95341" y="39677"/>
                  <a:pt x="89225" y="31892"/>
                  <a:pt x="78942" y="31892"/>
                </a:cubicBezTo>
                <a:cubicBezTo>
                  <a:pt x="72548" y="31892"/>
                  <a:pt x="68239" y="34257"/>
                  <a:pt x="58789" y="43151"/>
                </a:cubicBezTo>
                <a:lnTo>
                  <a:pt x="58789" y="32172"/>
                </a:lnTo>
                <a:lnTo>
                  <a:pt x="57816" y="31892"/>
                </a:lnTo>
                <a:cubicBezTo>
                  <a:pt x="50589" y="34534"/>
                  <a:pt x="45864" y="36063"/>
                  <a:pt x="38637" y="38148"/>
                </a:cubicBezTo>
                <a:lnTo>
                  <a:pt x="38637" y="40511"/>
                </a:lnTo>
                <a:cubicBezTo>
                  <a:pt x="39610" y="40093"/>
                  <a:pt x="40861" y="39955"/>
                  <a:pt x="42390" y="39955"/>
                </a:cubicBezTo>
                <a:cubicBezTo>
                  <a:pt x="46282" y="39955"/>
                  <a:pt x="47531" y="42040"/>
                  <a:pt x="47531" y="48847"/>
                </a:cubicBezTo>
                <a:lnTo>
                  <a:pt x="47531" y="83312"/>
                </a:lnTo>
                <a:cubicBezTo>
                  <a:pt x="47393" y="91510"/>
                  <a:pt x="45864" y="93317"/>
                  <a:pt x="38915" y="93733"/>
                </a:cubicBezTo>
                <a:lnTo>
                  <a:pt x="38915" y="95817"/>
                </a:lnTo>
                <a:close/>
                <a:moveTo>
                  <a:pt x="174143" y="87727"/>
                </a:moveTo>
                <a:cubicBezTo>
                  <a:pt x="172336" y="87865"/>
                  <a:pt x="171503" y="87865"/>
                  <a:pt x="170945" y="87865"/>
                </a:cubicBezTo>
                <a:cubicBezTo>
                  <a:pt x="166082" y="87865"/>
                  <a:pt x="164831" y="86338"/>
                  <a:pt x="164831" y="79948"/>
                </a:cubicBezTo>
                <a:lnTo>
                  <a:pt x="164831" y="1179"/>
                </a:lnTo>
                <a:lnTo>
                  <a:pt x="164135" y="901"/>
                </a:lnTo>
                <a:cubicBezTo>
                  <a:pt x="157604" y="3125"/>
                  <a:pt x="152879" y="4652"/>
                  <a:pt x="143705" y="7017"/>
                </a:cubicBezTo>
                <a:lnTo>
                  <a:pt x="143705" y="9239"/>
                </a:lnTo>
                <a:cubicBezTo>
                  <a:pt x="144818" y="9101"/>
                  <a:pt x="145512" y="9101"/>
                  <a:pt x="146763" y="9101"/>
                </a:cubicBezTo>
                <a:cubicBezTo>
                  <a:pt x="151906" y="9101"/>
                  <a:pt x="153157" y="10490"/>
                  <a:pt x="153157" y="16189"/>
                </a:cubicBezTo>
                <a:lnTo>
                  <a:pt x="153157" y="37868"/>
                </a:lnTo>
                <a:cubicBezTo>
                  <a:pt x="147874" y="33421"/>
                  <a:pt x="144123" y="31892"/>
                  <a:pt x="138562" y="31892"/>
                </a:cubicBezTo>
                <a:cubicBezTo>
                  <a:pt x="122581" y="31892"/>
                  <a:pt x="109656" y="47589"/>
                  <a:pt x="109656" y="67311"/>
                </a:cubicBezTo>
                <a:cubicBezTo>
                  <a:pt x="109656" y="85087"/>
                  <a:pt x="119941" y="97174"/>
                  <a:pt x="135367" y="97174"/>
                </a:cubicBezTo>
                <a:cubicBezTo>
                  <a:pt x="143149" y="97174"/>
                  <a:pt x="148432" y="94396"/>
                  <a:pt x="153157" y="87865"/>
                </a:cubicBezTo>
                <a:lnTo>
                  <a:pt x="153157" y="96759"/>
                </a:lnTo>
                <a:lnTo>
                  <a:pt x="153712" y="97174"/>
                </a:lnTo>
                <a:lnTo>
                  <a:pt x="174143" y="89949"/>
                </a:lnTo>
                <a:lnTo>
                  <a:pt x="174143" y="87727"/>
                </a:lnTo>
                <a:moveTo>
                  <a:pt x="153157" y="81615"/>
                </a:moveTo>
                <a:cubicBezTo>
                  <a:pt x="153157" y="82589"/>
                  <a:pt x="152183" y="84255"/>
                  <a:pt x="150794" y="85782"/>
                </a:cubicBezTo>
                <a:cubicBezTo>
                  <a:pt x="148432" y="88560"/>
                  <a:pt x="144818" y="89949"/>
                  <a:pt x="140787" y="89949"/>
                </a:cubicBezTo>
                <a:cubicBezTo>
                  <a:pt x="129113" y="89949"/>
                  <a:pt x="121608" y="78837"/>
                  <a:pt x="121608" y="61617"/>
                </a:cubicBezTo>
                <a:cubicBezTo>
                  <a:pt x="121608" y="46062"/>
                  <a:pt x="128417" y="35786"/>
                  <a:pt x="138980" y="35786"/>
                </a:cubicBezTo>
                <a:cubicBezTo>
                  <a:pt x="146485" y="35786"/>
                  <a:pt x="153157" y="42311"/>
                  <a:pt x="153157" y="49672"/>
                </a:cubicBezTo>
                <a:lnTo>
                  <a:pt x="153157" y="81615"/>
                </a:lnTo>
                <a:close/>
                <a:moveTo>
                  <a:pt x="232096" y="72986"/>
                </a:moveTo>
                <a:cubicBezTo>
                  <a:pt x="225426" y="83553"/>
                  <a:pt x="219448" y="87587"/>
                  <a:pt x="210554" y="87587"/>
                </a:cubicBezTo>
                <a:cubicBezTo>
                  <a:pt x="202634" y="87587"/>
                  <a:pt x="196658" y="83553"/>
                  <a:pt x="192626" y="75629"/>
                </a:cubicBezTo>
                <a:cubicBezTo>
                  <a:pt x="190124" y="70344"/>
                  <a:pt x="189153" y="65895"/>
                  <a:pt x="188875" y="57272"/>
                </a:cubicBezTo>
                <a:lnTo>
                  <a:pt x="231680" y="57272"/>
                </a:lnTo>
                <a:cubicBezTo>
                  <a:pt x="230567" y="48255"/>
                  <a:pt x="229178" y="44239"/>
                  <a:pt x="225704" y="39806"/>
                </a:cubicBezTo>
                <a:cubicBezTo>
                  <a:pt x="221533" y="34812"/>
                  <a:pt x="215141" y="31892"/>
                  <a:pt x="207914" y="31892"/>
                </a:cubicBezTo>
                <a:cubicBezTo>
                  <a:pt x="200965" y="31892"/>
                  <a:pt x="194433" y="34395"/>
                  <a:pt x="189153" y="39113"/>
                </a:cubicBezTo>
                <a:cubicBezTo>
                  <a:pt x="182619" y="44792"/>
                  <a:pt x="178867" y="54632"/>
                  <a:pt x="178867" y="66033"/>
                </a:cubicBezTo>
                <a:cubicBezTo>
                  <a:pt x="178867" y="85222"/>
                  <a:pt x="188875" y="97174"/>
                  <a:pt x="204856" y="97174"/>
                </a:cubicBezTo>
                <a:cubicBezTo>
                  <a:pt x="218059" y="97174"/>
                  <a:pt x="228482" y="88976"/>
                  <a:pt x="234320" y="73960"/>
                </a:cubicBezTo>
                <a:lnTo>
                  <a:pt x="232096" y="72986"/>
                </a:lnTo>
                <a:moveTo>
                  <a:pt x="189153" y="52825"/>
                </a:moveTo>
                <a:cubicBezTo>
                  <a:pt x="190679" y="42023"/>
                  <a:pt x="195406" y="36897"/>
                  <a:pt x="203883" y="36897"/>
                </a:cubicBezTo>
                <a:cubicBezTo>
                  <a:pt x="212361" y="36897"/>
                  <a:pt x="215697" y="40776"/>
                  <a:pt x="217504" y="52825"/>
                </a:cubicBezTo>
                <a:lnTo>
                  <a:pt x="189153" y="52825"/>
                </a:lnTo>
                <a:close/>
                <a:moveTo>
                  <a:pt x="237794" y="125948"/>
                </a:moveTo>
                <a:lnTo>
                  <a:pt x="271428" y="125948"/>
                </a:lnTo>
                <a:lnTo>
                  <a:pt x="271428" y="123447"/>
                </a:lnTo>
                <a:cubicBezTo>
                  <a:pt x="261005" y="123307"/>
                  <a:pt x="259336" y="121918"/>
                  <a:pt x="259198" y="113024"/>
                </a:cubicBezTo>
                <a:lnTo>
                  <a:pt x="259198" y="91203"/>
                </a:lnTo>
                <a:cubicBezTo>
                  <a:pt x="264200" y="95785"/>
                  <a:pt x="267396" y="97174"/>
                  <a:pt x="273234" y="97174"/>
                </a:cubicBezTo>
                <a:cubicBezTo>
                  <a:pt x="289774" y="97174"/>
                  <a:pt x="302419" y="81617"/>
                  <a:pt x="302419" y="61480"/>
                </a:cubicBezTo>
                <a:cubicBezTo>
                  <a:pt x="302419" y="44260"/>
                  <a:pt x="292692" y="31892"/>
                  <a:pt x="279211" y="31892"/>
                </a:cubicBezTo>
                <a:cubicBezTo>
                  <a:pt x="271428" y="31892"/>
                  <a:pt x="265312" y="35228"/>
                  <a:pt x="259198" y="42871"/>
                </a:cubicBezTo>
                <a:lnTo>
                  <a:pt x="259198" y="32172"/>
                </a:lnTo>
                <a:lnTo>
                  <a:pt x="258364" y="31892"/>
                </a:lnTo>
                <a:cubicBezTo>
                  <a:pt x="250859" y="34812"/>
                  <a:pt x="245995" y="36619"/>
                  <a:pt x="238350" y="38982"/>
                </a:cubicBezTo>
                <a:lnTo>
                  <a:pt x="238350" y="41204"/>
                </a:lnTo>
                <a:cubicBezTo>
                  <a:pt x="239601" y="41066"/>
                  <a:pt x="240434" y="41066"/>
                  <a:pt x="241825" y="41066"/>
                </a:cubicBezTo>
                <a:cubicBezTo>
                  <a:pt x="246550" y="41066"/>
                  <a:pt x="247524" y="42455"/>
                  <a:pt x="247524" y="48983"/>
                </a:cubicBezTo>
                <a:lnTo>
                  <a:pt x="247524" y="113991"/>
                </a:lnTo>
                <a:cubicBezTo>
                  <a:pt x="247524" y="121358"/>
                  <a:pt x="245995" y="122747"/>
                  <a:pt x="237794" y="123581"/>
                </a:cubicBezTo>
                <a:lnTo>
                  <a:pt x="237794" y="125948"/>
                </a:lnTo>
                <a:moveTo>
                  <a:pt x="259198" y="49398"/>
                </a:moveTo>
                <a:cubicBezTo>
                  <a:pt x="259198" y="45233"/>
                  <a:pt x="266981" y="40233"/>
                  <a:pt x="273372" y="40233"/>
                </a:cubicBezTo>
                <a:cubicBezTo>
                  <a:pt x="283658" y="40233"/>
                  <a:pt x="290467" y="50787"/>
                  <a:pt x="290467" y="67038"/>
                </a:cubicBezTo>
                <a:cubicBezTo>
                  <a:pt x="290467" y="82304"/>
                  <a:pt x="283658" y="92727"/>
                  <a:pt x="273652" y="92727"/>
                </a:cubicBezTo>
                <a:cubicBezTo>
                  <a:pt x="267119" y="92727"/>
                  <a:pt x="259198" y="87725"/>
                  <a:pt x="259198" y="83556"/>
                </a:cubicBezTo>
                <a:lnTo>
                  <a:pt x="259198" y="49398"/>
                </a:lnTo>
                <a:close/>
                <a:moveTo>
                  <a:pt x="363293" y="72986"/>
                </a:moveTo>
                <a:cubicBezTo>
                  <a:pt x="356623" y="83553"/>
                  <a:pt x="350645" y="87587"/>
                  <a:pt x="341751" y="87587"/>
                </a:cubicBezTo>
                <a:cubicBezTo>
                  <a:pt x="333830" y="87587"/>
                  <a:pt x="327854" y="83553"/>
                  <a:pt x="323823" y="75629"/>
                </a:cubicBezTo>
                <a:cubicBezTo>
                  <a:pt x="321321" y="70344"/>
                  <a:pt x="320349" y="65895"/>
                  <a:pt x="320071" y="57272"/>
                </a:cubicBezTo>
                <a:lnTo>
                  <a:pt x="362877" y="57272"/>
                </a:lnTo>
                <a:cubicBezTo>
                  <a:pt x="361764" y="48255"/>
                  <a:pt x="360375" y="44239"/>
                  <a:pt x="356901" y="39806"/>
                </a:cubicBezTo>
                <a:cubicBezTo>
                  <a:pt x="352730" y="34812"/>
                  <a:pt x="346338" y="31892"/>
                  <a:pt x="339111" y="31892"/>
                </a:cubicBezTo>
                <a:cubicBezTo>
                  <a:pt x="332161" y="31892"/>
                  <a:pt x="325630" y="34395"/>
                  <a:pt x="320349" y="39113"/>
                </a:cubicBezTo>
                <a:cubicBezTo>
                  <a:pt x="313816" y="44792"/>
                  <a:pt x="310064" y="54632"/>
                  <a:pt x="310064" y="66033"/>
                </a:cubicBezTo>
                <a:cubicBezTo>
                  <a:pt x="310064" y="85222"/>
                  <a:pt x="320071" y="97174"/>
                  <a:pt x="336053" y="97174"/>
                </a:cubicBezTo>
                <a:cubicBezTo>
                  <a:pt x="349256" y="97174"/>
                  <a:pt x="359679" y="88976"/>
                  <a:pt x="365517" y="73960"/>
                </a:cubicBezTo>
                <a:lnTo>
                  <a:pt x="363293" y="72986"/>
                </a:lnTo>
                <a:moveTo>
                  <a:pt x="320349" y="52825"/>
                </a:moveTo>
                <a:cubicBezTo>
                  <a:pt x="321876" y="42023"/>
                  <a:pt x="326603" y="36897"/>
                  <a:pt x="335079" y="36897"/>
                </a:cubicBezTo>
                <a:cubicBezTo>
                  <a:pt x="343558" y="36897"/>
                  <a:pt x="346894" y="40776"/>
                  <a:pt x="348700" y="52825"/>
                </a:cubicBezTo>
                <a:lnTo>
                  <a:pt x="320349" y="52825"/>
                </a:lnTo>
                <a:close/>
                <a:moveTo>
                  <a:pt x="370797" y="95817"/>
                </a:moveTo>
                <a:lnTo>
                  <a:pt x="400262" y="95817"/>
                </a:lnTo>
                <a:lnTo>
                  <a:pt x="400262" y="93733"/>
                </a:lnTo>
                <a:cubicBezTo>
                  <a:pt x="393312" y="93317"/>
                  <a:pt x="391088" y="91510"/>
                  <a:pt x="391088" y="86508"/>
                </a:cubicBezTo>
                <a:lnTo>
                  <a:pt x="391088" y="47458"/>
                </a:lnTo>
                <a:cubicBezTo>
                  <a:pt x="397759" y="41204"/>
                  <a:pt x="400817" y="39537"/>
                  <a:pt x="405404" y="39537"/>
                </a:cubicBezTo>
                <a:cubicBezTo>
                  <a:pt x="412214" y="39537"/>
                  <a:pt x="415550" y="43844"/>
                  <a:pt x="415550" y="53016"/>
                </a:cubicBezTo>
                <a:lnTo>
                  <a:pt x="415550" y="82061"/>
                </a:lnTo>
                <a:cubicBezTo>
                  <a:pt x="415272" y="91092"/>
                  <a:pt x="413603" y="93317"/>
                  <a:pt x="406793" y="93733"/>
                </a:cubicBezTo>
                <a:lnTo>
                  <a:pt x="406793" y="95817"/>
                </a:lnTo>
                <a:lnTo>
                  <a:pt x="435702" y="95817"/>
                </a:lnTo>
                <a:lnTo>
                  <a:pt x="435702" y="93733"/>
                </a:lnTo>
                <a:cubicBezTo>
                  <a:pt x="428891" y="93039"/>
                  <a:pt x="427362" y="91370"/>
                  <a:pt x="427224" y="84561"/>
                </a:cubicBezTo>
                <a:lnTo>
                  <a:pt x="427224" y="52738"/>
                </a:lnTo>
                <a:cubicBezTo>
                  <a:pt x="427224" y="39677"/>
                  <a:pt x="421108" y="31892"/>
                  <a:pt x="410825" y="31892"/>
                </a:cubicBezTo>
                <a:cubicBezTo>
                  <a:pt x="404431" y="31892"/>
                  <a:pt x="400122" y="34257"/>
                  <a:pt x="390672" y="43151"/>
                </a:cubicBezTo>
                <a:lnTo>
                  <a:pt x="390672" y="32172"/>
                </a:lnTo>
                <a:lnTo>
                  <a:pt x="389699" y="31892"/>
                </a:lnTo>
                <a:cubicBezTo>
                  <a:pt x="382471" y="34534"/>
                  <a:pt x="377747" y="36063"/>
                  <a:pt x="370519" y="38148"/>
                </a:cubicBezTo>
                <a:lnTo>
                  <a:pt x="370519" y="40511"/>
                </a:lnTo>
                <a:cubicBezTo>
                  <a:pt x="371493" y="40093"/>
                  <a:pt x="372744" y="39955"/>
                  <a:pt x="374273" y="39955"/>
                </a:cubicBezTo>
                <a:cubicBezTo>
                  <a:pt x="378164" y="39955"/>
                  <a:pt x="379413" y="42040"/>
                  <a:pt x="379413" y="48847"/>
                </a:cubicBezTo>
                <a:lnTo>
                  <a:pt x="379413" y="83312"/>
                </a:lnTo>
                <a:cubicBezTo>
                  <a:pt x="379276" y="91510"/>
                  <a:pt x="377747" y="93317"/>
                  <a:pt x="370797" y="93733"/>
                </a:cubicBezTo>
                <a:lnTo>
                  <a:pt x="370797" y="95817"/>
                </a:lnTo>
                <a:close/>
                <a:moveTo>
                  <a:pt x="506026" y="87727"/>
                </a:moveTo>
                <a:cubicBezTo>
                  <a:pt x="504219" y="87865"/>
                  <a:pt x="503385" y="87865"/>
                  <a:pt x="502828" y="87865"/>
                </a:cubicBezTo>
                <a:cubicBezTo>
                  <a:pt x="497965" y="87865"/>
                  <a:pt x="496714" y="86338"/>
                  <a:pt x="496714" y="79948"/>
                </a:cubicBezTo>
                <a:lnTo>
                  <a:pt x="496714" y="1179"/>
                </a:lnTo>
                <a:lnTo>
                  <a:pt x="496018" y="901"/>
                </a:lnTo>
                <a:cubicBezTo>
                  <a:pt x="489487" y="3125"/>
                  <a:pt x="484762" y="4652"/>
                  <a:pt x="475588" y="7017"/>
                </a:cubicBezTo>
                <a:lnTo>
                  <a:pt x="475588" y="9239"/>
                </a:lnTo>
                <a:cubicBezTo>
                  <a:pt x="476701" y="9101"/>
                  <a:pt x="477395" y="9101"/>
                  <a:pt x="478646" y="9101"/>
                </a:cubicBezTo>
                <a:cubicBezTo>
                  <a:pt x="483788" y="9101"/>
                  <a:pt x="485040" y="10490"/>
                  <a:pt x="485040" y="16189"/>
                </a:cubicBezTo>
                <a:lnTo>
                  <a:pt x="485040" y="37868"/>
                </a:lnTo>
                <a:cubicBezTo>
                  <a:pt x="479757" y="33421"/>
                  <a:pt x="476006" y="31892"/>
                  <a:pt x="470445" y="31892"/>
                </a:cubicBezTo>
                <a:cubicBezTo>
                  <a:pt x="454464" y="31892"/>
                  <a:pt x="441539" y="47589"/>
                  <a:pt x="441539" y="67311"/>
                </a:cubicBezTo>
                <a:cubicBezTo>
                  <a:pt x="441539" y="85087"/>
                  <a:pt x="451824" y="97174"/>
                  <a:pt x="467249" y="97174"/>
                </a:cubicBezTo>
                <a:cubicBezTo>
                  <a:pt x="475032" y="97174"/>
                  <a:pt x="480315" y="94396"/>
                  <a:pt x="485040" y="87865"/>
                </a:cubicBezTo>
                <a:lnTo>
                  <a:pt x="485040" y="96759"/>
                </a:lnTo>
                <a:lnTo>
                  <a:pt x="485595" y="97174"/>
                </a:lnTo>
                <a:lnTo>
                  <a:pt x="506026" y="89949"/>
                </a:lnTo>
                <a:lnTo>
                  <a:pt x="506026" y="87727"/>
                </a:lnTo>
                <a:moveTo>
                  <a:pt x="485040" y="81615"/>
                </a:moveTo>
                <a:cubicBezTo>
                  <a:pt x="485040" y="82589"/>
                  <a:pt x="484066" y="84255"/>
                  <a:pt x="482677" y="85782"/>
                </a:cubicBezTo>
                <a:cubicBezTo>
                  <a:pt x="480315" y="88560"/>
                  <a:pt x="476701" y="89949"/>
                  <a:pt x="472670" y="89949"/>
                </a:cubicBezTo>
                <a:cubicBezTo>
                  <a:pt x="460996" y="89949"/>
                  <a:pt x="453491" y="78837"/>
                  <a:pt x="453491" y="61617"/>
                </a:cubicBezTo>
                <a:cubicBezTo>
                  <a:pt x="453491" y="46062"/>
                  <a:pt x="460300" y="35786"/>
                  <a:pt x="470863" y="35786"/>
                </a:cubicBezTo>
                <a:cubicBezTo>
                  <a:pt x="478368" y="35786"/>
                  <a:pt x="485040" y="42311"/>
                  <a:pt x="485040" y="49672"/>
                </a:cubicBezTo>
                <a:lnTo>
                  <a:pt x="485040" y="81615"/>
                </a:lnTo>
                <a:close/>
                <a:moveTo>
                  <a:pt x="563979" y="72986"/>
                </a:moveTo>
                <a:cubicBezTo>
                  <a:pt x="557309" y="83553"/>
                  <a:pt x="551331" y="87587"/>
                  <a:pt x="542437" y="87587"/>
                </a:cubicBezTo>
                <a:cubicBezTo>
                  <a:pt x="534517" y="87587"/>
                  <a:pt x="528540" y="83553"/>
                  <a:pt x="524509" y="75629"/>
                </a:cubicBezTo>
                <a:cubicBezTo>
                  <a:pt x="522007" y="70344"/>
                  <a:pt x="521035" y="65895"/>
                  <a:pt x="520758" y="57272"/>
                </a:cubicBezTo>
                <a:lnTo>
                  <a:pt x="563563" y="57272"/>
                </a:lnTo>
                <a:cubicBezTo>
                  <a:pt x="562450" y="48255"/>
                  <a:pt x="561061" y="44239"/>
                  <a:pt x="557587" y="39806"/>
                </a:cubicBezTo>
                <a:cubicBezTo>
                  <a:pt x="553416" y="34812"/>
                  <a:pt x="547024" y="31892"/>
                  <a:pt x="539797" y="31892"/>
                </a:cubicBezTo>
                <a:cubicBezTo>
                  <a:pt x="532848" y="31892"/>
                  <a:pt x="526316" y="34395"/>
                  <a:pt x="521035" y="39113"/>
                </a:cubicBezTo>
                <a:cubicBezTo>
                  <a:pt x="514502" y="44792"/>
                  <a:pt x="510750" y="54632"/>
                  <a:pt x="510750" y="66033"/>
                </a:cubicBezTo>
                <a:cubicBezTo>
                  <a:pt x="510750" y="85222"/>
                  <a:pt x="520758" y="97174"/>
                  <a:pt x="536739" y="97174"/>
                </a:cubicBezTo>
                <a:cubicBezTo>
                  <a:pt x="549942" y="97174"/>
                  <a:pt x="560365" y="88976"/>
                  <a:pt x="566203" y="73960"/>
                </a:cubicBezTo>
                <a:lnTo>
                  <a:pt x="563979" y="72986"/>
                </a:lnTo>
                <a:moveTo>
                  <a:pt x="521035" y="52825"/>
                </a:moveTo>
                <a:cubicBezTo>
                  <a:pt x="522562" y="42023"/>
                  <a:pt x="527289" y="36897"/>
                  <a:pt x="535766" y="36897"/>
                </a:cubicBezTo>
                <a:cubicBezTo>
                  <a:pt x="544244" y="36897"/>
                  <a:pt x="547580" y="40776"/>
                  <a:pt x="549387" y="52825"/>
                </a:cubicBezTo>
                <a:lnTo>
                  <a:pt x="521035" y="52825"/>
                </a:lnTo>
                <a:close/>
                <a:moveTo>
                  <a:pt x="571067" y="95817"/>
                </a:moveTo>
                <a:lnTo>
                  <a:pt x="600531" y="95817"/>
                </a:lnTo>
                <a:lnTo>
                  <a:pt x="600531" y="93733"/>
                </a:lnTo>
                <a:cubicBezTo>
                  <a:pt x="593582" y="93317"/>
                  <a:pt x="591357" y="91510"/>
                  <a:pt x="591357" y="86508"/>
                </a:cubicBezTo>
                <a:lnTo>
                  <a:pt x="591357" y="47458"/>
                </a:lnTo>
                <a:cubicBezTo>
                  <a:pt x="598029" y="41204"/>
                  <a:pt x="601087" y="39537"/>
                  <a:pt x="605674" y="39537"/>
                </a:cubicBezTo>
                <a:cubicBezTo>
                  <a:pt x="612483" y="39537"/>
                  <a:pt x="615819" y="43844"/>
                  <a:pt x="615819" y="53016"/>
                </a:cubicBezTo>
                <a:lnTo>
                  <a:pt x="615819" y="82061"/>
                </a:lnTo>
                <a:cubicBezTo>
                  <a:pt x="615541" y="91092"/>
                  <a:pt x="613872" y="93317"/>
                  <a:pt x="607063" y="93733"/>
                </a:cubicBezTo>
                <a:lnTo>
                  <a:pt x="607063" y="95817"/>
                </a:lnTo>
                <a:lnTo>
                  <a:pt x="635972" y="95817"/>
                </a:lnTo>
                <a:lnTo>
                  <a:pt x="635972" y="93733"/>
                </a:lnTo>
                <a:cubicBezTo>
                  <a:pt x="629160" y="93039"/>
                  <a:pt x="627631" y="91370"/>
                  <a:pt x="627493" y="84561"/>
                </a:cubicBezTo>
                <a:lnTo>
                  <a:pt x="627493" y="52738"/>
                </a:lnTo>
                <a:cubicBezTo>
                  <a:pt x="627493" y="39677"/>
                  <a:pt x="621377" y="31892"/>
                  <a:pt x="611094" y="31892"/>
                </a:cubicBezTo>
                <a:cubicBezTo>
                  <a:pt x="604700" y="31892"/>
                  <a:pt x="600391" y="34257"/>
                  <a:pt x="590942" y="43151"/>
                </a:cubicBezTo>
                <a:lnTo>
                  <a:pt x="590942" y="32172"/>
                </a:lnTo>
                <a:lnTo>
                  <a:pt x="589968" y="31892"/>
                </a:lnTo>
                <a:cubicBezTo>
                  <a:pt x="582741" y="34534"/>
                  <a:pt x="578016" y="36063"/>
                  <a:pt x="570789" y="38148"/>
                </a:cubicBezTo>
                <a:lnTo>
                  <a:pt x="570789" y="40511"/>
                </a:lnTo>
                <a:cubicBezTo>
                  <a:pt x="571762" y="40093"/>
                  <a:pt x="573014" y="39955"/>
                  <a:pt x="574543" y="39955"/>
                </a:cubicBezTo>
                <a:cubicBezTo>
                  <a:pt x="578434" y="39955"/>
                  <a:pt x="579683" y="42040"/>
                  <a:pt x="579683" y="48847"/>
                </a:cubicBezTo>
                <a:lnTo>
                  <a:pt x="579683" y="83312"/>
                </a:lnTo>
                <a:cubicBezTo>
                  <a:pt x="579545" y="91510"/>
                  <a:pt x="578016" y="93317"/>
                  <a:pt x="571067" y="93733"/>
                </a:cubicBezTo>
                <a:lnTo>
                  <a:pt x="571067" y="95817"/>
                </a:lnTo>
                <a:close/>
                <a:moveTo>
                  <a:pt x="673495" y="33249"/>
                </a:moveTo>
                <a:lnTo>
                  <a:pt x="659458" y="33249"/>
                </a:lnTo>
                <a:lnTo>
                  <a:pt x="659458" y="17128"/>
                </a:lnTo>
                <a:cubicBezTo>
                  <a:pt x="659458" y="15739"/>
                  <a:pt x="659180" y="15321"/>
                  <a:pt x="658485" y="15321"/>
                </a:cubicBezTo>
                <a:cubicBezTo>
                  <a:pt x="650424" y="26996"/>
                  <a:pt x="646255" y="31722"/>
                  <a:pt x="642226" y="34085"/>
                </a:cubicBezTo>
                <a:cubicBezTo>
                  <a:pt x="640697" y="35056"/>
                  <a:pt x="639861" y="35892"/>
                  <a:pt x="639861" y="36725"/>
                </a:cubicBezTo>
                <a:cubicBezTo>
                  <a:pt x="639861" y="37143"/>
                  <a:pt x="640001" y="37421"/>
                  <a:pt x="640419" y="37699"/>
                </a:cubicBezTo>
                <a:lnTo>
                  <a:pt x="647784" y="37699"/>
                </a:lnTo>
                <a:lnTo>
                  <a:pt x="647784" y="79526"/>
                </a:lnTo>
                <a:cubicBezTo>
                  <a:pt x="647784" y="91198"/>
                  <a:pt x="651953" y="97174"/>
                  <a:pt x="660154" y="97174"/>
                </a:cubicBezTo>
                <a:cubicBezTo>
                  <a:pt x="666963" y="97174"/>
                  <a:pt x="672244" y="93841"/>
                  <a:pt x="676831" y="86614"/>
                </a:cubicBezTo>
                <a:lnTo>
                  <a:pt x="675024" y="85085"/>
                </a:lnTo>
                <a:cubicBezTo>
                  <a:pt x="671966" y="88698"/>
                  <a:pt x="669743" y="89949"/>
                  <a:pt x="666685" y="89949"/>
                </a:cubicBezTo>
                <a:cubicBezTo>
                  <a:pt x="661543" y="89949"/>
                  <a:pt x="659458" y="86196"/>
                  <a:pt x="659458" y="77442"/>
                </a:cubicBezTo>
                <a:lnTo>
                  <a:pt x="659458" y="37699"/>
                </a:lnTo>
                <a:lnTo>
                  <a:pt x="673495" y="37699"/>
                </a:lnTo>
                <a:lnTo>
                  <a:pt x="673495" y="33249"/>
                </a:lnTo>
                <a:close/>
                <a:moveTo>
                  <a:pt x="695592" y="32028"/>
                </a:moveTo>
                <a:cubicBezTo>
                  <a:pt x="691423" y="32028"/>
                  <a:pt x="687949" y="35504"/>
                  <a:pt x="687949" y="39951"/>
                </a:cubicBezTo>
                <a:cubicBezTo>
                  <a:pt x="687949" y="43982"/>
                  <a:pt x="691423" y="47456"/>
                  <a:pt x="695454" y="47456"/>
                </a:cubicBezTo>
                <a:cubicBezTo>
                  <a:pt x="699761" y="47456"/>
                  <a:pt x="703375" y="44120"/>
                  <a:pt x="703375" y="39951"/>
                </a:cubicBezTo>
                <a:cubicBezTo>
                  <a:pt x="703375" y="35641"/>
                  <a:pt x="699761" y="32028"/>
                  <a:pt x="695592" y="32028"/>
                </a:cubicBezTo>
                <a:moveTo>
                  <a:pt x="695592" y="81885"/>
                </a:moveTo>
                <a:cubicBezTo>
                  <a:pt x="691423" y="81885"/>
                  <a:pt x="687949" y="85358"/>
                  <a:pt x="687949" y="89807"/>
                </a:cubicBezTo>
                <a:cubicBezTo>
                  <a:pt x="687949" y="93837"/>
                  <a:pt x="691423" y="97310"/>
                  <a:pt x="695454" y="97310"/>
                </a:cubicBezTo>
                <a:cubicBezTo>
                  <a:pt x="699761" y="97310"/>
                  <a:pt x="703375" y="93977"/>
                  <a:pt x="703375" y="89807"/>
                </a:cubicBezTo>
                <a:cubicBezTo>
                  <a:pt x="703375" y="85498"/>
                  <a:pt x="699761" y="81885"/>
                  <a:pt x="695592" y="81885"/>
                </a:cubicBezTo>
                <a:close/>
                <a:moveTo>
                  <a:pt x="751490" y="0"/>
                </a:moveTo>
                <a:cubicBezTo>
                  <a:pt x="743690" y="0"/>
                  <a:pt x="737736" y="2270"/>
                  <a:pt x="732490" y="7371"/>
                </a:cubicBezTo>
                <a:cubicBezTo>
                  <a:pt x="724266" y="15305"/>
                  <a:pt x="718877" y="31596"/>
                  <a:pt x="718877" y="48170"/>
                </a:cubicBezTo>
                <a:cubicBezTo>
                  <a:pt x="718877" y="63754"/>
                  <a:pt x="723557" y="80188"/>
                  <a:pt x="730220" y="88119"/>
                </a:cubicBezTo>
                <a:cubicBezTo>
                  <a:pt x="735467" y="94355"/>
                  <a:pt x="742697" y="97756"/>
                  <a:pt x="750923" y="97756"/>
                </a:cubicBezTo>
                <a:cubicBezTo>
                  <a:pt x="758153" y="97756"/>
                  <a:pt x="764250" y="95345"/>
                  <a:pt x="769354" y="90387"/>
                </a:cubicBezTo>
                <a:cubicBezTo>
                  <a:pt x="777577" y="82596"/>
                  <a:pt x="782966" y="66162"/>
                  <a:pt x="782966" y="49021"/>
                </a:cubicBezTo>
                <a:cubicBezTo>
                  <a:pt x="782966" y="19980"/>
                  <a:pt x="770063" y="0"/>
                  <a:pt x="751490" y="0"/>
                </a:cubicBezTo>
                <a:moveTo>
                  <a:pt x="751064" y="3687"/>
                </a:moveTo>
                <a:cubicBezTo>
                  <a:pt x="762974" y="3687"/>
                  <a:pt x="769354" y="19696"/>
                  <a:pt x="769354" y="49304"/>
                </a:cubicBezTo>
                <a:cubicBezTo>
                  <a:pt x="769354" y="78911"/>
                  <a:pt x="763116" y="94071"/>
                  <a:pt x="750923" y="94071"/>
                </a:cubicBezTo>
                <a:cubicBezTo>
                  <a:pt x="738727" y="94071"/>
                  <a:pt x="732490" y="78911"/>
                  <a:pt x="732490" y="49447"/>
                </a:cubicBezTo>
                <a:cubicBezTo>
                  <a:pt x="732490" y="19270"/>
                  <a:pt x="738870" y="3687"/>
                  <a:pt x="751064" y="368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" name="Text (b)Devign">
            <a:extLst xmlns:a="http://schemas.openxmlformats.org/drawingml/2006/main">
              <a:ext uri="{FF2B5EF4-FFF2-40B4-BE49-F238E27FC236}">
                <a16:creationId xmlns:a16="http://schemas.microsoft.com/office/drawing/2014/main" id="{7CB3B3B5-0111-45D4-ADE2-BEFA498F0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9446" y="3412851"/>
            <a:ext cx="1160652" cy="242449"/>
          </a:xfrm>
          <a:custGeom xmlns:a="http://schemas.openxmlformats.org/drawingml/2006/main">
            <a:pathLst>
              <a:path w="1160652" h="242449">
                <a:moveTo>
                  <a:pt x="0" y="116832"/>
                </a:moveTo>
                <a:cubicBezTo>
                  <a:pt x="0" y="128365"/>
                  <a:pt x="1024" y="187548"/>
                  <a:pt x="54319" y="233669"/>
                </a:cubicBezTo>
                <a:lnTo>
                  <a:pt x="60211" y="229313"/>
                </a:lnTo>
                <a:cubicBezTo>
                  <a:pt x="51754" y="219575"/>
                  <a:pt x="21268" y="184217"/>
                  <a:pt x="21268" y="116832"/>
                </a:cubicBezTo>
                <a:cubicBezTo>
                  <a:pt x="21268" y="49448"/>
                  <a:pt x="52012" y="14090"/>
                  <a:pt x="60211" y="4867"/>
                </a:cubicBezTo>
                <a:lnTo>
                  <a:pt x="54319" y="254"/>
                </a:lnTo>
                <a:cubicBezTo>
                  <a:pt x="23829" y="26389"/>
                  <a:pt x="0" y="69179"/>
                  <a:pt x="0" y="116832"/>
                </a:cubicBezTo>
                <a:close/>
                <a:moveTo>
                  <a:pt x="110172" y="160580"/>
                </a:moveTo>
                <a:lnTo>
                  <a:pt x="110172" y="94181"/>
                </a:lnTo>
                <a:cubicBezTo>
                  <a:pt x="120165" y="83926"/>
                  <a:pt x="126572" y="79055"/>
                  <a:pt x="137077" y="79055"/>
                </a:cubicBezTo>
                <a:cubicBezTo>
                  <a:pt x="152704" y="79055"/>
                  <a:pt x="166539" y="91925"/>
                  <a:pt x="166539" y="123916"/>
                </a:cubicBezTo>
                <a:cubicBezTo>
                  <a:pt x="166539" y="155709"/>
                  <a:pt x="157059" y="173653"/>
                  <a:pt x="132722" y="173653"/>
                </a:cubicBezTo>
                <a:cubicBezTo>
                  <a:pt x="124778" y="173653"/>
                  <a:pt x="115297" y="166988"/>
                  <a:pt x="110172" y="160580"/>
                </a:cubicBezTo>
                <a:moveTo>
                  <a:pt x="110172" y="53189"/>
                </a:moveTo>
                <a:cubicBezTo>
                  <a:pt x="110172" y="34244"/>
                  <a:pt x="110481" y="20728"/>
                  <a:pt x="111712" y="5059"/>
                </a:cubicBezTo>
                <a:cubicBezTo>
                  <a:pt x="111712" y="3268"/>
                  <a:pt x="110993" y="2498"/>
                  <a:pt x="109406" y="2498"/>
                </a:cubicBezTo>
                <a:cubicBezTo>
                  <a:pt x="102998" y="5059"/>
                  <a:pt x="97517" y="6853"/>
                  <a:pt x="87113" y="7620"/>
                </a:cubicBezTo>
                <a:lnTo>
                  <a:pt x="86601" y="8390"/>
                </a:lnTo>
                <a:cubicBezTo>
                  <a:pt x="88599" y="19344"/>
                  <a:pt x="89674" y="38341"/>
                  <a:pt x="89674" y="57798"/>
                </a:cubicBezTo>
                <a:lnTo>
                  <a:pt x="89674" y="162629"/>
                </a:lnTo>
                <a:cubicBezTo>
                  <a:pt x="89674" y="172629"/>
                  <a:pt x="89471" y="176269"/>
                  <a:pt x="88396" y="181852"/>
                </a:cubicBezTo>
                <a:cubicBezTo>
                  <a:pt x="89932" y="183388"/>
                  <a:pt x="92903" y="183900"/>
                  <a:pt x="95570" y="183900"/>
                </a:cubicBezTo>
                <a:cubicBezTo>
                  <a:pt x="98388" y="180827"/>
                  <a:pt x="101360" y="176472"/>
                  <a:pt x="104022" y="171347"/>
                </a:cubicBezTo>
                <a:cubicBezTo>
                  <a:pt x="111454" y="177755"/>
                  <a:pt x="123241" y="183900"/>
                  <a:pt x="134258" y="183900"/>
                </a:cubicBezTo>
                <a:cubicBezTo>
                  <a:pt x="160390" y="183900"/>
                  <a:pt x="189344" y="165451"/>
                  <a:pt x="189344" y="121868"/>
                </a:cubicBezTo>
                <a:cubicBezTo>
                  <a:pt x="189344" y="90592"/>
                  <a:pt x="167052" y="68804"/>
                  <a:pt x="142199" y="68804"/>
                </a:cubicBezTo>
                <a:cubicBezTo>
                  <a:pt x="129903" y="68804"/>
                  <a:pt x="118886" y="72135"/>
                  <a:pt x="110172" y="81619"/>
                </a:cubicBezTo>
                <a:lnTo>
                  <a:pt x="110172" y="53189"/>
                </a:lnTo>
                <a:close/>
                <a:moveTo>
                  <a:pt x="263391" y="116832"/>
                </a:moveTo>
                <a:cubicBezTo>
                  <a:pt x="263391" y="105303"/>
                  <a:pt x="262367" y="46117"/>
                  <a:pt x="209072" y="0"/>
                </a:cubicBezTo>
                <a:lnTo>
                  <a:pt x="203180" y="4355"/>
                </a:lnTo>
                <a:cubicBezTo>
                  <a:pt x="211633" y="14090"/>
                  <a:pt x="242123" y="49448"/>
                  <a:pt x="242123" y="116832"/>
                </a:cubicBezTo>
                <a:cubicBezTo>
                  <a:pt x="242123" y="184217"/>
                  <a:pt x="211378" y="219575"/>
                  <a:pt x="203180" y="228801"/>
                </a:cubicBezTo>
                <a:lnTo>
                  <a:pt x="209072" y="233411"/>
                </a:lnTo>
                <a:cubicBezTo>
                  <a:pt x="239562" y="207279"/>
                  <a:pt x="263391" y="164490"/>
                  <a:pt x="263391" y="116832"/>
                </a:cubicBezTo>
                <a:close/>
                <a:moveTo>
                  <a:pt x="401487" y="155502"/>
                </a:moveTo>
                <a:lnTo>
                  <a:pt x="401487" y="41660"/>
                </a:lnTo>
                <a:cubicBezTo>
                  <a:pt x="401487" y="32688"/>
                  <a:pt x="407637" y="28841"/>
                  <a:pt x="420190" y="28841"/>
                </a:cubicBezTo>
                <a:cubicBezTo>
                  <a:pt x="475534" y="28841"/>
                  <a:pt x="479119" y="66532"/>
                  <a:pt x="479119" y="106015"/>
                </a:cubicBezTo>
                <a:cubicBezTo>
                  <a:pt x="479119" y="157808"/>
                  <a:pt x="462722" y="168321"/>
                  <a:pt x="426594" y="168321"/>
                </a:cubicBezTo>
                <a:cubicBezTo>
                  <a:pt x="407125" y="168321"/>
                  <a:pt x="401487" y="163708"/>
                  <a:pt x="401487" y="155502"/>
                </a:cubicBezTo>
                <a:moveTo>
                  <a:pt x="383550" y="16029"/>
                </a:moveTo>
                <a:cubicBezTo>
                  <a:pt x="374840" y="16029"/>
                  <a:pt x="362028" y="15259"/>
                  <a:pt x="362028" y="15259"/>
                </a:cubicBezTo>
                <a:lnTo>
                  <a:pt x="361516" y="16029"/>
                </a:lnTo>
                <a:cubicBezTo>
                  <a:pt x="363569" y="30635"/>
                  <a:pt x="364593" y="48072"/>
                  <a:pt x="364593" y="67299"/>
                </a:cubicBezTo>
                <a:lnTo>
                  <a:pt x="364593" y="130117"/>
                </a:lnTo>
                <a:cubicBezTo>
                  <a:pt x="364593" y="149348"/>
                  <a:pt x="363569" y="167551"/>
                  <a:pt x="361516" y="181387"/>
                </a:cubicBezTo>
                <a:lnTo>
                  <a:pt x="361774" y="182157"/>
                </a:lnTo>
                <a:cubicBezTo>
                  <a:pt x="361774" y="182157"/>
                  <a:pt x="374586" y="181387"/>
                  <a:pt x="383550" y="181387"/>
                </a:cubicBezTo>
                <a:cubicBezTo>
                  <a:pt x="403434" y="181387"/>
                  <a:pt x="412195" y="181899"/>
                  <a:pt x="434538" y="181899"/>
                </a:cubicBezTo>
                <a:cubicBezTo>
                  <a:pt x="470666" y="181899"/>
                  <a:pt x="520372" y="162937"/>
                  <a:pt x="520372" y="99861"/>
                </a:cubicBezTo>
                <a:cubicBezTo>
                  <a:pt x="520372" y="49456"/>
                  <a:pt x="479119" y="15259"/>
                  <a:pt x="429925" y="15259"/>
                </a:cubicBezTo>
                <a:cubicBezTo>
                  <a:pt x="411840" y="15259"/>
                  <a:pt x="401640" y="16029"/>
                  <a:pt x="383550" y="16029"/>
                </a:cubicBezTo>
                <a:close/>
                <a:moveTo>
                  <a:pt x="578018" y="116074"/>
                </a:moveTo>
                <a:cubicBezTo>
                  <a:pt x="578940" y="103474"/>
                  <a:pt x="582068" y="94525"/>
                  <a:pt x="585860" y="89333"/>
                </a:cubicBezTo>
                <a:cubicBezTo>
                  <a:pt x="589085" y="84907"/>
                  <a:pt x="594109" y="81615"/>
                  <a:pt x="601334" y="81615"/>
                </a:cubicBezTo>
                <a:cubicBezTo>
                  <a:pt x="611839" y="81615"/>
                  <a:pt x="617989" y="93547"/>
                  <a:pt x="617989" y="116074"/>
                </a:cubicBezTo>
                <a:lnTo>
                  <a:pt x="578018" y="116074"/>
                </a:lnTo>
                <a:moveTo>
                  <a:pt x="648479" y="153946"/>
                </a:moveTo>
                <a:cubicBezTo>
                  <a:pt x="636590" y="163508"/>
                  <a:pt x="624138" y="164431"/>
                  <a:pt x="613375" y="164431"/>
                </a:cubicBezTo>
                <a:cubicBezTo>
                  <a:pt x="600923" y="164431"/>
                  <a:pt x="591599" y="161104"/>
                  <a:pt x="585500" y="154458"/>
                </a:cubicBezTo>
                <a:cubicBezTo>
                  <a:pt x="579863" y="148320"/>
                  <a:pt x="576993" y="139367"/>
                  <a:pt x="576993" y="127603"/>
                </a:cubicBezTo>
                <a:lnTo>
                  <a:pt x="602515" y="127603"/>
                </a:lnTo>
                <a:cubicBezTo>
                  <a:pt x="628134" y="127603"/>
                  <a:pt x="650015" y="128115"/>
                  <a:pt x="650015" y="128115"/>
                </a:cubicBezTo>
                <a:lnTo>
                  <a:pt x="651552" y="126579"/>
                </a:lnTo>
                <a:cubicBezTo>
                  <a:pt x="651552" y="94474"/>
                  <a:pt x="642583" y="68804"/>
                  <a:pt x="603128" y="68804"/>
                </a:cubicBezTo>
                <a:cubicBezTo>
                  <a:pt x="589035" y="68804"/>
                  <a:pt x="573713" y="73214"/>
                  <a:pt x="563568" y="81615"/>
                </a:cubicBezTo>
                <a:cubicBezTo>
                  <a:pt x="551116" y="91901"/>
                  <a:pt x="542660" y="107332"/>
                  <a:pt x="542660" y="128627"/>
                </a:cubicBezTo>
                <a:cubicBezTo>
                  <a:pt x="542660" y="143714"/>
                  <a:pt x="548246" y="159571"/>
                  <a:pt x="558802" y="170581"/>
                </a:cubicBezTo>
                <a:cubicBezTo>
                  <a:pt x="567563" y="179651"/>
                  <a:pt x="582631" y="183900"/>
                  <a:pt x="601846" y="183900"/>
                </a:cubicBezTo>
                <a:cubicBezTo>
                  <a:pt x="620295" y="183900"/>
                  <a:pt x="638639" y="178009"/>
                  <a:pt x="652576" y="161874"/>
                </a:cubicBezTo>
                <a:cubicBezTo>
                  <a:pt x="652576" y="158547"/>
                  <a:pt x="651040" y="153946"/>
                  <a:pt x="648479" y="153946"/>
                </a:cubicBezTo>
                <a:close/>
                <a:moveTo>
                  <a:pt x="716886" y="182149"/>
                </a:moveTo>
                <a:cubicBezTo>
                  <a:pt x="719705" y="181641"/>
                  <a:pt x="728415" y="181383"/>
                  <a:pt x="730980" y="181383"/>
                </a:cubicBezTo>
                <a:cubicBezTo>
                  <a:pt x="733541" y="181383"/>
                  <a:pt x="739589" y="181641"/>
                  <a:pt x="741739" y="182149"/>
                </a:cubicBezTo>
                <a:cubicBezTo>
                  <a:pt x="757780" y="147444"/>
                  <a:pt x="778531" y="107512"/>
                  <a:pt x="797852" y="70805"/>
                </a:cubicBezTo>
                <a:cubicBezTo>
                  <a:pt x="795546" y="71576"/>
                  <a:pt x="785807" y="71576"/>
                  <a:pt x="783246" y="71576"/>
                </a:cubicBezTo>
                <a:cubicBezTo>
                  <a:pt x="780686" y="71576"/>
                  <a:pt x="774536" y="71576"/>
                  <a:pt x="772229" y="70805"/>
                </a:cubicBezTo>
                <a:cubicBezTo>
                  <a:pt x="764183" y="94149"/>
                  <a:pt x="750860" y="128909"/>
                  <a:pt x="738971" y="150001"/>
                </a:cubicBezTo>
                <a:lnTo>
                  <a:pt x="737384" y="149899"/>
                </a:lnTo>
                <a:cubicBezTo>
                  <a:pt x="727238" y="125684"/>
                  <a:pt x="716120" y="94970"/>
                  <a:pt x="708434" y="70805"/>
                </a:cubicBezTo>
                <a:cubicBezTo>
                  <a:pt x="705103" y="71576"/>
                  <a:pt x="693057" y="71576"/>
                  <a:pt x="689472" y="71576"/>
                </a:cubicBezTo>
                <a:cubicBezTo>
                  <a:pt x="685371" y="71576"/>
                  <a:pt x="671281" y="71576"/>
                  <a:pt x="667180" y="70805"/>
                </a:cubicBezTo>
                <a:cubicBezTo>
                  <a:pt x="685371" y="108435"/>
                  <a:pt x="702538" y="144782"/>
                  <a:pt x="716886" y="182149"/>
                </a:cubicBezTo>
                <a:close/>
                <a:moveTo>
                  <a:pt x="824753" y="25932"/>
                </a:moveTo>
                <a:cubicBezTo>
                  <a:pt x="824753" y="35671"/>
                  <a:pt x="832697" y="43611"/>
                  <a:pt x="842944" y="43611"/>
                </a:cubicBezTo>
                <a:cubicBezTo>
                  <a:pt x="853195" y="43611"/>
                  <a:pt x="861135" y="35671"/>
                  <a:pt x="861135" y="25932"/>
                </a:cubicBezTo>
                <a:cubicBezTo>
                  <a:pt x="861135" y="16197"/>
                  <a:pt x="853195" y="8253"/>
                  <a:pt x="842944" y="8253"/>
                </a:cubicBezTo>
                <a:cubicBezTo>
                  <a:pt x="832697" y="8253"/>
                  <a:pt x="824753" y="16197"/>
                  <a:pt x="824753" y="25932"/>
                </a:cubicBezTo>
                <a:moveTo>
                  <a:pt x="826036" y="121231"/>
                </a:moveTo>
                <a:lnTo>
                  <a:pt x="826036" y="135309"/>
                </a:lnTo>
                <a:cubicBezTo>
                  <a:pt x="826036" y="154508"/>
                  <a:pt x="825523" y="167562"/>
                  <a:pt x="823471" y="181383"/>
                </a:cubicBezTo>
                <a:lnTo>
                  <a:pt x="823983" y="182149"/>
                </a:lnTo>
                <a:cubicBezTo>
                  <a:pt x="829316" y="181586"/>
                  <a:pt x="833976" y="181383"/>
                  <a:pt x="842944" y="181383"/>
                </a:cubicBezTo>
                <a:cubicBezTo>
                  <a:pt x="851655" y="181383"/>
                  <a:pt x="857089" y="181641"/>
                  <a:pt x="861905" y="182149"/>
                </a:cubicBezTo>
                <a:lnTo>
                  <a:pt x="862418" y="181383"/>
                </a:lnTo>
                <a:cubicBezTo>
                  <a:pt x="860369" y="166792"/>
                  <a:pt x="859857" y="154763"/>
                  <a:pt x="859857" y="135309"/>
                </a:cubicBezTo>
                <a:lnTo>
                  <a:pt x="859857" y="118416"/>
                </a:lnTo>
                <a:cubicBezTo>
                  <a:pt x="859857" y="99220"/>
                  <a:pt x="860830" y="88211"/>
                  <a:pt x="862418" y="72854"/>
                </a:cubicBezTo>
                <a:cubicBezTo>
                  <a:pt x="862418" y="71064"/>
                  <a:pt x="861647" y="70293"/>
                  <a:pt x="860111" y="70293"/>
                </a:cubicBezTo>
                <a:cubicBezTo>
                  <a:pt x="856577" y="70805"/>
                  <a:pt x="849606" y="71576"/>
                  <a:pt x="842432" y="71576"/>
                </a:cubicBezTo>
                <a:cubicBezTo>
                  <a:pt x="835770" y="71576"/>
                  <a:pt x="828804" y="71114"/>
                  <a:pt x="824241" y="70805"/>
                </a:cubicBezTo>
                <a:lnTo>
                  <a:pt x="823471" y="71830"/>
                </a:lnTo>
                <a:cubicBezTo>
                  <a:pt x="825523" y="82835"/>
                  <a:pt x="826036" y="102035"/>
                  <a:pt x="826036" y="121231"/>
                </a:cubicBezTo>
                <a:close/>
                <a:moveTo>
                  <a:pt x="1000519" y="107219"/>
                </a:moveTo>
                <a:cubicBezTo>
                  <a:pt x="1000519" y="98360"/>
                  <a:pt x="995393" y="87863"/>
                  <a:pt x="987449" y="82487"/>
                </a:cubicBezTo>
                <a:cubicBezTo>
                  <a:pt x="995084" y="82640"/>
                  <a:pt x="1004412" y="84074"/>
                  <a:pt x="1013326" y="84688"/>
                </a:cubicBezTo>
                <a:lnTo>
                  <a:pt x="1014096" y="83918"/>
                </a:lnTo>
                <a:cubicBezTo>
                  <a:pt x="1013584" y="81615"/>
                  <a:pt x="1013326" y="79309"/>
                  <a:pt x="1013326" y="77006"/>
                </a:cubicBezTo>
                <a:cubicBezTo>
                  <a:pt x="1013326" y="74699"/>
                  <a:pt x="1013584" y="71881"/>
                  <a:pt x="1014096" y="69574"/>
                </a:cubicBezTo>
                <a:lnTo>
                  <a:pt x="1013326" y="68804"/>
                </a:lnTo>
                <a:cubicBezTo>
                  <a:pt x="1001082" y="69883"/>
                  <a:pt x="984888" y="70035"/>
                  <a:pt x="965775" y="71009"/>
                </a:cubicBezTo>
                <a:cubicBezTo>
                  <a:pt x="961161" y="69574"/>
                  <a:pt x="952760" y="68804"/>
                  <a:pt x="947224" y="68804"/>
                </a:cubicBezTo>
                <a:cubicBezTo>
                  <a:pt x="919552" y="68804"/>
                  <a:pt x="896748" y="83664"/>
                  <a:pt x="896748" y="108243"/>
                </a:cubicBezTo>
                <a:cubicBezTo>
                  <a:pt x="896748" y="122579"/>
                  <a:pt x="904129" y="129749"/>
                  <a:pt x="910740" y="134359"/>
                </a:cubicBezTo>
                <a:cubicBezTo>
                  <a:pt x="914482" y="137025"/>
                  <a:pt x="920835" y="138972"/>
                  <a:pt x="920835" y="138972"/>
                </a:cubicBezTo>
                <a:lnTo>
                  <a:pt x="920322" y="140250"/>
                </a:lnTo>
                <a:cubicBezTo>
                  <a:pt x="908946" y="144094"/>
                  <a:pt x="898030" y="153906"/>
                  <a:pt x="898030" y="162331"/>
                </a:cubicBezTo>
                <a:cubicBezTo>
                  <a:pt x="898030" y="173098"/>
                  <a:pt x="904078" y="180171"/>
                  <a:pt x="918270" y="182325"/>
                </a:cubicBezTo>
                <a:cubicBezTo>
                  <a:pt x="912738" y="185808"/>
                  <a:pt x="902898" y="189511"/>
                  <a:pt x="896748" y="193111"/>
                </a:cubicBezTo>
                <a:cubicBezTo>
                  <a:pt x="892393" y="198772"/>
                  <a:pt x="891114" y="206795"/>
                  <a:pt x="891114" y="213175"/>
                </a:cubicBezTo>
                <a:cubicBezTo>
                  <a:pt x="891114" y="235533"/>
                  <a:pt x="917707" y="242449"/>
                  <a:pt x="940562" y="242449"/>
                </a:cubicBezTo>
                <a:cubicBezTo>
                  <a:pt x="957267" y="242449"/>
                  <a:pt x="976690" y="240452"/>
                  <a:pt x="992215" y="232867"/>
                </a:cubicBezTo>
                <a:cubicBezTo>
                  <a:pt x="1007333" y="225416"/>
                  <a:pt x="1018710" y="212506"/>
                  <a:pt x="1018710" y="198772"/>
                </a:cubicBezTo>
                <a:cubicBezTo>
                  <a:pt x="1018710" y="169513"/>
                  <a:pt x="986171" y="164388"/>
                  <a:pt x="962596" y="164388"/>
                </a:cubicBezTo>
                <a:cubicBezTo>
                  <a:pt x="958241" y="164388"/>
                  <a:pt x="952349" y="164900"/>
                  <a:pt x="946454" y="165670"/>
                </a:cubicBezTo>
                <a:cubicBezTo>
                  <a:pt x="942869" y="166128"/>
                  <a:pt x="942869" y="166386"/>
                  <a:pt x="941586" y="166386"/>
                </a:cubicBezTo>
                <a:cubicBezTo>
                  <a:pt x="934412" y="166386"/>
                  <a:pt x="926726" y="165092"/>
                  <a:pt x="926726" y="153938"/>
                </a:cubicBezTo>
                <a:cubicBezTo>
                  <a:pt x="926726" y="149790"/>
                  <a:pt x="926883" y="146678"/>
                  <a:pt x="929697" y="142303"/>
                </a:cubicBezTo>
                <a:cubicBezTo>
                  <a:pt x="933337" y="143839"/>
                  <a:pt x="940253" y="145118"/>
                  <a:pt x="949018" y="145118"/>
                </a:cubicBezTo>
                <a:cubicBezTo>
                  <a:pt x="978739" y="145118"/>
                  <a:pt x="1000519" y="131032"/>
                  <a:pt x="1000519" y="107219"/>
                </a:cubicBezTo>
                <a:moveTo>
                  <a:pt x="966439" y="107473"/>
                </a:moveTo>
                <a:cubicBezTo>
                  <a:pt x="966439" y="125652"/>
                  <a:pt x="961318" y="134871"/>
                  <a:pt x="949018" y="134871"/>
                </a:cubicBezTo>
                <a:cubicBezTo>
                  <a:pt x="933388" y="134871"/>
                  <a:pt x="930827" y="125652"/>
                  <a:pt x="930827" y="106965"/>
                </a:cubicBezTo>
                <a:cubicBezTo>
                  <a:pt x="930827" y="90064"/>
                  <a:pt x="934924" y="79055"/>
                  <a:pt x="948248" y="79055"/>
                </a:cubicBezTo>
                <a:cubicBezTo>
                  <a:pt x="963620" y="79055"/>
                  <a:pt x="966439" y="88273"/>
                  <a:pt x="966439" y="107473"/>
                </a:cubicBezTo>
                <a:moveTo>
                  <a:pt x="929803" y="185605"/>
                </a:moveTo>
                <a:cubicBezTo>
                  <a:pt x="931441" y="185808"/>
                  <a:pt x="933388" y="186117"/>
                  <a:pt x="935695" y="186117"/>
                </a:cubicBezTo>
                <a:cubicBezTo>
                  <a:pt x="943228" y="185910"/>
                  <a:pt x="950093" y="185652"/>
                  <a:pt x="953628" y="185652"/>
                </a:cubicBezTo>
                <a:cubicBezTo>
                  <a:pt x="967976" y="185652"/>
                  <a:pt x="985400" y="186887"/>
                  <a:pt x="985400" y="204687"/>
                </a:cubicBezTo>
                <a:cubicBezTo>
                  <a:pt x="985400" y="220376"/>
                  <a:pt x="969770" y="230920"/>
                  <a:pt x="947736" y="230920"/>
                </a:cubicBezTo>
                <a:cubicBezTo>
                  <a:pt x="939026" y="230920"/>
                  <a:pt x="921601" y="225521"/>
                  <a:pt x="921601" y="208030"/>
                </a:cubicBezTo>
                <a:cubicBezTo>
                  <a:pt x="921601" y="199542"/>
                  <a:pt x="923141" y="192341"/>
                  <a:pt x="929803" y="185398"/>
                </a:cubicBezTo>
                <a:lnTo>
                  <a:pt x="929803" y="185605"/>
                </a:lnTo>
                <a:close/>
                <a:moveTo>
                  <a:pt x="1157833" y="135215"/>
                </a:moveTo>
                <a:lnTo>
                  <a:pt x="1157833" y="106746"/>
                </a:lnTo>
                <a:cubicBezTo>
                  <a:pt x="1157833" y="79825"/>
                  <a:pt x="1145279" y="68804"/>
                  <a:pt x="1122217" y="68804"/>
                </a:cubicBezTo>
                <a:cubicBezTo>
                  <a:pt x="1109151" y="68804"/>
                  <a:pt x="1093779" y="76748"/>
                  <a:pt x="1081992" y="91870"/>
                </a:cubicBezTo>
                <a:lnTo>
                  <a:pt x="1080917" y="91100"/>
                </a:lnTo>
                <a:cubicBezTo>
                  <a:pt x="1080917" y="85255"/>
                  <a:pt x="1080608" y="74547"/>
                  <a:pt x="1080201" y="72393"/>
                </a:cubicBezTo>
                <a:cubicBezTo>
                  <a:pt x="1079893" y="70598"/>
                  <a:pt x="1079482" y="69832"/>
                  <a:pt x="1077895" y="69832"/>
                </a:cubicBezTo>
                <a:cubicBezTo>
                  <a:pt x="1070463" y="71060"/>
                  <a:pt x="1053808" y="71060"/>
                  <a:pt x="1044844" y="70598"/>
                </a:cubicBezTo>
                <a:lnTo>
                  <a:pt x="1044328" y="71368"/>
                </a:lnTo>
                <a:cubicBezTo>
                  <a:pt x="1046329" y="82335"/>
                  <a:pt x="1047146" y="101921"/>
                  <a:pt x="1047146" y="121109"/>
                </a:cubicBezTo>
                <a:lnTo>
                  <a:pt x="1047146" y="135215"/>
                </a:lnTo>
                <a:cubicBezTo>
                  <a:pt x="1047146" y="154450"/>
                  <a:pt x="1046533" y="167633"/>
                  <a:pt x="1044328" y="181383"/>
                </a:cubicBezTo>
                <a:lnTo>
                  <a:pt x="1044844" y="182149"/>
                </a:lnTo>
                <a:cubicBezTo>
                  <a:pt x="1044844" y="182149"/>
                  <a:pt x="1056885" y="181383"/>
                  <a:pt x="1065853" y="181383"/>
                </a:cubicBezTo>
                <a:cubicBezTo>
                  <a:pt x="1074615" y="181383"/>
                  <a:pt x="1081738" y="182149"/>
                  <a:pt x="1081738" y="182149"/>
                </a:cubicBezTo>
                <a:lnTo>
                  <a:pt x="1082504" y="181383"/>
                </a:lnTo>
                <a:cubicBezTo>
                  <a:pt x="1081226" y="166761"/>
                  <a:pt x="1080968" y="154708"/>
                  <a:pt x="1080968" y="135215"/>
                </a:cubicBezTo>
                <a:lnTo>
                  <a:pt x="1080968" y="109052"/>
                </a:lnTo>
                <a:cubicBezTo>
                  <a:pt x="1090706" y="96229"/>
                  <a:pt x="1101465" y="88535"/>
                  <a:pt x="1110688" y="88535"/>
                </a:cubicBezTo>
                <a:cubicBezTo>
                  <a:pt x="1117608" y="88535"/>
                  <a:pt x="1124012" y="93664"/>
                  <a:pt x="1124012" y="112387"/>
                </a:cubicBezTo>
                <a:lnTo>
                  <a:pt x="1124012" y="135215"/>
                </a:lnTo>
                <a:cubicBezTo>
                  <a:pt x="1124012" y="154450"/>
                  <a:pt x="1124012" y="167789"/>
                  <a:pt x="1122475" y="181383"/>
                </a:cubicBezTo>
                <a:lnTo>
                  <a:pt x="1122987" y="182149"/>
                </a:lnTo>
                <a:cubicBezTo>
                  <a:pt x="1122987" y="182149"/>
                  <a:pt x="1131186" y="181383"/>
                  <a:pt x="1140154" y="181383"/>
                </a:cubicBezTo>
                <a:cubicBezTo>
                  <a:pt x="1148864" y="181383"/>
                  <a:pt x="1160140" y="182149"/>
                  <a:pt x="1160140" y="182149"/>
                </a:cubicBezTo>
                <a:lnTo>
                  <a:pt x="1160652" y="181383"/>
                </a:lnTo>
                <a:cubicBezTo>
                  <a:pt x="1158345" y="166761"/>
                  <a:pt x="1157833" y="154708"/>
                  <a:pt x="1157833" y="13521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EF2F44A-DA70-436E-A412-2ABBEC43A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1903" y="620314"/>
            <a:ext cx="752845" cy="232890"/>
          </a:xfrm>
          <a:custGeom xmlns:a="http://schemas.openxmlformats.org/drawingml/2006/main">
            <a:pathLst>
              <a:path w="752845" h="232890" fill="none">
                <a:moveTo>
                  <a:pt x="0" y="232890"/>
                </a:moveTo>
                <a:cubicBezTo>
                  <a:pt x="376422" y="232890"/>
                  <a:pt x="376422" y="0"/>
                  <a:pt x="752845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096973" cap="flat">
            <a:solidFill>
              <a:srgbClr val="F8CECC">
                <a:alpha val="45000"/>
              </a:srgbClr>
            </a:solidFill>
            <a:miter/>
          </a:ln>
        </p:spPr>
      </p:sp>
      <p:sp>
        <p:nvSpPr>
          <p:cNvPr id="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65B7F62-246D-44DA-9CBD-4BEC5F531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991" y="70419"/>
            <a:ext cx="752845" cy="1098399"/>
          </a:xfrm>
          <a:custGeom xmlns:a="http://schemas.openxmlformats.org/drawingml/2006/main">
            <a:pathLst>
              <a:path w="752845" h="1098399">
                <a:moveTo>
                  <a:pt x="0" y="1400"/>
                </a:moveTo>
                <a:lnTo>
                  <a:pt x="0" y="1098399"/>
                </a:lnTo>
                <a:lnTo>
                  <a:pt x="752845" y="1096967"/>
                </a:lnTo>
                <a:lnTo>
                  <a:pt x="752845" y="0"/>
                </a:lnTo>
                <a:lnTo>
                  <a:pt x="0" y="1400"/>
                </a:lnTo>
                <a:close/>
                <a:moveTo>
                  <a:pt x="0" y="1400"/>
                </a:moveTo>
              </a:path>
            </a:pathLst>
          </a:custGeom>
          <a:solidFill xmlns:a="http://schemas.openxmlformats.org/drawingml/2006/main">
            <a:srgbClr val="E1D5E7">
              <a:alpha val="45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7BBBE16-BCD2-40AB-84C0-D808997CC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991" y="70419"/>
            <a:ext cx="752845" cy="1098399"/>
          </a:xfrm>
          <a:custGeom xmlns:a="http://schemas.openxmlformats.org/drawingml/2006/main">
            <a:pathLst>
              <a:path w="752845" h="1098399" fill="none">
                <a:moveTo>
                  <a:pt x="0" y="1400"/>
                </a:moveTo>
                <a:lnTo>
                  <a:pt x="0" y="1098399"/>
                </a:lnTo>
                <a:lnTo>
                  <a:pt x="752845" y="1096967"/>
                </a:lnTo>
                <a:lnTo>
                  <a:pt x="752845" y="0"/>
                </a:lnTo>
                <a:lnTo>
                  <a:pt x="0" y="1400"/>
                </a:lnTo>
                <a:close/>
                <a:moveTo>
                  <a:pt x="0" y="1400"/>
                </a:moveTo>
              </a:path>
            </a:pathLst>
          </a:custGeom>
          <a:noFill xmlns:a="http://schemas.openxmlformats.org/drawingml/2006/main"/>
          <a:ln xmlns:a="http://schemas.openxmlformats.org/drawingml/2006/main" w="3052" cap="flat">
            <a:solidFill>
              <a:srgbClr val="E1D5E7">
                <a:alpha val="45000"/>
              </a:srgbClr>
            </a:solidFill>
            <a:miter/>
          </a:ln>
        </p:spPr>
      </p:sp>
      <p:sp>
        <p:nvSpPr>
          <p:cNvPr id="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2761022-A548-4598-AA80-76B18822B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1903" y="1697033"/>
            <a:ext cx="752845" cy="434846"/>
          </a:xfrm>
          <a:custGeom xmlns:a="http://schemas.openxmlformats.org/drawingml/2006/main">
            <a:pathLst>
              <a:path w="752845" h="434846" fill="none">
                <a:moveTo>
                  <a:pt x="0" y="0"/>
                </a:moveTo>
                <a:cubicBezTo>
                  <a:pt x="376422" y="0"/>
                  <a:pt x="376422" y="434846"/>
                  <a:pt x="752845" y="434846"/>
                </a:cubicBezTo>
              </a:path>
            </a:pathLst>
          </a:custGeom>
          <a:noFill xmlns:a="http://schemas.openxmlformats.org/drawingml/2006/main"/>
          <a:ln xmlns:a="http://schemas.openxmlformats.org/drawingml/2006/main" w="590678" cap="flat">
            <a:solidFill>
              <a:srgbClr val="D5E8D4">
                <a:alpha val="45000"/>
              </a:srgbClr>
            </a:solidFill>
            <a:miter/>
          </a:ln>
        </p:spPr>
      </p:sp>
      <p:sp>
        <p:nvSpPr>
          <p:cNvPr id="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8F56164-4E2F-4342-AD45-EA16C32F1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1903" y="1992359"/>
            <a:ext cx="752845" cy="1102590"/>
          </a:xfrm>
          <a:custGeom xmlns:a="http://schemas.openxmlformats.org/drawingml/2006/main">
            <a:pathLst>
              <a:path w="752845" h="1102590" fill="none">
                <a:moveTo>
                  <a:pt x="0" y="0"/>
                </a:moveTo>
                <a:cubicBezTo>
                  <a:pt x="376422" y="0"/>
                  <a:pt x="376422" y="1102590"/>
                  <a:pt x="752845" y="1102590"/>
                </a:cubicBezTo>
              </a:path>
            </a:pathLst>
          </a:custGeom>
          <a:noFill xmlns:a="http://schemas.openxmlformats.org/drawingml/2006/main"/>
          <a:ln xmlns:a="http://schemas.openxmlformats.org/drawingml/2006/main" w="6104" cap="flat">
            <a:solidFill>
              <a:srgbClr val="999999">
                <a:alpha val="45000"/>
              </a:srgbClr>
            </a:solidFill>
            <a:miter/>
          </a:ln>
        </p:spPr>
      </p:sp>
      <p:sp>
        <p:nvSpPr>
          <p:cNvPr id="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89989DE-27AF-4DEB-BF75-24A543A94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991" y="1168818"/>
            <a:ext cx="752845" cy="666312"/>
          </a:xfrm>
          <a:custGeom xmlns:a="http://schemas.openxmlformats.org/drawingml/2006/main">
            <a:pathLst>
              <a:path w="752845" h="666312" fill="none">
                <a:moveTo>
                  <a:pt x="0" y="0"/>
                </a:moveTo>
                <a:cubicBezTo>
                  <a:pt x="376422" y="0"/>
                  <a:pt x="376422" y="666312"/>
                  <a:pt x="752845" y="666312"/>
                </a:cubicBezTo>
              </a:path>
            </a:pathLst>
          </a:custGeom>
          <a:noFill xmlns:a="http://schemas.openxmlformats.org/drawingml/2006/main"/>
          <a:ln xmlns:a="http://schemas.openxmlformats.org/drawingml/2006/main" w="6104" cap="flat">
            <a:solidFill>
              <a:srgbClr val="FFF2CC">
                <a:alpha val="45000"/>
              </a:srgbClr>
            </a:solidFill>
            <a:miter/>
          </a:ln>
        </p:spPr>
      </p:sp>
      <p:sp>
        <p:nvSpPr>
          <p:cNvPr id="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8F7510B-C439-4048-98C2-3E85B38AA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8659" y="304708"/>
            <a:ext cx="73243" cy="1687651"/>
          </a:xfrm>
          <a:custGeom xmlns:a="http://schemas.openxmlformats.org/drawingml/2006/main">
            <a:pathLst>
              <a:path w="73243" h="1687651">
                <a:moveTo>
                  <a:pt x="0" y="0"/>
                </a:moveTo>
                <a:lnTo>
                  <a:pt x="73243" y="0"/>
                </a:lnTo>
                <a:lnTo>
                  <a:pt x="73243" y="1687651"/>
                </a:lnTo>
                <a:lnTo>
                  <a:pt x="0" y="168765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88888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2B433D3-9092-442B-89D1-FBB0C38BD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4748" y="71818"/>
            <a:ext cx="73243" cy="1096999"/>
          </a:xfrm>
          <a:custGeom xmlns:a="http://schemas.openxmlformats.org/drawingml/2006/main">
            <a:pathLst>
              <a:path w="73243" h="1096999">
                <a:moveTo>
                  <a:pt x="0" y="0"/>
                </a:moveTo>
                <a:lnTo>
                  <a:pt x="73243" y="0"/>
                </a:lnTo>
                <a:lnTo>
                  <a:pt x="73243" y="1096999"/>
                </a:lnTo>
                <a:lnTo>
                  <a:pt x="0" y="109699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8545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778847A-637C-4CA4-A3A5-C6437E0ED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4748" y="1836521"/>
            <a:ext cx="73243" cy="590684"/>
          </a:xfrm>
          <a:custGeom xmlns:a="http://schemas.openxmlformats.org/drawingml/2006/main">
            <a:pathLst>
              <a:path w="73243" h="590684">
                <a:moveTo>
                  <a:pt x="0" y="0"/>
                </a:moveTo>
                <a:lnTo>
                  <a:pt x="73243" y="0"/>
                </a:lnTo>
                <a:lnTo>
                  <a:pt x="73243" y="590684"/>
                </a:lnTo>
                <a:lnTo>
                  <a:pt x="0" y="59068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82B36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A443DA9-2929-49C0-A2AC-D77F7D90A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0836" y="70419"/>
            <a:ext cx="73243" cy="1096967"/>
          </a:xfrm>
          <a:custGeom xmlns:a="http://schemas.openxmlformats.org/drawingml/2006/main">
            <a:pathLst>
              <a:path w="73243" h="1096967">
                <a:moveTo>
                  <a:pt x="0" y="0"/>
                </a:moveTo>
                <a:lnTo>
                  <a:pt x="73243" y="0"/>
                </a:lnTo>
                <a:lnTo>
                  <a:pt x="73243" y="1096967"/>
                </a:lnTo>
                <a:lnTo>
                  <a:pt x="0" y="10969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9673A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93F0EEF-5CB2-4B13-8B3C-127E2E3DD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8720" y="1049220"/>
            <a:ext cx="1006585" cy="202315"/>
          </a:xfrm>
          <a:custGeom xmlns:a="http://schemas.openxmlformats.org/drawingml/2006/main">
            <a:pathLst>
              <a:path w="1006585" h="202315">
                <a:moveTo>
                  <a:pt x="35092" y="0"/>
                </a:moveTo>
                <a:lnTo>
                  <a:pt x="971493" y="0"/>
                </a:lnTo>
                <a:cubicBezTo>
                  <a:pt x="990951" y="0"/>
                  <a:pt x="1006585" y="15642"/>
                  <a:pt x="1006585" y="35100"/>
                </a:cubicBezTo>
                <a:lnTo>
                  <a:pt x="1006585" y="167215"/>
                </a:lnTo>
                <a:cubicBezTo>
                  <a:pt x="1006585" y="186673"/>
                  <a:pt x="990951" y="202315"/>
                  <a:pt x="971493" y="202315"/>
                </a:cubicBezTo>
                <a:lnTo>
                  <a:pt x="35092" y="202315"/>
                </a:lnTo>
                <a:cubicBezTo>
                  <a:pt x="15674" y="202315"/>
                  <a:pt x="0" y="186673"/>
                  <a:pt x="0" y="167215"/>
                </a:cubicBezTo>
                <a:lnTo>
                  <a:pt x="0" y="35100"/>
                </a:lnTo>
                <a:cubicBezTo>
                  <a:pt x="0" y="15642"/>
                  <a:pt x="15674" y="0"/>
                  <a:pt x="35092" y="0"/>
                </a:cubicBezTo>
                <a:close/>
                <a:moveTo>
                  <a:pt x="35092" y="0"/>
                </a:moveTo>
              </a:path>
            </a:pathLst>
          </a:custGeom>
          <a:solidFill xmlns:a="http://schemas.openxmlformats.org/drawingml/2006/main">
            <a:srgbClr val="FFFFFF">
              <a:alpha val="75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63" name="Text DiverseVul:100">
            <a:extLst xmlns:a="http://schemas.openxmlformats.org/drawingml/2006/main">
              <a:ext uri="{FF2B5EF4-FFF2-40B4-BE49-F238E27FC236}">
                <a16:creationId xmlns:a16="http://schemas.microsoft.com/office/drawing/2014/main" id="{1BCB4F2B-2B89-4E18-A783-580A9FAA5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9488" y="1099185"/>
            <a:ext cx="904124" cy="97756"/>
          </a:xfrm>
          <a:custGeom xmlns:a="http://schemas.openxmlformats.org/drawingml/2006/main">
            <a:pathLst>
              <a:path w="904124" h="97756">
                <a:moveTo>
                  <a:pt x="0" y="95817"/>
                </a:moveTo>
                <a:lnTo>
                  <a:pt x="39470" y="95817"/>
                </a:lnTo>
                <a:cubicBezTo>
                  <a:pt x="55593" y="95817"/>
                  <a:pt x="70185" y="91232"/>
                  <a:pt x="78802" y="83447"/>
                </a:cubicBezTo>
                <a:cubicBezTo>
                  <a:pt x="87836" y="75247"/>
                  <a:pt x="92978" y="62875"/>
                  <a:pt x="92978" y="49392"/>
                </a:cubicBezTo>
                <a:cubicBezTo>
                  <a:pt x="92978" y="36882"/>
                  <a:pt x="88947" y="26039"/>
                  <a:pt x="81164" y="18394"/>
                </a:cubicBezTo>
                <a:cubicBezTo>
                  <a:pt x="71714" y="8802"/>
                  <a:pt x="56564" y="3797"/>
                  <a:pt x="37525" y="3797"/>
                </a:cubicBezTo>
                <a:lnTo>
                  <a:pt x="0" y="3797"/>
                </a:lnTo>
                <a:lnTo>
                  <a:pt x="0" y="6440"/>
                </a:lnTo>
                <a:cubicBezTo>
                  <a:pt x="10979" y="7411"/>
                  <a:pt x="12092" y="8524"/>
                  <a:pt x="12230" y="18950"/>
                </a:cubicBezTo>
                <a:lnTo>
                  <a:pt x="12230" y="80667"/>
                </a:lnTo>
                <a:cubicBezTo>
                  <a:pt x="12092" y="90814"/>
                  <a:pt x="10423" y="92483"/>
                  <a:pt x="0" y="93177"/>
                </a:cubicBezTo>
                <a:lnTo>
                  <a:pt x="0" y="95817"/>
                </a:lnTo>
                <a:moveTo>
                  <a:pt x="26406" y="14363"/>
                </a:moveTo>
                <a:cubicBezTo>
                  <a:pt x="26406" y="10053"/>
                  <a:pt x="27795" y="8940"/>
                  <a:pt x="33634" y="8940"/>
                </a:cubicBezTo>
                <a:cubicBezTo>
                  <a:pt x="45724" y="8940"/>
                  <a:pt x="54620" y="11165"/>
                  <a:pt x="61291" y="15892"/>
                </a:cubicBezTo>
                <a:cubicBezTo>
                  <a:pt x="72130" y="23399"/>
                  <a:pt x="77828" y="35353"/>
                  <a:pt x="77828" y="50365"/>
                </a:cubicBezTo>
                <a:cubicBezTo>
                  <a:pt x="77828" y="66766"/>
                  <a:pt x="72130" y="78443"/>
                  <a:pt x="60873" y="84976"/>
                </a:cubicBezTo>
                <a:cubicBezTo>
                  <a:pt x="53786" y="89008"/>
                  <a:pt x="45724" y="90677"/>
                  <a:pt x="33634" y="90677"/>
                </a:cubicBezTo>
                <a:cubicBezTo>
                  <a:pt x="28073" y="90677"/>
                  <a:pt x="26406" y="89425"/>
                  <a:pt x="26406" y="84976"/>
                </a:cubicBezTo>
                <a:lnTo>
                  <a:pt x="26406" y="14363"/>
                </a:lnTo>
                <a:close/>
                <a:moveTo>
                  <a:pt x="100343" y="95817"/>
                </a:moveTo>
                <a:lnTo>
                  <a:pt x="133281" y="95817"/>
                </a:lnTo>
                <a:lnTo>
                  <a:pt x="133281" y="93732"/>
                </a:lnTo>
                <a:cubicBezTo>
                  <a:pt x="124109" y="93039"/>
                  <a:pt x="123136" y="91788"/>
                  <a:pt x="122996" y="81640"/>
                </a:cubicBezTo>
                <a:lnTo>
                  <a:pt x="122996" y="32299"/>
                </a:lnTo>
                <a:lnTo>
                  <a:pt x="122440" y="31881"/>
                </a:lnTo>
                <a:lnTo>
                  <a:pt x="100899" y="39526"/>
                </a:lnTo>
                <a:lnTo>
                  <a:pt x="100899" y="41611"/>
                </a:lnTo>
                <a:lnTo>
                  <a:pt x="102012" y="41473"/>
                </a:lnTo>
                <a:cubicBezTo>
                  <a:pt x="103679" y="41195"/>
                  <a:pt x="105346" y="41055"/>
                  <a:pt x="106737" y="41055"/>
                </a:cubicBezTo>
                <a:cubicBezTo>
                  <a:pt x="110073" y="41055"/>
                  <a:pt x="111322" y="43280"/>
                  <a:pt x="111322" y="49396"/>
                </a:cubicBezTo>
                <a:lnTo>
                  <a:pt x="111322" y="81640"/>
                </a:lnTo>
                <a:cubicBezTo>
                  <a:pt x="111044" y="91926"/>
                  <a:pt x="109795" y="93317"/>
                  <a:pt x="100343" y="93732"/>
                </a:cubicBezTo>
                <a:lnTo>
                  <a:pt x="100343" y="95817"/>
                </a:lnTo>
                <a:moveTo>
                  <a:pt x="115909" y="888"/>
                </a:moveTo>
                <a:cubicBezTo>
                  <a:pt x="112157" y="888"/>
                  <a:pt x="108959" y="4084"/>
                  <a:pt x="108959" y="7975"/>
                </a:cubicBezTo>
                <a:cubicBezTo>
                  <a:pt x="108959" y="12007"/>
                  <a:pt x="112017" y="15062"/>
                  <a:pt x="115909" y="15062"/>
                </a:cubicBezTo>
                <a:cubicBezTo>
                  <a:pt x="120078" y="15062"/>
                  <a:pt x="123136" y="12007"/>
                  <a:pt x="123136" y="7975"/>
                </a:cubicBezTo>
                <a:cubicBezTo>
                  <a:pt x="123136" y="3946"/>
                  <a:pt x="119940" y="888"/>
                  <a:pt x="115909" y="888"/>
                </a:cubicBezTo>
                <a:close/>
                <a:moveTo>
                  <a:pt x="199018" y="33249"/>
                </a:moveTo>
                <a:lnTo>
                  <a:pt x="179701" y="33249"/>
                </a:lnTo>
                <a:lnTo>
                  <a:pt x="179701" y="35336"/>
                </a:lnTo>
                <a:cubicBezTo>
                  <a:pt x="184148" y="35752"/>
                  <a:pt x="186232" y="37141"/>
                  <a:pt x="186232" y="39781"/>
                </a:cubicBezTo>
                <a:cubicBezTo>
                  <a:pt x="186232" y="41170"/>
                  <a:pt x="185955" y="42559"/>
                  <a:pt x="185399" y="43950"/>
                </a:cubicBezTo>
                <a:lnTo>
                  <a:pt x="171640" y="79933"/>
                </a:lnTo>
                <a:lnTo>
                  <a:pt x="157464" y="44366"/>
                </a:lnTo>
                <a:cubicBezTo>
                  <a:pt x="156630" y="42421"/>
                  <a:pt x="156212" y="40476"/>
                  <a:pt x="156212" y="39225"/>
                </a:cubicBezTo>
                <a:cubicBezTo>
                  <a:pt x="156212" y="36725"/>
                  <a:pt x="157741" y="35752"/>
                  <a:pt x="162606" y="35336"/>
                </a:cubicBezTo>
                <a:lnTo>
                  <a:pt x="162606" y="33249"/>
                </a:lnTo>
                <a:lnTo>
                  <a:pt x="135366" y="33249"/>
                </a:lnTo>
                <a:lnTo>
                  <a:pt x="135366" y="35336"/>
                </a:lnTo>
                <a:cubicBezTo>
                  <a:pt x="140647" y="35614"/>
                  <a:pt x="141620" y="37003"/>
                  <a:pt x="148012" y="51313"/>
                </a:cubicBezTo>
                <a:lnTo>
                  <a:pt x="164691" y="91188"/>
                </a:lnTo>
                <a:cubicBezTo>
                  <a:pt x="164969" y="92021"/>
                  <a:pt x="165384" y="92994"/>
                  <a:pt x="165802" y="94106"/>
                </a:cubicBezTo>
                <a:cubicBezTo>
                  <a:pt x="166220" y="95217"/>
                  <a:pt x="166635" y="96190"/>
                  <a:pt x="167053" y="96884"/>
                </a:cubicBezTo>
                <a:cubicBezTo>
                  <a:pt x="167331" y="97439"/>
                  <a:pt x="167887" y="97717"/>
                  <a:pt x="168304" y="97717"/>
                </a:cubicBezTo>
                <a:cubicBezTo>
                  <a:pt x="169138" y="97717"/>
                  <a:pt x="170111" y="95912"/>
                  <a:pt x="172196" y="90770"/>
                </a:cubicBezTo>
                <a:lnTo>
                  <a:pt x="189984" y="46172"/>
                </a:lnTo>
                <a:cubicBezTo>
                  <a:pt x="194015" y="36725"/>
                  <a:pt x="194849" y="35752"/>
                  <a:pt x="199018" y="35336"/>
                </a:cubicBezTo>
                <a:lnTo>
                  <a:pt x="199018" y="33249"/>
                </a:lnTo>
                <a:close/>
                <a:moveTo>
                  <a:pt x="253776" y="72986"/>
                </a:moveTo>
                <a:cubicBezTo>
                  <a:pt x="247107" y="83553"/>
                  <a:pt x="241129" y="87587"/>
                  <a:pt x="232235" y="87587"/>
                </a:cubicBezTo>
                <a:cubicBezTo>
                  <a:pt x="224314" y="87587"/>
                  <a:pt x="218338" y="83553"/>
                  <a:pt x="214307" y="75628"/>
                </a:cubicBezTo>
                <a:cubicBezTo>
                  <a:pt x="211804" y="70344"/>
                  <a:pt x="210833" y="65895"/>
                  <a:pt x="210555" y="57272"/>
                </a:cubicBezTo>
                <a:lnTo>
                  <a:pt x="253361" y="57272"/>
                </a:lnTo>
                <a:cubicBezTo>
                  <a:pt x="252247" y="48255"/>
                  <a:pt x="250858" y="44238"/>
                  <a:pt x="247385" y="39806"/>
                </a:cubicBezTo>
                <a:cubicBezTo>
                  <a:pt x="243213" y="34812"/>
                  <a:pt x="236822" y="31892"/>
                  <a:pt x="229594" y="31892"/>
                </a:cubicBezTo>
                <a:cubicBezTo>
                  <a:pt x="222645" y="31892"/>
                  <a:pt x="216113" y="34394"/>
                  <a:pt x="210833" y="39113"/>
                </a:cubicBezTo>
                <a:cubicBezTo>
                  <a:pt x="204299" y="44792"/>
                  <a:pt x="200548" y="54632"/>
                  <a:pt x="200548" y="66032"/>
                </a:cubicBezTo>
                <a:cubicBezTo>
                  <a:pt x="200548" y="85222"/>
                  <a:pt x="210555" y="97174"/>
                  <a:pt x="226536" y="97174"/>
                </a:cubicBezTo>
                <a:cubicBezTo>
                  <a:pt x="239740" y="97174"/>
                  <a:pt x="250163" y="88976"/>
                  <a:pt x="256001" y="73959"/>
                </a:cubicBezTo>
                <a:lnTo>
                  <a:pt x="253776" y="72986"/>
                </a:lnTo>
                <a:moveTo>
                  <a:pt x="210833" y="52825"/>
                </a:moveTo>
                <a:cubicBezTo>
                  <a:pt x="212360" y="42022"/>
                  <a:pt x="217087" y="36897"/>
                  <a:pt x="225563" y="36897"/>
                </a:cubicBezTo>
                <a:cubicBezTo>
                  <a:pt x="234041" y="36897"/>
                  <a:pt x="237377" y="40775"/>
                  <a:pt x="239184" y="52825"/>
                </a:cubicBezTo>
                <a:lnTo>
                  <a:pt x="210833" y="52825"/>
                </a:lnTo>
                <a:close/>
                <a:moveTo>
                  <a:pt x="259474" y="95817"/>
                </a:moveTo>
                <a:lnTo>
                  <a:pt x="292830" y="95817"/>
                </a:lnTo>
                <a:lnTo>
                  <a:pt x="292830" y="93732"/>
                </a:lnTo>
                <a:cubicBezTo>
                  <a:pt x="283519" y="93455"/>
                  <a:pt x="281294" y="91510"/>
                  <a:pt x="281016" y="83312"/>
                </a:cubicBezTo>
                <a:lnTo>
                  <a:pt x="281016" y="52042"/>
                </a:lnTo>
                <a:cubicBezTo>
                  <a:pt x="281016" y="47595"/>
                  <a:pt x="286854" y="40648"/>
                  <a:pt x="290746" y="40648"/>
                </a:cubicBezTo>
                <a:cubicBezTo>
                  <a:pt x="291579" y="40648"/>
                  <a:pt x="292830" y="41344"/>
                  <a:pt x="294359" y="42733"/>
                </a:cubicBezTo>
                <a:cubicBezTo>
                  <a:pt x="296444" y="44817"/>
                  <a:pt x="298111" y="45511"/>
                  <a:pt x="299918" y="45511"/>
                </a:cubicBezTo>
                <a:cubicBezTo>
                  <a:pt x="303253" y="45511"/>
                  <a:pt x="305338" y="43148"/>
                  <a:pt x="305338" y="39259"/>
                </a:cubicBezTo>
                <a:cubicBezTo>
                  <a:pt x="305338" y="34672"/>
                  <a:pt x="302420" y="31892"/>
                  <a:pt x="297695" y="31892"/>
                </a:cubicBezTo>
                <a:cubicBezTo>
                  <a:pt x="291857" y="31892"/>
                  <a:pt x="287966" y="34950"/>
                  <a:pt x="281016" y="44955"/>
                </a:cubicBezTo>
                <a:lnTo>
                  <a:pt x="281016" y="32172"/>
                </a:lnTo>
                <a:lnTo>
                  <a:pt x="280323" y="31892"/>
                </a:lnTo>
                <a:cubicBezTo>
                  <a:pt x="272540" y="34950"/>
                  <a:pt x="267535" y="36897"/>
                  <a:pt x="259752" y="39397"/>
                </a:cubicBezTo>
                <a:lnTo>
                  <a:pt x="259752" y="41622"/>
                </a:lnTo>
                <a:cubicBezTo>
                  <a:pt x="261699" y="41204"/>
                  <a:pt x="262950" y="41064"/>
                  <a:pt x="264617" y="41064"/>
                </a:cubicBezTo>
                <a:cubicBezTo>
                  <a:pt x="268091" y="41064"/>
                  <a:pt x="269342" y="43288"/>
                  <a:pt x="269342" y="49402"/>
                </a:cubicBezTo>
                <a:lnTo>
                  <a:pt x="269342" y="84145"/>
                </a:lnTo>
                <a:cubicBezTo>
                  <a:pt x="269064" y="91370"/>
                  <a:pt x="268231" y="92206"/>
                  <a:pt x="259474" y="93732"/>
                </a:cubicBezTo>
                <a:lnTo>
                  <a:pt x="259474" y="95817"/>
                </a:lnTo>
                <a:close/>
                <a:moveTo>
                  <a:pt x="348838" y="52172"/>
                </a:moveTo>
                <a:lnTo>
                  <a:pt x="348282" y="33143"/>
                </a:lnTo>
                <a:lnTo>
                  <a:pt x="346753" y="33143"/>
                </a:lnTo>
                <a:cubicBezTo>
                  <a:pt x="346059" y="34256"/>
                  <a:pt x="345364" y="34672"/>
                  <a:pt x="344530" y="34672"/>
                </a:cubicBezTo>
                <a:cubicBezTo>
                  <a:pt x="343697" y="34672"/>
                  <a:pt x="342306" y="34394"/>
                  <a:pt x="340777" y="33699"/>
                </a:cubicBezTo>
                <a:cubicBezTo>
                  <a:pt x="337581" y="32588"/>
                  <a:pt x="334385" y="31892"/>
                  <a:pt x="331049" y="31892"/>
                </a:cubicBezTo>
                <a:cubicBezTo>
                  <a:pt x="320069" y="31892"/>
                  <a:pt x="312148" y="39117"/>
                  <a:pt x="312148" y="49118"/>
                </a:cubicBezTo>
                <a:cubicBezTo>
                  <a:pt x="312148" y="56895"/>
                  <a:pt x="316595" y="62451"/>
                  <a:pt x="328409" y="69118"/>
                </a:cubicBezTo>
                <a:lnTo>
                  <a:pt x="336470" y="73701"/>
                </a:lnTo>
                <a:cubicBezTo>
                  <a:pt x="341333" y="76479"/>
                  <a:pt x="343697" y="79812"/>
                  <a:pt x="343697" y="84117"/>
                </a:cubicBezTo>
                <a:cubicBezTo>
                  <a:pt x="343697" y="90229"/>
                  <a:pt x="339248" y="94118"/>
                  <a:pt x="332161" y="94118"/>
                </a:cubicBezTo>
                <a:cubicBezTo>
                  <a:pt x="322571" y="94118"/>
                  <a:pt x="317706" y="88840"/>
                  <a:pt x="314510" y="74674"/>
                </a:cubicBezTo>
                <a:lnTo>
                  <a:pt x="312286" y="74674"/>
                </a:lnTo>
                <a:lnTo>
                  <a:pt x="312286" y="96341"/>
                </a:lnTo>
                <a:lnTo>
                  <a:pt x="314093" y="96341"/>
                </a:lnTo>
                <a:cubicBezTo>
                  <a:pt x="315066" y="94952"/>
                  <a:pt x="315622" y="94674"/>
                  <a:pt x="317291" y="94674"/>
                </a:cubicBezTo>
                <a:cubicBezTo>
                  <a:pt x="318820" y="94706"/>
                  <a:pt x="320486" y="94984"/>
                  <a:pt x="323682" y="95817"/>
                </a:cubicBezTo>
                <a:cubicBezTo>
                  <a:pt x="327436" y="96619"/>
                  <a:pt x="331049" y="97174"/>
                  <a:pt x="333828" y="97174"/>
                </a:cubicBezTo>
                <a:cubicBezTo>
                  <a:pt x="344668" y="97174"/>
                  <a:pt x="353425" y="89118"/>
                  <a:pt x="353425" y="79395"/>
                </a:cubicBezTo>
                <a:cubicBezTo>
                  <a:pt x="353425" y="72452"/>
                  <a:pt x="350089" y="67867"/>
                  <a:pt x="341750" y="62868"/>
                </a:cubicBezTo>
                <a:lnTo>
                  <a:pt x="326740" y="53979"/>
                </a:lnTo>
                <a:cubicBezTo>
                  <a:pt x="322849" y="51616"/>
                  <a:pt x="320764" y="48285"/>
                  <a:pt x="320764" y="44533"/>
                </a:cubicBezTo>
                <a:cubicBezTo>
                  <a:pt x="320764" y="38839"/>
                  <a:pt x="325073" y="35090"/>
                  <a:pt x="331465" y="35090"/>
                </a:cubicBezTo>
                <a:cubicBezTo>
                  <a:pt x="339388" y="35090"/>
                  <a:pt x="343557" y="39673"/>
                  <a:pt x="346753" y="52172"/>
                </a:cubicBezTo>
                <a:lnTo>
                  <a:pt x="348838" y="52172"/>
                </a:lnTo>
                <a:close/>
                <a:moveTo>
                  <a:pt x="415826" y="72986"/>
                </a:moveTo>
                <a:cubicBezTo>
                  <a:pt x="409157" y="83553"/>
                  <a:pt x="403178" y="87587"/>
                  <a:pt x="394284" y="87587"/>
                </a:cubicBezTo>
                <a:cubicBezTo>
                  <a:pt x="386364" y="87587"/>
                  <a:pt x="380388" y="83553"/>
                  <a:pt x="376356" y="75628"/>
                </a:cubicBezTo>
                <a:cubicBezTo>
                  <a:pt x="373854" y="70344"/>
                  <a:pt x="372883" y="65895"/>
                  <a:pt x="372605" y="57272"/>
                </a:cubicBezTo>
                <a:lnTo>
                  <a:pt x="415410" y="57272"/>
                </a:lnTo>
                <a:cubicBezTo>
                  <a:pt x="414297" y="48255"/>
                  <a:pt x="412908" y="44238"/>
                  <a:pt x="409434" y="39806"/>
                </a:cubicBezTo>
                <a:cubicBezTo>
                  <a:pt x="405263" y="34812"/>
                  <a:pt x="398871" y="31892"/>
                  <a:pt x="391644" y="31892"/>
                </a:cubicBezTo>
                <a:cubicBezTo>
                  <a:pt x="384695" y="31892"/>
                  <a:pt x="378163" y="34394"/>
                  <a:pt x="372883" y="39113"/>
                </a:cubicBezTo>
                <a:cubicBezTo>
                  <a:pt x="366349" y="44792"/>
                  <a:pt x="362597" y="54632"/>
                  <a:pt x="362597" y="66032"/>
                </a:cubicBezTo>
                <a:cubicBezTo>
                  <a:pt x="362597" y="85222"/>
                  <a:pt x="372605" y="97174"/>
                  <a:pt x="388586" y="97174"/>
                </a:cubicBezTo>
                <a:cubicBezTo>
                  <a:pt x="401789" y="97174"/>
                  <a:pt x="412212" y="88976"/>
                  <a:pt x="418051" y="73959"/>
                </a:cubicBezTo>
                <a:lnTo>
                  <a:pt x="415826" y="72986"/>
                </a:lnTo>
                <a:moveTo>
                  <a:pt x="372883" y="52825"/>
                </a:moveTo>
                <a:cubicBezTo>
                  <a:pt x="374410" y="42022"/>
                  <a:pt x="379137" y="36897"/>
                  <a:pt x="387613" y="36897"/>
                </a:cubicBezTo>
                <a:cubicBezTo>
                  <a:pt x="396091" y="36897"/>
                  <a:pt x="399427" y="40775"/>
                  <a:pt x="401234" y="52825"/>
                </a:cubicBezTo>
                <a:lnTo>
                  <a:pt x="372883" y="52825"/>
                </a:lnTo>
                <a:close/>
                <a:moveTo>
                  <a:pt x="517282" y="3797"/>
                </a:moveTo>
                <a:lnTo>
                  <a:pt x="488791" y="3797"/>
                </a:lnTo>
                <a:lnTo>
                  <a:pt x="488791" y="6440"/>
                </a:lnTo>
                <a:cubicBezTo>
                  <a:pt x="496436" y="6995"/>
                  <a:pt x="498936" y="8384"/>
                  <a:pt x="498936" y="12276"/>
                </a:cubicBezTo>
                <a:cubicBezTo>
                  <a:pt x="498936" y="14498"/>
                  <a:pt x="497965" y="18250"/>
                  <a:pt x="496296" y="22419"/>
                </a:cubicBezTo>
                <a:lnTo>
                  <a:pt x="475865" y="73412"/>
                </a:lnTo>
                <a:lnTo>
                  <a:pt x="454879" y="26448"/>
                </a:lnTo>
                <a:cubicBezTo>
                  <a:pt x="450294" y="16165"/>
                  <a:pt x="449181" y="13109"/>
                  <a:pt x="449181" y="11025"/>
                </a:cubicBezTo>
                <a:cubicBezTo>
                  <a:pt x="449181" y="8247"/>
                  <a:pt x="451128" y="6995"/>
                  <a:pt x="455575" y="6718"/>
                </a:cubicBezTo>
                <a:cubicBezTo>
                  <a:pt x="456270" y="6718"/>
                  <a:pt x="457799" y="6578"/>
                  <a:pt x="459606" y="6440"/>
                </a:cubicBezTo>
                <a:lnTo>
                  <a:pt x="459606" y="3797"/>
                </a:lnTo>
                <a:lnTo>
                  <a:pt x="422637" y="3797"/>
                </a:lnTo>
                <a:lnTo>
                  <a:pt x="422637" y="6440"/>
                </a:lnTo>
                <a:cubicBezTo>
                  <a:pt x="429446" y="6718"/>
                  <a:pt x="431393" y="8662"/>
                  <a:pt x="437369" y="21028"/>
                </a:cubicBezTo>
                <a:lnTo>
                  <a:pt x="471558" y="97310"/>
                </a:lnTo>
                <a:lnTo>
                  <a:pt x="473643" y="97310"/>
                </a:lnTo>
                <a:lnTo>
                  <a:pt x="504496" y="19361"/>
                </a:lnTo>
                <a:cubicBezTo>
                  <a:pt x="509083" y="8384"/>
                  <a:pt x="510610" y="6855"/>
                  <a:pt x="517282" y="6440"/>
                </a:cubicBezTo>
                <a:lnTo>
                  <a:pt x="517282" y="3797"/>
                </a:lnTo>
                <a:close/>
                <a:moveTo>
                  <a:pt x="580100" y="88836"/>
                </a:moveTo>
                <a:lnTo>
                  <a:pt x="579407" y="88836"/>
                </a:lnTo>
                <a:cubicBezTo>
                  <a:pt x="572595" y="88558"/>
                  <a:pt x="571624" y="87447"/>
                  <a:pt x="571484" y="80915"/>
                </a:cubicBezTo>
                <a:lnTo>
                  <a:pt x="571484" y="33249"/>
                </a:lnTo>
                <a:lnTo>
                  <a:pt x="549525" y="33249"/>
                </a:lnTo>
                <a:lnTo>
                  <a:pt x="549525" y="35614"/>
                </a:lnTo>
                <a:cubicBezTo>
                  <a:pt x="558143" y="36029"/>
                  <a:pt x="559810" y="37421"/>
                  <a:pt x="559810" y="44368"/>
                </a:cubicBezTo>
                <a:lnTo>
                  <a:pt x="559810" y="77024"/>
                </a:lnTo>
                <a:cubicBezTo>
                  <a:pt x="559810" y="80915"/>
                  <a:pt x="559114" y="82862"/>
                  <a:pt x="557170" y="84389"/>
                </a:cubicBezTo>
                <a:cubicBezTo>
                  <a:pt x="553416" y="87447"/>
                  <a:pt x="549109" y="89114"/>
                  <a:pt x="544940" y="89114"/>
                </a:cubicBezTo>
                <a:cubicBezTo>
                  <a:pt x="539520" y="89114"/>
                  <a:pt x="535073" y="84389"/>
                  <a:pt x="535073" y="78553"/>
                </a:cubicBezTo>
                <a:lnTo>
                  <a:pt x="535073" y="33249"/>
                </a:lnTo>
                <a:lnTo>
                  <a:pt x="514780" y="33249"/>
                </a:lnTo>
                <a:lnTo>
                  <a:pt x="514780" y="35196"/>
                </a:lnTo>
                <a:cubicBezTo>
                  <a:pt x="521314" y="35474"/>
                  <a:pt x="523258" y="37421"/>
                  <a:pt x="523398" y="44090"/>
                </a:cubicBezTo>
                <a:lnTo>
                  <a:pt x="523398" y="79108"/>
                </a:lnTo>
                <a:cubicBezTo>
                  <a:pt x="523398" y="90087"/>
                  <a:pt x="530068" y="97174"/>
                  <a:pt x="540213" y="97174"/>
                </a:cubicBezTo>
                <a:cubicBezTo>
                  <a:pt x="545356" y="97174"/>
                  <a:pt x="550776" y="94952"/>
                  <a:pt x="554530" y="91198"/>
                </a:cubicBezTo>
                <a:lnTo>
                  <a:pt x="560506" y="85224"/>
                </a:lnTo>
                <a:lnTo>
                  <a:pt x="560506" y="96759"/>
                </a:lnTo>
                <a:lnTo>
                  <a:pt x="561061" y="97036"/>
                </a:lnTo>
                <a:cubicBezTo>
                  <a:pt x="568011" y="94256"/>
                  <a:pt x="573013" y="92727"/>
                  <a:pt x="580100" y="90783"/>
                </a:cubicBezTo>
                <a:lnTo>
                  <a:pt x="580100" y="88836"/>
                </a:lnTo>
                <a:close/>
                <a:moveTo>
                  <a:pt x="585938" y="95817"/>
                </a:moveTo>
                <a:lnTo>
                  <a:pt x="618736" y="95817"/>
                </a:lnTo>
                <a:lnTo>
                  <a:pt x="618736" y="93732"/>
                </a:lnTo>
                <a:cubicBezTo>
                  <a:pt x="609982" y="93317"/>
                  <a:pt x="608453" y="91926"/>
                  <a:pt x="608313" y="84143"/>
                </a:cubicBezTo>
                <a:lnTo>
                  <a:pt x="608313" y="1172"/>
                </a:lnTo>
                <a:lnTo>
                  <a:pt x="607757" y="894"/>
                </a:lnTo>
                <a:cubicBezTo>
                  <a:pt x="600670" y="3119"/>
                  <a:pt x="595527" y="4648"/>
                  <a:pt x="585660" y="7010"/>
                </a:cubicBezTo>
                <a:lnTo>
                  <a:pt x="585660" y="9233"/>
                </a:lnTo>
                <a:lnTo>
                  <a:pt x="586493" y="9233"/>
                </a:lnTo>
                <a:cubicBezTo>
                  <a:pt x="588022" y="9095"/>
                  <a:pt x="589689" y="8955"/>
                  <a:pt x="590802" y="8955"/>
                </a:cubicBezTo>
                <a:cubicBezTo>
                  <a:pt x="595249" y="8955"/>
                  <a:pt x="596638" y="10902"/>
                  <a:pt x="596638" y="17433"/>
                </a:cubicBezTo>
                <a:lnTo>
                  <a:pt x="596638" y="83727"/>
                </a:lnTo>
                <a:cubicBezTo>
                  <a:pt x="596501" y="91232"/>
                  <a:pt x="594554" y="93177"/>
                  <a:pt x="585938" y="93732"/>
                </a:cubicBezTo>
                <a:lnTo>
                  <a:pt x="585938" y="95817"/>
                </a:lnTo>
                <a:close/>
                <a:moveTo>
                  <a:pt x="640556" y="32028"/>
                </a:moveTo>
                <a:cubicBezTo>
                  <a:pt x="636387" y="32028"/>
                  <a:pt x="632913" y="35503"/>
                  <a:pt x="632913" y="39950"/>
                </a:cubicBezTo>
                <a:cubicBezTo>
                  <a:pt x="632913" y="43982"/>
                  <a:pt x="636387" y="47455"/>
                  <a:pt x="640418" y="47455"/>
                </a:cubicBezTo>
                <a:cubicBezTo>
                  <a:pt x="644725" y="47455"/>
                  <a:pt x="648339" y="44120"/>
                  <a:pt x="648339" y="39950"/>
                </a:cubicBezTo>
                <a:cubicBezTo>
                  <a:pt x="648339" y="35641"/>
                  <a:pt x="644725" y="32028"/>
                  <a:pt x="640556" y="32028"/>
                </a:cubicBezTo>
                <a:moveTo>
                  <a:pt x="640556" y="81884"/>
                </a:moveTo>
                <a:cubicBezTo>
                  <a:pt x="636387" y="81884"/>
                  <a:pt x="632913" y="85358"/>
                  <a:pt x="632913" y="89807"/>
                </a:cubicBezTo>
                <a:cubicBezTo>
                  <a:pt x="632913" y="93836"/>
                  <a:pt x="636387" y="97310"/>
                  <a:pt x="640418" y="97310"/>
                </a:cubicBezTo>
                <a:cubicBezTo>
                  <a:pt x="644725" y="97310"/>
                  <a:pt x="648339" y="93976"/>
                  <a:pt x="648339" y="89807"/>
                </a:cubicBezTo>
                <a:cubicBezTo>
                  <a:pt x="648339" y="85498"/>
                  <a:pt x="644725" y="81884"/>
                  <a:pt x="640556" y="81884"/>
                </a:cubicBezTo>
                <a:close/>
                <a:moveTo>
                  <a:pt x="711576" y="95817"/>
                </a:moveTo>
                <a:lnTo>
                  <a:pt x="750710" y="95817"/>
                </a:lnTo>
                <a:lnTo>
                  <a:pt x="750710" y="93690"/>
                </a:lnTo>
                <a:cubicBezTo>
                  <a:pt x="739791" y="93690"/>
                  <a:pt x="737380" y="92133"/>
                  <a:pt x="737240" y="85328"/>
                </a:cubicBezTo>
                <a:lnTo>
                  <a:pt x="737240" y="286"/>
                </a:lnTo>
                <a:lnTo>
                  <a:pt x="736106" y="0"/>
                </a:lnTo>
                <a:lnTo>
                  <a:pt x="710583" y="12901"/>
                </a:lnTo>
                <a:lnTo>
                  <a:pt x="710583" y="14885"/>
                </a:lnTo>
                <a:cubicBezTo>
                  <a:pt x="716113" y="12758"/>
                  <a:pt x="719516" y="11765"/>
                  <a:pt x="720793" y="11765"/>
                </a:cubicBezTo>
                <a:cubicBezTo>
                  <a:pt x="723770" y="11765"/>
                  <a:pt x="725046" y="13892"/>
                  <a:pt x="725046" y="18429"/>
                </a:cubicBezTo>
                <a:lnTo>
                  <a:pt x="725046" y="82635"/>
                </a:lnTo>
                <a:cubicBezTo>
                  <a:pt x="724763" y="91566"/>
                  <a:pt x="722353" y="93550"/>
                  <a:pt x="711576" y="93690"/>
                </a:cubicBezTo>
                <a:lnTo>
                  <a:pt x="711576" y="95817"/>
                </a:lnTo>
                <a:close/>
                <a:moveTo>
                  <a:pt x="801754" y="0"/>
                </a:moveTo>
                <a:cubicBezTo>
                  <a:pt x="793955" y="0"/>
                  <a:pt x="788001" y="2270"/>
                  <a:pt x="782754" y="7371"/>
                </a:cubicBezTo>
                <a:cubicBezTo>
                  <a:pt x="774531" y="15305"/>
                  <a:pt x="769141" y="31596"/>
                  <a:pt x="769141" y="48170"/>
                </a:cubicBezTo>
                <a:cubicBezTo>
                  <a:pt x="769141" y="63754"/>
                  <a:pt x="773821" y="80188"/>
                  <a:pt x="780485" y="88119"/>
                </a:cubicBezTo>
                <a:cubicBezTo>
                  <a:pt x="785731" y="94355"/>
                  <a:pt x="792962" y="97756"/>
                  <a:pt x="801187" y="97756"/>
                </a:cubicBezTo>
                <a:cubicBezTo>
                  <a:pt x="808418" y="97756"/>
                  <a:pt x="814514" y="95345"/>
                  <a:pt x="819618" y="90387"/>
                </a:cubicBezTo>
                <a:cubicBezTo>
                  <a:pt x="827841" y="82596"/>
                  <a:pt x="833231" y="66162"/>
                  <a:pt x="833231" y="49021"/>
                </a:cubicBezTo>
                <a:cubicBezTo>
                  <a:pt x="833231" y="19980"/>
                  <a:pt x="820328" y="0"/>
                  <a:pt x="801754" y="0"/>
                </a:cubicBezTo>
                <a:moveTo>
                  <a:pt x="801328" y="3687"/>
                </a:moveTo>
                <a:cubicBezTo>
                  <a:pt x="813238" y="3687"/>
                  <a:pt x="819618" y="19696"/>
                  <a:pt x="819618" y="49304"/>
                </a:cubicBezTo>
                <a:cubicBezTo>
                  <a:pt x="819618" y="78911"/>
                  <a:pt x="813381" y="94071"/>
                  <a:pt x="801187" y="94071"/>
                </a:cubicBezTo>
                <a:cubicBezTo>
                  <a:pt x="788992" y="94071"/>
                  <a:pt x="782754" y="78911"/>
                  <a:pt x="782754" y="49447"/>
                </a:cubicBezTo>
                <a:cubicBezTo>
                  <a:pt x="782754" y="19270"/>
                  <a:pt x="789134" y="3687"/>
                  <a:pt x="801328" y="3687"/>
                </a:cubicBezTo>
                <a:close/>
                <a:moveTo>
                  <a:pt x="872647" y="0"/>
                </a:moveTo>
                <a:cubicBezTo>
                  <a:pt x="864848" y="0"/>
                  <a:pt x="858894" y="2270"/>
                  <a:pt x="853648" y="7371"/>
                </a:cubicBezTo>
                <a:cubicBezTo>
                  <a:pt x="845424" y="15305"/>
                  <a:pt x="840035" y="31596"/>
                  <a:pt x="840035" y="48170"/>
                </a:cubicBezTo>
                <a:cubicBezTo>
                  <a:pt x="840035" y="63754"/>
                  <a:pt x="844714" y="80188"/>
                  <a:pt x="851378" y="88119"/>
                </a:cubicBezTo>
                <a:cubicBezTo>
                  <a:pt x="856625" y="94355"/>
                  <a:pt x="863855" y="97756"/>
                  <a:pt x="872081" y="97756"/>
                </a:cubicBezTo>
                <a:cubicBezTo>
                  <a:pt x="879311" y="97756"/>
                  <a:pt x="885408" y="95345"/>
                  <a:pt x="890511" y="90387"/>
                </a:cubicBezTo>
                <a:cubicBezTo>
                  <a:pt x="898735" y="82596"/>
                  <a:pt x="904124" y="66162"/>
                  <a:pt x="904124" y="49021"/>
                </a:cubicBezTo>
                <a:cubicBezTo>
                  <a:pt x="904124" y="19980"/>
                  <a:pt x="891221" y="0"/>
                  <a:pt x="872647" y="0"/>
                </a:cubicBezTo>
                <a:moveTo>
                  <a:pt x="872221" y="3687"/>
                </a:moveTo>
                <a:cubicBezTo>
                  <a:pt x="884131" y="3687"/>
                  <a:pt x="890511" y="19696"/>
                  <a:pt x="890511" y="49304"/>
                </a:cubicBezTo>
                <a:cubicBezTo>
                  <a:pt x="890511" y="78911"/>
                  <a:pt x="884274" y="94071"/>
                  <a:pt x="872081" y="94071"/>
                </a:cubicBezTo>
                <a:cubicBezTo>
                  <a:pt x="859885" y="94071"/>
                  <a:pt x="853648" y="78911"/>
                  <a:pt x="853648" y="49447"/>
                </a:cubicBezTo>
                <a:cubicBezTo>
                  <a:pt x="853648" y="19270"/>
                  <a:pt x="860028" y="3687"/>
                  <a:pt x="872221" y="368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3D4B91A-2A0E-4D3A-9B32-28CB4BEA8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6837" y="521069"/>
            <a:ext cx="912337" cy="202209"/>
          </a:xfrm>
          <a:custGeom xmlns:a="http://schemas.openxmlformats.org/drawingml/2006/main">
            <a:pathLst>
              <a:path w="912337" h="202209">
                <a:moveTo>
                  <a:pt x="35100" y="0"/>
                </a:moveTo>
                <a:lnTo>
                  <a:pt x="877237" y="0"/>
                </a:lnTo>
                <a:cubicBezTo>
                  <a:pt x="896695" y="0"/>
                  <a:pt x="912337" y="15642"/>
                  <a:pt x="912337" y="35092"/>
                </a:cubicBezTo>
                <a:lnTo>
                  <a:pt x="912337" y="167117"/>
                </a:lnTo>
                <a:cubicBezTo>
                  <a:pt x="912337" y="186575"/>
                  <a:pt x="896695" y="202209"/>
                  <a:pt x="877237" y="202209"/>
                </a:cubicBezTo>
                <a:lnTo>
                  <a:pt x="35100" y="202209"/>
                </a:lnTo>
                <a:cubicBezTo>
                  <a:pt x="15642" y="202209"/>
                  <a:pt x="0" y="186575"/>
                  <a:pt x="0" y="167117"/>
                </a:cubicBezTo>
                <a:lnTo>
                  <a:pt x="0" y="35092"/>
                </a:lnTo>
                <a:cubicBezTo>
                  <a:pt x="0" y="15642"/>
                  <a:pt x="15642" y="0"/>
                  <a:pt x="35100" y="0"/>
                </a:cubicBezTo>
                <a:close/>
                <a:moveTo>
                  <a:pt x="35100" y="0"/>
                </a:moveTo>
              </a:path>
            </a:pathLst>
          </a:custGeom>
          <a:solidFill xmlns:a="http://schemas.openxmlformats.org/drawingml/2006/main">
            <a:srgbClr val="FFFFFF">
              <a:alpha val="75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65" name="Text Vulnerable:65">
            <a:extLst xmlns:a="http://schemas.openxmlformats.org/drawingml/2006/main">
              <a:ext uri="{FF2B5EF4-FFF2-40B4-BE49-F238E27FC236}">
                <a16:creationId xmlns:a16="http://schemas.microsoft.com/office/drawing/2014/main" id="{DA9D194D-C3CE-4631-9FE1-566621458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0948" y="569215"/>
            <a:ext cx="814269" cy="99501"/>
          </a:xfrm>
          <a:custGeom xmlns:a="http://schemas.openxmlformats.org/drawingml/2006/main">
            <a:pathLst>
              <a:path w="814269" h="99501">
                <a:moveTo>
                  <a:pt x="94645" y="5543"/>
                </a:moveTo>
                <a:lnTo>
                  <a:pt x="66154" y="5543"/>
                </a:lnTo>
                <a:lnTo>
                  <a:pt x="66154" y="8186"/>
                </a:lnTo>
                <a:cubicBezTo>
                  <a:pt x="73799" y="8741"/>
                  <a:pt x="76299" y="10130"/>
                  <a:pt x="76299" y="14022"/>
                </a:cubicBezTo>
                <a:cubicBezTo>
                  <a:pt x="76299" y="16244"/>
                  <a:pt x="75328" y="19996"/>
                  <a:pt x="73659" y="24165"/>
                </a:cubicBezTo>
                <a:lnTo>
                  <a:pt x="53229" y="75158"/>
                </a:lnTo>
                <a:lnTo>
                  <a:pt x="32242" y="28194"/>
                </a:lnTo>
                <a:cubicBezTo>
                  <a:pt x="27658" y="17911"/>
                  <a:pt x="26544" y="14855"/>
                  <a:pt x="26544" y="12771"/>
                </a:cubicBezTo>
                <a:cubicBezTo>
                  <a:pt x="26544" y="9993"/>
                  <a:pt x="28491" y="8741"/>
                  <a:pt x="32938" y="8464"/>
                </a:cubicBezTo>
                <a:cubicBezTo>
                  <a:pt x="33634" y="8464"/>
                  <a:pt x="35163" y="8324"/>
                  <a:pt x="36969" y="8186"/>
                </a:cubicBezTo>
                <a:lnTo>
                  <a:pt x="36969" y="5543"/>
                </a:lnTo>
                <a:lnTo>
                  <a:pt x="0" y="5543"/>
                </a:lnTo>
                <a:lnTo>
                  <a:pt x="0" y="8186"/>
                </a:lnTo>
                <a:cubicBezTo>
                  <a:pt x="6809" y="8464"/>
                  <a:pt x="8756" y="10408"/>
                  <a:pt x="14732" y="22774"/>
                </a:cubicBezTo>
                <a:lnTo>
                  <a:pt x="48921" y="99056"/>
                </a:lnTo>
                <a:lnTo>
                  <a:pt x="51006" y="99056"/>
                </a:lnTo>
                <a:lnTo>
                  <a:pt x="81860" y="21107"/>
                </a:lnTo>
                <a:cubicBezTo>
                  <a:pt x="86446" y="10130"/>
                  <a:pt x="87973" y="8601"/>
                  <a:pt x="94645" y="8186"/>
                </a:cubicBezTo>
                <a:lnTo>
                  <a:pt x="94645" y="5543"/>
                </a:lnTo>
                <a:close/>
                <a:moveTo>
                  <a:pt x="157464" y="90582"/>
                </a:moveTo>
                <a:lnTo>
                  <a:pt x="156771" y="90582"/>
                </a:lnTo>
                <a:cubicBezTo>
                  <a:pt x="149959" y="90304"/>
                  <a:pt x="148988" y="89193"/>
                  <a:pt x="148848" y="82661"/>
                </a:cubicBezTo>
                <a:lnTo>
                  <a:pt x="148848" y="34995"/>
                </a:lnTo>
                <a:lnTo>
                  <a:pt x="126889" y="34995"/>
                </a:lnTo>
                <a:lnTo>
                  <a:pt x="126889" y="37360"/>
                </a:lnTo>
                <a:cubicBezTo>
                  <a:pt x="135507" y="37775"/>
                  <a:pt x="137174" y="39166"/>
                  <a:pt x="137174" y="46114"/>
                </a:cubicBezTo>
                <a:lnTo>
                  <a:pt x="137174" y="78770"/>
                </a:lnTo>
                <a:cubicBezTo>
                  <a:pt x="137174" y="82661"/>
                  <a:pt x="136478" y="84608"/>
                  <a:pt x="134534" y="86135"/>
                </a:cubicBezTo>
                <a:cubicBezTo>
                  <a:pt x="130780" y="89193"/>
                  <a:pt x="126473" y="90860"/>
                  <a:pt x="122304" y="90860"/>
                </a:cubicBezTo>
                <a:cubicBezTo>
                  <a:pt x="116883" y="90860"/>
                  <a:pt x="112436" y="86135"/>
                  <a:pt x="112436" y="80299"/>
                </a:cubicBezTo>
                <a:lnTo>
                  <a:pt x="112436" y="34995"/>
                </a:lnTo>
                <a:lnTo>
                  <a:pt x="92144" y="34995"/>
                </a:lnTo>
                <a:lnTo>
                  <a:pt x="92144" y="36942"/>
                </a:lnTo>
                <a:cubicBezTo>
                  <a:pt x="98677" y="37220"/>
                  <a:pt x="100622" y="39166"/>
                  <a:pt x="100762" y="45836"/>
                </a:cubicBezTo>
                <a:lnTo>
                  <a:pt x="100762" y="80854"/>
                </a:lnTo>
                <a:cubicBezTo>
                  <a:pt x="100762" y="91833"/>
                  <a:pt x="107432" y="98920"/>
                  <a:pt x="117577" y="98920"/>
                </a:cubicBezTo>
                <a:cubicBezTo>
                  <a:pt x="122719" y="98920"/>
                  <a:pt x="128140" y="96698"/>
                  <a:pt x="131893" y="92944"/>
                </a:cubicBezTo>
                <a:lnTo>
                  <a:pt x="137869" y="86970"/>
                </a:lnTo>
                <a:lnTo>
                  <a:pt x="137869" y="98505"/>
                </a:lnTo>
                <a:lnTo>
                  <a:pt x="138425" y="98782"/>
                </a:lnTo>
                <a:cubicBezTo>
                  <a:pt x="145374" y="96002"/>
                  <a:pt x="150377" y="94473"/>
                  <a:pt x="157464" y="92529"/>
                </a:cubicBezTo>
                <a:lnTo>
                  <a:pt x="157464" y="90582"/>
                </a:lnTo>
                <a:close/>
                <a:moveTo>
                  <a:pt x="163303" y="97563"/>
                </a:moveTo>
                <a:lnTo>
                  <a:pt x="196101" y="97563"/>
                </a:lnTo>
                <a:lnTo>
                  <a:pt x="196101" y="95478"/>
                </a:lnTo>
                <a:cubicBezTo>
                  <a:pt x="187347" y="95063"/>
                  <a:pt x="185818" y="93672"/>
                  <a:pt x="185678" y="85889"/>
                </a:cubicBezTo>
                <a:lnTo>
                  <a:pt x="185678" y="2918"/>
                </a:lnTo>
                <a:lnTo>
                  <a:pt x="185122" y="2640"/>
                </a:lnTo>
                <a:cubicBezTo>
                  <a:pt x="178035" y="4865"/>
                  <a:pt x="172892" y="6394"/>
                  <a:pt x="163025" y="8756"/>
                </a:cubicBezTo>
                <a:lnTo>
                  <a:pt x="163025" y="10979"/>
                </a:lnTo>
                <a:lnTo>
                  <a:pt x="163858" y="10979"/>
                </a:lnTo>
                <a:cubicBezTo>
                  <a:pt x="165387" y="10841"/>
                  <a:pt x="167054" y="10701"/>
                  <a:pt x="168168" y="10701"/>
                </a:cubicBezTo>
                <a:cubicBezTo>
                  <a:pt x="172615" y="10701"/>
                  <a:pt x="174004" y="12648"/>
                  <a:pt x="174004" y="19179"/>
                </a:cubicBezTo>
                <a:lnTo>
                  <a:pt x="174004" y="85473"/>
                </a:lnTo>
                <a:cubicBezTo>
                  <a:pt x="173866" y="92978"/>
                  <a:pt x="171919" y="94923"/>
                  <a:pt x="163303" y="95478"/>
                </a:cubicBezTo>
                <a:lnTo>
                  <a:pt x="163303" y="97563"/>
                </a:lnTo>
                <a:close/>
                <a:moveTo>
                  <a:pt x="201520" y="97563"/>
                </a:moveTo>
                <a:lnTo>
                  <a:pt x="230985" y="97563"/>
                </a:lnTo>
                <a:lnTo>
                  <a:pt x="230985" y="95478"/>
                </a:lnTo>
                <a:cubicBezTo>
                  <a:pt x="224035" y="95063"/>
                  <a:pt x="221811" y="93256"/>
                  <a:pt x="221811" y="88253"/>
                </a:cubicBezTo>
                <a:lnTo>
                  <a:pt x="221811" y="49204"/>
                </a:lnTo>
                <a:cubicBezTo>
                  <a:pt x="228482" y="42950"/>
                  <a:pt x="231540" y="41283"/>
                  <a:pt x="236127" y="41283"/>
                </a:cubicBezTo>
                <a:cubicBezTo>
                  <a:pt x="242937" y="41283"/>
                  <a:pt x="246272" y="45590"/>
                  <a:pt x="246272" y="54762"/>
                </a:cubicBezTo>
                <a:lnTo>
                  <a:pt x="246272" y="83806"/>
                </a:lnTo>
                <a:cubicBezTo>
                  <a:pt x="245995" y="92838"/>
                  <a:pt x="244326" y="95063"/>
                  <a:pt x="237516" y="95478"/>
                </a:cubicBezTo>
                <a:lnTo>
                  <a:pt x="237516" y="97563"/>
                </a:lnTo>
                <a:lnTo>
                  <a:pt x="266425" y="97563"/>
                </a:lnTo>
                <a:lnTo>
                  <a:pt x="266425" y="95478"/>
                </a:lnTo>
                <a:cubicBezTo>
                  <a:pt x="259613" y="94785"/>
                  <a:pt x="258084" y="93116"/>
                  <a:pt x="257947" y="86307"/>
                </a:cubicBezTo>
                <a:lnTo>
                  <a:pt x="257947" y="54484"/>
                </a:lnTo>
                <a:cubicBezTo>
                  <a:pt x="257947" y="41423"/>
                  <a:pt x="251831" y="33638"/>
                  <a:pt x="241548" y="33638"/>
                </a:cubicBezTo>
                <a:cubicBezTo>
                  <a:pt x="235154" y="33638"/>
                  <a:pt x="230845" y="36002"/>
                  <a:pt x="221395" y="44896"/>
                </a:cubicBezTo>
                <a:lnTo>
                  <a:pt x="221395" y="33918"/>
                </a:lnTo>
                <a:lnTo>
                  <a:pt x="220422" y="33638"/>
                </a:lnTo>
                <a:cubicBezTo>
                  <a:pt x="213194" y="36280"/>
                  <a:pt x="208469" y="37809"/>
                  <a:pt x="201242" y="39894"/>
                </a:cubicBezTo>
                <a:lnTo>
                  <a:pt x="201242" y="42256"/>
                </a:lnTo>
                <a:cubicBezTo>
                  <a:pt x="202216" y="41838"/>
                  <a:pt x="203467" y="41701"/>
                  <a:pt x="204996" y="41701"/>
                </a:cubicBezTo>
                <a:cubicBezTo>
                  <a:pt x="208887" y="41701"/>
                  <a:pt x="210136" y="43785"/>
                  <a:pt x="210136" y="50593"/>
                </a:cubicBezTo>
                <a:lnTo>
                  <a:pt x="210136" y="85057"/>
                </a:lnTo>
                <a:cubicBezTo>
                  <a:pt x="209998" y="93256"/>
                  <a:pt x="208469" y="95063"/>
                  <a:pt x="201520" y="95478"/>
                </a:cubicBezTo>
                <a:lnTo>
                  <a:pt x="201520" y="97563"/>
                </a:lnTo>
                <a:close/>
                <a:moveTo>
                  <a:pt x="325213" y="74732"/>
                </a:moveTo>
                <a:cubicBezTo>
                  <a:pt x="318543" y="85299"/>
                  <a:pt x="312565" y="89333"/>
                  <a:pt x="303671" y="89333"/>
                </a:cubicBezTo>
                <a:cubicBezTo>
                  <a:pt x="295751" y="89333"/>
                  <a:pt x="289775" y="85299"/>
                  <a:pt x="285743" y="77374"/>
                </a:cubicBezTo>
                <a:cubicBezTo>
                  <a:pt x="283241" y="72090"/>
                  <a:pt x="282270" y="67641"/>
                  <a:pt x="281992" y="59018"/>
                </a:cubicBezTo>
                <a:lnTo>
                  <a:pt x="324797" y="59018"/>
                </a:lnTo>
                <a:cubicBezTo>
                  <a:pt x="323684" y="50001"/>
                  <a:pt x="322295" y="45984"/>
                  <a:pt x="318821" y="41552"/>
                </a:cubicBezTo>
                <a:cubicBezTo>
                  <a:pt x="314650" y="36558"/>
                  <a:pt x="308258" y="33638"/>
                  <a:pt x="301031" y="33638"/>
                </a:cubicBezTo>
                <a:cubicBezTo>
                  <a:pt x="294082" y="33638"/>
                  <a:pt x="287550" y="36140"/>
                  <a:pt x="282270" y="40859"/>
                </a:cubicBezTo>
                <a:cubicBezTo>
                  <a:pt x="275736" y="46538"/>
                  <a:pt x="271984" y="56378"/>
                  <a:pt x="271984" y="67778"/>
                </a:cubicBezTo>
                <a:cubicBezTo>
                  <a:pt x="271984" y="86968"/>
                  <a:pt x="281992" y="98920"/>
                  <a:pt x="297973" y="98920"/>
                </a:cubicBezTo>
                <a:cubicBezTo>
                  <a:pt x="311176" y="98920"/>
                  <a:pt x="321599" y="90722"/>
                  <a:pt x="327438" y="75705"/>
                </a:cubicBezTo>
                <a:lnTo>
                  <a:pt x="325213" y="74732"/>
                </a:lnTo>
                <a:moveTo>
                  <a:pt x="282270" y="54571"/>
                </a:moveTo>
                <a:cubicBezTo>
                  <a:pt x="283797" y="43768"/>
                  <a:pt x="288523" y="38643"/>
                  <a:pt x="297000" y="38643"/>
                </a:cubicBezTo>
                <a:cubicBezTo>
                  <a:pt x="305478" y="38643"/>
                  <a:pt x="308814" y="42521"/>
                  <a:pt x="310621" y="54571"/>
                </a:cubicBezTo>
                <a:lnTo>
                  <a:pt x="282270" y="54571"/>
                </a:lnTo>
                <a:close/>
                <a:moveTo>
                  <a:pt x="330911" y="97563"/>
                </a:moveTo>
                <a:lnTo>
                  <a:pt x="364266" y="97563"/>
                </a:lnTo>
                <a:lnTo>
                  <a:pt x="364266" y="95478"/>
                </a:lnTo>
                <a:cubicBezTo>
                  <a:pt x="354955" y="95201"/>
                  <a:pt x="352730" y="93256"/>
                  <a:pt x="352452" y="85057"/>
                </a:cubicBezTo>
                <a:lnTo>
                  <a:pt x="352452" y="53788"/>
                </a:lnTo>
                <a:cubicBezTo>
                  <a:pt x="352452" y="49341"/>
                  <a:pt x="358290" y="42394"/>
                  <a:pt x="362182" y="42394"/>
                </a:cubicBezTo>
                <a:cubicBezTo>
                  <a:pt x="363015" y="42394"/>
                  <a:pt x="364266" y="43090"/>
                  <a:pt x="365795" y="44479"/>
                </a:cubicBezTo>
                <a:cubicBezTo>
                  <a:pt x="367880" y="46563"/>
                  <a:pt x="369547" y="47257"/>
                  <a:pt x="371354" y="47257"/>
                </a:cubicBezTo>
                <a:cubicBezTo>
                  <a:pt x="374689" y="47257"/>
                  <a:pt x="376774" y="44894"/>
                  <a:pt x="376774" y="41005"/>
                </a:cubicBezTo>
                <a:cubicBezTo>
                  <a:pt x="376774" y="36418"/>
                  <a:pt x="373856" y="33638"/>
                  <a:pt x="369131" y="33638"/>
                </a:cubicBezTo>
                <a:cubicBezTo>
                  <a:pt x="363293" y="33638"/>
                  <a:pt x="359402" y="36696"/>
                  <a:pt x="352452" y="46701"/>
                </a:cubicBezTo>
                <a:lnTo>
                  <a:pt x="352452" y="33918"/>
                </a:lnTo>
                <a:lnTo>
                  <a:pt x="351759" y="33638"/>
                </a:lnTo>
                <a:cubicBezTo>
                  <a:pt x="343976" y="36696"/>
                  <a:pt x="338971" y="38643"/>
                  <a:pt x="331188" y="41143"/>
                </a:cubicBezTo>
                <a:lnTo>
                  <a:pt x="331188" y="43367"/>
                </a:lnTo>
                <a:cubicBezTo>
                  <a:pt x="333135" y="42950"/>
                  <a:pt x="334386" y="42810"/>
                  <a:pt x="336053" y="42810"/>
                </a:cubicBezTo>
                <a:cubicBezTo>
                  <a:pt x="339527" y="42810"/>
                  <a:pt x="340778" y="45034"/>
                  <a:pt x="340778" y="51148"/>
                </a:cubicBezTo>
                <a:lnTo>
                  <a:pt x="340778" y="85891"/>
                </a:lnTo>
                <a:cubicBezTo>
                  <a:pt x="340500" y="93116"/>
                  <a:pt x="339667" y="93952"/>
                  <a:pt x="330911" y="95478"/>
                </a:cubicBezTo>
                <a:lnTo>
                  <a:pt x="330911" y="97563"/>
                </a:lnTo>
                <a:close/>
                <a:moveTo>
                  <a:pt x="437369" y="88361"/>
                </a:moveTo>
                <a:cubicBezTo>
                  <a:pt x="435006" y="90304"/>
                  <a:pt x="433339" y="91000"/>
                  <a:pt x="431255" y="91000"/>
                </a:cubicBezTo>
                <a:cubicBezTo>
                  <a:pt x="428059" y="91000"/>
                  <a:pt x="427086" y="89055"/>
                  <a:pt x="427086" y="82945"/>
                </a:cubicBezTo>
                <a:lnTo>
                  <a:pt x="427086" y="55862"/>
                </a:lnTo>
                <a:cubicBezTo>
                  <a:pt x="427086" y="48639"/>
                  <a:pt x="426390" y="44612"/>
                  <a:pt x="424305" y="41279"/>
                </a:cubicBezTo>
                <a:cubicBezTo>
                  <a:pt x="421247" y="36280"/>
                  <a:pt x="415271" y="33638"/>
                  <a:pt x="407073" y="33638"/>
                </a:cubicBezTo>
                <a:cubicBezTo>
                  <a:pt x="394008" y="33638"/>
                  <a:pt x="383724" y="40445"/>
                  <a:pt x="383724" y="49195"/>
                </a:cubicBezTo>
                <a:cubicBezTo>
                  <a:pt x="383724" y="52391"/>
                  <a:pt x="386365" y="55167"/>
                  <a:pt x="389700" y="55167"/>
                </a:cubicBezTo>
                <a:cubicBezTo>
                  <a:pt x="393034" y="55167"/>
                  <a:pt x="395954" y="52391"/>
                  <a:pt x="395954" y="49335"/>
                </a:cubicBezTo>
                <a:cubicBezTo>
                  <a:pt x="395954" y="48779"/>
                  <a:pt x="395814" y="48084"/>
                  <a:pt x="395677" y="47113"/>
                </a:cubicBezTo>
                <a:cubicBezTo>
                  <a:pt x="395399" y="45863"/>
                  <a:pt x="395259" y="44752"/>
                  <a:pt x="395259" y="43779"/>
                </a:cubicBezTo>
                <a:cubicBezTo>
                  <a:pt x="395259" y="40030"/>
                  <a:pt x="399706" y="36974"/>
                  <a:pt x="405266" y="36974"/>
                </a:cubicBezTo>
                <a:cubicBezTo>
                  <a:pt x="412076" y="36974"/>
                  <a:pt x="415827" y="41001"/>
                  <a:pt x="415827" y="48502"/>
                </a:cubicBezTo>
                <a:lnTo>
                  <a:pt x="415827" y="56974"/>
                </a:lnTo>
                <a:cubicBezTo>
                  <a:pt x="394563" y="65446"/>
                  <a:pt x="392063" y="66695"/>
                  <a:pt x="386087" y="71973"/>
                </a:cubicBezTo>
                <a:cubicBezTo>
                  <a:pt x="383029" y="74751"/>
                  <a:pt x="381082" y="79472"/>
                  <a:pt x="381082" y="84054"/>
                </a:cubicBezTo>
                <a:cubicBezTo>
                  <a:pt x="381082" y="92806"/>
                  <a:pt x="387198" y="98920"/>
                  <a:pt x="395677" y="98920"/>
                </a:cubicBezTo>
                <a:cubicBezTo>
                  <a:pt x="401790" y="98920"/>
                  <a:pt x="407489" y="96002"/>
                  <a:pt x="415967" y="88775"/>
                </a:cubicBezTo>
                <a:cubicBezTo>
                  <a:pt x="416663" y="96142"/>
                  <a:pt x="419163" y="98920"/>
                  <a:pt x="424861" y="98920"/>
                </a:cubicBezTo>
                <a:cubicBezTo>
                  <a:pt x="429586" y="98920"/>
                  <a:pt x="432506" y="97253"/>
                  <a:pt x="437369" y="91973"/>
                </a:cubicBezTo>
                <a:lnTo>
                  <a:pt x="437369" y="88361"/>
                </a:lnTo>
                <a:moveTo>
                  <a:pt x="415827" y="80437"/>
                </a:moveTo>
                <a:cubicBezTo>
                  <a:pt x="415827" y="84606"/>
                  <a:pt x="415134" y="86135"/>
                  <a:pt x="412213" y="87804"/>
                </a:cubicBezTo>
                <a:cubicBezTo>
                  <a:pt x="408740" y="89748"/>
                  <a:pt x="404988" y="90860"/>
                  <a:pt x="402068" y="90860"/>
                </a:cubicBezTo>
                <a:cubicBezTo>
                  <a:pt x="397206" y="90860"/>
                  <a:pt x="393314" y="86135"/>
                  <a:pt x="393314" y="80159"/>
                </a:cubicBezTo>
                <a:lnTo>
                  <a:pt x="393314" y="79603"/>
                </a:lnTo>
                <a:cubicBezTo>
                  <a:pt x="393452" y="71265"/>
                  <a:pt x="399568" y="65982"/>
                  <a:pt x="415827" y="60284"/>
                </a:cubicBezTo>
                <a:lnTo>
                  <a:pt x="415827" y="80437"/>
                </a:lnTo>
                <a:close/>
                <a:moveTo>
                  <a:pt x="458912" y="2924"/>
                </a:moveTo>
                <a:lnTo>
                  <a:pt x="458217" y="2647"/>
                </a:lnTo>
                <a:cubicBezTo>
                  <a:pt x="452518" y="4591"/>
                  <a:pt x="448765" y="5842"/>
                  <a:pt x="442095" y="7649"/>
                </a:cubicBezTo>
                <a:lnTo>
                  <a:pt x="438064" y="8763"/>
                </a:lnTo>
                <a:lnTo>
                  <a:pt x="438064" y="10985"/>
                </a:lnTo>
                <a:cubicBezTo>
                  <a:pt x="438897" y="10847"/>
                  <a:pt x="439315" y="10847"/>
                  <a:pt x="440426" y="10847"/>
                </a:cubicBezTo>
                <a:cubicBezTo>
                  <a:pt x="445987" y="10847"/>
                  <a:pt x="447236" y="12096"/>
                  <a:pt x="447236" y="17934"/>
                </a:cubicBezTo>
                <a:lnTo>
                  <a:pt x="447236" y="90030"/>
                </a:lnTo>
                <a:cubicBezTo>
                  <a:pt x="447236" y="94335"/>
                  <a:pt x="458912" y="98920"/>
                  <a:pt x="470169" y="98920"/>
                </a:cubicBezTo>
                <a:cubicBezTo>
                  <a:pt x="488514" y="98920"/>
                  <a:pt x="502689" y="83641"/>
                  <a:pt x="502689" y="63781"/>
                </a:cubicBezTo>
                <a:cubicBezTo>
                  <a:pt x="502689" y="46561"/>
                  <a:pt x="492128" y="33638"/>
                  <a:pt x="478229" y="33638"/>
                </a:cubicBezTo>
                <a:cubicBezTo>
                  <a:pt x="469751" y="33638"/>
                  <a:pt x="461690" y="38503"/>
                  <a:pt x="458912" y="45450"/>
                </a:cubicBezTo>
                <a:lnTo>
                  <a:pt x="458912" y="2924"/>
                </a:lnTo>
                <a:moveTo>
                  <a:pt x="458912" y="52811"/>
                </a:moveTo>
                <a:cubicBezTo>
                  <a:pt x="458912" y="47395"/>
                  <a:pt x="465444" y="42394"/>
                  <a:pt x="472671" y="42394"/>
                </a:cubicBezTo>
                <a:cubicBezTo>
                  <a:pt x="476562" y="42394"/>
                  <a:pt x="480036" y="43783"/>
                  <a:pt x="482954" y="46421"/>
                </a:cubicBezTo>
                <a:cubicBezTo>
                  <a:pt x="487401" y="50728"/>
                  <a:pt x="490459" y="60172"/>
                  <a:pt x="490459" y="70170"/>
                </a:cubicBezTo>
                <a:cubicBezTo>
                  <a:pt x="490459" y="85586"/>
                  <a:pt x="483787" y="94473"/>
                  <a:pt x="472393" y="94473"/>
                </a:cubicBezTo>
                <a:cubicBezTo>
                  <a:pt x="465166" y="94473"/>
                  <a:pt x="458912" y="91419"/>
                  <a:pt x="458912" y="87808"/>
                </a:cubicBezTo>
                <a:lnTo>
                  <a:pt x="458912" y="52811"/>
                </a:lnTo>
                <a:close/>
                <a:moveTo>
                  <a:pt x="510056" y="97563"/>
                </a:moveTo>
                <a:lnTo>
                  <a:pt x="542854" y="97563"/>
                </a:lnTo>
                <a:lnTo>
                  <a:pt x="542854" y="95478"/>
                </a:lnTo>
                <a:cubicBezTo>
                  <a:pt x="534100" y="95063"/>
                  <a:pt x="532571" y="93672"/>
                  <a:pt x="532431" y="85889"/>
                </a:cubicBezTo>
                <a:lnTo>
                  <a:pt x="532431" y="2918"/>
                </a:lnTo>
                <a:lnTo>
                  <a:pt x="531876" y="2640"/>
                </a:lnTo>
                <a:cubicBezTo>
                  <a:pt x="524789" y="4865"/>
                  <a:pt x="519646" y="6394"/>
                  <a:pt x="509779" y="8756"/>
                </a:cubicBezTo>
                <a:lnTo>
                  <a:pt x="509779" y="10979"/>
                </a:lnTo>
                <a:lnTo>
                  <a:pt x="510612" y="10979"/>
                </a:lnTo>
                <a:cubicBezTo>
                  <a:pt x="512141" y="10841"/>
                  <a:pt x="513808" y="10701"/>
                  <a:pt x="514921" y="10701"/>
                </a:cubicBezTo>
                <a:cubicBezTo>
                  <a:pt x="519368" y="10701"/>
                  <a:pt x="520757" y="12648"/>
                  <a:pt x="520757" y="19179"/>
                </a:cubicBezTo>
                <a:lnTo>
                  <a:pt x="520757" y="85473"/>
                </a:lnTo>
                <a:cubicBezTo>
                  <a:pt x="520619" y="92978"/>
                  <a:pt x="518673" y="94923"/>
                  <a:pt x="510056" y="95478"/>
                </a:cubicBezTo>
                <a:lnTo>
                  <a:pt x="510056" y="97563"/>
                </a:lnTo>
                <a:close/>
                <a:moveTo>
                  <a:pt x="602476" y="74732"/>
                </a:moveTo>
                <a:cubicBezTo>
                  <a:pt x="595807" y="85299"/>
                  <a:pt x="589829" y="89333"/>
                  <a:pt x="580935" y="89333"/>
                </a:cubicBezTo>
                <a:cubicBezTo>
                  <a:pt x="573014" y="89333"/>
                  <a:pt x="567038" y="85299"/>
                  <a:pt x="563007" y="77374"/>
                </a:cubicBezTo>
                <a:cubicBezTo>
                  <a:pt x="560504" y="72090"/>
                  <a:pt x="559533" y="67641"/>
                  <a:pt x="559255" y="59018"/>
                </a:cubicBezTo>
                <a:lnTo>
                  <a:pt x="602061" y="59018"/>
                </a:lnTo>
                <a:cubicBezTo>
                  <a:pt x="600947" y="50001"/>
                  <a:pt x="599558" y="45984"/>
                  <a:pt x="596085" y="41552"/>
                </a:cubicBezTo>
                <a:cubicBezTo>
                  <a:pt x="591913" y="36558"/>
                  <a:pt x="585522" y="33638"/>
                  <a:pt x="578294" y="33638"/>
                </a:cubicBezTo>
                <a:cubicBezTo>
                  <a:pt x="571345" y="33638"/>
                  <a:pt x="564813" y="36140"/>
                  <a:pt x="559533" y="40859"/>
                </a:cubicBezTo>
                <a:cubicBezTo>
                  <a:pt x="552999" y="46538"/>
                  <a:pt x="549248" y="56378"/>
                  <a:pt x="549248" y="67778"/>
                </a:cubicBezTo>
                <a:cubicBezTo>
                  <a:pt x="549248" y="86968"/>
                  <a:pt x="559255" y="98920"/>
                  <a:pt x="575236" y="98920"/>
                </a:cubicBezTo>
                <a:cubicBezTo>
                  <a:pt x="588440" y="98920"/>
                  <a:pt x="598863" y="90722"/>
                  <a:pt x="604701" y="75705"/>
                </a:cubicBezTo>
                <a:lnTo>
                  <a:pt x="602476" y="74732"/>
                </a:lnTo>
                <a:moveTo>
                  <a:pt x="559533" y="54571"/>
                </a:moveTo>
                <a:cubicBezTo>
                  <a:pt x="561060" y="43768"/>
                  <a:pt x="565787" y="38643"/>
                  <a:pt x="574263" y="38643"/>
                </a:cubicBezTo>
                <a:cubicBezTo>
                  <a:pt x="582741" y="38643"/>
                  <a:pt x="586077" y="42521"/>
                  <a:pt x="587884" y="54571"/>
                </a:cubicBezTo>
                <a:lnTo>
                  <a:pt x="559533" y="54571"/>
                </a:lnTo>
                <a:close/>
                <a:moveTo>
                  <a:pt x="626937" y="33774"/>
                </a:moveTo>
                <a:cubicBezTo>
                  <a:pt x="622768" y="33774"/>
                  <a:pt x="619294" y="37249"/>
                  <a:pt x="619294" y="41696"/>
                </a:cubicBezTo>
                <a:cubicBezTo>
                  <a:pt x="619294" y="45728"/>
                  <a:pt x="622768" y="49201"/>
                  <a:pt x="626799" y="49201"/>
                </a:cubicBezTo>
                <a:cubicBezTo>
                  <a:pt x="631106" y="49201"/>
                  <a:pt x="634720" y="45866"/>
                  <a:pt x="634720" y="41696"/>
                </a:cubicBezTo>
                <a:cubicBezTo>
                  <a:pt x="634720" y="37387"/>
                  <a:pt x="631106" y="33774"/>
                  <a:pt x="626937" y="33774"/>
                </a:cubicBezTo>
                <a:moveTo>
                  <a:pt x="626937" y="83630"/>
                </a:moveTo>
                <a:cubicBezTo>
                  <a:pt x="622768" y="83630"/>
                  <a:pt x="619294" y="87104"/>
                  <a:pt x="619294" y="91553"/>
                </a:cubicBezTo>
                <a:cubicBezTo>
                  <a:pt x="619294" y="95582"/>
                  <a:pt x="622768" y="99056"/>
                  <a:pt x="626799" y="99056"/>
                </a:cubicBezTo>
                <a:cubicBezTo>
                  <a:pt x="631106" y="99056"/>
                  <a:pt x="634720" y="95722"/>
                  <a:pt x="634720" y="91553"/>
                </a:cubicBezTo>
                <a:cubicBezTo>
                  <a:pt x="634720" y="87244"/>
                  <a:pt x="631106" y="83630"/>
                  <a:pt x="626937" y="83630"/>
                </a:cubicBezTo>
                <a:close/>
                <a:moveTo>
                  <a:pt x="744511" y="480"/>
                </a:moveTo>
                <a:cubicBezTo>
                  <a:pt x="728346" y="1900"/>
                  <a:pt x="720122" y="4593"/>
                  <a:pt x="709772" y="11824"/>
                </a:cubicBezTo>
                <a:cubicBezTo>
                  <a:pt x="694459" y="22741"/>
                  <a:pt x="686095" y="38906"/>
                  <a:pt x="686095" y="57919"/>
                </a:cubicBezTo>
                <a:cubicBezTo>
                  <a:pt x="686095" y="70268"/>
                  <a:pt x="689922" y="82758"/>
                  <a:pt x="696019" y="89854"/>
                </a:cubicBezTo>
                <a:cubicBezTo>
                  <a:pt x="701408" y="96100"/>
                  <a:pt x="709065" y="99501"/>
                  <a:pt x="717855" y="99501"/>
                </a:cubicBezTo>
                <a:cubicBezTo>
                  <a:pt x="735435" y="99501"/>
                  <a:pt x="747629" y="86023"/>
                  <a:pt x="747629" y="66437"/>
                </a:cubicBezTo>
                <a:cubicBezTo>
                  <a:pt x="747629" y="48127"/>
                  <a:pt x="737422" y="36777"/>
                  <a:pt x="720832" y="36777"/>
                </a:cubicBezTo>
                <a:cubicBezTo>
                  <a:pt x="714592" y="36777"/>
                  <a:pt x="711758" y="37770"/>
                  <a:pt x="702825" y="43160"/>
                </a:cubicBezTo>
                <a:cubicBezTo>
                  <a:pt x="706652" y="21750"/>
                  <a:pt x="722535" y="6436"/>
                  <a:pt x="744795" y="2750"/>
                </a:cubicBezTo>
                <a:lnTo>
                  <a:pt x="744511" y="480"/>
                </a:lnTo>
                <a:moveTo>
                  <a:pt x="715585" y="43300"/>
                </a:moveTo>
                <a:cubicBezTo>
                  <a:pt x="727922" y="43300"/>
                  <a:pt x="734869" y="53521"/>
                  <a:pt x="734869" y="71261"/>
                </a:cubicBezTo>
                <a:cubicBezTo>
                  <a:pt x="734869" y="86875"/>
                  <a:pt x="729339" y="95531"/>
                  <a:pt x="719415" y="95531"/>
                </a:cubicBezTo>
                <a:cubicBezTo>
                  <a:pt x="706938" y="95531"/>
                  <a:pt x="699281" y="82191"/>
                  <a:pt x="699281" y="60191"/>
                </a:cubicBezTo>
                <a:cubicBezTo>
                  <a:pt x="699281" y="52952"/>
                  <a:pt x="700415" y="48977"/>
                  <a:pt x="703251" y="46848"/>
                </a:cubicBezTo>
                <a:cubicBezTo>
                  <a:pt x="706228" y="44577"/>
                  <a:pt x="710622" y="43300"/>
                  <a:pt x="715585" y="43300"/>
                </a:cubicBezTo>
                <a:close/>
                <a:moveTo>
                  <a:pt x="777832" y="14887"/>
                </a:moveTo>
                <a:lnTo>
                  <a:pt x="805622" y="14887"/>
                </a:lnTo>
                <a:cubicBezTo>
                  <a:pt x="808032" y="14887"/>
                  <a:pt x="808456" y="14744"/>
                  <a:pt x="808882" y="13611"/>
                </a:cubicBezTo>
                <a:lnTo>
                  <a:pt x="814269" y="991"/>
                </a:lnTo>
                <a:lnTo>
                  <a:pt x="812995" y="0"/>
                </a:lnTo>
                <a:cubicBezTo>
                  <a:pt x="810866" y="2834"/>
                  <a:pt x="809592" y="3684"/>
                  <a:pt x="806472" y="3684"/>
                </a:cubicBezTo>
                <a:lnTo>
                  <a:pt x="776839" y="3684"/>
                </a:lnTo>
                <a:lnTo>
                  <a:pt x="761383" y="37279"/>
                </a:lnTo>
                <a:cubicBezTo>
                  <a:pt x="761242" y="37563"/>
                  <a:pt x="761242" y="37705"/>
                  <a:pt x="761242" y="37989"/>
                </a:cubicBezTo>
                <a:cubicBezTo>
                  <a:pt x="761242" y="38839"/>
                  <a:pt x="761809" y="39123"/>
                  <a:pt x="762943" y="39123"/>
                </a:cubicBezTo>
                <a:cubicBezTo>
                  <a:pt x="767479" y="39123"/>
                  <a:pt x="773009" y="40116"/>
                  <a:pt x="778966" y="41957"/>
                </a:cubicBezTo>
                <a:cubicBezTo>
                  <a:pt x="795270" y="47201"/>
                  <a:pt x="802643" y="55846"/>
                  <a:pt x="802643" y="70019"/>
                </a:cubicBezTo>
                <a:cubicBezTo>
                  <a:pt x="802643" y="83626"/>
                  <a:pt x="794136" y="94257"/>
                  <a:pt x="782936" y="94257"/>
                </a:cubicBezTo>
                <a:cubicBezTo>
                  <a:pt x="780099" y="94257"/>
                  <a:pt x="777832" y="93264"/>
                  <a:pt x="773576" y="90147"/>
                </a:cubicBezTo>
                <a:cubicBezTo>
                  <a:pt x="769039" y="86746"/>
                  <a:pt x="765922" y="85469"/>
                  <a:pt x="762659" y="85469"/>
                </a:cubicBezTo>
                <a:cubicBezTo>
                  <a:pt x="758689" y="85469"/>
                  <a:pt x="756705" y="87170"/>
                  <a:pt x="756705" y="90713"/>
                </a:cubicBezTo>
                <a:cubicBezTo>
                  <a:pt x="756705" y="96100"/>
                  <a:pt x="763226" y="99501"/>
                  <a:pt x="774002" y="99501"/>
                </a:cubicBezTo>
                <a:cubicBezTo>
                  <a:pt x="785772" y="99501"/>
                  <a:pt x="795979" y="95674"/>
                  <a:pt x="803212" y="88446"/>
                </a:cubicBezTo>
                <a:cubicBezTo>
                  <a:pt x="809592" y="82068"/>
                  <a:pt x="812569" y="73990"/>
                  <a:pt x="812569" y="63217"/>
                </a:cubicBezTo>
                <a:cubicBezTo>
                  <a:pt x="812569" y="53012"/>
                  <a:pt x="809875" y="46494"/>
                  <a:pt x="802926" y="39406"/>
                </a:cubicBezTo>
                <a:cubicBezTo>
                  <a:pt x="796689" y="33171"/>
                  <a:pt x="788606" y="29910"/>
                  <a:pt x="771876" y="26933"/>
                </a:cubicBezTo>
                <a:lnTo>
                  <a:pt x="777832" y="1488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9378249-7428-4586-91C3-3F13D3901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1338" y="2032570"/>
            <a:ext cx="673148" cy="202315"/>
          </a:xfrm>
          <a:custGeom xmlns:a="http://schemas.openxmlformats.org/drawingml/2006/main">
            <a:pathLst>
              <a:path w="673148" h="202315">
                <a:moveTo>
                  <a:pt x="35100" y="0"/>
                </a:moveTo>
                <a:lnTo>
                  <a:pt x="638056" y="0"/>
                </a:lnTo>
                <a:cubicBezTo>
                  <a:pt x="657506" y="0"/>
                  <a:pt x="673148" y="15642"/>
                  <a:pt x="673148" y="35100"/>
                </a:cubicBezTo>
                <a:lnTo>
                  <a:pt x="673148" y="167215"/>
                </a:lnTo>
                <a:cubicBezTo>
                  <a:pt x="673148" y="186673"/>
                  <a:pt x="657506" y="202315"/>
                  <a:pt x="638056" y="202315"/>
                </a:cubicBezTo>
                <a:lnTo>
                  <a:pt x="35100" y="202315"/>
                </a:lnTo>
                <a:cubicBezTo>
                  <a:pt x="15642" y="202315"/>
                  <a:pt x="0" y="186673"/>
                  <a:pt x="0" y="167215"/>
                </a:cubicBezTo>
                <a:lnTo>
                  <a:pt x="0" y="35100"/>
                </a:lnTo>
                <a:cubicBezTo>
                  <a:pt x="0" y="15642"/>
                  <a:pt x="15642" y="0"/>
                  <a:pt x="35100" y="0"/>
                </a:cubicBezTo>
                <a:close/>
                <a:moveTo>
                  <a:pt x="35100" y="0"/>
                </a:moveTo>
              </a:path>
            </a:pathLst>
          </a:custGeom>
          <a:solidFill xmlns:a="http://schemas.openxmlformats.org/drawingml/2006/main">
            <a:srgbClr val="FFFFFF">
              <a:alpha val="75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67" name="Text Secure:35">
            <a:extLst xmlns:a="http://schemas.openxmlformats.org/drawingml/2006/main">
              <a:ext uri="{FF2B5EF4-FFF2-40B4-BE49-F238E27FC236}">
                <a16:creationId xmlns:a16="http://schemas.microsoft.com/office/drawing/2014/main" id="{262B01D3-BE59-40D8-893E-9D94F8CA2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5467" y="2080776"/>
            <a:ext cx="575041" cy="99501"/>
          </a:xfrm>
          <a:custGeom xmlns:a="http://schemas.openxmlformats.org/drawingml/2006/main">
            <a:pathLst>
              <a:path w="575041" h="99501">
                <a:moveTo>
                  <a:pt x="56287" y="3643"/>
                </a:moveTo>
                <a:lnTo>
                  <a:pt x="53368" y="3643"/>
                </a:lnTo>
                <a:cubicBezTo>
                  <a:pt x="52813" y="6657"/>
                  <a:pt x="51284" y="8324"/>
                  <a:pt x="48921" y="8324"/>
                </a:cubicBezTo>
                <a:cubicBezTo>
                  <a:pt x="47530" y="8324"/>
                  <a:pt x="45168" y="7768"/>
                  <a:pt x="42805" y="6657"/>
                </a:cubicBezTo>
                <a:cubicBezTo>
                  <a:pt x="37663" y="4757"/>
                  <a:pt x="32520" y="3643"/>
                  <a:pt x="27935" y="3643"/>
                </a:cubicBezTo>
                <a:cubicBezTo>
                  <a:pt x="22097" y="3643"/>
                  <a:pt x="15983" y="6008"/>
                  <a:pt x="11396" y="10037"/>
                </a:cubicBezTo>
                <a:cubicBezTo>
                  <a:pt x="6532" y="14342"/>
                  <a:pt x="4031" y="20174"/>
                  <a:pt x="4031" y="27395"/>
                </a:cubicBezTo>
                <a:cubicBezTo>
                  <a:pt x="4031" y="38503"/>
                  <a:pt x="10145" y="46277"/>
                  <a:pt x="25711" y="54471"/>
                </a:cubicBezTo>
                <a:cubicBezTo>
                  <a:pt x="35718" y="59885"/>
                  <a:pt x="42945" y="65439"/>
                  <a:pt x="46419" y="70718"/>
                </a:cubicBezTo>
                <a:cubicBezTo>
                  <a:pt x="47670" y="72522"/>
                  <a:pt x="48366" y="75438"/>
                  <a:pt x="48366" y="78910"/>
                </a:cubicBezTo>
                <a:cubicBezTo>
                  <a:pt x="48366" y="88073"/>
                  <a:pt x="41416" y="94460"/>
                  <a:pt x="31271" y="94460"/>
                </a:cubicBezTo>
                <a:cubicBezTo>
                  <a:pt x="18761" y="94460"/>
                  <a:pt x="10145" y="86824"/>
                  <a:pt x="3196" y="69884"/>
                </a:cubicBezTo>
                <a:lnTo>
                  <a:pt x="0" y="69884"/>
                </a:lnTo>
                <a:lnTo>
                  <a:pt x="4169" y="99325"/>
                </a:lnTo>
                <a:lnTo>
                  <a:pt x="7227" y="99325"/>
                </a:lnTo>
                <a:cubicBezTo>
                  <a:pt x="7365" y="96730"/>
                  <a:pt x="9034" y="94785"/>
                  <a:pt x="11119" y="94785"/>
                </a:cubicBezTo>
                <a:cubicBezTo>
                  <a:pt x="12648" y="94785"/>
                  <a:pt x="15010" y="95341"/>
                  <a:pt x="17650" y="96314"/>
                </a:cubicBezTo>
                <a:cubicBezTo>
                  <a:pt x="22931" y="98352"/>
                  <a:pt x="28629" y="99463"/>
                  <a:pt x="34049" y="99463"/>
                </a:cubicBezTo>
                <a:cubicBezTo>
                  <a:pt x="50173" y="99463"/>
                  <a:pt x="62402" y="88491"/>
                  <a:pt x="62402" y="74049"/>
                </a:cubicBezTo>
                <a:cubicBezTo>
                  <a:pt x="62402" y="62663"/>
                  <a:pt x="54758" y="53776"/>
                  <a:pt x="36412" y="43779"/>
                </a:cubicBezTo>
                <a:cubicBezTo>
                  <a:pt x="21819" y="35865"/>
                  <a:pt x="15983" y="29755"/>
                  <a:pt x="15983" y="22116"/>
                </a:cubicBezTo>
                <a:cubicBezTo>
                  <a:pt x="15983" y="14480"/>
                  <a:pt x="21819" y="9342"/>
                  <a:pt x="30436" y="9342"/>
                </a:cubicBezTo>
                <a:cubicBezTo>
                  <a:pt x="36692" y="9342"/>
                  <a:pt x="42528" y="11982"/>
                  <a:pt x="47392" y="16980"/>
                </a:cubicBezTo>
                <a:cubicBezTo>
                  <a:pt x="51700" y="21423"/>
                  <a:pt x="53646" y="25032"/>
                  <a:pt x="55871" y="33226"/>
                </a:cubicBezTo>
                <a:lnTo>
                  <a:pt x="59344" y="33226"/>
                </a:lnTo>
                <a:lnTo>
                  <a:pt x="56287" y="3643"/>
                </a:lnTo>
                <a:close/>
                <a:moveTo>
                  <a:pt x="126888" y="74732"/>
                </a:moveTo>
                <a:cubicBezTo>
                  <a:pt x="120218" y="85299"/>
                  <a:pt x="114240" y="89333"/>
                  <a:pt x="105346" y="89333"/>
                </a:cubicBezTo>
                <a:cubicBezTo>
                  <a:pt x="97426" y="89333"/>
                  <a:pt x="91450" y="85299"/>
                  <a:pt x="87418" y="77374"/>
                </a:cubicBezTo>
                <a:cubicBezTo>
                  <a:pt x="84916" y="72090"/>
                  <a:pt x="83945" y="67641"/>
                  <a:pt x="83667" y="59018"/>
                </a:cubicBezTo>
                <a:lnTo>
                  <a:pt x="126472" y="59018"/>
                </a:lnTo>
                <a:cubicBezTo>
                  <a:pt x="125359" y="50001"/>
                  <a:pt x="123970" y="45984"/>
                  <a:pt x="120496" y="41552"/>
                </a:cubicBezTo>
                <a:cubicBezTo>
                  <a:pt x="116325" y="36558"/>
                  <a:pt x="109933" y="33638"/>
                  <a:pt x="102706" y="33638"/>
                </a:cubicBezTo>
                <a:cubicBezTo>
                  <a:pt x="95757" y="33638"/>
                  <a:pt x="89225" y="36140"/>
                  <a:pt x="83945" y="40859"/>
                </a:cubicBezTo>
                <a:cubicBezTo>
                  <a:pt x="77411" y="46538"/>
                  <a:pt x="73659" y="56378"/>
                  <a:pt x="73659" y="67778"/>
                </a:cubicBezTo>
                <a:cubicBezTo>
                  <a:pt x="73659" y="86968"/>
                  <a:pt x="83667" y="98920"/>
                  <a:pt x="99648" y="98920"/>
                </a:cubicBezTo>
                <a:cubicBezTo>
                  <a:pt x="112851" y="98920"/>
                  <a:pt x="123274" y="90722"/>
                  <a:pt x="129112" y="75705"/>
                </a:cubicBezTo>
                <a:lnTo>
                  <a:pt x="126888" y="74732"/>
                </a:lnTo>
                <a:moveTo>
                  <a:pt x="83945" y="54571"/>
                </a:moveTo>
                <a:cubicBezTo>
                  <a:pt x="85471" y="43768"/>
                  <a:pt x="90198" y="38643"/>
                  <a:pt x="98675" y="38643"/>
                </a:cubicBezTo>
                <a:cubicBezTo>
                  <a:pt x="107153" y="38643"/>
                  <a:pt x="110489" y="42521"/>
                  <a:pt x="112296" y="54571"/>
                </a:cubicBezTo>
                <a:lnTo>
                  <a:pt x="83945" y="54571"/>
                </a:lnTo>
                <a:close/>
                <a:moveTo>
                  <a:pt x="187205" y="75860"/>
                </a:moveTo>
                <a:cubicBezTo>
                  <a:pt x="180534" y="85581"/>
                  <a:pt x="175531" y="88915"/>
                  <a:pt x="167608" y="88915"/>
                </a:cubicBezTo>
                <a:cubicBezTo>
                  <a:pt x="154823" y="88915"/>
                  <a:pt x="146067" y="77805"/>
                  <a:pt x="146067" y="61834"/>
                </a:cubicBezTo>
                <a:cubicBezTo>
                  <a:pt x="146067" y="47390"/>
                  <a:pt x="153712" y="37669"/>
                  <a:pt x="164968" y="37669"/>
                </a:cubicBezTo>
                <a:cubicBezTo>
                  <a:pt x="169971" y="37669"/>
                  <a:pt x="171778" y="39058"/>
                  <a:pt x="173169" y="44334"/>
                </a:cubicBezTo>
                <a:lnTo>
                  <a:pt x="174002" y="47390"/>
                </a:lnTo>
                <a:cubicBezTo>
                  <a:pt x="175113" y="51417"/>
                  <a:pt x="177616" y="53780"/>
                  <a:pt x="180674" y="53780"/>
                </a:cubicBezTo>
                <a:cubicBezTo>
                  <a:pt x="184287" y="53780"/>
                  <a:pt x="187205" y="51140"/>
                  <a:pt x="187205" y="47946"/>
                </a:cubicBezTo>
                <a:cubicBezTo>
                  <a:pt x="187205" y="40170"/>
                  <a:pt x="177476" y="33638"/>
                  <a:pt x="165802" y="33638"/>
                </a:cubicBezTo>
                <a:cubicBezTo>
                  <a:pt x="158992" y="33638"/>
                  <a:pt x="151905" y="36418"/>
                  <a:pt x="146207" y="41419"/>
                </a:cubicBezTo>
                <a:cubicBezTo>
                  <a:pt x="139257" y="47530"/>
                  <a:pt x="135366" y="56974"/>
                  <a:pt x="135366" y="68084"/>
                </a:cubicBezTo>
                <a:cubicBezTo>
                  <a:pt x="135366" y="85999"/>
                  <a:pt x="146345" y="98920"/>
                  <a:pt x="161772" y="98920"/>
                </a:cubicBezTo>
                <a:cubicBezTo>
                  <a:pt x="168026" y="98920"/>
                  <a:pt x="173584" y="96698"/>
                  <a:pt x="178589" y="92389"/>
                </a:cubicBezTo>
                <a:cubicBezTo>
                  <a:pt x="182341" y="89193"/>
                  <a:pt x="184981" y="85303"/>
                  <a:pt x="189150" y="77109"/>
                </a:cubicBezTo>
                <a:lnTo>
                  <a:pt x="187205" y="75860"/>
                </a:lnTo>
                <a:close/>
                <a:moveTo>
                  <a:pt x="257806" y="90582"/>
                </a:moveTo>
                <a:lnTo>
                  <a:pt x="257112" y="90582"/>
                </a:lnTo>
                <a:cubicBezTo>
                  <a:pt x="250301" y="90304"/>
                  <a:pt x="249330" y="89193"/>
                  <a:pt x="249190" y="82661"/>
                </a:cubicBezTo>
                <a:lnTo>
                  <a:pt x="249190" y="34995"/>
                </a:lnTo>
                <a:lnTo>
                  <a:pt x="227230" y="34995"/>
                </a:lnTo>
                <a:lnTo>
                  <a:pt x="227230" y="37360"/>
                </a:lnTo>
                <a:cubicBezTo>
                  <a:pt x="235849" y="37775"/>
                  <a:pt x="237515" y="39166"/>
                  <a:pt x="237515" y="46114"/>
                </a:cubicBezTo>
                <a:lnTo>
                  <a:pt x="237515" y="78770"/>
                </a:lnTo>
                <a:cubicBezTo>
                  <a:pt x="237515" y="82661"/>
                  <a:pt x="236820" y="84608"/>
                  <a:pt x="234875" y="86135"/>
                </a:cubicBezTo>
                <a:cubicBezTo>
                  <a:pt x="231122" y="89193"/>
                  <a:pt x="226815" y="90860"/>
                  <a:pt x="222645" y="90860"/>
                </a:cubicBezTo>
                <a:cubicBezTo>
                  <a:pt x="217225" y="90860"/>
                  <a:pt x="212778" y="86135"/>
                  <a:pt x="212778" y="80299"/>
                </a:cubicBezTo>
                <a:lnTo>
                  <a:pt x="212778" y="34995"/>
                </a:lnTo>
                <a:lnTo>
                  <a:pt x="192485" y="34995"/>
                </a:lnTo>
                <a:lnTo>
                  <a:pt x="192485" y="36942"/>
                </a:lnTo>
                <a:cubicBezTo>
                  <a:pt x="199019" y="37220"/>
                  <a:pt x="200964" y="39166"/>
                  <a:pt x="201104" y="45836"/>
                </a:cubicBezTo>
                <a:lnTo>
                  <a:pt x="201104" y="80854"/>
                </a:lnTo>
                <a:cubicBezTo>
                  <a:pt x="201104" y="91833"/>
                  <a:pt x="207773" y="98920"/>
                  <a:pt x="217918" y="98920"/>
                </a:cubicBezTo>
                <a:cubicBezTo>
                  <a:pt x="223061" y="98920"/>
                  <a:pt x="228481" y="96698"/>
                  <a:pt x="232235" y="92944"/>
                </a:cubicBezTo>
                <a:lnTo>
                  <a:pt x="238211" y="86970"/>
                </a:lnTo>
                <a:lnTo>
                  <a:pt x="238211" y="98505"/>
                </a:lnTo>
                <a:lnTo>
                  <a:pt x="238767" y="98782"/>
                </a:lnTo>
                <a:cubicBezTo>
                  <a:pt x="245716" y="96002"/>
                  <a:pt x="250719" y="94473"/>
                  <a:pt x="257806" y="92529"/>
                </a:cubicBezTo>
                <a:lnTo>
                  <a:pt x="257806" y="90582"/>
                </a:lnTo>
                <a:close/>
                <a:moveTo>
                  <a:pt x="261419" y="97563"/>
                </a:moveTo>
                <a:lnTo>
                  <a:pt x="294775" y="97563"/>
                </a:lnTo>
                <a:lnTo>
                  <a:pt x="294775" y="95478"/>
                </a:lnTo>
                <a:cubicBezTo>
                  <a:pt x="285463" y="95201"/>
                  <a:pt x="283239" y="93256"/>
                  <a:pt x="282961" y="85057"/>
                </a:cubicBezTo>
                <a:lnTo>
                  <a:pt x="282961" y="53788"/>
                </a:lnTo>
                <a:cubicBezTo>
                  <a:pt x="282961" y="49341"/>
                  <a:pt x="288799" y="42394"/>
                  <a:pt x="292691" y="42394"/>
                </a:cubicBezTo>
                <a:cubicBezTo>
                  <a:pt x="293524" y="42394"/>
                  <a:pt x="294775" y="43090"/>
                  <a:pt x="296304" y="44479"/>
                </a:cubicBezTo>
                <a:cubicBezTo>
                  <a:pt x="298389" y="46563"/>
                  <a:pt x="300056" y="47257"/>
                  <a:pt x="301862" y="47257"/>
                </a:cubicBezTo>
                <a:cubicBezTo>
                  <a:pt x="305198" y="47257"/>
                  <a:pt x="307283" y="44894"/>
                  <a:pt x="307283" y="41005"/>
                </a:cubicBezTo>
                <a:cubicBezTo>
                  <a:pt x="307283" y="36418"/>
                  <a:pt x="304365" y="33638"/>
                  <a:pt x="299640" y="33638"/>
                </a:cubicBezTo>
                <a:cubicBezTo>
                  <a:pt x="293802" y="33638"/>
                  <a:pt x="289910" y="36696"/>
                  <a:pt x="282961" y="46701"/>
                </a:cubicBezTo>
                <a:lnTo>
                  <a:pt x="282961" y="33918"/>
                </a:lnTo>
                <a:lnTo>
                  <a:pt x="282267" y="33638"/>
                </a:lnTo>
                <a:cubicBezTo>
                  <a:pt x="274485" y="36696"/>
                  <a:pt x="269480" y="38643"/>
                  <a:pt x="261697" y="41143"/>
                </a:cubicBezTo>
                <a:lnTo>
                  <a:pt x="261697" y="43367"/>
                </a:lnTo>
                <a:cubicBezTo>
                  <a:pt x="263644" y="42950"/>
                  <a:pt x="264895" y="42810"/>
                  <a:pt x="266562" y="42810"/>
                </a:cubicBezTo>
                <a:cubicBezTo>
                  <a:pt x="270036" y="42810"/>
                  <a:pt x="271287" y="45034"/>
                  <a:pt x="271287" y="51148"/>
                </a:cubicBezTo>
                <a:lnTo>
                  <a:pt x="271287" y="85891"/>
                </a:lnTo>
                <a:cubicBezTo>
                  <a:pt x="271009" y="93116"/>
                  <a:pt x="270175" y="93952"/>
                  <a:pt x="261419" y="95478"/>
                </a:cubicBezTo>
                <a:lnTo>
                  <a:pt x="261419" y="97563"/>
                </a:lnTo>
                <a:close/>
                <a:moveTo>
                  <a:pt x="363014" y="74732"/>
                </a:moveTo>
                <a:cubicBezTo>
                  <a:pt x="356344" y="85299"/>
                  <a:pt x="350366" y="89333"/>
                  <a:pt x="341472" y="89333"/>
                </a:cubicBezTo>
                <a:cubicBezTo>
                  <a:pt x="333551" y="89333"/>
                  <a:pt x="327575" y="85299"/>
                  <a:pt x="323544" y="77374"/>
                </a:cubicBezTo>
                <a:cubicBezTo>
                  <a:pt x="321042" y="72090"/>
                  <a:pt x="320070" y="67641"/>
                  <a:pt x="319793" y="59018"/>
                </a:cubicBezTo>
                <a:lnTo>
                  <a:pt x="362598" y="59018"/>
                </a:lnTo>
                <a:cubicBezTo>
                  <a:pt x="361485" y="50001"/>
                  <a:pt x="360096" y="45984"/>
                  <a:pt x="356622" y="41552"/>
                </a:cubicBezTo>
                <a:cubicBezTo>
                  <a:pt x="352451" y="36558"/>
                  <a:pt x="346059" y="33638"/>
                  <a:pt x="338832" y="33638"/>
                </a:cubicBezTo>
                <a:cubicBezTo>
                  <a:pt x="331882" y="33638"/>
                  <a:pt x="325351" y="36140"/>
                  <a:pt x="320070" y="40859"/>
                </a:cubicBezTo>
                <a:cubicBezTo>
                  <a:pt x="313537" y="46538"/>
                  <a:pt x="309785" y="56378"/>
                  <a:pt x="309785" y="67778"/>
                </a:cubicBezTo>
                <a:cubicBezTo>
                  <a:pt x="309785" y="86968"/>
                  <a:pt x="319793" y="98920"/>
                  <a:pt x="335774" y="98920"/>
                </a:cubicBezTo>
                <a:cubicBezTo>
                  <a:pt x="348977" y="98920"/>
                  <a:pt x="359400" y="90722"/>
                  <a:pt x="365238" y="75705"/>
                </a:cubicBezTo>
                <a:lnTo>
                  <a:pt x="363014" y="74732"/>
                </a:lnTo>
                <a:moveTo>
                  <a:pt x="320070" y="54571"/>
                </a:moveTo>
                <a:cubicBezTo>
                  <a:pt x="321597" y="43768"/>
                  <a:pt x="326324" y="38643"/>
                  <a:pt x="334800" y="38643"/>
                </a:cubicBezTo>
                <a:cubicBezTo>
                  <a:pt x="343279" y="38643"/>
                  <a:pt x="346615" y="42521"/>
                  <a:pt x="348421" y="54571"/>
                </a:cubicBezTo>
                <a:lnTo>
                  <a:pt x="320070" y="54571"/>
                </a:lnTo>
                <a:close/>
                <a:moveTo>
                  <a:pt x="387612" y="33774"/>
                </a:moveTo>
                <a:cubicBezTo>
                  <a:pt x="383443" y="33774"/>
                  <a:pt x="379969" y="37249"/>
                  <a:pt x="379969" y="41696"/>
                </a:cubicBezTo>
                <a:cubicBezTo>
                  <a:pt x="379969" y="45728"/>
                  <a:pt x="383443" y="49201"/>
                  <a:pt x="387475" y="49201"/>
                </a:cubicBezTo>
                <a:cubicBezTo>
                  <a:pt x="391782" y="49201"/>
                  <a:pt x="395395" y="45866"/>
                  <a:pt x="395395" y="41696"/>
                </a:cubicBezTo>
                <a:cubicBezTo>
                  <a:pt x="395395" y="37387"/>
                  <a:pt x="391782" y="33774"/>
                  <a:pt x="387612" y="33774"/>
                </a:cubicBezTo>
                <a:moveTo>
                  <a:pt x="387612" y="83630"/>
                </a:moveTo>
                <a:cubicBezTo>
                  <a:pt x="383443" y="83630"/>
                  <a:pt x="379969" y="87104"/>
                  <a:pt x="379969" y="91553"/>
                </a:cubicBezTo>
                <a:cubicBezTo>
                  <a:pt x="379969" y="95582"/>
                  <a:pt x="383443" y="99056"/>
                  <a:pt x="387475" y="99056"/>
                </a:cubicBezTo>
                <a:cubicBezTo>
                  <a:pt x="391782" y="99056"/>
                  <a:pt x="395395" y="95722"/>
                  <a:pt x="395395" y="91553"/>
                </a:cubicBezTo>
                <a:cubicBezTo>
                  <a:pt x="395395" y="87244"/>
                  <a:pt x="391782" y="83630"/>
                  <a:pt x="387612" y="83630"/>
                </a:cubicBezTo>
                <a:close/>
                <a:moveTo>
                  <a:pt x="463739" y="50769"/>
                </a:moveTo>
                <a:cubicBezTo>
                  <a:pt x="472103" y="50769"/>
                  <a:pt x="475364" y="51052"/>
                  <a:pt x="478626" y="52326"/>
                </a:cubicBezTo>
                <a:cubicBezTo>
                  <a:pt x="487559" y="55585"/>
                  <a:pt x="492946" y="63518"/>
                  <a:pt x="492946" y="73291"/>
                </a:cubicBezTo>
                <a:cubicBezTo>
                  <a:pt x="492946" y="85333"/>
                  <a:pt x="485006" y="94398"/>
                  <a:pt x="474513" y="94398"/>
                </a:cubicBezTo>
                <a:cubicBezTo>
                  <a:pt x="470543" y="94398"/>
                  <a:pt x="467709" y="93407"/>
                  <a:pt x="462463" y="90006"/>
                </a:cubicBezTo>
                <a:cubicBezTo>
                  <a:pt x="458350" y="87457"/>
                  <a:pt x="455940" y="86466"/>
                  <a:pt x="453529" y="86466"/>
                </a:cubicBezTo>
                <a:cubicBezTo>
                  <a:pt x="450269" y="86466"/>
                  <a:pt x="448142" y="88448"/>
                  <a:pt x="448142" y="91423"/>
                </a:cubicBezTo>
                <a:cubicBezTo>
                  <a:pt x="448142" y="96384"/>
                  <a:pt x="454239" y="99501"/>
                  <a:pt x="464163" y="99501"/>
                </a:cubicBezTo>
                <a:cubicBezTo>
                  <a:pt x="474939" y="99501"/>
                  <a:pt x="486140" y="95817"/>
                  <a:pt x="492946" y="90006"/>
                </a:cubicBezTo>
                <a:cubicBezTo>
                  <a:pt x="499610" y="84199"/>
                  <a:pt x="503156" y="75982"/>
                  <a:pt x="503156" y="66493"/>
                </a:cubicBezTo>
                <a:cubicBezTo>
                  <a:pt x="503156" y="59126"/>
                  <a:pt x="500886" y="52610"/>
                  <a:pt x="496916" y="48218"/>
                </a:cubicBezTo>
                <a:cubicBezTo>
                  <a:pt x="493939" y="45102"/>
                  <a:pt x="491246" y="43402"/>
                  <a:pt x="485147" y="40711"/>
                </a:cubicBezTo>
                <a:cubicBezTo>
                  <a:pt x="494790" y="34053"/>
                  <a:pt x="498333" y="28811"/>
                  <a:pt x="498333" y="21161"/>
                </a:cubicBezTo>
                <a:cubicBezTo>
                  <a:pt x="498333" y="9545"/>
                  <a:pt x="489402" y="1746"/>
                  <a:pt x="476216" y="1746"/>
                </a:cubicBezTo>
                <a:cubicBezTo>
                  <a:pt x="469126" y="1746"/>
                  <a:pt x="462887" y="4158"/>
                  <a:pt x="457783" y="8695"/>
                </a:cubicBezTo>
                <a:cubicBezTo>
                  <a:pt x="453529" y="12663"/>
                  <a:pt x="451403" y="16205"/>
                  <a:pt x="448426" y="24703"/>
                </a:cubicBezTo>
                <a:lnTo>
                  <a:pt x="450553" y="25270"/>
                </a:lnTo>
                <a:cubicBezTo>
                  <a:pt x="456223" y="14788"/>
                  <a:pt x="462603" y="10255"/>
                  <a:pt x="471536" y="10255"/>
                </a:cubicBezTo>
                <a:cubicBezTo>
                  <a:pt x="480893" y="10255"/>
                  <a:pt x="487133" y="16345"/>
                  <a:pt x="487133" y="25412"/>
                </a:cubicBezTo>
                <a:cubicBezTo>
                  <a:pt x="487133" y="30512"/>
                  <a:pt x="485006" y="35468"/>
                  <a:pt x="481462" y="39153"/>
                </a:cubicBezTo>
                <a:cubicBezTo>
                  <a:pt x="477207" y="43402"/>
                  <a:pt x="473237" y="45527"/>
                  <a:pt x="463596" y="48928"/>
                </a:cubicBezTo>
                <a:lnTo>
                  <a:pt x="463739" y="50769"/>
                </a:lnTo>
                <a:close/>
                <a:moveTo>
                  <a:pt x="538604" y="14887"/>
                </a:moveTo>
                <a:lnTo>
                  <a:pt x="566394" y="14887"/>
                </a:lnTo>
                <a:cubicBezTo>
                  <a:pt x="568804" y="14887"/>
                  <a:pt x="569228" y="14744"/>
                  <a:pt x="569654" y="13611"/>
                </a:cubicBezTo>
                <a:lnTo>
                  <a:pt x="575041" y="991"/>
                </a:lnTo>
                <a:lnTo>
                  <a:pt x="573767" y="0"/>
                </a:lnTo>
                <a:cubicBezTo>
                  <a:pt x="571638" y="2834"/>
                  <a:pt x="570364" y="3684"/>
                  <a:pt x="567244" y="3684"/>
                </a:cubicBezTo>
                <a:lnTo>
                  <a:pt x="537611" y="3684"/>
                </a:lnTo>
                <a:lnTo>
                  <a:pt x="522155" y="37279"/>
                </a:lnTo>
                <a:cubicBezTo>
                  <a:pt x="522014" y="37563"/>
                  <a:pt x="522014" y="37705"/>
                  <a:pt x="522014" y="37989"/>
                </a:cubicBezTo>
                <a:cubicBezTo>
                  <a:pt x="522014" y="38839"/>
                  <a:pt x="522581" y="39123"/>
                  <a:pt x="523714" y="39123"/>
                </a:cubicBezTo>
                <a:cubicBezTo>
                  <a:pt x="528251" y="39123"/>
                  <a:pt x="533781" y="40116"/>
                  <a:pt x="539737" y="41957"/>
                </a:cubicBezTo>
                <a:cubicBezTo>
                  <a:pt x="556041" y="47201"/>
                  <a:pt x="563415" y="55846"/>
                  <a:pt x="563415" y="70019"/>
                </a:cubicBezTo>
                <a:cubicBezTo>
                  <a:pt x="563415" y="83626"/>
                  <a:pt x="554908" y="94257"/>
                  <a:pt x="543707" y="94257"/>
                </a:cubicBezTo>
                <a:cubicBezTo>
                  <a:pt x="540871" y="94257"/>
                  <a:pt x="538604" y="93264"/>
                  <a:pt x="534348" y="90147"/>
                </a:cubicBezTo>
                <a:cubicBezTo>
                  <a:pt x="529811" y="86746"/>
                  <a:pt x="526694" y="85469"/>
                  <a:pt x="523431" y="85469"/>
                </a:cubicBezTo>
                <a:cubicBezTo>
                  <a:pt x="519461" y="85469"/>
                  <a:pt x="517477" y="87170"/>
                  <a:pt x="517477" y="90713"/>
                </a:cubicBezTo>
                <a:cubicBezTo>
                  <a:pt x="517477" y="96100"/>
                  <a:pt x="523998" y="99501"/>
                  <a:pt x="534774" y="99501"/>
                </a:cubicBezTo>
                <a:cubicBezTo>
                  <a:pt x="546544" y="99501"/>
                  <a:pt x="556751" y="95674"/>
                  <a:pt x="563984" y="88446"/>
                </a:cubicBezTo>
                <a:cubicBezTo>
                  <a:pt x="570364" y="82068"/>
                  <a:pt x="573341" y="73990"/>
                  <a:pt x="573341" y="63217"/>
                </a:cubicBezTo>
                <a:cubicBezTo>
                  <a:pt x="573341" y="53012"/>
                  <a:pt x="570647" y="46494"/>
                  <a:pt x="563698" y="39406"/>
                </a:cubicBezTo>
                <a:cubicBezTo>
                  <a:pt x="557461" y="33171"/>
                  <a:pt x="549378" y="29910"/>
                  <a:pt x="532648" y="26933"/>
                </a:cubicBezTo>
                <a:lnTo>
                  <a:pt x="538604" y="1488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236534D-2589-4BA3-BEFE-AC956210B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1338" y="2995705"/>
            <a:ext cx="922729" cy="202217"/>
          </a:xfrm>
          <a:custGeom xmlns:a="http://schemas.openxmlformats.org/drawingml/2006/main">
            <a:pathLst>
              <a:path w="922729" h="202217">
                <a:moveTo>
                  <a:pt x="35100" y="0"/>
                </a:moveTo>
                <a:lnTo>
                  <a:pt x="887637" y="0"/>
                </a:lnTo>
                <a:cubicBezTo>
                  <a:pt x="907087" y="0"/>
                  <a:pt x="922729" y="15642"/>
                  <a:pt x="922729" y="35092"/>
                </a:cubicBezTo>
                <a:lnTo>
                  <a:pt x="922729" y="167117"/>
                </a:lnTo>
                <a:cubicBezTo>
                  <a:pt x="922729" y="186575"/>
                  <a:pt x="907087" y="202217"/>
                  <a:pt x="887637" y="202217"/>
                </a:cubicBezTo>
                <a:lnTo>
                  <a:pt x="35100" y="202217"/>
                </a:lnTo>
                <a:cubicBezTo>
                  <a:pt x="15642" y="202217"/>
                  <a:pt x="0" y="186575"/>
                  <a:pt x="0" y="167117"/>
                </a:cubicBezTo>
                <a:lnTo>
                  <a:pt x="0" y="35092"/>
                </a:lnTo>
                <a:cubicBezTo>
                  <a:pt x="0" y="15642"/>
                  <a:pt x="15642" y="0"/>
                  <a:pt x="35100" y="0"/>
                </a:cubicBezTo>
                <a:close/>
                <a:moveTo>
                  <a:pt x="35100" y="0"/>
                </a:moveTo>
              </a:path>
            </a:pathLst>
          </a:custGeom>
          <a:solidFill xmlns:a="http://schemas.openxmlformats.org/drawingml/2006/main">
            <a:srgbClr val="FFFFFF">
              <a:alpha val="75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69" name="Text NoDecision:0">
            <a:extLst xmlns:a="http://schemas.openxmlformats.org/drawingml/2006/main">
              <a:ext uri="{FF2B5EF4-FFF2-40B4-BE49-F238E27FC236}">
                <a16:creationId xmlns:a16="http://schemas.microsoft.com/office/drawing/2014/main" id="{3DB2BB10-2CF4-4221-B715-ADB8D261D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1298" y="3045597"/>
            <a:ext cx="835096" cy="97756"/>
          </a:xfrm>
          <a:custGeom xmlns:a="http://schemas.openxmlformats.org/drawingml/2006/main">
            <a:pathLst>
              <a:path w="835096" h="97756">
                <a:moveTo>
                  <a:pt x="96592" y="3797"/>
                </a:moveTo>
                <a:lnTo>
                  <a:pt x="63931" y="3797"/>
                </a:lnTo>
                <a:lnTo>
                  <a:pt x="63931" y="6440"/>
                </a:lnTo>
                <a:cubicBezTo>
                  <a:pt x="75048" y="7133"/>
                  <a:pt x="76855" y="9498"/>
                  <a:pt x="77273" y="24232"/>
                </a:cubicBezTo>
                <a:lnTo>
                  <a:pt x="77273" y="71075"/>
                </a:lnTo>
                <a:lnTo>
                  <a:pt x="23766" y="3797"/>
                </a:lnTo>
                <a:lnTo>
                  <a:pt x="0" y="3797"/>
                </a:lnTo>
                <a:lnTo>
                  <a:pt x="0" y="6440"/>
                </a:lnTo>
                <a:cubicBezTo>
                  <a:pt x="5976" y="6440"/>
                  <a:pt x="7921" y="7551"/>
                  <a:pt x="13481" y="14085"/>
                </a:cubicBezTo>
                <a:lnTo>
                  <a:pt x="13481" y="75385"/>
                </a:lnTo>
                <a:cubicBezTo>
                  <a:pt x="13203" y="90119"/>
                  <a:pt x="11396" y="92483"/>
                  <a:pt x="0" y="93177"/>
                </a:cubicBezTo>
                <a:lnTo>
                  <a:pt x="0" y="95817"/>
                </a:lnTo>
                <a:lnTo>
                  <a:pt x="32660" y="95817"/>
                </a:lnTo>
                <a:lnTo>
                  <a:pt x="32660" y="93177"/>
                </a:lnTo>
                <a:cubicBezTo>
                  <a:pt x="21959" y="92621"/>
                  <a:pt x="19875" y="89703"/>
                  <a:pt x="19597" y="75385"/>
                </a:cubicBezTo>
                <a:lnTo>
                  <a:pt x="19597" y="20894"/>
                </a:lnTo>
                <a:lnTo>
                  <a:pt x="81024" y="97310"/>
                </a:lnTo>
                <a:lnTo>
                  <a:pt x="83389" y="97310"/>
                </a:lnTo>
                <a:lnTo>
                  <a:pt x="83389" y="24224"/>
                </a:lnTo>
                <a:cubicBezTo>
                  <a:pt x="83804" y="9773"/>
                  <a:pt x="85611" y="7411"/>
                  <a:pt x="96592" y="6440"/>
                </a:cubicBezTo>
                <a:lnTo>
                  <a:pt x="96592" y="3797"/>
                </a:lnTo>
                <a:close/>
                <a:moveTo>
                  <a:pt x="130502" y="31892"/>
                </a:moveTo>
                <a:cubicBezTo>
                  <a:pt x="112295" y="31892"/>
                  <a:pt x="99787" y="45229"/>
                  <a:pt x="99787" y="64395"/>
                </a:cubicBezTo>
                <a:cubicBezTo>
                  <a:pt x="99787" y="83284"/>
                  <a:pt x="112712" y="97174"/>
                  <a:pt x="130223" y="97174"/>
                </a:cubicBezTo>
                <a:cubicBezTo>
                  <a:pt x="147735" y="97174"/>
                  <a:pt x="161076" y="82591"/>
                  <a:pt x="161076" y="63284"/>
                </a:cubicBezTo>
                <a:cubicBezTo>
                  <a:pt x="161076" y="44951"/>
                  <a:pt x="148291" y="31892"/>
                  <a:pt x="130502" y="31892"/>
                </a:cubicBezTo>
                <a:moveTo>
                  <a:pt x="128696" y="35785"/>
                </a:moveTo>
                <a:cubicBezTo>
                  <a:pt x="140370" y="35785"/>
                  <a:pt x="148568" y="49118"/>
                  <a:pt x="148568" y="68145"/>
                </a:cubicBezTo>
                <a:cubicBezTo>
                  <a:pt x="148568" y="83977"/>
                  <a:pt x="142315" y="93283"/>
                  <a:pt x="131892" y="93283"/>
                </a:cubicBezTo>
                <a:cubicBezTo>
                  <a:pt x="126471" y="93283"/>
                  <a:pt x="121329" y="89951"/>
                  <a:pt x="118410" y="84395"/>
                </a:cubicBezTo>
                <a:cubicBezTo>
                  <a:pt x="114519" y="77172"/>
                  <a:pt x="112295" y="67451"/>
                  <a:pt x="112295" y="57590"/>
                </a:cubicBezTo>
                <a:cubicBezTo>
                  <a:pt x="112295" y="44395"/>
                  <a:pt x="118688" y="35785"/>
                  <a:pt x="128696" y="35785"/>
                </a:cubicBezTo>
                <a:close/>
                <a:moveTo>
                  <a:pt x="202215" y="95817"/>
                </a:moveTo>
                <a:lnTo>
                  <a:pt x="241684" y="95817"/>
                </a:lnTo>
                <a:cubicBezTo>
                  <a:pt x="257808" y="95817"/>
                  <a:pt x="272400" y="91232"/>
                  <a:pt x="281016" y="83447"/>
                </a:cubicBezTo>
                <a:cubicBezTo>
                  <a:pt x="290050" y="75247"/>
                  <a:pt x="295193" y="62875"/>
                  <a:pt x="295193" y="49392"/>
                </a:cubicBezTo>
                <a:cubicBezTo>
                  <a:pt x="295193" y="36882"/>
                  <a:pt x="291162" y="26039"/>
                  <a:pt x="283379" y="18394"/>
                </a:cubicBezTo>
                <a:cubicBezTo>
                  <a:pt x="273929" y="8802"/>
                  <a:pt x="258779" y="3797"/>
                  <a:pt x="239740" y="3797"/>
                </a:cubicBezTo>
                <a:lnTo>
                  <a:pt x="202215" y="3797"/>
                </a:lnTo>
                <a:lnTo>
                  <a:pt x="202215" y="6440"/>
                </a:lnTo>
                <a:cubicBezTo>
                  <a:pt x="213193" y="7411"/>
                  <a:pt x="214307" y="8524"/>
                  <a:pt x="214445" y="18950"/>
                </a:cubicBezTo>
                <a:lnTo>
                  <a:pt x="214445" y="80667"/>
                </a:lnTo>
                <a:cubicBezTo>
                  <a:pt x="214307" y="90814"/>
                  <a:pt x="212638" y="92483"/>
                  <a:pt x="202215" y="93177"/>
                </a:cubicBezTo>
                <a:lnTo>
                  <a:pt x="202215" y="95817"/>
                </a:lnTo>
                <a:moveTo>
                  <a:pt x="228621" y="14363"/>
                </a:moveTo>
                <a:cubicBezTo>
                  <a:pt x="228621" y="10053"/>
                  <a:pt x="230010" y="8940"/>
                  <a:pt x="235848" y="8940"/>
                </a:cubicBezTo>
                <a:cubicBezTo>
                  <a:pt x="247938" y="8940"/>
                  <a:pt x="256834" y="11165"/>
                  <a:pt x="263506" y="15892"/>
                </a:cubicBezTo>
                <a:cubicBezTo>
                  <a:pt x="274345" y="23399"/>
                  <a:pt x="280043" y="35353"/>
                  <a:pt x="280043" y="50365"/>
                </a:cubicBezTo>
                <a:cubicBezTo>
                  <a:pt x="280043" y="66766"/>
                  <a:pt x="274345" y="78443"/>
                  <a:pt x="263088" y="84976"/>
                </a:cubicBezTo>
                <a:cubicBezTo>
                  <a:pt x="256001" y="89008"/>
                  <a:pt x="247938" y="90677"/>
                  <a:pt x="235848" y="90677"/>
                </a:cubicBezTo>
                <a:cubicBezTo>
                  <a:pt x="230288" y="90677"/>
                  <a:pt x="228621" y="89425"/>
                  <a:pt x="228621" y="84976"/>
                </a:cubicBezTo>
                <a:lnTo>
                  <a:pt x="228621" y="14363"/>
                </a:lnTo>
                <a:close/>
                <a:moveTo>
                  <a:pt x="357733" y="72986"/>
                </a:moveTo>
                <a:cubicBezTo>
                  <a:pt x="351063" y="83553"/>
                  <a:pt x="345085" y="87587"/>
                  <a:pt x="336191" y="87587"/>
                </a:cubicBezTo>
                <a:cubicBezTo>
                  <a:pt x="328270" y="87587"/>
                  <a:pt x="322294" y="83553"/>
                  <a:pt x="318263" y="75628"/>
                </a:cubicBezTo>
                <a:cubicBezTo>
                  <a:pt x="315761" y="70344"/>
                  <a:pt x="314789" y="65895"/>
                  <a:pt x="314511" y="57272"/>
                </a:cubicBezTo>
                <a:lnTo>
                  <a:pt x="357317" y="57272"/>
                </a:lnTo>
                <a:cubicBezTo>
                  <a:pt x="356204" y="48255"/>
                  <a:pt x="354815" y="44238"/>
                  <a:pt x="351341" y="39806"/>
                </a:cubicBezTo>
                <a:cubicBezTo>
                  <a:pt x="347170" y="34812"/>
                  <a:pt x="340778" y="31892"/>
                  <a:pt x="333551" y="31892"/>
                </a:cubicBezTo>
                <a:cubicBezTo>
                  <a:pt x="326601" y="31892"/>
                  <a:pt x="320070" y="34394"/>
                  <a:pt x="314789" y="39113"/>
                </a:cubicBezTo>
                <a:cubicBezTo>
                  <a:pt x="308256" y="44792"/>
                  <a:pt x="304504" y="54632"/>
                  <a:pt x="304504" y="66032"/>
                </a:cubicBezTo>
                <a:cubicBezTo>
                  <a:pt x="304504" y="85222"/>
                  <a:pt x="314511" y="97174"/>
                  <a:pt x="330493" y="97174"/>
                </a:cubicBezTo>
                <a:cubicBezTo>
                  <a:pt x="343696" y="97174"/>
                  <a:pt x="354119" y="88976"/>
                  <a:pt x="359957" y="73959"/>
                </a:cubicBezTo>
                <a:lnTo>
                  <a:pt x="357733" y="72986"/>
                </a:lnTo>
                <a:moveTo>
                  <a:pt x="314789" y="52825"/>
                </a:moveTo>
                <a:cubicBezTo>
                  <a:pt x="316316" y="42022"/>
                  <a:pt x="321043" y="36897"/>
                  <a:pt x="329519" y="36897"/>
                </a:cubicBezTo>
                <a:cubicBezTo>
                  <a:pt x="337998" y="36897"/>
                  <a:pt x="341334" y="40775"/>
                  <a:pt x="343140" y="52825"/>
                </a:cubicBezTo>
                <a:lnTo>
                  <a:pt x="314789" y="52825"/>
                </a:lnTo>
                <a:close/>
                <a:moveTo>
                  <a:pt x="418050" y="74114"/>
                </a:moveTo>
                <a:cubicBezTo>
                  <a:pt x="411379" y="83835"/>
                  <a:pt x="406376" y="87169"/>
                  <a:pt x="398453" y="87169"/>
                </a:cubicBezTo>
                <a:cubicBezTo>
                  <a:pt x="385668" y="87169"/>
                  <a:pt x="376911" y="76059"/>
                  <a:pt x="376911" y="60088"/>
                </a:cubicBezTo>
                <a:cubicBezTo>
                  <a:pt x="376911" y="45644"/>
                  <a:pt x="384556" y="35923"/>
                  <a:pt x="395813" y="35923"/>
                </a:cubicBezTo>
                <a:cubicBezTo>
                  <a:pt x="400816" y="35923"/>
                  <a:pt x="402622" y="37312"/>
                  <a:pt x="404013" y="42589"/>
                </a:cubicBezTo>
                <a:lnTo>
                  <a:pt x="404847" y="45644"/>
                </a:lnTo>
                <a:cubicBezTo>
                  <a:pt x="405958" y="49672"/>
                  <a:pt x="408460" y="52034"/>
                  <a:pt x="411518" y="52034"/>
                </a:cubicBezTo>
                <a:cubicBezTo>
                  <a:pt x="415132" y="52034"/>
                  <a:pt x="418050" y="49394"/>
                  <a:pt x="418050" y="46200"/>
                </a:cubicBezTo>
                <a:cubicBezTo>
                  <a:pt x="418050" y="38424"/>
                  <a:pt x="408321" y="31892"/>
                  <a:pt x="396646" y="31892"/>
                </a:cubicBezTo>
                <a:cubicBezTo>
                  <a:pt x="389837" y="31892"/>
                  <a:pt x="382750" y="34672"/>
                  <a:pt x="377051" y="39673"/>
                </a:cubicBezTo>
                <a:cubicBezTo>
                  <a:pt x="370102" y="45784"/>
                  <a:pt x="366211" y="55228"/>
                  <a:pt x="366211" y="66338"/>
                </a:cubicBezTo>
                <a:cubicBezTo>
                  <a:pt x="366211" y="84253"/>
                  <a:pt x="377189" y="97174"/>
                  <a:pt x="392617" y="97174"/>
                </a:cubicBezTo>
                <a:cubicBezTo>
                  <a:pt x="398871" y="97174"/>
                  <a:pt x="404429" y="94952"/>
                  <a:pt x="409434" y="90643"/>
                </a:cubicBezTo>
                <a:cubicBezTo>
                  <a:pt x="413185" y="87447"/>
                  <a:pt x="415826" y="83558"/>
                  <a:pt x="419995" y="75363"/>
                </a:cubicBezTo>
                <a:lnTo>
                  <a:pt x="418050" y="74114"/>
                </a:lnTo>
                <a:close/>
                <a:moveTo>
                  <a:pt x="426666" y="95817"/>
                </a:moveTo>
                <a:lnTo>
                  <a:pt x="459604" y="95817"/>
                </a:lnTo>
                <a:lnTo>
                  <a:pt x="459604" y="93732"/>
                </a:lnTo>
                <a:cubicBezTo>
                  <a:pt x="450432" y="93039"/>
                  <a:pt x="449459" y="91788"/>
                  <a:pt x="449319" y="81640"/>
                </a:cubicBezTo>
                <a:lnTo>
                  <a:pt x="449319" y="32299"/>
                </a:lnTo>
                <a:lnTo>
                  <a:pt x="448763" y="31881"/>
                </a:lnTo>
                <a:lnTo>
                  <a:pt x="427222" y="39526"/>
                </a:lnTo>
                <a:lnTo>
                  <a:pt x="427222" y="41611"/>
                </a:lnTo>
                <a:lnTo>
                  <a:pt x="428335" y="41473"/>
                </a:lnTo>
                <a:cubicBezTo>
                  <a:pt x="430002" y="41195"/>
                  <a:pt x="431669" y="41055"/>
                  <a:pt x="433060" y="41055"/>
                </a:cubicBezTo>
                <a:cubicBezTo>
                  <a:pt x="436396" y="41055"/>
                  <a:pt x="437645" y="43280"/>
                  <a:pt x="437645" y="49396"/>
                </a:cubicBezTo>
                <a:lnTo>
                  <a:pt x="437645" y="81640"/>
                </a:lnTo>
                <a:cubicBezTo>
                  <a:pt x="437367" y="91926"/>
                  <a:pt x="436118" y="93317"/>
                  <a:pt x="426666" y="93732"/>
                </a:cubicBezTo>
                <a:lnTo>
                  <a:pt x="426666" y="95817"/>
                </a:lnTo>
                <a:moveTo>
                  <a:pt x="442232" y="888"/>
                </a:moveTo>
                <a:cubicBezTo>
                  <a:pt x="438480" y="888"/>
                  <a:pt x="435282" y="4084"/>
                  <a:pt x="435282" y="7975"/>
                </a:cubicBezTo>
                <a:cubicBezTo>
                  <a:pt x="435282" y="12007"/>
                  <a:pt x="438340" y="15062"/>
                  <a:pt x="442232" y="15062"/>
                </a:cubicBezTo>
                <a:cubicBezTo>
                  <a:pt x="446401" y="15062"/>
                  <a:pt x="449459" y="12007"/>
                  <a:pt x="449459" y="7975"/>
                </a:cubicBezTo>
                <a:cubicBezTo>
                  <a:pt x="449459" y="3946"/>
                  <a:pt x="446263" y="888"/>
                  <a:pt x="442232" y="888"/>
                </a:cubicBezTo>
                <a:close/>
                <a:moveTo>
                  <a:pt x="506857" y="52172"/>
                </a:moveTo>
                <a:lnTo>
                  <a:pt x="506301" y="33143"/>
                </a:lnTo>
                <a:lnTo>
                  <a:pt x="504772" y="33143"/>
                </a:lnTo>
                <a:cubicBezTo>
                  <a:pt x="504078" y="34256"/>
                  <a:pt x="503383" y="34672"/>
                  <a:pt x="502550" y="34672"/>
                </a:cubicBezTo>
                <a:cubicBezTo>
                  <a:pt x="501716" y="34672"/>
                  <a:pt x="500325" y="34394"/>
                  <a:pt x="498796" y="33699"/>
                </a:cubicBezTo>
                <a:cubicBezTo>
                  <a:pt x="495600" y="32588"/>
                  <a:pt x="492404" y="31892"/>
                  <a:pt x="489068" y="31892"/>
                </a:cubicBezTo>
                <a:cubicBezTo>
                  <a:pt x="478088" y="31892"/>
                  <a:pt x="470167" y="39117"/>
                  <a:pt x="470167" y="49118"/>
                </a:cubicBezTo>
                <a:cubicBezTo>
                  <a:pt x="470167" y="56895"/>
                  <a:pt x="474614" y="62451"/>
                  <a:pt x="486428" y="69118"/>
                </a:cubicBezTo>
                <a:lnTo>
                  <a:pt x="494489" y="73701"/>
                </a:lnTo>
                <a:cubicBezTo>
                  <a:pt x="499352" y="76479"/>
                  <a:pt x="501716" y="79812"/>
                  <a:pt x="501716" y="84117"/>
                </a:cubicBezTo>
                <a:cubicBezTo>
                  <a:pt x="501716" y="90229"/>
                  <a:pt x="497267" y="94118"/>
                  <a:pt x="490180" y="94118"/>
                </a:cubicBezTo>
                <a:cubicBezTo>
                  <a:pt x="480590" y="94118"/>
                  <a:pt x="475725" y="88840"/>
                  <a:pt x="472529" y="74674"/>
                </a:cubicBezTo>
                <a:lnTo>
                  <a:pt x="470305" y="74674"/>
                </a:lnTo>
                <a:lnTo>
                  <a:pt x="470305" y="96341"/>
                </a:lnTo>
                <a:lnTo>
                  <a:pt x="472112" y="96341"/>
                </a:lnTo>
                <a:cubicBezTo>
                  <a:pt x="473085" y="94952"/>
                  <a:pt x="473641" y="94674"/>
                  <a:pt x="475310" y="94674"/>
                </a:cubicBezTo>
                <a:cubicBezTo>
                  <a:pt x="476839" y="94706"/>
                  <a:pt x="478505" y="94984"/>
                  <a:pt x="481701" y="95817"/>
                </a:cubicBezTo>
                <a:cubicBezTo>
                  <a:pt x="485455" y="96619"/>
                  <a:pt x="489068" y="97174"/>
                  <a:pt x="491847" y="97174"/>
                </a:cubicBezTo>
                <a:cubicBezTo>
                  <a:pt x="502687" y="97174"/>
                  <a:pt x="511444" y="89118"/>
                  <a:pt x="511444" y="79395"/>
                </a:cubicBezTo>
                <a:cubicBezTo>
                  <a:pt x="511444" y="72452"/>
                  <a:pt x="508108" y="67867"/>
                  <a:pt x="499769" y="62868"/>
                </a:cubicBezTo>
                <a:lnTo>
                  <a:pt x="484759" y="53979"/>
                </a:lnTo>
                <a:cubicBezTo>
                  <a:pt x="480868" y="51616"/>
                  <a:pt x="478783" y="48285"/>
                  <a:pt x="478783" y="44533"/>
                </a:cubicBezTo>
                <a:cubicBezTo>
                  <a:pt x="478783" y="38839"/>
                  <a:pt x="483092" y="35090"/>
                  <a:pt x="489484" y="35090"/>
                </a:cubicBezTo>
                <a:cubicBezTo>
                  <a:pt x="497407" y="35090"/>
                  <a:pt x="501576" y="39673"/>
                  <a:pt x="504772" y="52172"/>
                </a:cubicBezTo>
                <a:lnTo>
                  <a:pt x="506857" y="52172"/>
                </a:lnTo>
                <a:close/>
                <a:moveTo>
                  <a:pt x="518948" y="95817"/>
                </a:moveTo>
                <a:lnTo>
                  <a:pt x="551886" y="95817"/>
                </a:lnTo>
                <a:lnTo>
                  <a:pt x="551886" y="93732"/>
                </a:lnTo>
                <a:cubicBezTo>
                  <a:pt x="542715" y="93039"/>
                  <a:pt x="541741" y="91788"/>
                  <a:pt x="541601" y="81640"/>
                </a:cubicBezTo>
                <a:lnTo>
                  <a:pt x="541601" y="32299"/>
                </a:lnTo>
                <a:lnTo>
                  <a:pt x="541046" y="31881"/>
                </a:lnTo>
                <a:lnTo>
                  <a:pt x="519504" y="39526"/>
                </a:lnTo>
                <a:lnTo>
                  <a:pt x="519504" y="41611"/>
                </a:lnTo>
                <a:lnTo>
                  <a:pt x="520617" y="41473"/>
                </a:lnTo>
                <a:cubicBezTo>
                  <a:pt x="522284" y="41195"/>
                  <a:pt x="523951" y="41055"/>
                  <a:pt x="525342" y="41055"/>
                </a:cubicBezTo>
                <a:cubicBezTo>
                  <a:pt x="528678" y="41055"/>
                  <a:pt x="529927" y="43280"/>
                  <a:pt x="529927" y="49396"/>
                </a:cubicBezTo>
                <a:lnTo>
                  <a:pt x="529927" y="81640"/>
                </a:lnTo>
                <a:cubicBezTo>
                  <a:pt x="529649" y="91926"/>
                  <a:pt x="528400" y="93317"/>
                  <a:pt x="518948" y="93732"/>
                </a:cubicBezTo>
                <a:lnTo>
                  <a:pt x="518948" y="95817"/>
                </a:lnTo>
                <a:moveTo>
                  <a:pt x="534514" y="888"/>
                </a:moveTo>
                <a:cubicBezTo>
                  <a:pt x="530763" y="888"/>
                  <a:pt x="527565" y="4084"/>
                  <a:pt x="527565" y="7975"/>
                </a:cubicBezTo>
                <a:cubicBezTo>
                  <a:pt x="527565" y="12007"/>
                  <a:pt x="530623" y="15062"/>
                  <a:pt x="534514" y="15062"/>
                </a:cubicBezTo>
                <a:cubicBezTo>
                  <a:pt x="538683" y="15062"/>
                  <a:pt x="541741" y="12007"/>
                  <a:pt x="541741" y="7975"/>
                </a:cubicBezTo>
                <a:cubicBezTo>
                  <a:pt x="541741" y="3946"/>
                  <a:pt x="538545" y="888"/>
                  <a:pt x="534514" y="888"/>
                </a:cubicBezTo>
                <a:close/>
                <a:moveTo>
                  <a:pt x="590107" y="31892"/>
                </a:moveTo>
                <a:cubicBezTo>
                  <a:pt x="571899" y="31892"/>
                  <a:pt x="559392" y="45229"/>
                  <a:pt x="559392" y="64395"/>
                </a:cubicBezTo>
                <a:cubicBezTo>
                  <a:pt x="559392" y="83284"/>
                  <a:pt x="572317" y="97174"/>
                  <a:pt x="589827" y="97174"/>
                </a:cubicBezTo>
                <a:cubicBezTo>
                  <a:pt x="607340" y="97174"/>
                  <a:pt x="620681" y="82591"/>
                  <a:pt x="620681" y="63284"/>
                </a:cubicBezTo>
                <a:cubicBezTo>
                  <a:pt x="620681" y="44951"/>
                  <a:pt x="607895" y="31892"/>
                  <a:pt x="590107" y="31892"/>
                </a:cubicBezTo>
                <a:moveTo>
                  <a:pt x="588301" y="35785"/>
                </a:moveTo>
                <a:cubicBezTo>
                  <a:pt x="599975" y="35785"/>
                  <a:pt x="608173" y="49118"/>
                  <a:pt x="608173" y="68145"/>
                </a:cubicBezTo>
                <a:cubicBezTo>
                  <a:pt x="608173" y="83977"/>
                  <a:pt x="601919" y="93283"/>
                  <a:pt x="591496" y="93283"/>
                </a:cubicBezTo>
                <a:cubicBezTo>
                  <a:pt x="586076" y="93283"/>
                  <a:pt x="580933" y="89951"/>
                  <a:pt x="578015" y="84395"/>
                </a:cubicBezTo>
                <a:cubicBezTo>
                  <a:pt x="574124" y="77172"/>
                  <a:pt x="571899" y="67451"/>
                  <a:pt x="571899" y="57590"/>
                </a:cubicBezTo>
                <a:cubicBezTo>
                  <a:pt x="571899" y="44395"/>
                  <a:pt x="578293" y="35785"/>
                  <a:pt x="588301" y="35785"/>
                </a:cubicBezTo>
                <a:close/>
                <a:moveTo>
                  <a:pt x="627353" y="95817"/>
                </a:moveTo>
                <a:lnTo>
                  <a:pt x="656818" y="95817"/>
                </a:lnTo>
                <a:lnTo>
                  <a:pt x="656818" y="93732"/>
                </a:lnTo>
                <a:cubicBezTo>
                  <a:pt x="649868" y="93317"/>
                  <a:pt x="647644" y="91510"/>
                  <a:pt x="647644" y="86507"/>
                </a:cubicBezTo>
                <a:lnTo>
                  <a:pt x="647644" y="47458"/>
                </a:lnTo>
                <a:cubicBezTo>
                  <a:pt x="654315" y="41204"/>
                  <a:pt x="657373" y="39537"/>
                  <a:pt x="661960" y="39537"/>
                </a:cubicBezTo>
                <a:cubicBezTo>
                  <a:pt x="668770" y="39537"/>
                  <a:pt x="672105" y="43844"/>
                  <a:pt x="672105" y="53016"/>
                </a:cubicBezTo>
                <a:lnTo>
                  <a:pt x="672105" y="82060"/>
                </a:lnTo>
                <a:cubicBezTo>
                  <a:pt x="671828" y="91092"/>
                  <a:pt x="670159" y="93317"/>
                  <a:pt x="663349" y="93732"/>
                </a:cubicBezTo>
                <a:lnTo>
                  <a:pt x="663349" y="95817"/>
                </a:lnTo>
                <a:lnTo>
                  <a:pt x="692258" y="95817"/>
                </a:lnTo>
                <a:lnTo>
                  <a:pt x="692258" y="93732"/>
                </a:lnTo>
                <a:cubicBezTo>
                  <a:pt x="685446" y="93039"/>
                  <a:pt x="683917" y="91370"/>
                  <a:pt x="683780" y="84561"/>
                </a:cubicBezTo>
                <a:lnTo>
                  <a:pt x="683780" y="52738"/>
                </a:lnTo>
                <a:cubicBezTo>
                  <a:pt x="683780" y="39677"/>
                  <a:pt x="677664" y="31892"/>
                  <a:pt x="667381" y="31892"/>
                </a:cubicBezTo>
                <a:cubicBezTo>
                  <a:pt x="660987" y="31892"/>
                  <a:pt x="656678" y="34256"/>
                  <a:pt x="647228" y="43151"/>
                </a:cubicBezTo>
                <a:lnTo>
                  <a:pt x="647228" y="32172"/>
                </a:lnTo>
                <a:lnTo>
                  <a:pt x="646255" y="31892"/>
                </a:lnTo>
                <a:cubicBezTo>
                  <a:pt x="639027" y="34534"/>
                  <a:pt x="634303" y="36063"/>
                  <a:pt x="627075" y="38148"/>
                </a:cubicBezTo>
                <a:lnTo>
                  <a:pt x="627075" y="40510"/>
                </a:lnTo>
                <a:cubicBezTo>
                  <a:pt x="628049" y="40093"/>
                  <a:pt x="629300" y="39955"/>
                  <a:pt x="630829" y="39955"/>
                </a:cubicBezTo>
                <a:cubicBezTo>
                  <a:pt x="634720" y="39955"/>
                  <a:pt x="635969" y="42039"/>
                  <a:pt x="635969" y="48847"/>
                </a:cubicBezTo>
                <a:lnTo>
                  <a:pt x="635969" y="83312"/>
                </a:lnTo>
                <a:cubicBezTo>
                  <a:pt x="635832" y="91510"/>
                  <a:pt x="634303" y="93317"/>
                  <a:pt x="627353" y="93732"/>
                </a:cubicBezTo>
                <a:lnTo>
                  <a:pt x="627353" y="95817"/>
                </a:lnTo>
                <a:close/>
                <a:moveTo>
                  <a:pt x="713241" y="32028"/>
                </a:moveTo>
                <a:cubicBezTo>
                  <a:pt x="709072" y="32028"/>
                  <a:pt x="705599" y="35503"/>
                  <a:pt x="705599" y="39950"/>
                </a:cubicBezTo>
                <a:cubicBezTo>
                  <a:pt x="705599" y="43982"/>
                  <a:pt x="709072" y="47455"/>
                  <a:pt x="713104" y="47455"/>
                </a:cubicBezTo>
                <a:cubicBezTo>
                  <a:pt x="717411" y="47455"/>
                  <a:pt x="721024" y="44120"/>
                  <a:pt x="721024" y="39950"/>
                </a:cubicBezTo>
                <a:cubicBezTo>
                  <a:pt x="721024" y="35641"/>
                  <a:pt x="717411" y="32028"/>
                  <a:pt x="713241" y="32028"/>
                </a:cubicBezTo>
                <a:moveTo>
                  <a:pt x="713241" y="81884"/>
                </a:moveTo>
                <a:cubicBezTo>
                  <a:pt x="709072" y="81884"/>
                  <a:pt x="705599" y="85358"/>
                  <a:pt x="705599" y="89807"/>
                </a:cubicBezTo>
                <a:cubicBezTo>
                  <a:pt x="705599" y="93836"/>
                  <a:pt x="709072" y="97310"/>
                  <a:pt x="713104" y="97310"/>
                </a:cubicBezTo>
                <a:cubicBezTo>
                  <a:pt x="717411" y="97310"/>
                  <a:pt x="721024" y="93976"/>
                  <a:pt x="721024" y="89807"/>
                </a:cubicBezTo>
                <a:cubicBezTo>
                  <a:pt x="721024" y="85498"/>
                  <a:pt x="717411" y="81884"/>
                  <a:pt x="713241" y="81884"/>
                </a:cubicBezTo>
                <a:close/>
                <a:moveTo>
                  <a:pt x="803619" y="0"/>
                </a:moveTo>
                <a:cubicBezTo>
                  <a:pt x="795820" y="0"/>
                  <a:pt x="789866" y="2270"/>
                  <a:pt x="784620" y="7371"/>
                </a:cubicBezTo>
                <a:cubicBezTo>
                  <a:pt x="776396" y="15305"/>
                  <a:pt x="771007" y="31596"/>
                  <a:pt x="771007" y="48170"/>
                </a:cubicBezTo>
                <a:cubicBezTo>
                  <a:pt x="771007" y="63754"/>
                  <a:pt x="775687" y="80188"/>
                  <a:pt x="782350" y="88119"/>
                </a:cubicBezTo>
                <a:cubicBezTo>
                  <a:pt x="787597" y="94355"/>
                  <a:pt x="794827" y="97756"/>
                  <a:pt x="803053" y="97756"/>
                </a:cubicBezTo>
                <a:cubicBezTo>
                  <a:pt x="810283" y="97756"/>
                  <a:pt x="816380" y="95345"/>
                  <a:pt x="821484" y="90387"/>
                </a:cubicBezTo>
                <a:cubicBezTo>
                  <a:pt x="829707" y="82596"/>
                  <a:pt x="835096" y="66162"/>
                  <a:pt x="835096" y="49021"/>
                </a:cubicBezTo>
                <a:cubicBezTo>
                  <a:pt x="835096" y="19980"/>
                  <a:pt x="822193" y="0"/>
                  <a:pt x="803619" y="0"/>
                </a:cubicBezTo>
                <a:moveTo>
                  <a:pt x="803193" y="3687"/>
                </a:moveTo>
                <a:cubicBezTo>
                  <a:pt x="815103" y="3687"/>
                  <a:pt x="821484" y="19696"/>
                  <a:pt x="821484" y="49304"/>
                </a:cubicBezTo>
                <a:cubicBezTo>
                  <a:pt x="821484" y="78911"/>
                  <a:pt x="815246" y="94071"/>
                  <a:pt x="803053" y="94071"/>
                </a:cubicBezTo>
                <a:cubicBezTo>
                  <a:pt x="790857" y="94071"/>
                  <a:pt x="784620" y="78911"/>
                  <a:pt x="784620" y="49447"/>
                </a:cubicBezTo>
                <a:cubicBezTo>
                  <a:pt x="784620" y="19270"/>
                  <a:pt x="791000" y="3687"/>
                  <a:pt x="803193" y="368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44EEDB8-31D7-4CE5-8D3A-FAB3805B2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7426" y="440672"/>
            <a:ext cx="866079" cy="359951"/>
          </a:xfrm>
          <a:custGeom xmlns:a="http://schemas.openxmlformats.org/drawingml/2006/main">
            <a:pathLst>
              <a:path w="866079" h="359951">
                <a:moveTo>
                  <a:pt x="35100" y="0"/>
                </a:moveTo>
                <a:lnTo>
                  <a:pt x="830988" y="0"/>
                </a:lnTo>
                <a:cubicBezTo>
                  <a:pt x="850438" y="0"/>
                  <a:pt x="866079" y="15642"/>
                  <a:pt x="866079" y="35092"/>
                </a:cubicBezTo>
                <a:lnTo>
                  <a:pt x="866079" y="324859"/>
                </a:lnTo>
                <a:cubicBezTo>
                  <a:pt x="866079" y="344309"/>
                  <a:pt x="850438" y="359951"/>
                  <a:pt x="830988" y="359951"/>
                </a:cubicBezTo>
                <a:lnTo>
                  <a:pt x="35100" y="359951"/>
                </a:lnTo>
                <a:cubicBezTo>
                  <a:pt x="15642" y="359951"/>
                  <a:pt x="0" y="344309"/>
                  <a:pt x="0" y="324859"/>
                </a:cubicBezTo>
                <a:lnTo>
                  <a:pt x="0" y="35092"/>
                </a:lnTo>
                <a:cubicBezTo>
                  <a:pt x="0" y="15642"/>
                  <a:pt x="15642" y="0"/>
                  <a:pt x="35100" y="0"/>
                </a:cubicBezTo>
                <a:close/>
                <a:moveTo>
                  <a:pt x="35100" y="0"/>
                </a:moveTo>
              </a:path>
            </a:pathLst>
          </a:custGeom>
          <a:solidFill xmlns:a="http://schemas.openxmlformats.org/drawingml/2006/main">
            <a:srgbClr val="FFFFFF">
              <a:alpha val="75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71" name="Text Context-">
            <a:extLst xmlns:a="http://schemas.openxmlformats.org/drawingml/2006/main">
              <a:ext uri="{FF2B5EF4-FFF2-40B4-BE49-F238E27FC236}">
                <a16:creationId xmlns:a16="http://schemas.microsoft.com/office/drawing/2014/main" id="{9EB7D82A-2240-4DD7-A5F9-5036506ED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9613" y="490366"/>
            <a:ext cx="466553" cy="95820"/>
          </a:xfrm>
          <a:custGeom xmlns:a="http://schemas.openxmlformats.org/drawingml/2006/main">
            <a:pathLst>
              <a:path w="466553" h="95820">
                <a:moveTo>
                  <a:pt x="82275" y="31248"/>
                </a:moveTo>
                <a:lnTo>
                  <a:pt x="81024" y="0"/>
                </a:lnTo>
                <a:lnTo>
                  <a:pt x="78106" y="0"/>
                </a:lnTo>
                <a:cubicBezTo>
                  <a:pt x="77273" y="2920"/>
                  <a:pt x="75048" y="4587"/>
                  <a:pt x="72268" y="4587"/>
                </a:cubicBezTo>
                <a:cubicBezTo>
                  <a:pt x="71017" y="4587"/>
                  <a:pt x="68932" y="4171"/>
                  <a:pt x="66847" y="3476"/>
                </a:cubicBezTo>
                <a:cubicBezTo>
                  <a:pt x="60038" y="1113"/>
                  <a:pt x="53089" y="0"/>
                  <a:pt x="46557" y="0"/>
                </a:cubicBezTo>
                <a:cubicBezTo>
                  <a:pt x="35161" y="0"/>
                  <a:pt x="23626" y="4309"/>
                  <a:pt x="15008" y="11948"/>
                </a:cubicBezTo>
                <a:cubicBezTo>
                  <a:pt x="5280" y="20558"/>
                  <a:pt x="0" y="33330"/>
                  <a:pt x="0" y="48605"/>
                </a:cubicBezTo>
                <a:cubicBezTo>
                  <a:pt x="0" y="76931"/>
                  <a:pt x="18484" y="95820"/>
                  <a:pt x="46141" y="95820"/>
                </a:cubicBezTo>
                <a:cubicBezTo>
                  <a:pt x="61845" y="95820"/>
                  <a:pt x="75744" y="89428"/>
                  <a:pt x="84082" y="78180"/>
                </a:cubicBezTo>
                <a:lnTo>
                  <a:pt x="81580" y="75682"/>
                </a:lnTo>
                <a:cubicBezTo>
                  <a:pt x="71434" y="85541"/>
                  <a:pt x="62123" y="89706"/>
                  <a:pt x="50588" y="89706"/>
                </a:cubicBezTo>
                <a:cubicBezTo>
                  <a:pt x="41832" y="89706"/>
                  <a:pt x="34049" y="86928"/>
                  <a:pt x="28073" y="81652"/>
                </a:cubicBezTo>
                <a:cubicBezTo>
                  <a:pt x="20428" y="74849"/>
                  <a:pt x="16121" y="62352"/>
                  <a:pt x="16121" y="46801"/>
                </a:cubicBezTo>
                <a:cubicBezTo>
                  <a:pt x="16121" y="21667"/>
                  <a:pt x="29047" y="5560"/>
                  <a:pt x="49197" y="5560"/>
                </a:cubicBezTo>
                <a:cubicBezTo>
                  <a:pt x="57120" y="5560"/>
                  <a:pt x="64347" y="8476"/>
                  <a:pt x="69905" y="13892"/>
                </a:cubicBezTo>
                <a:cubicBezTo>
                  <a:pt x="74352" y="18335"/>
                  <a:pt x="76437" y="22222"/>
                  <a:pt x="79079" y="31248"/>
                </a:cubicBezTo>
                <a:lnTo>
                  <a:pt x="82275" y="31248"/>
                </a:lnTo>
                <a:close/>
                <a:moveTo>
                  <a:pt x="122301" y="29995"/>
                </a:moveTo>
                <a:cubicBezTo>
                  <a:pt x="104093" y="29995"/>
                  <a:pt x="91586" y="43331"/>
                  <a:pt x="91586" y="62498"/>
                </a:cubicBezTo>
                <a:cubicBezTo>
                  <a:pt x="91586" y="81387"/>
                  <a:pt x="104511" y="95277"/>
                  <a:pt x="122022" y="95277"/>
                </a:cubicBezTo>
                <a:cubicBezTo>
                  <a:pt x="139534" y="95277"/>
                  <a:pt x="152875" y="80693"/>
                  <a:pt x="152875" y="61387"/>
                </a:cubicBezTo>
                <a:cubicBezTo>
                  <a:pt x="152875" y="43054"/>
                  <a:pt x="140090" y="29995"/>
                  <a:pt x="122301" y="29995"/>
                </a:cubicBezTo>
                <a:moveTo>
                  <a:pt x="120495" y="33888"/>
                </a:moveTo>
                <a:cubicBezTo>
                  <a:pt x="132169" y="33888"/>
                  <a:pt x="140367" y="47221"/>
                  <a:pt x="140367" y="66247"/>
                </a:cubicBezTo>
                <a:cubicBezTo>
                  <a:pt x="140367" y="82080"/>
                  <a:pt x="134114" y="91386"/>
                  <a:pt x="123690" y="91386"/>
                </a:cubicBezTo>
                <a:cubicBezTo>
                  <a:pt x="118270" y="91386"/>
                  <a:pt x="113127" y="88054"/>
                  <a:pt x="110209" y="82498"/>
                </a:cubicBezTo>
                <a:cubicBezTo>
                  <a:pt x="106318" y="75275"/>
                  <a:pt x="104093" y="65554"/>
                  <a:pt x="104093" y="55693"/>
                </a:cubicBezTo>
                <a:cubicBezTo>
                  <a:pt x="104093" y="42498"/>
                  <a:pt x="110487" y="33888"/>
                  <a:pt x="120495" y="33888"/>
                </a:cubicBezTo>
                <a:close/>
                <a:moveTo>
                  <a:pt x="159546" y="93920"/>
                </a:moveTo>
                <a:lnTo>
                  <a:pt x="189011" y="93920"/>
                </a:lnTo>
                <a:lnTo>
                  <a:pt x="189011" y="91835"/>
                </a:lnTo>
                <a:cubicBezTo>
                  <a:pt x="182061" y="91419"/>
                  <a:pt x="179837" y="89613"/>
                  <a:pt x="179837" y="84610"/>
                </a:cubicBezTo>
                <a:lnTo>
                  <a:pt x="179837" y="45560"/>
                </a:lnTo>
                <a:cubicBezTo>
                  <a:pt x="186508" y="39306"/>
                  <a:pt x="189566" y="37640"/>
                  <a:pt x="194153" y="37640"/>
                </a:cubicBezTo>
                <a:cubicBezTo>
                  <a:pt x="200963" y="37640"/>
                  <a:pt x="204299" y="41947"/>
                  <a:pt x="204299" y="51118"/>
                </a:cubicBezTo>
                <a:lnTo>
                  <a:pt x="204299" y="80163"/>
                </a:lnTo>
                <a:cubicBezTo>
                  <a:pt x="204021" y="89195"/>
                  <a:pt x="202352" y="91419"/>
                  <a:pt x="195542" y="91835"/>
                </a:cubicBezTo>
                <a:lnTo>
                  <a:pt x="195542" y="93920"/>
                </a:lnTo>
                <a:lnTo>
                  <a:pt x="224451" y="93920"/>
                </a:lnTo>
                <a:lnTo>
                  <a:pt x="224451" y="91835"/>
                </a:lnTo>
                <a:cubicBezTo>
                  <a:pt x="217640" y="91142"/>
                  <a:pt x="216111" y="89473"/>
                  <a:pt x="215973" y="82663"/>
                </a:cubicBezTo>
                <a:lnTo>
                  <a:pt x="215973" y="50841"/>
                </a:lnTo>
                <a:cubicBezTo>
                  <a:pt x="215973" y="37780"/>
                  <a:pt x="209857" y="29995"/>
                  <a:pt x="199574" y="29995"/>
                </a:cubicBezTo>
                <a:cubicBezTo>
                  <a:pt x="193180" y="29995"/>
                  <a:pt x="188871" y="32359"/>
                  <a:pt x="179421" y="41253"/>
                </a:cubicBezTo>
                <a:lnTo>
                  <a:pt x="179421" y="30275"/>
                </a:lnTo>
                <a:lnTo>
                  <a:pt x="178448" y="29995"/>
                </a:lnTo>
                <a:cubicBezTo>
                  <a:pt x="171221" y="32637"/>
                  <a:pt x="166496" y="34166"/>
                  <a:pt x="159269" y="36251"/>
                </a:cubicBezTo>
                <a:lnTo>
                  <a:pt x="159269" y="38613"/>
                </a:lnTo>
                <a:cubicBezTo>
                  <a:pt x="160242" y="38195"/>
                  <a:pt x="161493" y="38057"/>
                  <a:pt x="163022" y="38057"/>
                </a:cubicBezTo>
                <a:cubicBezTo>
                  <a:pt x="166914" y="38057"/>
                  <a:pt x="168163" y="40142"/>
                  <a:pt x="168163" y="46949"/>
                </a:cubicBezTo>
                <a:lnTo>
                  <a:pt x="168163" y="81414"/>
                </a:lnTo>
                <a:cubicBezTo>
                  <a:pt x="168025" y="89613"/>
                  <a:pt x="166496" y="91419"/>
                  <a:pt x="159546" y="91835"/>
                </a:cubicBezTo>
                <a:lnTo>
                  <a:pt x="159546" y="93920"/>
                </a:lnTo>
                <a:close/>
                <a:moveTo>
                  <a:pt x="261974" y="31352"/>
                </a:moveTo>
                <a:lnTo>
                  <a:pt x="247938" y="31352"/>
                </a:lnTo>
                <a:lnTo>
                  <a:pt x="247938" y="15231"/>
                </a:lnTo>
                <a:cubicBezTo>
                  <a:pt x="247938" y="13842"/>
                  <a:pt x="247660" y="13424"/>
                  <a:pt x="246964" y="13424"/>
                </a:cubicBezTo>
                <a:cubicBezTo>
                  <a:pt x="238904" y="25098"/>
                  <a:pt x="234734" y="29825"/>
                  <a:pt x="230705" y="32187"/>
                </a:cubicBezTo>
                <a:cubicBezTo>
                  <a:pt x="229176" y="33159"/>
                  <a:pt x="228341" y="33994"/>
                  <a:pt x="228341" y="34828"/>
                </a:cubicBezTo>
                <a:cubicBezTo>
                  <a:pt x="228341" y="35245"/>
                  <a:pt x="228481" y="35523"/>
                  <a:pt x="228898" y="35801"/>
                </a:cubicBezTo>
                <a:lnTo>
                  <a:pt x="236263" y="35801"/>
                </a:lnTo>
                <a:lnTo>
                  <a:pt x="236263" y="77629"/>
                </a:lnTo>
                <a:cubicBezTo>
                  <a:pt x="236263" y="89301"/>
                  <a:pt x="240433" y="95277"/>
                  <a:pt x="248633" y="95277"/>
                </a:cubicBezTo>
                <a:cubicBezTo>
                  <a:pt x="255443" y="95277"/>
                  <a:pt x="260723" y="91943"/>
                  <a:pt x="265310" y="84716"/>
                </a:cubicBezTo>
                <a:lnTo>
                  <a:pt x="263503" y="83187"/>
                </a:lnTo>
                <a:cubicBezTo>
                  <a:pt x="260445" y="86801"/>
                  <a:pt x="258223" y="88052"/>
                  <a:pt x="255165" y="88052"/>
                </a:cubicBezTo>
                <a:cubicBezTo>
                  <a:pt x="250022" y="88052"/>
                  <a:pt x="247938" y="84298"/>
                  <a:pt x="247938" y="75544"/>
                </a:cubicBezTo>
                <a:lnTo>
                  <a:pt x="247938" y="35801"/>
                </a:lnTo>
                <a:lnTo>
                  <a:pt x="261974" y="35801"/>
                </a:lnTo>
                <a:lnTo>
                  <a:pt x="261974" y="31352"/>
                </a:lnTo>
                <a:close/>
                <a:moveTo>
                  <a:pt x="321874" y="71089"/>
                </a:moveTo>
                <a:cubicBezTo>
                  <a:pt x="315205" y="81656"/>
                  <a:pt x="309227" y="85689"/>
                  <a:pt x="300333" y="85689"/>
                </a:cubicBezTo>
                <a:cubicBezTo>
                  <a:pt x="292412" y="85689"/>
                  <a:pt x="286436" y="81656"/>
                  <a:pt x="282405" y="73731"/>
                </a:cubicBezTo>
                <a:cubicBezTo>
                  <a:pt x="279902" y="68446"/>
                  <a:pt x="278931" y="63997"/>
                  <a:pt x="278653" y="55375"/>
                </a:cubicBezTo>
                <a:lnTo>
                  <a:pt x="321459" y="55375"/>
                </a:lnTo>
                <a:cubicBezTo>
                  <a:pt x="320345" y="46358"/>
                  <a:pt x="318956" y="42341"/>
                  <a:pt x="315483" y="37909"/>
                </a:cubicBezTo>
                <a:cubicBezTo>
                  <a:pt x="311311" y="32915"/>
                  <a:pt x="304920" y="29995"/>
                  <a:pt x="297693" y="29995"/>
                </a:cubicBezTo>
                <a:cubicBezTo>
                  <a:pt x="290743" y="29995"/>
                  <a:pt x="284211" y="32497"/>
                  <a:pt x="278931" y="37215"/>
                </a:cubicBezTo>
                <a:cubicBezTo>
                  <a:pt x="272397" y="42895"/>
                  <a:pt x="268646" y="52734"/>
                  <a:pt x="268646" y="64135"/>
                </a:cubicBezTo>
                <a:cubicBezTo>
                  <a:pt x="268646" y="83325"/>
                  <a:pt x="278653" y="95277"/>
                  <a:pt x="294635" y="95277"/>
                </a:cubicBezTo>
                <a:cubicBezTo>
                  <a:pt x="307838" y="95277"/>
                  <a:pt x="318261" y="87078"/>
                  <a:pt x="324099" y="72062"/>
                </a:cubicBezTo>
                <a:lnTo>
                  <a:pt x="321874" y="71089"/>
                </a:lnTo>
                <a:moveTo>
                  <a:pt x="278931" y="50928"/>
                </a:moveTo>
                <a:cubicBezTo>
                  <a:pt x="280458" y="40125"/>
                  <a:pt x="285185" y="34999"/>
                  <a:pt x="293661" y="34999"/>
                </a:cubicBezTo>
                <a:cubicBezTo>
                  <a:pt x="302140" y="34999"/>
                  <a:pt x="305475" y="38878"/>
                  <a:pt x="307282" y="50928"/>
                </a:cubicBezTo>
                <a:lnTo>
                  <a:pt x="278931" y="50928"/>
                </a:lnTo>
                <a:close/>
                <a:moveTo>
                  <a:pt x="360791" y="93920"/>
                </a:moveTo>
                <a:lnTo>
                  <a:pt x="388724" y="93920"/>
                </a:lnTo>
                <a:lnTo>
                  <a:pt x="388724" y="91835"/>
                </a:lnTo>
                <a:cubicBezTo>
                  <a:pt x="384417" y="91835"/>
                  <a:pt x="381637" y="89613"/>
                  <a:pt x="377328" y="83495"/>
                </a:cubicBezTo>
                <a:lnTo>
                  <a:pt x="359540" y="56242"/>
                </a:lnTo>
                <a:lnTo>
                  <a:pt x="371074" y="39557"/>
                </a:lnTo>
                <a:cubicBezTo>
                  <a:pt x="373714" y="35801"/>
                  <a:pt x="377745" y="33716"/>
                  <a:pt x="382332" y="33439"/>
                </a:cubicBezTo>
                <a:lnTo>
                  <a:pt x="382332" y="31352"/>
                </a:lnTo>
                <a:lnTo>
                  <a:pt x="360373" y="31352"/>
                </a:lnTo>
                <a:lnTo>
                  <a:pt x="360373" y="33439"/>
                </a:lnTo>
                <a:cubicBezTo>
                  <a:pt x="364542" y="33716"/>
                  <a:pt x="365931" y="34550"/>
                  <a:pt x="365931" y="36497"/>
                </a:cubicBezTo>
                <a:cubicBezTo>
                  <a:pt x="365931" y="38165"/>
                  <a:pt x="364264" y="41223"/>
                  <a:pt x="360791" y="45535"/>
                </a:cubicBezTo>
                <a:cubicBezTo>
                  <a:pt x="360095" y="46368"/>
                  <a:pt x="358426" y="48873"/>
                  <a:pt x="356619" y="51653"/>
                </a:cubicBezTo>
                <a:lnTo>
                  <a:pt x="355508" y="49984"/>
                </a:lnTo>
                <a:cubicBezTo>
                  <a:pt x="353424" y="46786"/>
                  <a:pt x="352172" y="44979"/>
                  <a:pt x="351895" y="44421"/>
                </a:cubicBezTo>
                <a:cubicBezTo>
                  <a:pt x="349254" y="40112"/>
                  <a:pt x="348281" y="37888"/>
                  <a:pt x="348281" y="36497"/>
                </a:cubicBezTo>
                <a:cubicBezTo>
                  <a:pt x="348281" y="34412"/>
                  <a:pt x="350088" y="33576"/>
                  <a:pt x="354257" y="33439"/>
                </a:cubicBezTo>
                <a:lnTo>
                  <a:pt x="354257" y="31352"/>
                </a:lnTo>
                <a:lnTo>
                  <a:pt x="325488" y="31352"/>
                </a:lnTo>
                <a:lnTo>
                  <a:pt x="325488" y="33439"/>
                </a:lnTo>
                <a:lnTo>
                  <a:pt x="326739" y="33439"/>
                </a:lnTo>
                <a:cubicBezTo>
                  <a:pt x="330909" y="33439"/>
                  <a:pt x="333133" y="35245"/>
                  <a:pt x="337440" y="41781"/>
                </a:cubicBezTo>
                <a:lnTo>
                  <a:pt x="350506" y="61802"/>
                </a:lnTo>
                <a:lnTo>
                  <a:pt x="334662" y="84746"/>
                </a:lnTo>
                <a:cubicBezTo>
                  <a:pt x="330493" y="90446"/>
                  <a:pt x="329102" y="91419"/>
                  <a:pt x="324517" y="91835"/>
                </a:cubicBezTo>
                <a:lnTo>
                  <a:pt x="324517" y="93920"/>
                </a:lnTo>
                <a:lnTo>
                  <a:pt x="344667" y="93920"/>
                </a:lnTo>
                <a:lnTo>
                  <a:pt x="344667" y="91835"/>
                </a:lnTo>
                <a:cubicBezTo>
                  <a:pt x="340638" y="91835"/>
                  <a:pt x="339109" y="91142"/>
                  <a:pt x="339109" y="89333"/>
                </a:cubicBezTo>
                <a:cubicBezTo>
                  <a:pt x="339109" y="88359"/>
                  <a:pt x="339943" y="86553"/>
                  <a:pt x="341889" y="83632"/>
                </a:cubicBezTo>
                <a:lnTo>
                  <a:pt x="352868" y="66531"/>
                </a:lnTo>
                <a:lnTo>
                  <a:pt x="365516" y="85997"/>
                </a:lnTo>
                <a:cubicBezTo>
                  <a:pt x="366071" y="86830"/>
                  <a:pt x="366349" y="87526"/>
                  <a:pt x="366349" y="88499"/>
                </a:cubicBezTo>
                <a:cubicBezTo>
                  <a:pt x="366349" y="91002"/>
                  <a:pt x="365376" y="91557"/>
                  <a:pt x="360791" y="91835"/>
                </a:cubicBezTo>
                <a:lnTo>
                  <a:pt x="360791" y="93920"/>
                </a:lnTo>
                <a:close/>
                <a:moveTo>
                  <a:pt x="427082" y="31352"/>
                </a:moveTo>
                <a:lnTo>
                  <a:pt x="413046" y="31352"/>
                </a:lnTo>
                <a:lnTo>
                  <a:pt x="413046" y="15231"/>
                </a:lnTo>
                <a:cubicBezTo>
                  <a:pt x="413046" y="13842"/>
                  <a:pt x="412768" y="13424"/>
                  <a:pt x="412072" y="13424"/>
                </a:cubicBezTo>
                <a:cubicBezTo>
                  <a:pt x="404012" y="25098"/>
                  <a:pt x="399842" y="29825"/>
                  <a:pt x="395813" y="32187"/>
                </a:cubicBezTo>
                <a:cubicBezTo>
                  <a:pt x="394284" y="33159"/>
                  <a:pt x="393449" y="33994"/>
                  <a:pt x="393449" y="34828"/>
                </a:cubicBezTo>
                <a:cubicBezTo>
                  <a:pt x="393449" y="35245"/>
                  <a:pt x="393589" y="35523"/>
                  <a:pt x="394006" y="35801"/>
                </a:cubicBezTo>
                <a:lnTo>
                  <a:pt x="401371" y="35801"/>
                </a:lnTo>
                <a:lnTo>
                  <a:pt x="401371" y="77629"/>
                </a:lnTo>
                <a:cubicBezTo>
                  <a:pt x="401371" y="89301"/>
                  <a:pt x="405541" y="95277"/>
                  <a:pt x="413741" y="95277"/>
                </a:cubicBezTo>
                <a:cubicBezTo>
                  <a:pt x="420551" y="95277"/>
                  <a:pt x="425831" y="91943"/>
                  <a:pt x="430418" y="84716"/>
                </a:cubicBezTo>
                <a:lnTo>
                  <a:pt x="428611" y="83187"/>
                </a:lnTo>
                <a:cubicBezTo>
                  <a:pt x="425553" y="86801"/>
                  <a:pt x="423331" y="88052"/>
                  <a:pt x="420273" y="88052"/>
                </a:cubicBezTo>
                <a:cubicBezTo>
                  <a:pt x="415130" y="88052"/>
                  <a:pt x="413046" y="84298"/>
                  <a:pt x="413046" y="75544"/>
                </a:cubicBezTo>
                <a:lnTo>
                  <a:pt x="413046" y="35801"/>
                </a:lnTo>
                <a:lnTo>
                  <a:pt x="427082" y="35801"/>
                </a:lnTo>
                <a:lnTo>
                  <a:pt x="427082" y="31352"/>
                </a:lnTo>
                <a:close/>
                <a:moveTo>
                  <a:pt x="432363" y="58225"/>
                </a:moveTo>
                <a:lnTo>
                  <a:pt x="432363" y="66981"/>
                </a:lnTo>
                <a:lnTo>
                  <a:pt x="466553" y="66981"/>
                </a:lnTo>
                <a:lnTo>
                  <a:pt x="466553" y="58225"/>
                </a:lnTo>
                <a:lnTo>
                  <a:pt x="432363" y="5822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2" name="Text dependent:65">
            <a:extLst xmlns:a="http://schemas.openxmlformats.org/drawingml/2006/main">
              <a:ext uri="{FF2B5EF4-FFF2-40B4-BE49-F238E27FC236}">
                <a16:creationId xmlns:a16="http://schemas.microsoft.com/office/drawing/2014/main" id="{61B556E4-A5F0-4EE6-ADE2-86778D375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9473" y="646549"/>
            <a:ext cx="738906" cy="127693"/>
          </a:xfrm>
          <a:custGeom xmlns:a="http://schemas.openxmlformats.org/drawingml/2006/main">
            <a:pathLst>
              <a:path w="738906" h="127693">
                <a:moveTo>
                  <a:pt x="64487" y="89473"/>
                </a:moveTo>
                <a:cubicBezTo>
                  <a:pt x="62680" y="89611"/>
                  <a:pt x="61847" y="89611"/>
                  <a:pt x="61289" y="89611"/>
                </a:cubicBezTo>
                <a:cubicBezTo>
                  <a:pt x="56426" y="89611"/>
                  <a:pt x="55175" y="88084"/>
                  <a:pt x="55175" y="81694"/>
                </a:cubicBezTo>
                <a:lnTo>
                  <a:pt x="55175" y="2924"/>
                </a:lnTo>
                <a:lnTo>
                  <a:pt x="54480" y="2647"/>
                </a:lnTo>
                <a:cubicBezTo>
                  <a:pt x="47948" y="4871"/>
                  <a:pt x="43223" y="6398"/>
                  <a:pt x="34049" y="8763"/>
                </a:cubicBezTo>
                <a:lnTo>
                  <a:pt x="34049" y="10985"/>
                </a:lnTo>
                <a:cubicBezTo>
                  <a:pt x="35163" y="10847"/>
                  <a:pt x="35856" y="10847"/>
                  <a:pt x="37107" y="10847"/>
                </a:cubicBezTo>
                <a:cubicBezTo>
                  <a:pt x="42250" y="10847"/>
                  <a:pt x="43501" y="12236"/>
                  <a:pt x="43501" y="17934"/>
                </a:cubicBezTo>
                <a:lnTo>
                  <a:pt x="43501" y="39614"/>
                </a:lnTo>
                <a:cubicBezTo>
                  <a:pt x="38218" y="35167"/>
                  <a:pt x="34467" y="33638"/>
                  <a:pt x="28907" y="33638"/>
                </a:cubicBezTo>
                <a:cubicBezTo>
                  <a:pt x="12925" y="33638"/>
                  <a:pt x="0" y="49335"/>
                  <a:pt x="0" y="69057"/>
                </a:cubicBezTo>
                <a:cubicBezTo>
                  <a:pt x="0" y="86832"/>
                  <a:pt x="10285" y="98920"/>
                  <a:pt x="25711" y="98920"/>
                </a:cubicBezTo>
                <a:cubicBezTo>
                  <a:pt x="33494" y="98920"/>
                  <a:pt x="38776" y="96142"/>
                  <a:pt x="43501" y="89611"/>
                </a:cubicBezTo>
                <a:lnTo>
                  <a:pt x="43501" y="98505"/>
                </a:lnTo>
                <a:lnTo>
                  <a:pt x="44057" y="98920"/>
                </a:lnTo>
                <a:lnTo>
                  <a:pt x="64487" y="91695"/>
                </a:lnTo>
                <a:lnTo>
                  <a:pt x="64487" y="89473"/>
                </a:lnTo>
                <a:moveTo>
                  <a:pt x="43501" y="83361"/>
                </a:moveTo>
                <a:cubicBezTo>
                  <a:pt x="43501" y="84334"/>
                  <a:pt x="42528" y="86001"/>
                  <a:pt x="41139" y="87528"/>
                </a:cubicBezTo>
                <a:cubicBezTo>
                  <a:pt x="38776" y="90306"/>
                  <a:pt x="35163" y="91695"/>
                  <a:pt x="31131" y="91695"/>
                </a:cubicBezTo>
                <a:cubicBezTo>
                  <a:pt x="19457" y="91695"/>
                  <a:pt x="11952" y="80583"/>
                  <a:pt x="11952" y="63363"/>
                </a:cubicBezTo>
                <a:cubicBezTo>
                  <a:pt x="11952" y="47808"/>
                  <a:pt x="18761" y="37531"/>
                  <a:pt x="29324" y="37531"/>
                </a:cubicBezTo>
                <a:cubicBezTo>
                  <a:pt x="36829" y="37531"/>
                  <a:pt x="43501" y="44057"/>
                  <a:pt x="43501" y="51417"/>
                </a:cubicBezTo>
                <a:lnTo>
                  <a:pt x="43501" y="83361"/>
                </a:lnTo>
                <a:close/>
                <a:moveTo>
                  <a:pt x="122440" y="74732"/>
                </a:moveTo>
                <a:cubicBezTo>
                  <a:pt x="115770" y="85299"/>
                  <a:pt x="109792" y="89333"/>
                  <a:pt x="100898" y="89333"/>
                </a:cubicBezTo>
                <a:cubicBezTo>
                  <a:pt x="92978" y="89333"/>
                  <a:pt x="87002" y="85299"/>
                  <a:pt x="82970" y="77374"/>
                </a:cubicBezTo>
                <a:cubicBezTo>
                  <a:pt x="80468" y="72090"/>
                  <a:pt x="79497" y="67641"/>
                  <a:pt x="79219" y="59018"/>
                </a:cubicBezTo>
                <a:lnTo>
                  <a:pt x="122024" y="59018"/>
                </a:lnTo>
                <a:cubicBezTo>
                  <a:pt x="120911" y="50001"/>
                  <a:pt x="119522" y="45984"/>
                  <a:pt x="116048" y="41552"/>
                </a:cubicBezTo>
                <a:cubicBezTo>
                  <a:pt x="111877" y="36558"/>
                  <a:pt x="105485" y="33638"/>
                  <a:pt x="98258" y="33638"/>
                </a:cubicBezTo>
                <a:cubicBezTo>
                  <a:pt x="91309" y="33638"/>
                  <a:pt x="84777" y="36140"/>
                  <a:pt x="79497" y="40859"/>
                </a:cubicBezTo>
                <a:cubicBezTo>
                  <a:pt x="72963" y="46538"/>
                  <a:pt x="69211" y="56378"/>
                  <a:pt x="69211" y="67778"/>
                </a:cubicBezTo>
                <a:cubicBezTo>
                  <a:pt x="69211" y="86968"/>
                  <a:pt x="79219" y="98920"/>
                  <a:pt x="95200" y="98920"/>
                </a:cubicBezTo>
                <a:cubicBezTo>
                  <a:pt x="108403" y="98920"/>
                  <a:pt x="118826" y="90722"/>
                  <a:pt x="124665" y="75705"/>
                </a:cubicBezTo>
                <a:lnTo>
                  <a:pt x="122440" y="74732"/>
                </a:lnTo>
                <a:moveTo>
                  <a:pt x="79497" y="54571"/>
                </a:moveTo>
                <a:cubicBezTo>
                  <a:pt x="81024" y="43768"/>
                  <a:pt x="85750" y="38643"/>
                  <a:pt x="94227" y="38643"/>
                </a:cubicBezTo>
                <a:cubicBezTo>
                  <a:pt x="102705" y="38643"/>
                  <a:pt x="106041" y="42521"/>
                  <a:pt x="107848" y="54571"/>
                </a:cubicBezTo>
                <a:lnTo>
                  <a:pt x="79497" y="54571"/>
                </a:lnTo>
                <a:close/>
                <a:moveTo>
                  <a:pt x="128139" y="127693"/>
                </a:moveTo>
                <a:lnTo>
                  <a:pt x="161772" y="127693"/>
                </a:lnTo>
                <a:lnTo>
                  <a:pt x="161772" y="125193"/>
                </a:lnTo>
                <a:cubicBezTo>
                  <a:pt x="151349" y="125053"/>
                  <a:pt x="149680" y="123664"/>
                  <a:pt x="149542" y="114770"/>
                </a:cubicBezTo>
                <a:lnTo>
                  <a:pt x="149542" y="92948"/>
                </a:lnTo>
                <a:cubicBezTo>
                  <a:pt x="154545" y="97531"/>
                  <a:pt x="157741" y="98920"/>
                  <a:pt x="163579" y="98920"/>
                </a:cubicBezTo>
                <a:cubicBezTo>
                  <a:pt x="180118" y="98920"/>
                  <a:pt x="192764" y="83363"/>
                  <a:pt x="192764" y="63225"/>
                </a:cubicBezTo>
                <a:cubicBezTo>
                  <a:pt x="192764" y="46006"/>
                  <a:pt x="183036" y="33638"/>
                  <a:pt x="169555" y="33638"/>
                </a:cubicBezTo>
                <a:cubicBezTo>
                  <a:pt x="161772" y="33638"/>
                  <a:pt x="155656" y="36974"/>
                  <a:pt x="149542" y="44617"/>
                </a:cubicBezTo>
                <a:lnTo>
                  <a:pt x="149542" y="33918"/>
                </a:lnTo>
                <a:lnTo>
                  <a:pt x="148709" y="33638"/>
                </a:lnTo>
                <a:cubicBezTo>
                  <a:pt x="141204" y="36558"/>
                  <a:pt x="136339" y="38365"/>
                  <a:pt x="128694" y="40727"/>
                </a:cubicBezTo>
                <a:lnTo>
                  <a:pt x="128694" y="42950"/>
                </a:lnTo>
                <a:cubicBezTo>
                  <a:pt x="129945" y="42812"/>
                  <a:pt x="130779" y="42812"/>
                  <a:pt x="132170" y="42812"/>
                </a:cubicBezTo>
                <a:cubicBezTo>
                  <a:pt x="136895" y="42812"/>
                  <a:pt x="137868" y="44201"/>
                  <a:pt x="137868" y="50728"/>
                </a:cubicBezTo>
                <a:lnTo>
                  <a:pt x="137868" y="115737"/>
                </a:lnTo>
                <a:cubicBezTo>
                  <a:pt x="137868" y="123104"/>
                  <a:pt x="136339" y="124493"/>
                  <a:pt x="128139" y="125327"/>
                </a:cubicBezTo>
                <a:lnTo>
                  <a:pt x="128139" y="127693"/>
                </a:lnTo>
                <a:moveTo>
                  <a:pt x="149542" y="51144"/>
                </a:moveTo>
                <a:cubicBezTo>
                  <a:pt x="149542" y="46979"/>
                  <a:pt x="157325" y="41978"/>
                  <a:pt x="163717" y="41978"/>
                </a:cubicBezTo>
                <a:cubicBezTo>
                  <a:pt x="174002" y="41978"/>
                  <a:pt x="180812" y="52533"/>
                  <a:pt x="180812" y="68784"/>
                </a:cubicBezTo>
                <a:cubicBezTo>
                  <a:pt x="180812" y="84050"/>
                  <a:pt x="174002" y="94473"/>
                  <a:pt x="163997" y="94473"/>
                </a:cubicBezTo>
                <a:cubicBezTo>
                  <a:pt x="157463" y="94473"/>
                  <a:pt x="149542" y="89471"/>
                  <a:pt x="149542" y="85301"/>
                </a:cubicBezTo>
                <a:lnTo>
                  <a:pt x="149542" y="51144"/>
                </a:lnTo>
                <a:close/>
                <a:moveTo>
                  <a:pt x="253637" y="74732"/>
                </a:moveTo>
                <a:cubicBezTo>
                  <a:pt x="246967" y="85299"/>
                  <a:pt x="240989" y="89333"/>
                  <a:pt x="232095" y="89333"/>
                </a:cubicBezTo>
                <a:cubicBezTo>
                  <a:pt x="224174" y="89333"/>
                  <a:pt x="218198" y="85299"/>
                  <a:pt x="214167" y="77374"/>
                </a:cubicBezTo>
                <a:cubicBezTo>
                  <a:pt x="211665" y="72090"/>
                  <a:pt x="210693" y="67641"/>
                  <a:pt x="210416" y="59018"/>
                </a:cubicBezTo>
                <a:lnTo>
                  <a:pt x="253221" y="59018"/>
                </a:lnTo>
                <a:cubicBezTo>
                  <a:pt x="252108" y="50001"/>
                  <a:pt x="250719" y="45984"/>
                  <a:pt x="247245" y="41552"/>
                </a:cubicBezTo>
                <a:cubicBezTo>
                  <a:pt x="243074" y="36558"/>
                  <a:pt x="236682" y="33638"/>
                  <a:pt x="229455" y="33638"/>
                </a:cubicBezTo>
                <a:cubicBezTo>
                  <a:pt x="222505" y="33638"/>
                  <a:pt x="215974" y="36140"/>
                  <a:pt x="210693" y="40859"/>
                </a:cubicBezTo>
                <a:cubicBezTo>
                  <a:pt x="204160" y="46538"/>
                  <a:pt x="200408" y="56378"/>
                  <a:pt x="200408" y="67778"/>
                </a:cubicBezTo>
                <a:cubicBezTo>
                  <a:pt x="200408" y="86968"/>
                  <a:pt x="210416" y="98920"/>
                  <a:pt x="226397" y="98920"/>
                </a:cubicBezTo>
                <a:cubicBezTo>
                  <a:pt x="239600" y="98920"/>
                  <a:pt x="250023" y="90722"/>
                  <a:pt x="255861" y="75705"/>
                </a:cubicBezTo>
                <a:lnTo>
                  <a:pt x="253637" y="74732"/>
                </a:lnTo>
                <a:moveTo>
                  <a:pt x="210693" y="54571"/>
                </a:moveTo>
                <a:cubicBezTo>
                  <a:pt x="212220" y="43768"/>
                  <a:pt x="216947" y="38643"/>
                  <a:pt x="225423" y="38643"/>
                </a:cubicBezTo>
                <a:cubicBezTo>
                  <a:pt x="233902" y="38643"/>
                  <a:pt x="237238" y="42521"/>
                  <a:pt x="239044" y="54571"/>
                </a:cubicBezTo>
                <a:lnTo>
                  <a:pt x="210693" y="54571"/>
                </a:lnTo>
                <a:close/>
                <a:moveTo>
                  <a:pt x="261141" y="97563"/>
                </a:moveTo>
                <a:lnTo>
                  <a:pt x="290605" y="97563"/>
                </a:lnTo>
                <a:lnTo>
                  <a:pt x="290605" y="95478"/>
                </a:lnTo>
                <a:cubicBezTo>
                  <a:pt x="283656" y="95063"/>
                  <a:pt x="281431" y="93256"/>
                  <a:pt x="281431" y="88253"/>
                </a:cubicBezTo>
                <a:lnTo>
                  <a:pt x="281431" y="49204"/>
                </a:lnTo>
                <a:cubicBezTo>
                  <a:pt x="288103" y="42950"/>
                  <a:pt x="291161" y="41283"/>
                  <a:pt x="295748" y="41283"/>
                </a:cubicBezTo>
                <a:cubicBezTo>
                  <a:pt x="302557" y="41283"/>
                  <a:pt x="305893" y="45590"/>
                  <a:pt x="305893" y="54762"/>
                </a:cubicBezTo>
                <a:lnTo>
                  <a:pt x="305893" y="83806"/>
                </a:lnTo>
                <a:cubicBezTo>
                  <a:pt x="305615" y="92838"/>
                  <a:pt x="303947" y="95063"/>
                  <a:pt x="297137" y="95478"/>
                </a:cubicBezTo>
                <a:lnTo>
                  <a:pt x="297137" y="97563"/>
                </a:lnTo>
                <a:lnTo>
                  <a:pt x="326046" y="97563"/>
                </a:lnTo>
                <a:lnTo>
                  <a:pt x="326046" y="95478"/>
                </a:lnTo>
                <a:cubicBezTo>
                  <a:pt x="319234" y="94785"/>
                  <a:pt x="317705" y="93116"/>
                  <a:pt x="317567" y="86307"/>
                </a:cubicBezTo>
                <a:lnTo>
                  <a:pt x="317567" y="54484"/>
                </a:lnTo>
                <a:cubicBezTo>
                  <a:pt x="317567" y="41423"/>
                  <a:pt x="311452" y="33638"/>
                  <a:pt x="301168" y="33638"/>
                </a:cubicBezTo>
                <a:cubicBezTo>
                  <a:pt x="294775" y="33638"/>
                  <a:pt x="290465" y="36002"/>
                  <a:pt x="281016" y="44896"/>
                </a:cubicBezTo>
                <a:lnTo>
                  <a:pt x="281016" y="33918"/>
                </a:lnTo>
                <a:lnTo>
                  <a:pt x="280042" y="33638"/>
                </a:lnTo>
                <a:cubicBezTo>
                  <a:pt x="272815" y="36280"/>
                  <a:pt x="268090" y="37809"/>
                  <a:pt x="260863" y="39894"/>
                </a:cubicBezTo>
                <a:lnTo>
                  <a:pt x="260863" y="42256"/>
                </a:lnTo>
                <a:cubicBezTo>
                  <a:pt x="261837" y="41838"/>
                  <a:pt x="263088" y="41701"/>
                  <a:pt x="264617" y="41701"/>
                </a:cubicBezTo>
                <a:cubicBezTo>
                  <a:pt x="268508" y="41701"/>
                  <a:pt x="269757" y="43785"/>
                  <a:pt x="269757" y="50593"/>
                </a:cubicBezTo>
                <a:lnTo>
                  <a:pt x="269757" y="85057"/>
                </a:lnTo>
                <a:cubicBezTo>
                  <a:pt x="269619" y="93256"/>
                  <a:pt x="268090" y="95063"/>
                  <a:pt x="261141" y="95478"/>
                </a:cubicBezTo>
                <a:lnTo>
                  <a:pt x="261141" y="97563"/>
                </a:lnTo>
                <a:close/>
                <a:moveTo>
                  <a:pt x="396370" y="89473"/>
                </a:moveTo>
                <a:cubicBezTo>
                  <a:pt x="394563" y="89611"/>
                  <a:pt x="393729" y="89611"/>
                  <a:pt x="393172" y="89611"/>
                </a:cubicBezTo>
                <a:cubicBezTo>
                  <a:pt x="388309" y="89611"/>
                  <a:pt x="387058" y="88084"/>
                  <a:pt x="387058" y="81694"/>
                </a:cubicBezTo>
                <a:lnTo>
                  <a:pt x="387058" y="2924"/>
                </a:lnTo>
                <a:lnTo>
                  <a:pt x="386362" y="2647"/>
                </a:lnTo>
                <a:cubicBezTo>
                  <a:pt x="379831" y="4871"/>
                  <a:pt x="375106" y="6398"/>
                  <a:pt x="365932" y="8763"/>
                </a:cubicBezTo>
                <a:lnTo>
                  <a:pt x="365932" y="10985"/>
                </a:lnTo>
                <a:cubicBezTo>
                  <a:pt x="367045" y="10847"/>
                  <a:pt x="367739" y="10847"/>
                  <a:pt x="368990" y="10847"/>
                </a:cubicBezTo>
                <a:cubicBezTo>
                  <a:pt x="374132" y="10847"/>
                  <a:pt x="375384" y="12236"/>
                  <a:pt x="375384" y="17934"/>
                </a:cubicBezTo>
                <a:lnTo>
                  <a:pt x="375384" y="39614"/>
                </a:lnTo>
                <a:cubicBezTo>
                  <a:pt x="370101" y="35167"/>
                  <a:pt x="366350" y="33638"/>
                  <a:pt x="360789" y="33638"/>
                </a:cubicBezTo>
                <a:cubicBezTo>
                  <a:pt x="344808" y="33638"/>
                  <a:pt x="331883" y="49335"/>
                  <a:pt x="331883" y="69057"/>
                </a:cubicBezTo>
                <a:cubicBezTo>
                  <a:pt x="331883" y="86832"/>
                  <a:pt x="342168" y="98920"/>
                  <a:pt x="357593" y="98920"/>
                </a:cubicBezTo>
                <a:cubicBezTo>
                  <a:pt x="365376" y="98920"/>
                  <a:pt x="370659" y="96142"/>
                  <a:pt x="375384" y="89611"/>
                </a:cubicBezTo>
                <a:lnTo>
                  <a:pt x="375384" y="98505"/>
                </a:lnTo>
                <a:lnTo>
                  <a:pt x="375939" y="98920"/>
                </a:lnTo>
                <a:lnTo>
                  <a:pt x="396370" y="91695"/>
                </a:lnTo>
                <a:lnTo>
                  <a:pt x="396370" y="89473"/>
                </a:lnTo>
                <a:moveTo>
                  <a:pt x="375384" y="83361"/>
                </a:moveTo>
                <a:cubicBezTo>
                  <a:pt x="375384" y="84334"/>
                  <a:pt x="374410" y="86001"/>
                  <a:pt x="373021" y="87528"/>
                </a:cubicBezTo>
                <a:cubicBezTo>
                  <a:pt x="370659" y="90306"/>
                  <a:pt x="367045" y="91695"/>
                  <a:pt x="363014" y="91695"/>
                </a:cubicBezTo>
                <a:cubicBezTo>
                  <a:pt x="351340" y="91695"/>
                  <a:pt x="343835" y="80583"/>
                  <a:pt x="343835" y="63363"/>
                </a:cubicBezTo>
                <a:cubicBezTo>
                  <a:pt x="343835" y="47808"/>
                  <a:pt x="350644" y="37531"/>
                  <a:pt x="361207" y="37531"/>
                </a:cubicBezTo>
                <a:cubicBezTo>
                  <a:pt x="368712" y="37531"/>
                  <a:pt x="375384" y="44057"/>
                  <a:pt x="375384" y="51417"/>
                </a:cubicBezTo>
                <a:lnTo>
                  <a:pt x="375384" y="83361"/>
                </a:lnTo>
                <a:close/>
                <a:moveTo>
                  <a:pt x="454323" y="74732"/>
                </a:moveTo>
                <a:cubicBezTo>
                  <a:pt x="447654" y="85299"/>
                  <a:pt x="441676" y="89333"/>
                  <a:pt x="432782" y="89333"/>
                </a:cubicBezTo>
                <a:cubicBezTo>
                  <a:pt x="424861" y="89333"/>
                  <a:pt x="418885" y="85299"/>
                  <a:pt x="414854" y="77374"/>
                </a:cubicBezTo>
                <a:cubicBezTo>
                  <a:pt x="412351" y="72090"/>
                  <a:pt x="411380" y="67641"/>
                  <a:pt x="411102" y="59018"/>
                </a:cubicBezTo>
                <a:lnTo>
                  <a:pt x="453908" y="59018"/>
                </a:lnTo>
                <a:cubicBezTo>
                  <a:pt x="452794" y="50001"/>
                  <a:pt x="451405" y="45984"/>
                  <a:pt x="447932" y="41552"/>
                </a:cubicBezTo>
                <a:cubicBezTo>
                  <a:pt x="443760" y="36558"/>
                  <a:pt x="437369" y="33638"/>
                  <a:pt x="430142" y="33638"/>
                </a:cubicBezTo>
                <a:cubicBezTo>
                  <a:pt x="423192" y="33638"/>
                  <a:pt x="416661" y="36140"/>
                  <a:pt x="411380" y="40859"/>
                </a:cubicBezTo>
                <a:cubicBezTo>
                  <a:pt x="404846" y="46538"/>
                  <a:pt x="401095" y="56378"/>
                  <a:pt x="401095" y="67778"/>
                </a:cubicBezTo>
                <a:cubicBezTo>
                  <a:pt x="401095" y="86968"/>
                  <a:pt x="411102" y="98920"/>
                  <a:pt x="427084" y="98920"/>
                </a:cubicBezTo>
                <a:cubicBezTo>
                  <a:pt x="440287" y="98920"/>
                  <a:pt x="450710" y="90722"/>
                  <a:pt x="456548" y="75705"/>
                </a:cubicBezTo>
                <a:lnTo>
                  <a:pt x="454323" y="74732"/>
                </a:lnTo>
                <a:moveTo>
                  <a:pt x="411380" y="54571"/>
                </a:moveTo>
                <a:cubicBezTo>
                  <a:pt x="412907" y="43768"/>
                  <a:pt x="417634" y="38643"/>
                  <a:pt x="426110" y="38643"/>
                </a:cubicBezTo>
                <a:cubicBezTo>
                  <a:pt x="434589" y="38643"/>
                  <a:pt x="437924" y="42521"/>
                  <a:pt x="439731" y="54571"/>
                </a:cubicBezTo>
                <a:lnTo>
                  <a:pt x="411380" y="54571"/>
                </a:lnTo>
                <a:close/>
                <a:moveTo>
                  <a:pt x="461828" y="97563"/>
                </a:moveTo>
                <a:lnTo>
                  <a:pt x="491293" y="97563"/>
                </a:lnTo>
                <a:lnTo>
                  <a:pt x="491293" y="95478"/>
                </a:lnTo>
                <a:cubicBezTo>
                  <a:pt x="484343" y="95063"/>
                  <a:pt x="482119" y="93256"/>
                  <a:pt x="482119" y="88253"/>
                </a:cubicBezTo>
                <a:lnTo>
                  <a:pt x="482119" y="49204"/>
                </a:lnTo>
                <a:cubicBezTo>
                  <a:pt x="488790" y="42950"/>
                  <a:pt x="491848" y="41283"/>
                  <a:pt x="496435" y="41283"/>
                </a:cubicBezTo>
                <a:cubicBezTo>
                  <a:pt x="503245" y="41283"/>
                  <a:pt x="506580" y="45590"/>
                  <a:pt x="506580" y="54762"/>
                </a:cubicBezTo>
                <a:lnTo>
                  <a:pt x="506580" y="83806"/>
                </a:lnTo>
                <a:cubicBezTo>
                  <a:pt x="506303" y="92838"/>
                  <a:pt x="504634" y="95063"/>
                  <a:pt x="497824" y="95478"/>
                </a:cubicBezTo>
                <a:lnTo>
                  <a:pt x="497824" y="97563"/>
                </a:lnTo>
                <a:lnTo>
                  <a:pt x="526733" y="97563"/>
                </a:lnTo>
                <a:lnTo>
                  <a:pt x="526733" y="95478"/>
                </a:lnTo>
                <a:cubicBezTo>
                  <a:pt x="519921" y="94785"/>
                  <a:pt x="518392" y="93116"/>
                  <a:pt x="518255" y="86307"/>
                </a:cubicBezTo>
                <a:lnTo>
                  <a:pt x="518255" y="54484"/>
                </a:lnTo>
                <a:cubicBezTo>
                  <a:pt x="518255" y="41423"/>
                  <a:pt x="512139" y="33638"/>
                  <a:pt x="501856" y="33638"/>
                </a:cubicBezTo>
                <a:cubicBezTo>
                  <a:pt x="495462" y="33638"/>
                  <a:pt x="491153" y="36002"/>
                  <a:pt x="481703" y="44896"/>
                </a:cubicBezTo>
                <a:lnTo>
                  <a:pt x="481703" y="33918"/>
                </a:lnTo>
                <a:lnTo>
                  <a:pt x="480730" y="33638"/>
                </a:lnTo>
                <a:cubicBezTo>
                  <a:pt x="473502" y="36280"/>
                  <a:pt x="468778" y="37809"/>
                  <a:pt x="461550" y="39894"/>
                </a:cubicBezTo>
                <a:lnTo>
                  <a:pt x="461550" y="42256"/>
                </a:lnTo>
                <a:cubicBezTo>
                  <a:pt x="462524" y="41838"/>
                  <a:pt x="463775" y="41701"/>
                  <a:pt x="465304" y="41701"/>
                </a:cubicBezTo>
                <a:cubicBezTo>
                  <a:pt x="469195" y="41701"/>
                  <a:pt x="470444" y="43785"/>
                  <a:pt x="470444" y="50593"/>
                </a:cubicBezTo>
                <a:lnTo>
                  <a:pt x="470444" y="85057"/>
                </a:lnTo>
                <a:cubicBezTo>
                  <a:pt x="470307" y="93256"/>
                  <a:pt x="468778" y="95063"/>
                  <a:pt x="461828" y="95478"/>
                </a:cubicBezTo>
                <a:lnTo>
                  <a:pt x="461828" y="97563"/>
                </a:lnTo>
                <a:close/>
                <a:moveTo>
                  <a:pt x="564255" y="34995"/>
                </a:moveTo>
                <a:lnTo>
                  <a:pt x="550218" y="34995"/>
                </a:lnTo>
                <a:lnTo>
                  <a:pt x="550218" y="18874"/>
                </a:lnTo>
                <a:cubicBezTo>
                  <a:pt x="550218" y="17485"/>
                  <a:pt x="549940" y="17067"/>
                  <a:pt x="549245" y="17067"/>
                </a:cubicBezTo>
                <a:cubicBezTo>
                  <a:pt x="541184" y="28741"/>
                  <a:pt x="537015" y="33468"/>
                  <a:pt x="532986" y="35831"/>
                </a:cubicBezTo>
                <a:cubicBezTo>
                  <a:pt x="531457" y="36802"/>
                  <a:pt x="530621" y="37637"/>
                  <a:pt x="530621" y="38471"/>
                </a:cubicBezTo>
                <a:cubicBezTo>
                  <a:pt x="530621" y="38889"/>
                  <a:pt x="530761" y="39166"/>
                  <a:pt x="531179" y="39444"/>
                </a:cubicBezTo>
                <a:lnTo>
                  <a:pt x="538544" y="39444"/>
                </a:lnTo>
                <a:lnTo>
                  <a:pt x="538544" y="81272"/>
                </a:lnTo>
                <a:cubicBezTo>
                  <a:pt x="538544" y="92944"/>
                  <a:pt x="542713" y="98920"/>
                  <a:pt x="550914" y="98920"/>
                </a:cubicBezTo>
                <a:cubicBezTo>
                  <a:pt x="557723" y="98920"/>
                  <a:pt x="563004" y="95587"/>
                  <a:pt x="567591" y="88359"/>
                </a:cubicBezTo>
                <a:lnTo>
                  <a:pt x="565784" y="86830"/>
                </a:lnTo>
                <a:cubicBezTo>
                  <a:pt x="562726" y="90444"/>
                  <a:pt x="560503" y="91695"/>
                  <a:pt x="557445" y="91695"/>
                </a:cubicBezTo>
                <a:cubicBezTo>
                  <a:pt x="552303" y="91695"/>
                  <a:pt x="550218" y="87942"/>
                  <a:pt x="550218" y="79188"/>
                </a:cubicBezTo>
                <a:lnTo>
                  <a:pt x="550218" y="39444"/>
                </a:lnTo>
                <a:lnTo>
                  <a:pt x="564255" y="39444"/>
                </a:lnTo>
                <a:lnTo>
                  <a:pt x="564255" y="34995"/>
                </a:lnTo>
                <a:close/>
                <a:moveTo>
                  <a:pt x="586353" y="33774"/>
                </a:moveTo>
                <a:cubicBezTo>
                  <a:pt x="582184" y="33774"/>
                  <a:pt x="578710" y="37249"/>
                  <a:pt x="578710" y="41696"/>
                </a:cubicBezTo>
                <a:cubicBezTo>
                  <a:pt x="578710" y="45728"/>
                  <a:pt x="582184" y="49201"/>
                  <a:pt x="586215" y="49201"/>
                </a:cubicBezTo>
                <a:cubicBezTo>
                  <a:pt x="590522" y="49201"/>
                  <a:pt x="594136" y="45866"/>
                  <a:pt x="594136" y="41696"/>
                </a:cubicBezTo>
                <a:cubicBezTo>
                  <a:pt x="594136" y="37387"/>
                  <a:pt x="590522" y="33774"/>
                  <a:pt x="586353" y="33774"/>
                </a:cubicBezTo>
                <a:moveTo>
                  <a:pt x="586353" y="83630"/>
                </a:moveTo>
                <a:cubicBezTo>
                  <a:pt x="582184" y="83630"/>
                  <a:pt x="578710" y="87104"/>
                  <a:pt x="578710" y="91553"/>
                </a:cubicBezTo>
                <a:cubicBezTo>
                  <a:pt x="578710" y="95582"/>
                  <a:pt x="582184" y="99056"/>
                  <a:pt x="586215" y="99056"/>
                </a:cubicBezTo>
                <a:cubicBezTo>
                  <a:pt x="590522" y="99056"/>
                  <a:pt x="594136" y="95722"/>
                  <a:pt x="594136" y="91553"/>
                </a:cubicBezTo>
                <a:cubicBezTo>
                  <a:pt x="594136" y="87244"/>
                  <a:pt x="590522" y="83630"/>
                  <a:pt x="586353" y="83630"/>
                </a:cubicBezTo>
                <a:close/>
                <a:moveTo>
                  <a:pt x="669149" y="480"/>
                </a:moveTo>
                <a:cubicBezTo>
                  <a:pt x="652983" y="1900"/>
                  <a:pt x="644759" y="4593"/>
                  <a:pt x="634409" y="11824"/>
                </a:cubicBezTo>
                <a:cubicBezTo>
                  <a:pt x="619096" y="22741"/>
                  <a:pt x="610732" y="38906"/>
                  <a:pt x="610732" y="57919"/>
                </a:cubicBezTo>
                <a:cubicBezTo>
                  <a:pt x="610732" y="70268"/>
                  <a:pt x="614559" y="82758"/>
                  <a:pt x="620656" y="89854"/>
                </a:cubicBezTo>
                <a:cubicBezTo>
                  <a:pt x="626045" y="96100"/>
                  <a:pt x="633702" y="99501"/>
                  <a:pt x="642492" y="99501"/>
                </a:cubicBezTo>
                <a:cubicBezTo>
                  <a:pt x="660073" y="99501"/>
                  <a:pt x="672266" y="86023"/>
                  <a:pt x="672266" y="66437"/>
                </a:cubicBezTo>
                <a:cubicBezTo>
                  <a:pt x="672266" y="48127"/>
                  <a:pt x="662059" y="36777"/>
                  <a:pt x="645469" y="36777"/>
                </a:cubicBezTo>
                <a:cubicBezTo>
                  <a:pt x="639230" y="36777"/>
                  <a:pt x="636395" y="37770"/>
                  <a:pt x="627462" y="43160"/>
                </a:cubicBezTo>
                <a:cubicBezTo>
                  <a:pt x="631289" y="21750"/>
                  <a:pt x="647172" y="6436"/>
                  <a:pt x="669432" y="2750"/>
                </a:cubicBezTo>
                <a:lnTo>
                  <a:pt x="669149" y="480"/>
                </a:lnTo>
                <a:moveTo>
                  <a:pt x="640223" y="43300"/>
                </a:moveTo>
                <a:cubicBezTo>
                  <a:pt x="652559" y="43300"/>
                  <a:pt x="659506" y="53521"/>
                  <a:pt x="659506" y="71261"/>
                </a:cubicBezTo>
                <a:cubicBezTo>
                  <a:pt x="659506" y="86875"/>
                  <a:pt x="653976" y="95531"/>
                  <a:pt x="644052" y="95531"/>
                </a:cubicBezTo>
                <a:cubicBezTo>
                  <a:pt x="631575" y="95531"/>
                  <a:pt x="623918" y="82191"/>
                  <a:pt x="623918" y="60191"/>
                </a:cubicBezTo>
                <a:cubicBezTo>
                  <a:pt x="623918" y="52952"/>
                  <a:pt x="625052" y="48977"/>
                  <a:pt x="627888" y="46848"/>
                </a:cubicBezTo>
                <a:cubicBezTo>
                  <a:pt x="630865" y="44577"/>
                  <a:pt x="635259" y="43300"/>
                  <a:pt x="640223" y="43300"/>
                </a:cubicBezTo>
                <a:close/>
                <a:moveTo>
                  <a:pt x="702468" y="14887"/>
                </a:moveTo>
                <a:lnTo>
                  <a:pt x="730259" y="14887"/>
                </a:lnTo>
                <a:cubicBezTo>
                  <a:pt x="732669" y="14887"/>
                  <a:pt x="733093" y="14744"/>
                  <a:pt x="733519" y="13611"/>
                </a:cubicBezTo>
                <a:lnTo>
                  <a:pt x="738906" y="991"/>
                </a:lnTo>
                <a:lnTo>
                  <a:pt x="737632" y="0"/>
                </a:lnTo>
                <a:cubicBezTo>
                  <a:pt x="735503" y="2834"/>
                  <a:pt x="734229" y="3684"/>
                  <a:pt x="731109" y="3684"/>
                </a:cubicBezTo>
                <a:lnTo>
                  <a:pt x="701475" y="3684"/>
                </a:lnTo>
                <a:lnTo>
                  <a:pt x="686019" y="37279"/>
                </a:lnTo>
                <a:cubicBezTo>
                  <a:pt x="685879" y="37563"/>
                  <a:pt x="685879" y="37705"/>
                  <a:pt x="685879" y="37989"/>
                </a:cubicBezTo>
                <a:cubicBezTo>
                  <a:pt x="685879" y="38839"/>
                  <a:pt x="686446" y="39123"/>
                  <a:pt x="687579" y="39123"/>
                </a:cubicBezTo>
                <a:cubicBezTo>
                  <a:pt x="692116" y="39123"/>
                  <a:pt x="697646" y="40116"/>
                  <a:pt x="703602" y="41957"/>
                </a:cubicBezTo>
                <a:cubicBezTo>
                  <a:pt x="719906" y="47201"/>
                  <a:pt x="727279" y="55846"/>
                  <a:pt x="727279" y="70019"/>
                </a:cubicBezTo>
                <a:cubicBezTo>
                  <a:pt x="727279" y="83626"/>
                  <a:pt x="718773" y="94257"/>
                  <a:pt x="707572" y="94257"/>
                </a:cubicBezTo>
                <a:cubicBezTo>
                  <a:pt x="704736" y="94257"/>
                  <a:pt x="702468" y="93264"/>
                  <a:pt x="698213" y="90147"/>
                </a:cubicBezTo>
                <a:cubicBezTo>
                  <a:pt x="693676" y="86746"/>
                  <a:pt x="690558" y="85469"/>
                  <a:pt x="687296" y="85469"/>
                </a:cubicBezTo>
                <a:cubicBezTo>
                  <a:pt x="683326" y="85469"/>
                  <a:pt x="681342" y="87170"/>
                  <a:pt x="681342" y="90713"/>
                </a:cubicBezTo>
                <a:cubicBezTo>
                  <a:pt x="681342" y="96100"/>
                  <a:pt x="687863" y="99501"/>
                  <a:pt x="698639" y="99501"/>
                </a:cubicBezTo>
                <a:cubicBezTo>
                  <a:pt x="710409" y="99501"/>
                  <a:pt x="720616" y="95674"/>
                  <a:pt x="727848" y="88446"/>
                </a:cubicBezTo>
                <a:cubicBezTo>
                  <a:pt x="734229" y="82068"/>
                  <a:pt x="737206" y="73990"/>
                  <a:pt x="737206" y="63217"/>
                </a:cubicBezTo>
                <a:cubicBezTo>
                  <a:pt x="737206" y="53012"/>
                  <a:pt x="734512" y="46494"/>
                  <a:pt x="727563" y="39406"/>
                </a:cubicBezTo>
                <a:cubicBezTo>
                  <a:pt x="721326" y="33171"/>
                  <a:pt x="713243" y="29910"/>
                  <a:pt x="696512" y="26933"/>
                </a:cubicBezTo>
                <a:lnTo>
                  <a:pt x="702468" y="1488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3B2DF0A-45B9-4950-B311-964B606A2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7426" y="1656912"/>
            <a:ext cx="903368" cy="359959"/>
          </a:xfrm>
          <a:custGeom xmlns:a="http://schemas.openxmlformats.org/drawingml/2006/main">
            <a:pathLst>
              <a:path w="903368" h="359959">
                <a:moveTo>
                  <a:pt x="35100" y="0"/>
                </a:moveTo>
                <a:lnTo>
                  <a:pt x="868277" y="0"/>
                </a:lnTo>
                <a:cubicBezTo>
                  <a:pt x="887727" y="0"/>
                  <a:pt x="903368" y="15642"/>
                  <a:pt x="903368" y="35100"/>
                </a:cubicBezTo>
                <a:lnTo>
                  <a:pt x="903368" y="324859"/>
                </a:lnTo>
                <a:cubicBezTo>
                  <a:pt x="903368" y="344317"/>
                  <a:pt x="887727" y="359959"/>
                  <a:pt x="868277" y="359959"/>
                </a:cubicBezTo>
                <a:lnTo>
                  <a:pt x="35100" y="359959"/>
                </a:lnTo>
                <a:cubicBezTo>
                  <a:pt x="15642" y="359959"/>
                  <a:pt x="0" y="344317"/>
                  <a:pt x="0" y="324859"/>
                </a:cubicBezTo>
                <a:lnTo>
                  <a:pt x="0" y="35100"/>
                </a:lnTo>
                <a:cubicBezTo>
                  <a:pt x="0" y="15642"/>
                  <a:pt x="15642" y="0"/>
                  <a:pt x="35100" y="0"/>
                </a:cubicBezTo>
                <a:close/>
                <a:moveTo>
                  <a:pt x="35100" y="0"/>
                </a:moveTo>
              </a:path>
            </a:pathLst>
          </a:custGeom>
          <a:solidFill xmlns:a="http://schemas.openxmlformats.org/drawingml/2006/main">
            <a:srgbClr val="FFFFFF">
              <a:alpha val="75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74" name="Text Context-">
            <a:extLst xmlns:a="http://schemas.openxmlformats.org/drawingml/2006/main">
              <a:ext uri="{FF2B5EF4-FFF2-40B4-BE49-F238E27FC236}">
                <a16:creationId xmlns:a16="http://schemas.microsoft.com/office/drawing/2014/main" id="{08FA41C8-96E9-456B-8004-A281113E1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9613" y="1706588"/>
            <a:ext cx="466553" cy="95820"/>
          </a:xfrm>
          <a:custGeom xmlns:a="http://schemas.openxmlformats.org/drawingml/2006/main">
            <a:pathLst>
              <a:path w="466553" h="95820">
                <a:moveTo>
                  <a:pt x="82275" y="31248"/>
                </a:moveTo>
                <a:lnTo>
                  <a:pt x="81024" y="0"/>
                </a:lnTo>
                <a:lnTo>
                  <a:pt x="78106" y="0"/>
                </a:lnTo>
                <a:cubicBezTo>
                  <a:pt x="77273" y="2920"/>
                  <a:pt x="75048" y="4587"/>
                  <a:pt x="72268" y="4587"/>
                </a:cubicBezTo>
                <a:cubicBezTo>
                  <a:pt x="71017" y="4587"/>
                  <a:pt x="68932" y="4171"/>
                  <a:pt x="66847" y="3476"/>
                </a:cubicBezTo>
                <a:cubicBezTo>
                  <a:pt x="60038" y="1113"/>
                  <a:pt x="53089" y="0"/>
                  <a:pt x="46557" y="0"/>
                </a:cubicBezTo>
                <a:cubicBezTo>
                  <a:pt x="35161" y="0"/>
                  <a:pt x="23626" y="4309"/>
                  <a:pt x="15008" y="11948"/>
                </a:cubicBezTo>
                <a:cubicBezTo>
                  <a:pt x="5280" y="20558"/>
                  <a:pt x="0" y="33330"/>
                  <a:pt x="0" y="48605"/>
                </a:cubicBezTo>
                <a:cubicBezTo>
                  <a:pt x="0" y="76931"/>
                  <a:pt x="18484" y="95820"/>
                  <a:pt x="46141" y="95820"/>
                </a:cubicBezTo>
                <a:cubicBezTo>
                  <a:pt x="61845" y="95820"/>
                  <a:pt x="75744" y="89428"/>
                  <a:pt x="84082" y="78180"/>
                </a:cubicBezTo>
                <a:lnTo>
                  <a:pt x="81580" y="75682"/>
                </a:lnTo>
                <a:cubicBezTo>
                  <a:pt x="71434" y="85541"/>
                  <a:pt x="62123" y="89706"/>
                  <a:pt x="50588" y="89706"/>
                </a:cubicBezTo>
                <a:cubicBezTo>
                  <a:pt x="41832" y="89706"/>
                  <a:pt x="34049" y="86928"/>
                  <a:pt x="28073" y="81652"/>
                </a:cubicBezTo>
                <a:cubicBezTo>
                  <a:pt x="20428" y="74849"/>
                  <a:pt x="16121" y="62352"/>
                  <a:pt x="16121" y="46801"/>
                </a:cubicBezTo>
                <a:cubicBezTo>
                  <a:pt x="16121" y="21667"/>
                  <a:pt x="29047" y="5560"/>
                  <a:pt x="49197" y="5560"/>
                </a:cubicBezTo>
                <a:cubicBezTo>
                  <a:pt x="57120" y="5560"/>
                  <a:pt x="64347" y="8476"/>
                  <a:pt x="69905" y="13892"/>
                </a:cubicBezTo>
                <a:cubicBezTo>
                  <a:pt x="74352" y="18335"/>
                  <a:pt x="76437" y="22222"/>
                  <a:pt x="79079" y="31248"/>
                </a:cubicBezTo>
                <a:lnTo>
                  <a:pt x="82275" y="31248"/>
                </a:lnTo>
                <a:close/>
                <a:moveTo>
                  <a:pt x="122301" y="29995"/>
                </a:moveTo>
                <a:cubicBezTo>
                  <a:pt x="104093" y="29995"/>
                  <a:pt x="91586" y="43331"/>
                  <a:pt x="91586" y="62498"/>
                </a:cubicBezTo>
                <a:cubicBezTo>
                  <a:pt x="91586" y="81387"/>
                  <a:pt x="104511" y="95277"/>
                  <a:pt x="122022" y="95277"/>
                </a:cubicBezTo>
                <a:cubicBezTo>
                  <a:pt x="139534" y="95277"/>
                  <a:pt x="152875" y="80693"/>
                  <a:pt x="152875" y="61387"/>
                </a:cubicBezTo>
                <a:cubicBezTo>
                  <a:pt x="152875" y="43054"/>
                  <a:pt x="140090" y="29995"/>
                  <a:pt x="122301" y="29995"/>
                </a:cubicBezTo>
                <a:moveTo>
                  <a:pt x="120495" y="33888"/>
                </a:moveTo>
                <a:cubicBezTo>
                  <a:pt x="132169" y="33888"/>
                  <a:pt x="140367" y="47221"/>
                  <a:pt x="140367" y="66247"/>
                </a:cubicBezTo>
                <a:cubicBezTo>
                  <a:pt x="140367" y="82080"/>
                  <a:pt x="134114" y="91386"/>
                  <a:pt x="123690" y="91386"/>
                </a:cubicBezTo>
                <a:cubicBezTo>
                  <a:pt x="118270" y="91386"/>
                  <a:pt x="113127" y="88054"/>
                  <a:pt x="110209" y="82498"/>
                </a:cubicBezTo>
                <a:cubicBezTo>
                  <a:pt x="106318" y="75275"/>
                  <a:pt x="104093" y="65554"/>
                  <a:pt x="104093" y="55693"/>
                </a:cubicBezTo>
                <a:cubicBezTo>
                  <a:pt x="104093" y="42498"/>
                  <a:pt x="110487" y="33888"/>
                  <a:pt x="120495" y="33888"/>
                </a:cubicBezTo>
                <a:close/>
                <a:moveTo>
                  <a:pt x="159546" y="93920"/>
                </a:moveTo>
                <a:lnTo>
                  <a:pt x="189011" y="93920"/>
                </a:lnTo>
                <a:lnTo>
                  <a:pt x="189011" y="91835"/>
                </a:lnTo>
                <a:cubicBezTo>
                  <a:pt x="182061" y="91419"/>
                  <a:pt x="179837" y="89613"/>
                  <a:pt x="179837" y="84610"/>
                </a:cubicBezTo>
                <a:lnTo>
                  <a:pt x="179837" y="45560"/>
                </a:lnTo>
                <a:cubicBezTo>
                  <a:pt x="186508" y="39306"/>
                  <a:pt x="189566" y="37640"/>
                  <a:pt x="194153" y="37640"/>
                </a:cubicBezTo>
                <a:cubicBezTo>
                  <a:pt x="200963" y="37640"/>
                  <a:pt x="204299" y="41947"/>
                  <a:pt x="204299" y="51118"/>
                </a:cubicBezTo>
                <a:lnTo>
                  <a:pt x="204299" y="80163"/>
                </a:lnTo>
                <a:cubicBezTo>
                  <a:pt x="204021" y="89195"/>
                  <a:pt x="202352" y="91419"/>
                  <a:pt x="195542" y="91835"/>
                </a:cubicBezTo>
                <a:lnTo>
                  <a:pt x="195542" y="93920"/>
                </a:lnTo>
                <a:lnTo>
                  <a:pt x="224451" y="93920"/>
                </a:lnTo>
                <a:lnTo>
                  <a:pt x="224451" y="91835"/>
                </a:lnTo>
                <a:cubicBezTo>
                  <a:pt x="217640" y="91142"/>
                  <a:pt x="216111" y="89473"/>
                  <a:pt x="215973" y="82663"/>
                </a:cubicBezTo>
                <a:lnTo>
                  <a:pt x="215973" y="50841"/>
                </a:lnTo>
                <a:cubicBezTo>
                  <a:pt x="215973" y="37780"/>
                  <a:pt x="209857" y="29995"/>
                  <a:pt x="199574" y="29995"/>
                </a:cubicBezTo>
                <a:cubicBezTo>
                  <a:pt x="193180" y="29995"/>
                  <a:pt x="188871" y="32359"/>
                  <a:pt x="179421" y="41253"/>
                </a:cubicBezTo>
                <a:lnTo>
                  <a:pt x="179421" y="30275"/>
                </a:lnTo>
                <a:lnTo>
                  <a:pt x="178448" y="29995"/>
                </a:lnTo>
                <a:cubicBezTo>
                  <a:pt x="171221" y="32637"/>
                  <a:pt x="166496" y="34166"/>
                  <a:pt x="159269" y="36251"/>
                </a:cubicBezTo>
                <a:lnTo>
                  <a:pt x="159269" y="38613"/>
                </a:lnTo>
                <a:cubicBezTo>
                  <a:pt x="160242" y="38195"/>
                  <a:pt x="161493" y="38057"/>
                  <a:pt x="163022" y="38057"/>
                </a:cubicBezTo>
                <a:cubicBezTo>
                  <a:pt x="166914" y="38057"/>
                  <a:pt x="168163" y="40142"/>
                  <a:pt x="168163" y="46949"/>
                </a:cubicBezTo>
                <a:lnTo>
                  <a:pt x="168163" y="81414"/>
                </a:lnTo>
                <a:cubicBezTo>
                  <a:pt x="168025" y="89613"/>
                  <a:pt x="166496" y="91419"/>
                  <a:pt x="159546" y="91835"/>
                </a:cubicBezTo>
                <a:lnTo>
                  <a:pt x="159546" y="93920"/>
                </a:lnTo>
                <a:close/>
                <a:moveTo>
                  <a:pt x="261974" y="31352"/>
                </a:moveTo>
                <a:lnTo>
                  <a:pt x="247938" y="31352"/>
                </a:lnTo>
                <a:lnTo>
                  <a:pt x="247938" y="15231"/>
                </a:lnTo>
                <a:cubicBezTo>
                  <a:pt x="247938" y="13842"/>
                  <a:pt x="247660" y="13424"/>
                  <a:pt x="246964" y="13424"/>
                </a:cubicBezTo>
                <a:cubicBezTo>
                  <a:pt x="238904" y="25098"/>
                  <a:pt x="234734" y="29825"/>
                  <a:pt x="230705" y="32187"/>
                </a:cubicBezTo>
                <a:cubicBezTo>
                  <a:pt x="229176" y="33159"/>
                  <a:pt x="228341" y="33994"/>
                  <a:pt x="228341" y="34828"/>
                </a:cubicBezTo>
                <a:cubicBezTo>
                  <a:pt x="228341" y="35245"/>
                  <a:pt x="228481" y="35523"/>
                  <a:pt x="228898" y="35801"/>
                </a:cubicBezTo>
                <a:lnTo>
                  <a:pt x="236263" y="35801"/>
                </a:lnTo>
                <a:lnTo>
                  <a:pt x="236263" y="77629"/>
                </a:lnTo>
                <a:cubicBezTo>
                  <a:pt x="236263" y="89301"/>
                  <a:pt x="240433" y="95277"/>
                  <a:pt x="248633" y="95277"/>
                </a:cubicBezTo>
                <a:cubicBezTo>
                  <a:pt x="255443" y="95277"/>
                  <a:pt x="260723" y="91943"/>
                  <a:pt x="265310" y="84716"/>
                </a:cubicBezTo>
                <a:lnTo>
                  <a:pt x="263503" y="83187"/>
                </a:lnTo>
                <a:cubicBezTo>
                  <a:pt x="260445" y="86801"/>
                  <a:pt x="258223" y="88052"/>
                  <a:pt x="255165" y="88052"/>
                </a:cubicBezTo>
                <a:cubicBezTo>
                  <a:pt x="250022" y="88052"/>
                  <a:pt x="247938" y="84298"/>
                  <a:pt x="247938" y="75544"/>
                </a:cubicBezTo>
                <a:lnTo>
                  <a:pt x="247938" y="35801"/>
                </a:lnTo>
                <a:lnTo>
                  <a:pt x="261974" y="35801"/>
                </a:lnTo>
                <a:lnTo>
                  <a:pt x="261974" y="31352"/>
                </a:lnTo>
                <a:close/>
                <a:moveTo>
                  <a:pt x="321874" y="71089"/>
                </a:moveTo>
                <a:cubicBezTo>
                  <a:pt x="315205" y="81656"/>
                  <a:pt x="309227" y="85689"/>
                  <a:pt x="300333" y="85689"/>
                </a:cubicBezTo>
                <a:cubicBezTo>
                  <a:pt x="292412" y="85689"/>
                  <a:pt x="286436" y="81656"/>
                  <a:pt x="282405" y="73731"/>
                </a:cubicBezTo>
                <a:cubicBezTo>
                  <a:pt x="279902" y="68446"/>
                  <a:pt x="278931" y="63997"/>
                  <a:pt x="278653" y="55375"/>
                </a:cubicBezTo>
                <a:lnTo>
                  <a:pt x="321459" y="55375"/>
                </a:lnTo>
                <a:cubicBezTo>
                  <a:pt x="320345" y="46358"/>
                  <a:pt x="318956" y="42341"/>
                  <a:pt x="315483" y="37909"/>
                </a:cubicBezTo>
                <a:cubicBezTo>
                  <a:pt x="311311" y="32915"/>
                  <a:pt x="304920" y="29995"/>
                  <a:pt x="297693" y="29995"/>
                </a:cubicBezTo>
                <a:cubicBezTo>
                  <a:pt x="290743" y="29995"/>
                  <a:pt x="284211" y="32497"/>
                  <a:pt x="278931" y="37215"/>
                </a:cubicBezTo>
                <a:cubicBezTo>
                  <a:pt x="272397" y="42895"/>
                  <a:pt x="268646" y="52734"/>
                  <a:pt x="268646" y="64135"/>
                </a:cubicBezTo>
                <a:cubicBezTo>
                  <a:pt x="268646" y="83325"/>
                  <a:pt x="278653" y="95277"/>
                  <a:pt x="294635" y="95277"/>
                </a:cubicBezTo>
                <a:cubicBezTo>
                  <a:pt x="307838" y="95277"/>
                  <a:pt x="318261" y="87078"/>
                  <a:pt x="324099" y="72062"/>
                </a:cubicBezTo>
                <a:lnTo>
                  <a:pt x="321874" y="71089"/>
                </a:lnTo>
                <a:moveTo>
                  <a:pt x="278931" y="50928"/>
                </a:moveTo>
                <a:cubicBezTo>
                  <a:pt x="280458" y="40125"/>
                  <a:pt x="285185" y="34999"/>
                  <a:pt x="293661" y="34999"/>
                </a:cubicBezTo>
                <a:cubicBezTo>
                  <a:pt x="302140" y="34999"/>
                  <a:pt x="305475" y="38878"/>
                  <a:pt x="307282" y="50928"/>
                </a:cubicBezTo>
                <a:lnTo>
                  <a:pt x="278931" y="50928"/>
                </a:lnTo>
                <a:close/>
                <a:moveTo>
                  <a:pt x="360791" y="93920"/>
                </a:moveTo>
                <a:lnTo>
                  <a:pt x="388724" y="93920"/>
                </a:lnTo>
                <a:lnTo>
                  <a:pt x="388724" y="91835"/>
                </a:lnTo>
                <a:cubicBezTo>
                  <a:pt x="384417" y="91835"/>
                  <a:pt x="381637" y="89613"/>
                  <a:pt x="377328" y="83495"/>
                </a:cubicBezTo>
                <a:lnTo>
                  <a:pt x="359540" y="56242"/>
                </a:lnTo>
                <a:lnTo>
                  <a:pt x="371074" y="39557"/>
                </a:lnTo>
                <a:cubicBezTo>
                  <a:pt x="373714" y="35801"/>
                  <a:pt x="377745" y="33716"/>
                  <a:pt x="382332" y="33439"/>
                </a:cubicBezTo>
                <a:lnTo>
                  <a:pt x="382332" y="31352"/>
                </a:lnTo>
                <a:lnTo>
                  <a:pt x="360373" y="31352"/>
                </a:lnTo>
                <a:lnTo>
                  <a:pt x="360373" y="33439"/>
                </a:lnTo>
                <a:cubicBezTo>
                  <a:pt x="364542" y="33716"/>
                  <a:pt x="365931" y="34550"/>
                  <a:pt x="365931" y="36497"/>
                </a:cubicBezTo>
                <a:cubicBezTo>
                  <a:pt x="365931" y="38165"/>
                  <a:pt x="364264" y="41223"/>
                  <a:pt x="360791" y="45535"/>
                </a:cubicBezTo>
                <a:cubicBezTo>
                  <a:pt x="360095" y="46368"/>
                  <a:pt x="358426" y="48873"/>
                  <a:pt x="356619" y="51653"/>
                </a:cubicBezTo>
                <a:lnTo>
                  <a:pt x="355508" y="49984"/>
                </a:lnTo>
                <a:cubicBezTo>
                  <a:pt x="353424" y="46786"/>
                  <a:pt x="352172" y="44979"/>
                  <a:pt x="351895" y="44421"/>
                </a:cubicBezTo>
                <a:cubicBezTo>
                  <a:pt x="349254" y="40112"/>
                  <a:pt x="348281" y="37888"/>
                  <a:pt x="348281" y="36497"/>
                </a:cubicBezTo>
                <a:cubicBezTo>
                  <a:pt x="348281" y="34412"/>
                  <a:pt x="350088" y="33576"/>
                  <a:pt x="354257" y="33439"/>
                </a:cubicBezTo>
                <a:lnTo>
                  <a:pt x="354257" y="31352"/>
                </a:lnTo>
                <a:lnTo>
                  <a:pt x="325488" y="31352"/>
                </a:lnTo>
                <a:lnTo>
                  <a:pt x="325488" y="33439"/>
                </a:lnTo>
                <a:lnTo>
                  <a:pt x="326739" y="33439"/>
                </a:lnTo>
                <a:cubicBezTo>
                  <a:pt x="330909" y="33439"/>
                  <a:pt x="333133" y="35245"/>
                  <a:pt x="337440" y="41781"/>
                </a:cubicBezTo>
                <a:lnTo>
                  <a:pt x="350506" y="61802"/>
                </a:lnTo>
                <a:lnTo>
                  <a:pt x="334662" y="84746"/>
                </a:lnTo>
                <a:cubicBezTo>
                  <a:pt x="330493" y="90446"/>
                  <a:pt x="329102" y="91419"/>
                  <a:pt x="324517" y="91835"/>
                </a:cubicBezTo>
                <a:lnTo>
                  <a:pt x="324517" y="93920"/>
                </a:lnTo>
                <a:lnTo>
                  <a:pt x="344667" y="93920"/>
                </a:lnTo>
                <a:lnTo>
                  <a:pt x="344667" y="91835"/>
                </a:lnTo>
                <a:cubicBezTo>
                  <a:pt x="340638" y="91835"/>
                  <a:pt x="339109" y="91142"/>
                  <a:pt x="339109" y="89333"/>
                </a:cubicBezTo>
                <a:cubicBezTo>
                  <a:pt x="339109" y="88359"/>
                  <a:pt x="339943" y="86553"/>
                  <a:pt x="341889" y="83632"/>
                </a:cubicBezTo>
                <a:lnTo>
                  <a:pt x="352868" y="66531"/>
                </a:lnTo>
                <a:lnTo>
                  <a:pt x="365516" y="85997"/>
                </a:lnTo>
                <a:cubicBezTo>
                  <a:pt x="366071" y="86830"/>
                  <a:pt x="366349" y="87526"/>
                  <a:pt x="366349" y="88499"/>
                </a:cubicBezTo>
                <a:cubicBezTo>
                  <a:pt x="366349" y="91002"/>
                  <a:pt x="365376" y="91557"/>
                  <a:pt x="360791" y="91835"/>
                </a:cubicBezTo>
                <a:lnTo>
                  <a:pt x="360791" y="93920"/>
                </a:lnTo>
                <a:close/>
                <a:moveTo>
                  <a:pt x="427082" y="31352"/>
                </a:moveTo>
                <a:lnTo>
                  <a:pt x="413046" y="31352"/>
                </a:lnTo>
                <a:lnTo>
                  <a:pt x="413046" y="15231"/>
                </a:lnTo>
                <a:cubicBezTo>
                  <a:pt x="413046" y="13842"/>
                  <a:pt x="412768" y="13424"/>
                  <a:pt x="412072" y="13424"/>
                </a:cubicBezTo>
                <a:cubicBezTo>
                  <a:pt x="404012" y="25098"/>
                  <a:pt x="399842" y="29825"/>
                  <a:pt x="395813" y="32187"/>
                </a:cubicBezTo>
                <a:cubicBezTo>
                  <a:pt x="394284" y="33159"/>
                  <a:pt x="393449" y="33994"/>
                  <a:pt x="393449" y="34828"/>
                </a:cubicBezTo>
                <a:cubicBezTo>
                  <a:pt x="393449" y="35245"/>
                  <a:pt x="393589" y="35523"/>
                  <a:pt x="394006" y="35801"/>
                </a:cubicBezTo>
                <a:lnTo>
                  <a:pt x="401371" y="35801"/>
                </a:lnTo>
                <a:lnTo>
                  <a:pt x="401371" y="77629"/>
                </a:lnTo>
                <a:cubicBezTo>
                  <a:pt x="401371" y="89301"/>
                  <a:pt x="405541" y="95277"/>
                  <a:pt x="413741" y="95277"/>
                </a:cubicBezTo>
                <a:cubicBezTo>
                  <a:pt x="420551" y="95277"/>
                  <a:pt x="425831" y="91943"/>
                  <a:pt x="430418" y="84716"/>
                </a:cubicBezTo>
                <a:lnTo>
                  <a:pt x="428611" y="83187"/>
                </a:lnTo>
                <a:cubicBezTo>
                  <a:pt x="425553" y="86801"/>
                  <a:pt x="423331" y="88052"/>
                  <a:pt x="420273" y="88052"/>
                </a:cubicBezTo>
                <a:cubicBezTo>
                  <a:pt x="415130" y="88052"/>
                  <a:pt x="413046" y="84298"/>
                  <a:pt x="413046" y="75544"/>
                </a:cubicBezTo>
                <a:lnTo>
                  <a:pt x="413046" y="35801"/>
                </a:lnTo>
                <a:lnTo>
                  <a:pt x="427082" y="35801"/>
                </a:lnTo>
                <a:lnTo>
                  <a:pt x="427082" y="31352"/>
                </a:lnTo>
                <a:close/>
                <a:moveTo>
                  <a:pt x="432363" y="58225"/>
                </a:moveTo>
                <a:lnTo>
                  <a:pt x="432363" y="66981"/>
                </a:lnTo>
                <a:lnTo>
                  <a:pt x="466553" y="66981"/>
                </a:lnTo>
                <a:lnTo>
                  <a:pt x="466553" y="58225"/>
                </a:lnTo>
                <a:lnTo>
                  <a:pt x="432363" y="5822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5" name="Text independent:0">
            <a:extLst xmlns:a="http://schemas.openxmlformats.org/drawingml/2006/main">
              <a:ext uri="{FF2B5EF4-FFF2-40B4-BE49-F238E27FC236}">
                <a16:creationId xmlns:a16="http://schemas.microsoft.com/office/drawing/2014/main" id="{77ED639B-2EF8-4AFE-9FA2-23C572001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7944" y="1864517"/>
            <a:ext cx="782966" cy="125947"/>
          </a:xfrm>
          <a:custGeom xmlns:a="http://schemas.openxmlformats.org/drawingml/2006/main">
            <a:pathLst>
              <a:path w="782966" h="125947">
                <a:moveTo>
                  <a:pt x="0" y="95817"/>
                </a:moveTo>
                <a:lnTo>
                  <a:pt x="32938" y="95817"/>
                </a:lnTo>
                <a:lnTo>
                  <a:pt x="32938" y="93732"/>
                </a:lnTo>
                <a:cubicBezTo>
                  <a:pt x="23766" y="93039"/>
                  <a:pt x="22793" y="91788"/>
                  <a:pt x="22653" y="81640"/>
                </a:cubicBezTo>
                <a:lnTo>
                  <a:pt x="22653" y="32299"/>
                </a:lnTo>
                <a:lnTo>
                  <a:pt x="22097" y="31881"/>
                </a:lnTo>
                <a:lnTo>
                  <a:pt x="556" y="39526"/>
                </a:lnTo>
                <a:lnTo>
                  <a:pt x="556" y="41611"/>
                </a:lnTo>
                <a:lnTo>
                  <a:pt x="1669" y="41473"/>
                </a:lnTo>
                <a:cubicBezTo>
                  <a:pt x="3336" y="41195"/>
                  <a:pt x="5003" y="41055"/>
                  <a:pt x="6394" y="41055"/>
                </a:cubicBezTo>
                <a:cubicBezTo>
                  <a:pt x="9730" y="41055"/>
                  <a:pt x="10979" y="43280"/>
                  <a:pt x="10979" y="49396"/>
                </a:cubicBezTo>
                <a:lnTo>
                  <a:pt x="10979" y="81640"/>
                </a:lnTo>
                <a:cubicBezTo>
                  <a:pt x="10701" y="91926"/>
                  <a:pt x="9452" y="93317"/>
                  <a:pt x="0" y="93732"/>
                </a:cubicBezTo>
                <a:lnTo>
                  <a:pt x="0" y="95817"/>
                </a:lnTo>
                <a:moveTo>
                  <a:pt x="15566" y="888"/>
                </a:moveTo>
                <a:cubicBezTo>
                  <a:pt x="11814" y="888"/>
                  <a:pt x="8616" y="4084"/>
                  <a:pt x="8616" y="7975"/>
                </a:cubicBezTo>
                <a:cubicBezTo>
                  <a:pt x="8616" y="12007"/>
                  <a:pt x="11674" y="15062"/>
                  <a:pt x="15566" y="15062"/>
                </a:cubicBezTo>
                <a:cubicBezTo>
                  <a:pt x="19735" y="15062"/>
                  <a:pt x="22793" y="12007"/>
                  <a:pt x="22793" y="7975"/>
                </a:cubicBezTo>
                <a:cubicBezTo>
                  <a:pt x="22793" y="3946"/>
                  <a:pt x="19597" y="888"/>
                  <a:pt x="15566" y="888"/>
                </a:cubicBezTo>
                <a:close/>
                <a:moveTo>
                  <a:pt x="38913" y="95817"/>
                </a:moveTo>
                <a:lnTo>
                  <a:pt x="68378" y="95817"/>
                </a:lnTo>
                <a:lnTo>
                  <a:pt x="68378" y="93732"/>
                </a:lnTo>
                <a:cubicBezTo>
                  <a:pt x="61429" y="93317"/>
                  <a:pt x="59204" y="91510"/>
                  <a:pt x="59204" y="86507"/>
                </a:cubicBezTo>
                <a:lnTo>
                  <a:pt x="59204" y="47458"/>
                </a:lnTo>
                <a:cubicBezTo>
                  <a:pt x="65876" y="41204"/>
                  <a:pt x="68934" y="39537"/>
                  <a:pt x="73521" y="39537"/>
                </a:cubicBezTo>
                <a:cubicBezTo>
                  <a:pt x="80330" y="39537"/>
                  <a:pt x="83666" y="43844"/>
                  <a:pt x="83666" y="53016"/>
                </a:cubicBezTo>
                <a:lnTo>
                  <a:pt x="83666" y="82060"/>
                </a:lnTo>
                <a:cubicBezTo>
                  <a:pt x="83388" y="91092"/>
                  <a:pt x="81719" y="93317"/>
                  <a:pt x="74910" y="93732"/>
                </a:cubicBezTo>
                <a:lnTo>
                  <a:pt x="74910" y="95817"/>
                </a:lnTo>
                <a:lnTo>
                  <a:pt x="103818" y="95817"/>
                </a:lnTo>
                <a:lnTo>
                  <a:pt x="103818" y="93732"/>
                </a:lnTo>
                <a:cubicBezTo>
                  <a:pt x="97007" y="93039"/>
                  <a:pt x="95478" y="91370"/>
                  <a:pt x="95340" y="84561"/>
                </a:cubicBezTo>
                <a:lnTo>
                  <a:pt x="95340" y="52738"/>
                </a:lnTo>
                <a:cubicBezTo>
                  <a:pt x="95340" y="39677"/>
                  <a:pt x="89224" y="31892"/>
                  <a:pt x="78941" y="31892"/>
                </a:cubicBezTo>
                <a:cubicBezTo>
                  <a:pt x="72547" y="31892"/>
                  <a:pt x="68238" y="34256"/>
                  <a:pt x="58788" y="43151"/>
                </a:cubicBezTo>
                <a:lnTo>
                  <a:pt x="58788" y="32172"/>
                </a:lnTo>
                <a:lnTo>
                  <a:pt x="57815" y="31892"/>
                </a:lnTo>
                <a:cubicBezTo>
                  <a:pt x="50588" y="34534"/>
                  <a:pt x="45863" y="36063"/>
                  <a:pt x="38636" y="38148"/>
                </a:cubicBezTo>
                <a:lnTo>
                  <a:pt x="38636" y="40510"/>
                </a:lnTo>
                <a:cubicBezTo>
                  <a:pt x="39609" y="40093"/>
                  <a:pt x="40860" y="39955"/>
                  <a:pt x="42389" y="39955"/>
                </a:cubicBezTo>
                <a:cubicBezTo>
                  <a:pt x="46281" y="39955"/>
                  <a:pt x="47530" y="42039"/>
                  <a:pt x="47530" y="48847"/>
                </a:cubicBezTo>
                <a:lnTo>
                  <a:pt x="47530" y="83312"/>
                </a:lnTo>
                <a:cubicBezTo>
                  <a:pt x="47392" y="91510"/>
                  <a:pt x="45863" y="93317"/>
                  <a:pt x="38913" y="93732"/>
                </a:cubicBezTo>
                <a:lnTo>
                  <a:pt x="38913" y="95817"/>
                </a:lnTo>
                <a:close/>
                <a:moveTo>
                  <a:pt x="174142" y="87727"/>
                </a:moveTo>
                <a:cubicBezTo>
                  <a:pt x="172335" y="87865"/>
                  <a:pt x="171502" y="87865"/>
                  <a:pt x="170944" y="87865"/>
                </a:cubicBezTo>
                <a:cubicBezTo>
                  <a:pt x="166081" y="87865"/>
                  <a:pt x="164830" y="86338"/>
                  <a:pt x="164830" y="79948"/>
                </a:cubicBezTo>
                <a:lnTo>
                  <a:pt x="164830" y="1178"/>
                </a:lnTo>
                <a:lnTo>
                  <a:pt x="164134" y="901"/>
                </a:lnTo>
                <a:cubicBezTo>
                  <a:pt x="157603" y="3125"/>
                  <a:pt x="152878" y="4652"/>
                  <a:pt x="143704" y="7017"/>
                </a:cubicBezTo>
                <a:lnTo>
                  <a:pt x="143704" y="9239"/>
                </a:lnTo>
                <a:cubicBezTo>
                  <a:pt x="144817" y="9101"/>
                  <a:pt x="145511" y="9101"/>
                  <a:pt x="146762" y="9101"/>
                </a:cubicBezTo>
                <a:cubicBezTo>
                  <a:pt x="151905" y="9101"/>
                  <a:pt x="153156" y="10490"/>
                  <a:pt x="153156" y="16188"/>
                </a:cubicBezTo>
                <a:lnTo>
                  <a:pt x="153156" y="37868"/>
                </a:lnTo>
                <a:cubicBezTo>
                  <a:pt x="147873" y="33421"/>
                  <a:pt x="144122" y="31892"/>
                  <a:pt x="138561" y="31892"/>
                </a:cubicBezTo>
                <a:cubicBezTo>
                  <a:pt x="122580" y="31892"/>
                  <a:pt x="109655" y="47589"/>
                  <a:pt x="109655" y="67311"/>
                </a:cubicBezTo>
                <a:cubicBezTo>
                  <a:pt x="109655" y="85087"/>
                  <a:pt x="119940" y="97174"/>
                  <a:pt x="135366" y="97174"/>
                </a:cubicBezTo>
                <a:cubicBezTo>
                  <a:pt x="143148" y="97174"/>
                  <a:pt x="148431" y="94396"/>
                  <a:pt x="153156" y="87865"/>
                </a:cubicBezTo>
                <a:lnTo>
                  <a:pt x="153156" y="96759"/>
                </a:lnTo>
                <a:lnTo>
                  <a:pt x="153711" y="97174"/>
                </a:lnTo>
                <a:lnTo>
                  <a:pt x="174142" y="89949"/>
                </a:lnTo>
                <a:lnTo>
                  <a:pt x="174142" y="87727"/>
                </a:lnTo>
                <a:moveTo>
                  <a:pt x="153156" y="81615"/>
                </a:moveTo>
                <a:cubicBezTo>
                  <a:pt x="153156" y="82588"/>
                  <a:pt x="152182" y="84255"/>
                  <a:pt x="150793" y="85782"/>
                </a:cubicBezTo>
                <a:cubicBezTo>
                  <a:pt x="148431" y="88560"/>
                  <a:pt x="144817" y="89949"/>
                  <a:pt x="140786" y="89949"/>
                </a:cubicBezTo>
                <a:cubicBezTo>
                  <a:pt x="129112" y="89949"/>
                  <a:pt x="121607" y="78837"/>
                  <a:pt x="121607" y="61617"/>
                </a:cubicBezTo>
                <a:cubicBezTo>
                  <a:pt x="121607" y="46062"/>
                  <a:pt x="128416" y="35785"/>
                  <a:pt x="138979" y="35785"/>
                </a:cubicBezTo>
                <a:cubicBezTo>
                  <a:pt x="146484" y="35785"/>
                  <a:pt x="153156" y="42311"/>
                  <a:pt x="153156" y="49672"/>
                </a:cubicBezTo>
                <a:lnTo>
                  <a:pt x="153156" y="81615"/>
                </a:lnTo>
                <a:close/>
                <a:moveTo>
                  <a:pt x="232096" y="72986"/>
                </a:moveTo>
                <a:cubicBezTo>
                  <a:pt x="225426" y="83553"/>
                  <a:pt x="219448" y="87587"/>
                  <a:pt x="210554" y="87587"/>
                </a:cubicBezTo>
                <a:cubicBezTo>
                  <a:pt x="202634" y="87587"/>
                  <a:pt x="196658" y="83553"/>
                  <a:pt x="192626" y="75628"/>
                </a:cubicBezTo>
                <a:cubicBezTo>
                  <a:pt x="190124" y="70344"/>
                  <a:pt x="189153" y="65895"/>
                  <a:pt x="188875" y="57272"/>
                </a:cubicBezTo>
                <a:lnTo>
                  <a:pt x="231680" y="57272"/>
                </a:lnTo>
                <a:cubicBezTo>
                  <a:pt x="230567" y="48255"/>
                  <a:pt x="229178" y="44238"/>
                  <a:pt x="225704" y="39806"/>
                </a:cubicBezTo>
                <a:cubicBezTo>
                  <a:pt x="221533" y="34812"/>
                  <a:pt x="215141" y="31892"/>
                  <a:pt x="207914" y="31892"/>
                </a:cubicBezTo>
                <a:cubicBezTo>
                  <a:pt x="200965" y="31892"/>
                  <a:pt x="194433" y="34394"/>
                  <a:pt x="189153" y="39113"/>
                </a:cubicBezTo>
                <a:cubicBezTo>
                  <a:pt x="182619" y="44792"/>
                  <a:pt x="178867" y="54632"/>
                  <a:pt x="178867" y="66032"/>
                </a:cubicBezTo>
                <a:cubicBezTo>
                  <a:pt x="178867" y="85222"/>
                  <a:pt x="188875" y="97174"/>
                  <a:pt x="204856" y="97174"/>
                </a:cubicBezTo>
                <a:cubicBezTo>
                  <a:pt x="218059" y="97174"/>
                  <a:pt x="228482" y="88976"/>
                  <a:pt x="234320" y="73959"/>
                </a:cubicBezTo>
                <a:lnTo>
                  <a:pt x="232096" y="72986"/>
                </a:lnTo>
                <a:moveTo>
                  <a:pt x="189153" y="52825"/>
                </a:moveTo>
                <a:cubicBezTo>
                  <a:pt x="190679" y="42022"/>
                  <a:pt x="195406" y="36897"/>
                  <a:pt x="203883" y="36897"/>
                </a:cubicBezTo>
                <a:cubicBezTo>
                  <a:pt x="212361" y="36897"/>
                  <a:pt x="215697" y="40775"/>
                  <a:pt x="217504" y="52825"/>
                </a:cubicBezTo>
                <a:lnTo>
                  <a:pt x="189153" y="52825"/>
                </a:lnTo>
                <a:close/>
                <a:moveTo>
                  <a:pt x="237793" y="125947"/>
                </a:moveTo>
                <a:lnTo>
                  <a:pt x="271427" y="125947"/>
                </a:lnTo>
                <a:lnTo>
                  <a:pt x="271427" y="123447"/>
                </a:lnTo>
                <a:cubicBezTo>
                  <a:pt x="261004" y="123307"/>
                  <a:pt x="259335" y="121918"/>
                  <a:pt x="259197" y="113024"/>
                </a:cubicBezTo>
                <a:lnTo>
                  <a:pt x="259197" y="91203"/>
                </a:lnTo>
                <a:cubicBezTo>
                  <a:pt x="264200" y="95785"/>
                  <a:pt x="267396" y="97174"/>
                  <a:pt x="273234" y="97174"/>
                </a:cubicBezTo>
                <a:cubicBezTo>
                  <a:pt x="289773" y="97174"/>
                  <a:pt x="302418" y="81617"/>
                  <a:pt x="302418" y="61479"/>
                </a:cubicBezTo>
                <a:cubicBezTo>
                  <a:pt x="302418" y="44260"/>
                  <a:pt x="292691" y="31892"/>
                  <a:pt x="279210" y="31892"/>
                </a:cubicBezTo>
                <a:cubicBezTo>
                  <a:pt x="271427" y="31892"/>
                  <a:pt x="265311" y="35228"/>
                  <a:pt x="259197" y="42871"/>
                </a:cubicBezTo>
                <a:lnTo>
                  <a:pt x="259197" y="32172"/>
                </a:lnTo>
                <a:lnTo>
                  <a:pt x="258364" y="31892"/>
                </a:lnTo>
                <a:cubicBezTo>
                  <a:pt x="250859" y="34812"/>
                  <a:pt x="245994" y="36619"/>
                  <a:pt x="238349" y="38981"/>
                </a:cubicBezTo>
                <a:lnTo>
                  <a:pt x="238349" y="41204"/>
                </a:lnTo>
                <a:cubicBezTo>
                  <a:pt x="239600" y="41066"/>
                  <a:pt x="240434" y="41066"/>
                  <a:pt x="241825" y="41066"/>
                </a:cubicBezTo>
                <a:cubicBezTo>
                  <a:pt x="246550" y="41066"/>
                  <a:pt x="247523" y="42455"/>
                  <a:pt x="247523" y="48982"/>
                </a:cubicBezTo>
                <a:lnTo>
                  <a:pt x="247523" y="113991"/>
                </a:lnTo>
                <a:cubicBezTo>
                  <a:pt x="247523" y="121358"/>
                  <a:pt x="245994" y="122747"/>
                  <a:pt x="237793" y="123581"/>
                </a:cubicBezTo>
                <a:lnTo>
                  <a:pt x="237793" y="125947"/>
                </a:lnTo>
                <a:moveTo>
                  <a:pt x="259197" y="49398"/>
                </a:moveTo>
                <a:cubicBezTo>
                  <a:pt x="259197" y="45233"/>
                  <a:pt x="266980" y="40232"/>
                  <a:pt x="273372" y="40232"/>
                </a:cubicBezTo>
                <a:cubicBezTo>
                  <a:pt x="283657" y="40232"/>
                  <a:pt x="290466" y="50787"/>
                  <a:pt x="290466" y="67038"/>
                </a:cubicBezTo>
                <a:cubicBezTo>
                  <a:pt x="290466" y="82304"/>
                  <a:pt x="283657" y="92727"/>
                  <a:pt x="273652" y="92727"/>
                </a:cubicBezTo>
                <a:cubicBezTo>
                  <a:pt x="267118" y="92727"/>
                  <a:pt x="259197" y="87725"/>
                  <a:pt x="259197" y="83555"/>
                </a:cubicBezTo>
                <a:lnTo>
                  <a:pt x="259197" y="49398"/>
                </a:lnTo>
                <a:close/>
                <a:moveTo>
                  <a:pt x="363293" y="72986"/>
                </a:moveTo>
                <a:cubicBezTo>
                  <a:pt x="356623" y="83553"/>
                  <a:pt x="350645" y="87587"/>
                  <a:pt x="341751" y="87587"/>
                </a:cubicBezTo>
                <a:cubicBezTo>
                  <a:pt x="333830" y="87587"/>
                  <a:pt x="327854" y="83553"/>
                  <a:pt x="323823" y="75628"/>
                </a:cubicBezTo>
                <a:cubicBezTo>
                  <a:pt x="321321" y="70344"/>
                  <a:pt x="320349" y="65895"/>
                  <a:pt x="320071" y="57272"/>
                </a:cubicBezTo>
                <a:lnTo>
                  <a:pt x="362877" y="57272"/>
                </a:lnTo>
                <a:cubicBezTo>
                  <a:pt x="361764" y="48255"/>
                  <a:pt x="360375" y="44238"/>
                  <a:pt x="356901" y="39806"/>
                </a:cubicBezTo>
                <a:cubicBezTo>
                  <a:pt x="352730" y="34812"/>
                  <a:pt x="346338" y="31892"/>
                  <a:pt x="339111" y="31892"/>
                </a:cubicBezTo>
                <a:cubicBezTo>
                  <a:pt x="332161" y="31892"/>
                  <a:pt x="325630" y="34394"/>
                  <a:pt x="320349" y="39113"/>
                </a:cubicBezTo>
                <a:cubicBezTo>
                  <a:pt x="313816" y="44792"/>
                  <a:pt x="310064" y="54632"/>
                  <a:pt x="310064" y="66032"/>
                </a:cubicBezTo>
                <a:cubicBezTo>
                  <a:pt x="310064" y="85222"/>
                  <a:pt x="320071" y="97174"/>
                  <a:pt x="336053" y="97174"/>
                </a:cubicBezTo>
                <a:cubicBezTo>
                  <a:pt x="349256" y="97174"/>
                  <a:pt x="359679" y="88976"/>
                  <a:pt x="365517" y="73959"/>
                </a:cubicBezTo>
                <a:lnTo>
                  <a:pt x="363293" y="72986"/>
                </a:lnTo>
                <a:moveTo>
                  <a:pt x="320349" y="52825"/>
                </a:moveTo>
                <a:cubicBezTo>
                  <a:pt x="321876" y="42022"/>
                  <a:pt x="326603" y="36897"/>
                  <a:pt x="335079" y="36897"/>
                </a:cubicBezTo>
                <a:cubicBezTo>
                  <a:pt x="343558" y="36897"/>
                  <a:pt x="346894" y="40775"/>
                  <a:pt x="348700" y="52825"/>
                </a:cubicBezTo>
                <a:lnTo>
                  <a:pt x="320349" y="52825"/>
                </a:lnTo>
                <a:close/>
                <a:moveTo>
                  <a:pt x="370797" y="95817"/>
                </a:moveTo>
                <a:lnTo>
                  <a:pt x="400261" y="95817"/>
                </a:lnTo>
                <a:lnTo>
                  <a:pt x="400261" y="93732"/>
                </a:lnTo>
                <a:cubicBezTo>
                  <a:pt x="393312" y="93317"/>
                  <a:pt x="391087" y="91510"/>
                  <a:pt x="391087" y="86507"/>
                </a:cubicBezTo>
                <a:lnTo>
                  <a:pt x="391087" y="47458"/>
                </a:lnTo>
                <a:cubicBezTo>
                  <a:pt x="397759" y="41204"/>
                  <a:pt x="400817" y="39537"/>
                  <a:pt x="405404" y="39537"/>
                </a:cubicBezTo>
                <a:cubicBezTo>
                  <a:pt x="412213" y="39537"/>
                  <a:pt x="415549" y="43844"/>
                  <a:pt x="415549" y="53016"/>
                </a:cubicBezTo>
                <a:lnTo>
                  <a:pt x="415549" y="82060"/>
                </a:lnTo>
                <a:cubicBezTo>
                  <a:pt x="415271" y="91092"/>
                  <a:pt x="413602" y="93317"/>
                  <a:pt x="406793" y="93732"/>
                </a:cubicBezTo>
                <a:lnTo>
                  <a:pt x="406793" y="95817"/>
                </a:lnTo>
                <a:lnTo>
                  <a:pt x="435702" y="95817"/>
                </a:lnTo>
                <a:lnTo>
                  <a:pt x="435702" y="93732"/>
                </a:lnTo>
                <a:cubicBezTo>
                  <a:pt x="428890" y="93039"/>
                  <a:pt x="427361" y="91370"/>
                  <a:pt x="427223" y="84561"/>
                </a:cubicBezTo>
                <a:lnTo>
                  <a:pt x="427223" y="52738"/>
                </a:lnTo>
                <a:cubicBezTo>
                  <a:pt x="427223" y="39677"/>
                  <a:pt x="421107" y="31892"/>
                  <a:pt x="410824" y="31892"/>
                </a:cubicBezTo>
                <a:cubicBezTo>
                  <a:pt x="404431" y="31892"/>
                  <a:pt x="400121" y="34256"/>
                  <a:pt x="390672" y="43151"/>
                </a:cubicBezTo>
                <a:lnTo>
                  <a:pt x="390672" y="32172"/>
                </a:lnTo>
                <a:lnTo>
                  <a:pt x="389698" y="31892"/>
                </a:lnTo>
                <a:cubicBezTo>
                  <a:pt x="382471" y="34534"/>
                  <a:pt x="377746" y="36063"/>
                  <a:pt x="370519" y="38148"/>
                </a:cubicBezTo>
                <a:lnTo>
                  <a:pt x="370519" y="40510"/>
                </a:lnTo>
                <a:cubicBezTo>
                  <a:pt x="371493" y="40093"/>
                  <a:pt x="372744" y="39955"/>
                  <a:pt x="374273" y="39955"/>
                </a:cubicBezTo>
                <a:cubicBezTo>
                  <a:pt x="378164" y="39955"/>
                  <a:pt x="379413" y="42039"/>
                  <a:pt x="379413" y="48847"/>
                </a:cubicBezTo>
                <a:lnTo>
                  <a:pt x="379413" y="83312"/>
                </a:lnTo>
                <a:cubicBezTo>
                  <a:pt x="379275" y="91510"/>
                  <a:pt x="377746" y="93317"/>
                  <a:pt x="370797" y="93732"/>
                </a:cubicBezTo>
                <a:lnTo>
                  <a:pt x="370797" y="95817"/>
                </a:lnTo>
                <a:close/>
                <a:moveTo>
                  <a:pt x="506024" y="87727"/>
                </a:moveTo>
                <a:cubicBezTo>
                  <a:pt x="504217" y="87865"/>
                  <a:pt x="503384" y="87865"/>
                  <a:pt x="502826" y="87865"/>
                </a:cubicBezTo>
                <a:cubicBezTo>
                  <a:pt x="497963" y="87865"/>
                  <a:pt x="496712" y="86338"/>
                  <a:pt x="496712" y="79948"/>
                </a:cubicBezTo>
                <a:lnTo>
                  <a:pt x="496712" y="1178"/>
                </a:lnTo>
                <a:lnTo>
                  <a:pt x="496017" y="901"/>
                </a:lnTo>
                <a:cubicBezTo>
                  <a:pt x="489485" y="3125"/>
                  <a:pt x="484760" y="4652"/>
                  <a:pt x="475586" y="7017"/>
                </a:cubicBezTo>
                <a:lnTo>
                  <a:pt x="475586" y="9239"/>
                </a:lnTo>
                <a:cubicBezTo>
                  <a:pt x="476699" y="9101"/>
                  <a:pt x="477393" y="9101"/>
                  <a:pt x="478644" y="9101"/>
                </a:cubicBezTo>
                <a:cubicBezTo>
                  <a:pt x="483787" y="9101"/>
                  <a:pt x="485038" y="10490"/>
                  <a:pt x="485038" y="16188"/>
                </a:cubicBezTo>
                <a:lnTo>
                  <a:pt x="485038" y="37868"/>
                </a:lnTo>
                <a:cubicBezTo>
                  <a:pt x="479755" y="33421"/>
                  <a:pt x="476004" y="31892"/>
                  <a:pt x="470444" y="31892"/>
                </a:cubicBezTo>
                <a:cubicBezTo>
                  <a:pt x="454462" y="31892"/>
                  <a:pt x="441537" y="47589"/>
                  <a:pt x="441537" y="67311"/>
                </a:cubicBezTo>
                <a:cubicBezTo>
                  <a:pt x="441537" y="85087"/>
                  <a:pt x="451822" y="97174"/>
                  <a:pt x="467248" y="97174"/>
                </a:cubicBezTo>
                <a:cubicBezTo>
                  <a:pt x="475031" y="97174"/>
                  <a:pt x="480313" y="94396"/>
                  <a:pt x="485038" y="87865"/>
                </a:cubicBezTo>
                <a:lnTo>
                  <a:pt x="485038" y="96759"/>
                </a:lnTo>
                <a:lnTo>
                  <a:pt x="485594" y="97174"/>
                </a:lnTo>
                <a:lnTo>
                  <a:pt x="506024" y="89949"/>
                </a:lnTo>
                <a:lnTo>
                  <a:pt x="506024" y="87727"/>
                </a:lnTo>
                <a:moveTo>
                  <a:pt x="485038" y="81615"/>
                </a:moveTo>
                <a:cubicBezTo>
                  <a:pt x="485038" y="82588"/>
                  <a:pt x="484065" y="84255"/>
                  <a:pt x="482675" y="85782"/>
                </a:cubicBezTo>
                <a:cubicBezTo>
                  <a:pt x="480313" y="88560"/>
                  <a:pt x="476699" y="89949"/>
                  <a:pt x="472668" y="89949"/>
                </a:cubicBezTo>
                <a:cubicBezTo>
                  <a:pt x="460994" y="89949"/>
                  <a:pt x="453489" y="78837"/>
                  <a:pt x="453489" y="61617"/>
                </a:cubicBezTo>
                <a:cubicBezTo>
                  <a:pt x="453489" y="46062"/>
                  <a:pt x="460298" y="35785"/>
                  <a:pt x="470861" y="35785"/>
                </a:cubicBezTo>
                <a:cubicBezTo>
                  <a:pt x="478366" y="35785"/>
                  <a:pt x="485038" y="42311"/>
                  <a:pt x="485038" y="49672"/>
                </a:cubicBezTo>
                <a:lnTo>
                  <a:pt x="485038" y="81615"/>
                </a:lnTo>
                <a:close/>
                <a:moveTo>
                  <a:pt x="563979" y="72986"/>
                </a:moveTo>
                <a:cubicBezTo>
                  <a:pt x="557309" y="83553"/>
                  <a:pt x="551331" y="87587"/>
                  <a:pt x="542437" y="87587"/>
                </a:cubicBezTo>
                <a:cubicBezTo>
                  <a:pt x="534516" y="87587"/>
                  <a:pt x="528540" y="83553"/>
                  <a:pt x="524509" y="75628"/>
                </a:cubicBezTo>
                <a:cubicBezTo>
                  <a:pt x="522006" y="70344"/>
                  <a:pt x="521035" y="65895"/>
                  <a:pt x="520757" y="57272"/>
                </a:cubicBezTo>
                <a:lnTo>
                  <a:pt x="563563" y="57272"/>
                </a:lnTo>
                <a:cubicBezTo>
                  <a:pt x="562450" y="48255"/>
                  <a:pt x="561060" y="44238"/>
                  <a:pt x="557587" y="39806"/>
                </a:cubicBezTo>
                <a:cubicBezTo>
                  <a:pt x="553416" y="34812"/>
                  <a:pt x="547024" y="31892"/>
                  <a:pt x="539797" y="31892"/>
                </a:cubicBezTo>
                <a:cubicBezTo>
                  <a:pt x="532847" y="31892"/>
                  <a:pt x="526316" y="34394"/>
                  <a:pt x="521035" y="39113"/>
                </a:cubicBezTo>
                <a:cubicBezTo>
                  <a:pt x="514501" y="44792"/>
                  <a:pt x="510750" y="54632"/>
                  <a:pt x="510750" y="66032"/>
                </a:cubicBezTo>
                <a:cubicBezTo>
                  <a:pt x="510750" y="85222"/>
                  <a:pt x="520757" y="97174"/>
                  <a:pt x="536739" y="97174"/>
                </a:cubicBezTo>
                <a:cubicBezTo>
                  <a:pt x="549942" y="97174"/>
                  <a:pt x="560365" y="88976"/>
                  <a:pt x="566203" y="73959"/>
                </a:cubicBezTo>
                <a:lnTo>
                  <a:pt x="563979" y="72986"/>
                </a:lnTo>
                <a:moveTo>
                  <a:pt x="521035" y="52825"/>
                </a:moveTo>
                <a:cubicBezTo>
                  <a:pt x="522562" y="42022"/>
                  <a:pt x="527289" y="36897"/>
                  <a:pt x="535765" y="36897"/>
                </a:cubicBezTo>
                <a:cubicBezTo>
                  <a:pt x="544244" y="36897"/>
                  <a:pt x="547579" y="40775"/>
                  <a:pt x="549386" y="52825"/>
                </a:cubicBezTo>
                <a:lnTo>
                  <a:pt x="521035" y="52825"/>
                </a:lnTo>
                <a:close/>
                <a:moveTo>
                  <a:pt x="571066" y="95817"/>
                </a:moveTo>
                <a:lnTo>
                  <a:pt x="600531" y="95817"/>
                </a:lnTo>
                <a:lnTo>
                  <a:pt x="600531" y="93732"/>
                </a:lnTo>
                <a:cubicBezTo>
                  <a:pt x="593581" y="93317"/>
                  <a:pt x="591357" y="91510"/>
                  <a:pt x="591357" y="86507"/>
                </a:cubicBezTo>
                <a:lnTo>
                  <a:pt x="591357" y="47458"/>
                </a:lnTo>
                <a:cubicBezTo>
                  <a:pt x="598028" y="41204"/>
                  <a:pt x="601086" y="39537"/>
                  <a:pt x="605673" y="39537"/>
                </a:cubicBezTo>
                <a:cubicBezTo>
                  <a:pt x="612483" y="39537"/>
                  <a:pt x="615819" y="43844"/>
                  <a:pt x="615819" y="53016"/>
                </a:cubicBezTo>
                <a:lnTo>
                  <a:pt x="615819" y="82060"/>
                </a:lnTo>
                <a:cubicBezTo>
                  <a:pt x="615541" y="91092"/>
                  <a:pt x="613872" y="93317"/>
                  <a:pt x="607062" y="93732"/>
                </a:cubicBezTo>
                <a:lnTo>
                  <a:pt x="607062" y="95817"/>
                </a:lnTo>
                <a:lnTo>
                  <a:pt x="635971" y="95817"/>
                </a:lnTo>
                <a:lnTo>
                  <a:pt x="635971" y="93732"/>
                </a:lnTo>
                <a:cubicBezTo>
                  <a:pt x="629160" y="93039"/>
                  <a:pt x="627631" y="91370"/>
                  <a:pt x="627493" y="84561"/>
                </a:cubicBezTo>
                <a:lnTo>
                  <a:pt x="627493" y="52738"/>
                </a:lnTo>
                <a:cubicBezTo>
                  <a:pt x="627493" y="39677"/>
                  <a:pt x="621377" y="31892"/>
                  <a:pt x="611094" y="31892"/>
                </a:cubicBezTo>
                <a:cubicBezTo>
                  <a:pt x="604700" y="31892"/>
                  <a:pt x="600391" y="34256"/>
                  <a:pt x="590941" y="43151"/>
                </a:cubicBezTo>
                <a:lnTo>
                  <a:pt x="590941" y="32172"/>
                </a:lnTo>
                <a:lnTo>
                  <a:pt x="589968" y="31892"/>
                </a:lnTo>
                <a:cubicBezTo>
                  <a:pt x="582741" y="34534"/>
                  <a:pt x="578016" y="36063"/>
                  <a:pt x="570788" y="38148"/>
                </a:cubicBezTo>
                <a:lnTo>
                  <a:pt x="570788" y="40510"/>
                </a:lnTo>
                <a:cubicBezTo>
                  <a:pt x="571762" y="40093"/>
                  <a:pt x="573013" y="39955"/>
                  <a:pt x="574542" y="39955"/>
                </a:cubicBezTo>
                <a:cubicBezTo>
                  <a:pt x="578433" y="39955"/>
                  <a:pt x="579683" y="42039"/>
                  <a:pt x="579683" y="48847"/>
                </a:cubicBezTo>
                <a:lnTo>
                  <a:pt x="579683" y="83312"/>
                </a:lnTo>
                <a:cubicBezTo>
                  <a:pt x="579545" y="91510"/>
                  <a:pt x="578016" y="93317"/>
                  <a:pt x="571066" y="93732"/>
                </a:cubicBezTo>
                <a:lnTo>
                  <a:pt x="571066" y="95817"/>
                </a:lnTo>
                <a:close/>
                <a:moveTo>
                  <a:pt x="673494" y="33249"/>
                </a:moveTo>
                <a:lnTo>
                  <a:pt x="659458" y="33249"/>
                </a:lnTo>
                <a:lnTo>
                  <a:pt x="659458" y="17128"/>
                </a:lnTo>
                <a:cubicBezTo>
                  <a:pt x="659458" y="15739"/>
                  <a:pt x="659180" y="15321"/>
                  <a:pt x="658484" y="15321"/>
                </a:cubicBezTo>
                <a:cubicBezTo>
                  <a:pt x="650424" y="26995"/>
                  <a:pt x="646255" y="31722"/>
                  <a:pt x="642225" y="34085"/>
                </a:cubicBezTo>
                <a:cubicBezTo>
                  <a:pt x="640696" y="35056"/>
                  <a:pt x="639861" y="35892"/>
                  <a:pt x="639861" y="36725"/>
                </a:cubicBezTo>
                <a:cubicBezTo>
                  <a:pt x="639861" y="37143"/>
                  <a:pt x="640001" y="37421"/>
                  <a:pt x="640419" y="37698"/>
                </a:cubicBezTo>
                <a:lnTo>
                  <a:pt x="647784" y="37698"/>
                </a:lnTo>
                <a:lnTo>
                  <a:pt x="647784" y="79526"/>
                </a:lnTo>
                <a:cubicBezTo>
                  <a:pt x="647784" y="91198"/>
                  <a:pt x="651953" y="97174"/>
                  <a:pt x="660153" y="97174"/>
                </a:cubicBezTo>
                <a:cubicBezTo>
                  <a:pt x="666963" y="97174"/>
                  <a:pt x="672243" y="93841"/>
                  <a:pt x="676830" y="86613"/>
                </a:cubicBezTo>
                <a:lnTo>
                  <a:pt x="675023" y="85084"/>
                </a:lnTo>
                <a:cubicBezTo>
                  <a:pt x="671965" y="88698"/>
                  <a:pt x="669743" y="89949"/>
                  <a:pt x="666685" y="89949"/>
                </a:cubicBezTo>
                <a:cubicBezTo>
                  <a:pt x="661542" y="89949"/>
                  <a:pt x="659458" y="86196"/>
                  <a:pt x="659458" y="77442"/>
                </a:cubicBezTo>
                <a:lnTo>
                  <a:pt x="659458" y="37698"/>
                </a:lnTo>
                <a:lnTo>
                  <a:pt x="673494" y="37698"/>
                </a:lnTo>
                <a:lnTo>
                  <a:pt x="673494" y="33249"/>
                </a:lnTo>
                <a:close/>
                <a:moveTo>
                  <a:pt x="695591" y="32028"/>
                </a:moveTo>
                <a:cubicBezTo>
                  <a:pt x="691422" y="32028"/>
                  <a:pt x="687948" y="35503"/>
                  <a:pt x="687948" y="39950"/>
                </a:cubicBezTo>
                <a:cubicBezTo>
                  <a:pt x="687948" y="43982"/>
                  <a:pt x="691422" y="47455"/>
                  <a:pt x="695453" y="47455"/>
                </a:cubicBezTo>
                <a:cubicBezTo>
                  <a:pt x="699760" y="47455"/>
                  <a:pt x="703374" y="44120"/>
                  <a:pt x="703374" y="39950"/>
                </a:cubicBezTo>
                <a:cubicBezTo>
                  <a:pt x="703374" y="35641"/>
                  <a:pt x="699760" y="32028"/>
                  <a:pt x="695591" y="32028"/>
                </a:cubicBezTo>
                <a:moveTo>
                  <a:pt x="695591" y="81884"/>
                </a:moveTo>
                <a:cubicBezTo>
                  <a:pt x="691422" y="81884"/>
                  <a:pt x="687948" y="85358"/>
                  <a:pt x="687948" y="89807"/>
                </a:cubicBezTo>
                <a:cubicBezTo>
                  <a:pt x="687948" y="93836"/>
                  <a:pt x="691422" y="97310"/>
                  <a:pt x="695453" y="97310"/>
                </a:cubicBezTo>
                <a:cubicBezTo>
                  <a:pt x="699760" y="97310"/>
                  <a:pt x="703374" y="93976"/>
                  <a:pt x="703374" y="89807"/>
                </a:cubicBezTo>
                <a:cubicBezTo>
                  <a:pt x="703374" y="85498"/>
                  <a:pt x="699760" y="81884"/>
                  <a:pt x="695591" y="81884"/>
                </a:cubicBezTo>
                <a:close/>
                <a:moveTo>
                  <a:pt x="751489" y="0"/>
                </a:moveTo>
                <a:cubicBezTo>
                  <a:pt x="743690" y="0"/>
                  <a:pt x="737736" y="2270"/>
                  <a:pt x="732490" y="7371"/>
                </a:cubicBezTo>
                <a:cubicBezTo>
                  <a:pt x="724266" y="15305"/>
                  <a:pt x="718877" y="31596"/>
                  <a:pt x="718877" y="48170"/>
                </a:cubicBezTo>
                <a:cubicBezTo>
                  <a:pt x="718877" y="63754"/>
                  <a:pt x="723556" y="80188"/>
                  <a:pt x="730220" y="88119"/>
                </a:cubicBezTo>
                <a:cubicBezTo>
                  <a:pt x="735467" y="94355"/>
                  <a:pt x="742697" y="97756"/>
                  <a:pt x="750923" y="97756"/>
                </a:cubicBezTo>
                <a:cubicBezTo>
                  <a:pt x="758153" y="97756"/>
                  <a:pt x="764250" y="95345"/>
                  <a:pt x="769353" y="90387"/>
                </a:cubicBezTo>
                <a:cubicBezTo>
                  <a:pt x="777577" y="82596"/>
                  <a:pt x="782966" y="66162"/>
                  <a:pt x="782966" y="49021"/>
                </a:cubicBezTo>
                <a:cubicBezTo>
                  <a:pt x="782966" y="19980"/>
                  <a:pt x="770063" y="0"/>
                  <a:pt x="751489" y="0"/>
                </a:cubicBezTo>
                <a:moveTo>
                  <a:pt x="751063" y="3687"/>
                </a:moveTo>
                <a:cubicBezTo>
                  <a:pt x="762973" y="3687"/>
                  <a:pt x="769353" y="19696"/>
                  <a:pt x="769353" y="49304"/>
                </a:cubicBezTo>
                <a:cubicBezTo>
                  <a:pt x="769353" y="78911"/>
                  <a:pt x="763116" y="94071"/>
                  <a:pt x="750923" y="94071"/>
                </a:cubicBezTo>
                <a:cubicBezTo>
                  <a:pt x="738727" y="94071"/>
                  <a:pt x="732490" y="78911"/>
                  <a:pt x="732490" y="49447"/>
                </a:cubicBezTo>
                <a:cubicBezTo>
                  <a:pt x="732490" y="19270"/>
                  <a:pt x="738870" y="3687"/>
                  <a:pt x="751063" y="368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6" name="Text (c)DiverseVul">
            <a:extLst xmlns:a="http://schemas.openxmlformats.org/drawingml/2006/main">
              <a:ext uri="{FF2B5EF4-FFF2-40B4-BE49-F238E27FC236}">
                <a16:creationId xmlns:a16="http://schemas.microsoft.com/office/drawing/2014/main" id="{606FA212-E423-49CC-BD00-4482AFC9E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5692" y="3412851"/>
            <a:ext cx="1563948" cy="233669"/>
          </a:xfrm>
          <a:custGeom xmlns:a="http://schemas.openxmlformats.org/drawingml/2006/main">
            <a:pathLst>
              <a:path w="1563948" h="233669">
                <a:moveTo>
                  <a:pt x="0" y="116832"/>
                </a:moveTo>
                <a:cubicBezTo>
                  <a:pt x="0" y="128365"/>
                  <a:pt x="1024" y="187548"/>
                  <a:pt x="54319" y="233669"/>
                </a:cubicBezTo>
                <a:lnTo>
                  <a:pt x="60211" y="229313"/>
                </a:lnTo>
                <a:cubicBezTo>
                  <a:pt x="51754" y="219575"/>
                  <a:pt x="21268" y="184217"/>
                  <a:pt x="21268" y="116832"/>
                </a:cubicBezTo>
                <a:cubicBezTo>
                  <a:pt x="21268" y="49448"/>
                  <a:pt x="52012" y="14090"/>
                  <a:pt x="60211" y="4867"/>
                </a:cubicBezTo>
                <a:lnTo>
                  <a:pt x="54319" y="254"/>
                </a:lnTo>
                <a:cubicBezTo>
                  <a:pt x="23829" y="26389"/>
                  <a:pt x="0" y="69179"/>
                  <a:pt x="0" y="116832"/>
                </a:cubicBezTo>
                <a:close/>
                <a:moveTo>
                  <a:pt x="125291" y="79055"/>
                </a:moveTo>
                <a:cubicBezTo>
                  <a:pt x="135178" y="79055"/>
                  <a:pt x="144146" y="86334"/>
                  <a:pt x="150910" y="98024"/>
                </a:cubicBezTo>
                <a:lnTo>
                  <a:pt x="154241" y="97769"/>
                </a:lnTo>
                <a:lnTo>
                  <a:pt x="160132" y="76748"/>
                </a:lnTo>
                <a:lnTo>
                  <a:pt x="159620" y="75982"/>
                </a:lnTo>
                <a:cubicBezTo>
                  <a:pt x="151680" y="71881"/>
                  <a:pt x="138356" y="68804"/>
                  <a:pt x="125545" y="68804"/>
                </a:cubicBezTo>
                <a:cubicBezTo>
                  <a:pt x="98898" y="68804"/>
                  <a:pt x="70972" y="90592"/>
                  <a:pt x="70972" y="125457"/>
                </a:cubicBezTo>
                <a:cubicBezTo>
                  <a:pt x="70972" y="161092"/>
                  <a:pt x="91211" y="183900"/>
                  <a:pt x="122472" y="183900"/>
                </a:cubicBezTo>
                <a:cubicBezTo>
                  <a:pt x="137844" y="183900"/>
                  <a:pt x="149886" y="178779"/>
                  <a:pt x="160132" y="165709"/>
                </a:cubicBezTo>
                <a:lnTo>
                  <a:pt x="155265" y="160322"/>
                </a:lnTo>
                <a:lnTo>
                  <a:pt x="154241" y="160322"/>
                </a:lnTo>
                <a:cubicBezTo>
                  <a:pt x="144506" y="169040"/>
                  <a:pt x="136359" y="171093"/>
                  <a:pt x="126827" y="171093"/>
                </a:cubicBezTo>
                <a:cubicBezTo>
                  <a:pt x="108124" y="171093"/>
                  <a:pt x="93518" y="154172"/>
                  <a:pt x="93518" y="124174"/>
                </a:cubicBezTo>
                <a:cubicBezTo>
                  <a:pt x="93518" y="95975"/>
                  <a:pt x="108378" y="79055"/>
                  <a:pt x="125291" y="79055"/>
                </a:cubicBezTo>
                <a:close/>
                <a:moveTo>
                  <a:pt x="236744" y="116832"/>
                </a:moveTo>
                <a:cubicBezTo>
                  <a:pt x="236744" y="105303"/>
                  <a:pt x="235719" y="46117"/>
                  <a:pt x="182425" y="0"/>
                </a:cubicBezTo>
                <a:lnTo>
                  <a:pt x="176533" y="4355"/>
                </a:lnTo>
                <a:cubicBezTo>
                  <a:pt x="184985" y="14090"/>
                  <a:pt x="215476" y="49448"/>
                  <a:pt x="215476" y="116832"/>
                </a:cubicBezTo>
                <a:cubicBezTo>
                  <a:pt x="215476" y="184217"/>
                  <a:pt x="184731" y="219575"/>
                  <a:pt x="176533" y="228801"/>
                </a:cubicBezTo>
                <a:lnTo>
                  <a:pt x="182425" y="233411"/>
                </a:lnTo>
                <a:cubicBezTo>
                  <a:pt x="212915" y="207279"/>
                  <a:pt x="236744" y="164490"/>
                  <a:pt x="236744" y="116832"/>
                </a:cubicBezTo>
                <a:close/>
                <a:moveTo>
                  <a:pt x="374855" y="155502"/>
                </a:moveTo>
                <a:lnTo>
                  <a:pt x="374855" y="41660"/>
                </a:lnTo>
                <a:cubicBezTo>
                  <a:pt x="374855" y="32688"/>
                  <a:pt x="381005" y="28841"/>
                  <a:pt x="393558" y="28841"/>
                </a:cubicBezTo>
                <a:cubicBezTo>
                  <a:pt x="448901" y="28841"/>
                  <a:pt x="452486" y="66532"/>
                  <a:pt x="452486" y="106015"/>
                </a:cubicBezTo>
                <a:cubicBezTo>
                  <a:pt x="452486" y="157808"/>
                  <a:pt x="436090" y="168321"/>
                  <a:pt x="399962" y="168321"/>
                </a:cubicBezTo>
                <a:cubicBezTo>
                  <a:pt x="380492" y="168321"/>
                  <a:pt x="374855" y="163708"/>
                  <a:pt x="374855" y="155502"/>
                </a:cubicBezTo>
                <a:moveTo>
                  <a:pt x="356918" y="16029"/>
                </a:moveTo>
                <a:cubicBezTo>
                  <a:pt x="348208" y="16029"/>
                  <a:pt x="335396" y="15259"/>
                  <a:pt x="335396" y="15259"/>
                </a:cubicBezTo>
                <a:lnTo>
                  <a:pt x="334884" y="16029"/>
                </a:lnTo>
                <a:cubicBezTo>
                  <a:pt x="336936" y="30635"/>
                  <a:pt x="337961" y="48072"/>
                  <a:pt x="337961" y="67299"/>
                </a:cubicBezTo>
                <a:lnTo>
                  <a:pt x="337961" y="130117"/>
                </a:lnTo>
                <a:cubicBezTo>
                  <a:pt x="337961" y="149348"/>
                  <a:pt x="336936" y="167551"/>
                  <a:pt x="334884" y="181387"/>
                </a:cubicBezTo>
                <a:lnTo>
                  <a:pt x="335142" y="182157"/>
                </a:lnTo>
                <a:cubicBezTo>
                  <a:pt x="335142" y="182157"/>
                  <a:pt x="347953" y="181387"/>
                  <a:pt x="356918" y="181387"/>
                </a:cubicBezTo>
                <a:cubicBezTo>
                  <a:pt x="376802" y="181387"/>
                  <a:pt x="385563" y="181899"/>
                  <a:pt x="407906" y="181899"/>
                </a:cubicBezTo>
                <a:cubicBezTo>
                  <a:pt x="444034" y="181899"/>
                  <a:pt x="493740" y="162937"/>
                  <a:pt x="493740" y="99861"/>
                </a:cubicBezTo>
                <a:cubicBezTo>
                  <a:pt x="493740" y="49456"/>
                  <a:pt x="452486" y="15259"/>
                  <a:pt x="403293" y="15259"/>
                </a:cubicBezTo>
                <a:cubicBezTo>
                  <a:pt x="385207" y="15259"/>
                  <a:pt x="375007" y="16029"/>
                  <a:pt x="356918" y="16029"/>
                </a:cubicBezTo>
                <a:close/>
                <a:moveTo>
                  <a:pt x="528839" y="25932"/>
                </a:moveTo>
                <a:cubicBezTo>
                  <a:pt x="528839" y="35671"/>
                  <a:pt x="536783" y="43611"/>
                  <a:pt x="547030" y="43611"/>
                </a:cubicBezTo>
                <a:cubicBezTo>
                  <a:pt x="557281" y="43611"/>
                  <a:pt x="565221" y="35671"/>
                  <a:pt x="565221" y="25932"/>
                </a:cubicBezTo>
                <a:cubicBezTo>
                  <a:pt x="565221" y="16197"/>
                  <a:pt x="557281" y="8253"/>
                  <a:pt x="547030" y="8253"/>
                </a:cubicBezTo>
                <a:cubicBezTo>
                  <a:pt x="536783" y="8253"/>
                  <a:pt x="528839" y="16197"/>
                  <a:pt x="528839" y="25932"/>
                </a:cubicBezTo>
                <a:moveTo>
                  <a:pt x="530121" y="121231"/>
                </a:moveTo>
                <a:lnTo>
                  <a:pt x="530121" y="135309"/>
                </a:lnTo>
                <a:cubicBezTo>
                  <a:pt x="530121" y="154508"/>
                  <a:pt x="529609" y="167562"/>
                  <a:pt x="527557" y="181383"/>
                </a:cubicBezTo>
                <a:lnTo>
                  <a:pt x="528069" y="182149"/>
                </a:lnTo>
                <a:cubicBezTo>
                  <a:pt x="533402" y="181586"/>
                  <a:pt x="538062" y="181383"/>
                  <a:pt x="547030" y="181383"/>
                </a:cubicBezTo>
                <a:cubicBezTo>
                  <a:pt x="555741" y="181383"/>
                  <a:pt x="561175" y="181641"/>
                  <a:pt x="565991" y="182149"/>
                </a:cubicBezTo>
                <a:lnTo>
                  <a:pt x="566504" y="181383"/>
                </a:lnTo>
                <a:cubicBezTo>
                  <a:pt x="564455" y="166792"/>
                  <a:pt x="563943" y="154763"/>
                  <a:pt x="563943" y="135309"/>
                </a:cubicBezTo>
                <a:lnTo>
                  <a:pt x="563943" y="118416"/>
                </a:lnTo>
                <a:cubicBezTo>
                  <a:pt x="563943" y="99220"/>
                  <a:pt x="564916" y="88211"/>
                  <a:pt x="566504" y="72854"/>
                </a:cubicBezTo>
                <a:cubicBezTo>
                  <a:pt x="566504" y="71064"/>
                  <a:pt x="565733" y="70293"/>
                  <a:pt x="564197" y="70293"/>
                </a:cubicBezTo>
                <a:cubicBezTo>
                  <a:pt x="560663" y="70805"/>
                  <a:pt x="553692" y="71576"/>
                  <a:pt x="546518" y="71576"/>
                </a:cubicBezTo>
                <a:cubicBezTo>
                  <a:pt x="539856" y="71576"/>
                  <a:pt x="532889" y="71114"/>
                  <a:pt x="528327" y="70805"/>
                </a:cubicBezTo>
                <a:lnTo>
                  <a:pt x="527557" y="71830"/>
                </a:lnTo>
                <a:cubicBezTo>
                  <a:pt x="529609" y="82835"/>
                  <a:pt x="530121" y="102035"/>
                  <a:pt x="530121" y="121231"/>
                </a:cubicBezTo>
                <a:close/>
                <a:moveTo>
                  <a:pt x="641829" y="182149"/>
                </a:moveTo>
                <a:cubicBezTo>
                  <a:pt x="644648" y="181641"/>
                  <a:pt x="653359" y="181383"/>
                  <a:pt x="655923" y="181383"/>
                </a:cubicBezTo>
                <a:cubicBezTo>
                  <a:pt x="658484" y="181383"/>
                  <a:pt x="664532" y="181641"/>
                  <a:pt x="666682" y="182149"/>
                </a:cubicBezTo>
                <a:cubicBezTo>
                  <a:pt x="682723" y="147444"/>
                  <a:pt x="703475" y="107512"/>
                  <a:pt x="722796" y="70805"/>
                </a:cubicBezTo>
                <a:cubicBezTo>
                  <a:pt x="720489" y="71576"/>
                  <a:pt x="710750" y="71576"/>
                  <a:pt x="708190" y="71576"/>
                </a:cubicBezTo>
                <a:cubicBezTo>
                  <a:pt x="705629" y="71576"/>
                  <a:pt x="699479" y="71576"/>
                  <a:pt x="697173" y="70805"/>
                </a:cubicBezTo>
                <a:cubicBezTo>
                  <a:pt x="689127" y="94149"/>
                  <a:pt x="675803" y="128909"/>
                  <a:pt x="663914" y="150001"/>
                </a:cubicBezTo>
                <a:lnTo>
                  <a:pt x="662327" y="149899"/>
                </a:lnTo>
                <a:cubicBezTo>
                  <a:pt x="652182" y="125684"/>
                  <a:pt x="641063" y="94970"/>
                  <a:pt x="633377" y="70805"/>
                </a:cubicBezTo>
                <a:cubicBezTo>
                  <a:pt x="630046" y="71576"/>
                  <a:pt x="618001" y="71576"/>
                  <a:pt x="614416" y="71576"/>
                </a:cubicBezTo>
                <a:cubicBezTo>
                  <a:pt x="610315" y="71576"/>
                  <a:pt x="596225" y="71576"/>
                  <a:pt x="592124" y="70805"/>
                </a:cubicBezTo>
                <a:cubicBezTo>
                  <a:pt x="610315" y="108435"/>
                  <a:pt x="627481" y="144782"/>
                  <a:pt x="641829" y="182149"/>
                </a:cubicBezTo>
                <a:close/>
                <a:moveTo>
                  <a:pt x="770193" y="116074"/>
                </a:moveTo>
                <a:cubicBezTo>
                  <a:pt x="771116" y="103474"/>
                  <a:pt x="774244" y="94525"/>
                  <a:pt x="778036" y="89333"/>
                </a:cubicBezTo>
                <a:cubicBezTo>
                  <a:pt x="781261" y="84907"/>
                  <a:pt x="786285" y="81615"/>
                  <a:pt x="793510" y="81615"/>
                </a:cubicBezTo>
                <a:cubicBezTo>
                  <a:pt x="804015" y="81615"/>
                  <a:pt x="810164" y="93547"/>
                  <a:pt x="810164" y="116074"/>
                </a:cubicBezTo>
                <a:lnTo>
                  <a:pt x="770193" y="116074"/>
                </a:lnTo>
                <a:moveTo>
                  <a:pt x="840655" y="153946"/>
                </a:moveTo>
                <a:cubicBezTo>
                  <a:pt x="828766" y="163508"/>
                  <a:pt x="816314" y="164431"/>
                  <a:pt x="805551" y="164431"/>
                </a:cubicBezTo>
                <a:cubicBezTo>
                  <a:pt x="793099" y="164431"/>
                  <a:pt x="783775" y="161104"/>
                  <a:pt x="777676" y="154458"/>
                </a:cubicBezTo>
                <a:cubicBezTo>
                  <a:pt x="772039" y="148320"/>
                  <a:pt x="769169" y="139367"/>
                  <a:pt x="769169" y="127603"/>
                </a:cubicBezTo>
                <a:lnTo>
                  <a:pt x="794690" y="127603"/>
                </a:lnTo>
                <a:cubicBezTo>
                  <a:pt x="820310" y="127603"/>
                  <a:pt x="842191" y="128115"/>
                  <a:pt x="842191" y="128115"/>
                </a:cubicBezTo>
                <a:lnTo>
                  <a:pt x="843728" y="126579"/>
                </a:lnTo>
                <a:cubicBezTo>
                  <a:pt x="843728" y="94474"/>
                  <a:pt x="834759" y="68804"/>
                  <a:pt x="795304" y="68804"/>
                </a:cubicBezTo>
                <a:cubicBezTo>
                  <a:pt x="781210" y="68804"/>
                  <a:pt x="765889" y="73214"/>
                  <a:pt x="755744" y="81615"/>
                </a:cubicBezTo>
                <a:cubicBezTo>
                  <a:pt x="743292" y="91901"/>
                  <a:pt x="734836" y="107332"/>
                  <a:pt x="734836" y="128627"/>
                </a:cubicBezTo>
                <a:cubicBezTo>
                  <a:pt x="734836" y="143714"/>
                  <a:pt x="740422" y="159571"/>
                  <a:pt x="750978" y="170581"/>
                </a:cubicBezTo>
                <a:cubicBezTo>
                  <a:pt x="759739" y="179651"/>
                  <a:pt x="774807" y="183900"/>
                  <a:pt x="794022" y="183900"/>
                </a:cubicBezTo>
                <a:cubicBezTo>
                  <a:pt x="812471" y="183900"/>
                  <a:pt x="830814" y="178009"/>
                  <a:pt x="844752" y="161874"/>
                </a:cubicBezTo>
                <a:cubicBezTo>
                  <a:pt x="844752" y="158547"/>
                  <a:pt x="843215" y="153946"/>
                  <a:pt x="840655" y="153946"/>
                </a:cubicBezTo>
                <a:close/>
                <a:moveTo>
                  <a:pt x="913674" y="91866"/>
                </a:moveTo>
                <a:lnTo>
                  <a:pt x="912599" y="91096"/>
                </a:lnTo>
                <a:cubicBezTo>
                  <a:pt x="912599" y="85255"/>
                  <a:pt x="912290" y="74547"/>
                  <a:pt x="911880" y="72393"/>
                </a:cubicBezTo>
                <a:cubicBezTo>
                  <a:pt x="911575" y="70598"/>
                  <a:pt x="911164" y="69832"/>
                  <a:pt x="909577" y="69832"/>
                </a:cubicBezTo>
                <a:cubicBezTo>
                  <a:pt x="902145" y="71060"/>
                  <a:pt x="885490" y="71060"/>
                  <a:pt x="876522" y="70598"/>
                </a:cubicBezTo>
                <a:lnTo>
                  <a:pt x="876010" y="71368"/>
                </a:lnTo>
                <a:cubicBezTo>
                  <a:pt x="878011" y="82335"/>
                  <a:pt x="878828" y="101918"/>
                  <a:pt x="878828" y="121105"/>
                </a:cubicBezTo>
                <a:lnTo>
                  <a:pt x="878828" y="135211"/>
                </a:lnTo>
                <a:cubicBezTo>
                  <a:pt x="878828" y="154450"/>
                  <a:pt x="878316" y="167531"/>
                  <a:pt x="876268" y="181383"/>
                </a:cubicBezTo>
                <a:lnTo>
                  <a:pt x="876522" y="182149"/>
                </a:lnTo>
                <a:cubicBezTo>
                  <a:pt x="876522" y="182149"/>
                  <a:pt x="884724" y="181383"/>
                  <a:pt x="893689" y="181383"/>
                </a:cubicBezTo>
                <a:cubicBezTo>
                  <a:pt x="902403" y="181383"/>
                  <a:pt x="914698" y="182149"/>
                  <a:pt x="914698" y="182149"/>
                </a:cubicBezTo>
                <a:lnTo>
                  <a:pt x="915211" y="181383"/>
                </a:lnTo>
                <a:cubicBezTo>
                  <a:pt x="913162" y="166761"/>
                  <a:pt x="912650" y="154704"/>
                  <a:pt x="912650" y="135211"/>
                </a:cubicBezTo>
                <a:lnTo>
                  <a:pt x="912650" y="116488"/>
                </a:lnTo>
                <a:cubicBezTo>
                  <a:pt x="912650" y="96636"/>
                  <a:pt x="930329" y="93661"/>
                  <a:pt x="934172" y="93661"/>
                </a:cubicBezTo>
                <a:cubicBezTo>
                  <a:pt x="939039" y="93661"/>
                  <a:pt x="944419" y="94943"/>
                  <a:pt x="949032" y="98532"/>
                </a:cubicBezTo>
                <a:lnTo>
                  <a:pt x="953645" y="98020"/>
                </a:lnTo>
                <a:lnTo>
                  <a:pt x="958767" y="71623"/>
                </a:lnTo>
                <a:lnTo>
                  <a:pt x="957742" y="70598"/>
                </a:lnTo>
                <a:cubicBezTo>
                  <a:pt x="953387" y="69320"/>
                  <a:pt x="949290" y="68804"/>
                  <a:pt x="944677" y="68804"/>
                </a:cubicBezTo>
                <a:cubicBezTo>
                  <a:pt x="932635" y="68804"/>
                  <a:pt x="920336" y="81873"/>
                  <a:pt x="913674" y="91866"/>
                </a:cubicBezTo>
                <a:close/>
                <a:moveTo>
                  <a:pt x="977725" y="152374"/>
                </a:moveTo>
                <a:lnTo>
                  <a:pt x="973628" y="176973"/>
                </a:lnTo>
                <a:cubicBezTo>
                  <a:pt x="987464" y="182110"/>
                  <a:pt x="1004373" y="183900"/>
                  <a:pt x="1013599" y="183900"/>
                </a:cubicBezTo>
                <a:cubicBezTo>
                  <a:pt x="1046905" y="183900"/>
                  <a:pt x="1060998" y="167758"/>
                  <a:pt x="1060998" y="150067"/>
                </a:cubicBezTo>
                <a:cubicBezTo>
                  <a:pt x="1060998" y="126993"/>
                  <a:pt x="1042807" y="119815"/>
                  <a:pt x="1024616" y="110073"/>
                </a:cubicBezTo>
                <a:cubicBezTo>
                  <a:pt x="1016262" y="105561"/>
                  <a:pt x="1009240" y="101100"/>
                  <a:pt x="1009240" y="92898"/>
                </a:cubicBezTo>
                <a:cubicBezTo>
                  <a:pt x="1009240" y="85720"/>
                  <a:pt x="1011805" y="80337"/>
                  <a:pt x="1021798" y="80337"/>
                </a:cubicBezTo>
                <a:cubicBezTo>
                  <a:pt x="1034351" y="80337"/>
                  <a:pt x="1041779" y="92386"/>
                  <a:pt x="1045110" y="99564"/>
                </a:cubicBezTo>
                <a:lnTo>
                  <a:pt x="1052030" y="99306"/>
                </a:lnTo>
                <a:lnTo>
                  <a:pt x="1056897" y="76236"/>
                </a:lnTo>
                <a:lnTo>
                  <a:pt x="1056385" y="75466"/>
                </a:lnTo>
                <a:cubicBezTo>
                  <a:pt x="1049469" y="71623"/>
                  <a:pt x="1034605" y="68804"/>
                  <a:pt x="1022310" y="68804"/>
                </a:cubicBezTo>
                <a:cubicBezTo>
                  <a:pt x="999247" y="68804"/>
                  <a:pt x="979008" y="80079"/>
                  <a:pt x="979008" y="99818"/>
                </a:cubicBezTo>
                <a:cubicBezTo>
                  <a:pt x="979008" y="117767"/>
                  <a:pt x="991561" y="126942"/>
                  <a:pt x="1006167" y="134941"/>
                </a:cubicBezTo>
                <a:cubicBezTo>
                  <a:pt x="1024870" y="145196"/>
                  <a:pt x="1030508" y="149813"/>
                  <a:pt x="1030508" y="160068"/>
                </a:cubicBezTo>
                <a:cubicBezTo>
                  <a:pt x="1030508" y="172117"/>
                  <a:pt x="1022564" y="172629"/>
                  <a:pt x="1012829" y="172629"/>
                </a:cubicBezTo>
                <a:cubicBezTo>
                  <a:pt x="1003861" y="172629"/>
                  <a:pt x="993102" y="166988"/>
                  <a:pt x="985416" y="152120"/>
                </a:cubicBezTo>
                <a:lnTo>
                  <a:pt x="977725" y="152374"/>
                </a:lnTo>
                <a:close/>
                <a:moveTo>
                  <a:pt x="1115571" y="116074"/>
                </a:moveTo>
                <a:cubicBezTo>
                  <a:pt x="1116493" y="103474"/>
                  <a:pt x="1119621" y="94525"/>
                  <a:pt x="1123413" y="89333"/>
                </a:cubicBezTo>
                <a:cubicBezTo>
                  <a:pt x="1126639" y="84907"/>
                  <a:pt x="1131662" y="81615"/>
                  <a:pt x="1138887" y="81615"/>
                </a:cubicBezTo>
                <a:cubicBezTo>
                  <a:pt x="1149392" y="81615"/>
                  <a:pt x="1155542" y="93547"/>
                  <a:pt x="1155542" y="116074"/>
                </a:cubicBezTo>
                <a:lnTo>
                  <a:pt x="1115571" y="116074"/>
                </a:lnTo>
                <a:moveTo>
                  <a:pt x="1186032" y="153946"/>
                </a:moveTo>
                <a:cubicBezTo>
                  <a:pt x="1174143" y="163508"/>
                  <a:pt x="1161691" y="164431"/>
                  <a:pt x="1150929" y="164431"/>
                </a:cubicBezTo>
                <a:cubicBezTo>
                  <a:pt x="1138477" y="164431"/>
                  <a:pt x="1129152" y="161104"/>
                  <a:pt x="1123054" y="154458"/>
                </a:cubicBezTo>
                <a:cubicBezTo>
                  <a:pt x="1117416" y="148320"/>
                  <a:pt x="1114546" y="139367"/>
                  <a:pt x="1114546" y="127603"/>
                </a:cubicBezTo>
                <a:lnTo>
                  <a:pt x="1140068" y="127603"/>
                </a:lnTo>
                <a:cubicBezTo>
                  <a:pt x="1165687" y="127603"/>
                  <a:pt x="1187569" y="128115"/>
                  <a:pt x="1187569" y="128115"/>
                </a:cubicBezTo>
                <a:lnTo>
                  <a:pt x="1189105" y="126579"/>
                </a:lnTo>
                <a:cubicBezTo>
                  <a:pt x="1189105" y="94474"/>
                  <a:pt x="1180137" y="68804"/>
                  <a:pt x="1140682" y="68804"/>
                </a:cubicBezTo>
                <a:cubicBezTo>
                  <a:pt x="1126588" y="68804"/>
                  <a:pt x="1111266" y="73214"/>
                  <a:pt x="1101121" y="81615"/>
                </a:cubicBezTo>
                <a:cubicBezTo>
                  <a:pt x="1088669" y="91901"/>
                  <a:pt x="1080213" y="107332"/>
                  <a:pt x="1080213" y="128627"/>
                </a:cubicBezTo>
                <a:cubicBezTo>
                  <a:pt x="1080213" y="143714"/>
                  <a:pt x="1085800" y="159571"/>
                  <a:pt x="1096355" y="170581"/>
                </a:cubicBezTo>
                <a:cubicBezTo>
                  <a:pt x="1105117" y="179651"/>
                  <a:pt x="1120184" y="183900"/>
                  <a:pt x="1139399" y="183900"/>
                </a:cubicBezTo>
                <a:cubicBezTo>
                  <a:pt x="1157848" y="183900"/>
                  <a:pt x="1176192" y="178009"/>
                  <a:pt x="1190129" y="161874"/>
                </a:cubicBezTo>
                <a:cubicBezTo>
                  <a:pt x="1190129" y="158547"/>
                  <a:pt x="1188593" y="153946"/>
                  <a:pt x="1186032" y="153946"/>
                </a:cubicBezTo>
                <a:close/>
                <a:moveTo>
                  <a:pt x="1280832" y="135528"/>
                </a:moveTo>
                <a:cubicBezTo>
                  <a:pt x="1251006" y="64937"/>
                  <a:pt x="1239426" y="23668"/>
                  <a:pt x="1237018" y="15259"/>
                </a:cubicBezTo>
                <a:cubicBezTo>
                  <a:pt x="1232662" y="16029"/>
                  <a:pt x="1221899" y="16029"/>
                  <a:pt x="1217544" y="16029"/>
                </a:cubicBezTo>
                <a:cubicBezTo>
                  <a:pt x="1213189" y="16029"/>
                  <a:pt x="1196022" y="16029"/>
                  <a:pt x="1191667" y="15259"/>
                </a:cubicBezTo>
                <a:cubicBezTo>
                  <a:pt x="1204479" y="41148"/>
                  <a:pt x="1238300" y="127017"/>
                  <a:pt x="1261870" y="183150"/>
                </a:cubicBezTo>
                <a:lnTo>
                  <a:pt x="1279549" y="183150"/>
                </a:lnTo>
                <a:cubicBezTo>
                  <a:pt x="1304144" y="126247"/>
                  <a:pt x="1329255" y="71908"/>
                  <a:pt x="1355132" y="15259"/>
                </a:cubicBezTo>
                <a:cubicBezTo>
                  <a:pt x="1352059" y="16029"/>
                  <a:pt x="1345652" y="16029"/>
                  <a:pt x="1342833" y="16029"/>
                </a:cubicBezTo>
                <a:cubicBezTo>
                  <a:pt x="1340018" y="16029"/>
                  <a:pt x="1331050" y="16029"/>
                  <a:pt x="1327973" y="15259"/>
                </a:cubicBezTo>
                <a:cubicBezTo>
                  <a:pt x="1319982" y="45249"/>
                  <a:pt x="1298460" y="94771"/>
                  <a:pt x="1280832" y="135528"/>
                </a:cubicBezTo>
                <a:close/>
                <a:moveTo>
                  <a:pt x="1448908" y="165002"/>
                </a:moveTo>
                <a:lnTo>
                  <a:pt x="1449420" y="165002"/>
                </a:lnTo>
                <a:lnTo>
                  <a:pt x="1450702" y="181383"/>
                </a:lnTo>
                <a:cubicBezTo>
                  <a:pt x="1450702" y="181895"/>
                  <a:pt x="1451469" y="182149"/>
                  <a:pt x="1453009" y="182149"/>
                </a:cubicBezTo>
                <a:cubicBezTo>
                  <a:pt x="1456391" y="181691"/>
                  <a:pt x="1464026" y="181383"/>
                  <a:pt x="1467763" y="181383"/>
                </a:cubicBezTo>
                <a:cubicBezTo>
                  <a:pt x="1470942" y="181383"/>
                  <a:pt x="1483241" y="181641"/>
                  <a:pt x="1486572" y="182149"/>
                </a:cubicBezTo>
                <a:lnTo>
                  <a:pt x="1487084" y="181383"/>
                </a:lnTo>
                <a:cubicBezTo>
                  <a:pt x="1485036" y="170377"/>
                  <a:pt x="1482729" y="151436"/>
                  <a:pt x="1482729" y="132240"/>
                </a:cubicBezTo>
                <a:lnTo>
                  <a:pt x="1482729" y="117649"/>
                </a:lnTo>
                <a:cubicBezTo>
                  <a:pt x="1482729" y="98450"/>
                  <a:pt x="1482729" y="85142"/>
                  <a:pt x="1485036" y="71576"/>
                </a:cubicBezTo>
                <a:lnTo>
                  <a:pt x="1484778" y="70805"/>
                </a:lnTo>
                <a:cubicBezTo>
                  <a:pt x="1484778" y="70805"/>
                  <a:pt x="1474015" y="71576"/>
                  <a:pt x="1465050" y="71576"/>
                </a:cubicBezTo>
                <a:cubicBezTo>
                  <a:pt x="1456336" y="71576"/>
                  <a:pt x="1447625" y="70805"/>
                  <a:pt x="1447625" y="70805"/>
                </a:cubicBezTo>
                <a:lnTo>
                  <a:pt x="1447113" y="71576"/>
                </a:lnTo>
                <a:cubicBezTo>
                  <a:pt x="1448908" y="85908"/>
                  <a:pt x="1448908" y="98196"/>
                  <a:pt x="1448908" y="117649"/>
                </a:cubicBezTo>
                <a:lnTo>
                  <a:pt x="1448908" y="138124"/>
                </a:lnTo>
                <a:cubicBezTo>
                  <a:pt x="1448908" y="152917"/>
                  <a:pt x="1431690" y="164173"/>
                  <a:pt x="1420212" y="164173"/>
                </a:cubicBezTo>
                <a:cubicBezTo>
                  <a:pt x="1412526" y="164173"/>
                  <a:pt x="1405094" y="161616"/>
                  <a:pt x="1405606" y="140641"/>
                </a:cubicBezTo>
                <a:lnTo>
                  <a:pt x="1406118" y="117618"/>
                </a:lnTo>
                <a:cubicBezTo>
                  <a:pt x="1406579" y="98434"/>
                  <a:pt x="1406888" y="84723"/>
                  <a:pt x="1408171" y="71576"/>
                </a:cubicBezTo>
                <a:lnTo>
                  <a:pt x="1407913" y="70805"/>
                </a:lnTo>
                <a:cubicBezTo>
                  <a:pt x="1407913" y="70805"/>
                  <a:pt x="1397666" y="71576"/>
                  <a:pt x="1388697" y="71576"/>
                </a:cubicBezTo>
                <a:cubicBezTo>
                  <a:pt x="1379987" y="71576"/>
                  <a:pt x="1370760" y="70805"/>
                  <a:pt x="1370760" y="70805"/>
                </a:cubicBezTo>
                <a:lnTo>
                  <a:pt x="1370248" y="71576"/>
                </a:lnTo>
                <a:cubicBezTo>
                  <a:pt x="1371788" y="86154"/>
                  <a:pt x="1372606" y="99200"/>
                  <a:pt x="1372301" y="117618"/>
                </a:cubicBezTo>
                <a:lnTo>
                  <a:pt x="1371788" y="149082"/>
                </a:lnTo>
                <a:cubicBezTo>
                  <a:pt x="1371530" y="166738"/>
                  <a:pt x="1380499" y="183900"/>
                  <a:pt x="1405864" y="183900"/>
                </a:cubicBezTo>
                <a:cubicBezTo>
                  <a:pt x="1416369" y="183900"/>
                  <a:pt x="1434560" y="180315"/>
                  <a:pt x="1448908" y="164943"/>
                </a:cubicBezTo>
                <a:lnTo>
                  <a:pt x="1448908" y="165002"/>
                </a:lnTo>
                <a:close/>
                <a:moveTo>
                  <a:pt x="1527054" y="130125"/>
                </a:moveTo>
                <a:cubicBezTo>
                  <a:pt x="1527054" y="149348"/>
                  <a:pt x="1526182" y="167645"/>
                  <a:pt x="1523977" y="181383"/>
                </a:cubicBezTo>
                <a:lnTo>
                  <a:pt x="1524235" y="182149"/>
                </a:lnTo>
                <a:cubicBezTo>
                  <a:pt x="1524235" y="182149"/>
                  <a:pt x="1534994" y="181383"/>
                  <a:pt x="1543963" y="181383"/>
                </a:cubicBezTo>
                <a:cubicBezTo>
                  <a:pt x="1552724" y="181383"/>
                  <a:pt x="1563436" y="182149"/>
                  <a:pt x="1563436" y="182149"/>
                </a:cubicBezTo>
                <a:lnTo>
                  <a:pt x="1563948" y="181383"/>
                </a:lnTo>
                <a:cubicBezTo>
                  <a:pt x="1561794" y="166773"/>
                  <a:pt x="1560872" y="149399"/>
                  <a:pt x="1560872" y="130125"/>
                </a:cubicBezTo>
                <a:lnTo>
                  <a:pt x="1560872" y="53244"/>
                </a:lnTo>
                <a:cubicBezTo>
                  <a:pt x="1560872" y="34025"/>
                  <a:pt x="1561951" y="20748"/>
                  <a:pt x="1563948" y="5063"/>
                </a:cubicBezTo>
                <a:cubicBezTo>
                  <a:pt x="1563948" y="3268"/>
                  <a:pt x="1562717" y="2498"/>
                  <a:pt x="1561130" y="2498"/>
                </a:cubicBezTo>
                <a:cubicBezTo>
                  <a:pt x="1554726" y="5063"/>
                  <a:pt x="1534893" y="10188"/>
                  <a:pt x="1524490" y="10958"/>
                </a:cubicBezTo>
                <a:lnTo>
                  <a:pt x="1523977" y="11729"/>
                </a:lnTo>
                <a:cubicBezTo>
                  <a:pt x="1525975" y="22695"/>
                  <a:pt x="1527054" y="40428"/>
                  <a:pt x="1527054" y="59906"/>
                </a:cubicBezTo>
                <a:lnTo>
                  <a:pt x="1527054" y="13012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</p:spTree>
    <p:extLst>
      <p:ext uri="{BB962C8B-B14F-4D97-AF65-F5344CB8AC3E}">
        <p14:creationId xmlns:p14="http://schemas.microsoft.com/office/powerpoint/2010/main" val="133843719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2026-09-05T14:47:42.0140000Z</dcterms:created>
  <dcterms:modified xsi:type="dcterms:W3CDTF">2026-09-05T14:47:42.0140000Z</dcterms:modified>
</coreProperties>
</file>